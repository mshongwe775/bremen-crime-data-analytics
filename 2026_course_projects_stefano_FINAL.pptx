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41"/>
  </p:notesMasterIdLst>
  <p:sldIdLst>
    <p:sldId id="260" r:id="rId6"/>
    <p:sldId id="256" r:id="rId7"/>
    <p:sldId id="261" r:id="rId8"/>
    <p:sldId id="263" r:id="rId9"/>
    <p:sldId id="295" r:id="rId10"/>
    <p:sldId id="264" r:id="rId11"/>
    <p:sldId id="259" r:id="rId12"/>
    <p:sldId id="296" r:id="rId13"/>
    <p:sldId id="268" r:id="rId14"/>
    <p:sldId id="258" r:id="rId15"/>
    <p:sldId id="262" r:id="rId16"/>
    <p:sldId id="267" r:id="rId17"/>
    <p:sldId id="271" r:id="rId18"/>
    <p:sldId id="297" r:id="rId19"/>
    <p:sldId id="266" r:id="rId20"/>
    <p:sldId id="286" r:id="rId21"/>
    <p:sldId id="280" r:id="rId22"/>
    <p:sldId id="281" r:id="rId23"/>
    <p:sldId id="298" r:id="rId24"/>
    <p:sldId id="272" r:id="rId25"/>
    <p:sldId id="282" r:id="rId26"/>
    <p:sldId id="275" r:id="rId27"/>
    <p:sldId id="283" r:id="rId28"/>
    <p:sldId id="278" r:id="rId29"/>
    <p:sldId id="279" r:id="rId30"/>
    <p:sldId id="284" r:id="rId31"/>
    <p:sldId id="289" r:id="rId32"/>
    <p:sldId id="294" r:id="rId33"/>
    <p:sldId id="300" r:id="rId34"/>
    <p:sldId id="299" r:id="rId35"/>
    <p:sldId id="291" r:id="rId36"/>
    <p:sldId id="290" r:id="rId37"/>
    <p:sldId id="292" r:id="rId38"/>
    <p:sldId id="287" r:id="rId39"/>
    <p:sldId id="288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BEBEBE"/>
    <a:srgbClr val="00A8E8"/>
    <a:srgbClr val="006F96"/>
    <a:srgbClr val="D7E219"/>
    <a:srgbClr val="F732DE"/>
    <a:srgbClr val="FFA256"/>
    <a:srgbClr val="40E0D0"/>
    <a:srgbClr val="30B57C"/>
    <a:srgbClr val="FFC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.pinto" userId="S::stefano.pinto_blinkbase.io#ext#@constructoruniversity.onmicrosoft.com::c7d8f182-4067-4547-b641-2ea859fb5aa2" providerId="AD" clId="Web-{34941CD5-1EB7-295F-D0F0-F78CC35C864F}"/>
    <pc:docChg chg="modSld">
      <pc:chgData name="stefano.pinto" userId="S::stefano.pinto_blinkbase.io#ext#@constructoruniversity.onmicrosoft.com::c7d8f182-4067-4547-b641-2ea859fb5aa2" providerId="AD" clId="Web-{34941CD5-1EB7-295F-D0F0-F78CC35C864F}" dt="2026-09-18T11:39:48.635" v="6" actId="20577"/>
      <pc:docMkLst>
        <pc:docMk/>
      </pc:docMkLst>
      <pc:sldChg chg="modSp">
        <pc:chgData name="stefano.pinto" userId="S::stefano.pinto_blinkbase.io#ext#@constructoruniversity.onmicrosoft.com::c7d8f182-4067-4547-b641-2ea859fb5aa2" providerId="AD" clId="Web-{34941CD5-1EB7-295F-D0F0-F78CC35C864F}" dt="2026-09-18T11:39:48.635" v="6" actId="20577"/>
        <pc:sldMkLst>
          <pc:docMk/>
          <pc:sldMk cId="3768591971" sldId="287"/>
        </pc:sldMkLst>
        <pc:spChg chg="mod">
          <ac:chgData name="stefano.pinto" userId="S::stefano.pinto_blinkbase.io#ext#@constructoruniversity.onmicrosoft.com::c7d8f182-4067-4547-b641-2ea859fb5aa2" providerId="AD" clId="Web-{34941CD5-1EB7-295F-D0F0-F78CC35C864F}" dt="2026-09-18T11:39:48.635" v="6" actId="20577"/>
          <ac:spMkLst>
            <pc:docMk/>
            <pc:sldMk cId="3768591971" sldId="287"/>
            <ac:spMk id="42" creationId="{71BFCB5C-5E3B-44D4-B2B5-5CD178C5723E}"/>
          </ac:spMkLst>
        </pc:spChg>
      </pc:sldChg>
      <pc:sldChg chg="modSp">
        <pc:chgData name="stefano.pinto" userId="S::stefano.pinto_blinkbase.io#ext#@constructoruniversity.onmicrosoft.com::c7d8f182-4067-4547-b641-2ea859fb5aa2" providerId="AD" clId="Web-{34941CD5-1EB7-295F-D0F0-F78CC35C864F}" dt="2026-09-18T11:39:21.867" v="4" actId="20577"/>
        <pc:sldMkLst>
          <pc:docMk/>
          <pc:sldMk cId="2789151985" sldId="292"/>
        </pc:sldMkLst>
        <pc:spChg chg="mod">
          <ac:chgData name="stefano.pinto" userId="S::stefano.pinto_blinkbase.io#ext#@constructoruniversity.onmicrosoft.com::c7d8f182-4067-4547-b641-2ea859fb5aa2" providerId="AD" clId="Web-{34941CD5-1EB7-295F-D0F0-F78CC35C864F}" dt="2026-09-18T11:39:21.867" v="4" actId="20577"/>
          <ac:spMkLst>
            <pc:docMk/>
            <pc:sldMk cId="2789151985" sldId="292"/>
            <ac:spMk id="12" creationId="{3EA4C5C3-FB9E-4374-8FBE-BBA47575DAE5}"/>
          </ac:spMkLst>
        </pc:spChg>
      </pc:sldChg>
    </pc:docChg>
  </pc:docChgLst>
  <pc:docChgLst>
    <pc:chgData name="stefano.pinto" userId="S::stefano.pinto_blinkbase.io#ext#@constructoruniversity.onmicrosoft.com::c7d8f182-4067-4547-b641-2ea859fb5aa2" providerId="AD" clId="Web-{C3F6BC8A-49F3-D3D2-56BC-62859065D3CE}"/>
    <pc:docChg chg="modSld">
      <pc:chgData name="stefano.pinto" userId="S::stefano.pinto_blinkbase.io#ext#@constructoruniversity.onmicrosoft.com::c7d8f182-4067-4547-b641-2ea859fb5aa2" providerId="AD" clId="Web-{C3F6BC8A-49F3-D3D2-56BC-62859065D3CE}" dt="2026-09-18T08:52:25.474" v="2" actId="20577"/>
      <pc:docMkLst>
        <pc:docMk/>
      </pc:docMkLst>
      <pc:sldChg chg="modSp">
        <pc:chgData name="stefano.pinto" userId="S::stefano.pinto_blinkbase.io#ext#@constructoruniversity.onmicrosoft.com::c7d8f182-4067-4547-b641-2ea859fb5aa2" providerId="AD" clId="Web-{C3F6BC8A-49F3-D3D2-56BC-62859065D3CE}" dt="2026-09-18T08:52:25.474" v="2" actId="20577"/>
        <pc:sldMkLst>
          <pc:docMk/>
          <pc:sldMk cId="362416764" sldId="264"/>
        </pc:sldMkLst>
        <pc:spChg chg="mod">
          <ac:chgData name="stefano.pinto" userId="S::stefano.pinto_blinkbase.io#ext#@constructoruniversity.onmicrosoft.com::c7d8f182-4067-4547-b641-2ea859fb5aa2" providerId="AD" clId="Web-{C3F6BC8A-49F3-D3D2-56BC-62859065D3CE}" dt="2026-09-18T08:52:25.474" v="2" actId="20577"/>
          <ac:spMkLst>
            <pc:docMk/>
            <pc:sldMk cId="362416764" sldId="264"/>
            <ac:spMk id="10" creationId="{7DEEBD7C-FD81-456C-BE3E-6A384623CCEC}"/>
          </ac:spMkLst>
        </pc:spChg>
      </pc:sldChg>
      <pc:sldChg chg="modSp">
        <pc:chgData name="stefano.pinto" userId="S::stefano.pinto_blinkbase.io#ext#@constructoruniversity.onmicrosoft.com::c7d8f182-4067-4547-b641-2ea859fb5aa2" providerId="AD" clId="Web-{C3F6BC8A-49F3-D3D2-56BC-62859065D3CE}" dt="2026-09-18T08:52:13.786" v="0" actId="20577"/>
        <pc:sldMkLst>
          <pc:docMk/>
          <pc:sldMk cId="1943479353" sldId="268"/>
        </pc:sldMkLst>
        <pc:spChg chg="mod">
          <ac:chgData name="stefano.pinto" userId="S::stefano.pinto_blinkbase.io#ext#@constructoruniversity.onmicrosoft.com::c7d8f182-4067-4547-b641-2ea859fb5aa2" providerId="AD" clId="Web-{C3F6BC8A-49F3-D3D2-56BC-62859065D3CE}" dt="2026-09-18T08:52:13.786" v="0" actId="20577"/>
          <ac:spMkLst>
            <pc:docMk/>
            <pc:sldMk cId="1943479353" sldId="268"/>
            <ac:spMk id="10" creationId="{A1B27B18-4454-4A0A-9AFF-C59D8F0783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1525A-F061-462A-8FCD-2C6C3243C06E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E9F87-722A-407D-9C91-D53A3521265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4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AC82D-3C20-497B-A9B6-A8F3EE866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F6E4C9-FD38-4594-A641-BC93B855F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5E0AC6-2CDA-42C3-8E4F-C4092809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6F6F0-C973-4067-90D0-4ABE2094CC7A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7A143D-FE08-427D-B4F9-65A566F8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4DFD86-4471-44AF-A6C8-23E53B1C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95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5D4F5-1DE1-4474-BBFC-65BD6FC0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D8E4FB-3AA4-4065-9943-8709EF87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44343A-3BCC-4EAF-8F93-FDF46D5D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CF0A-95AA-4C37-A806-C75994D01E49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6E98E3-4AED-4DFA-8714-ABFBEB2B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1796FF-DFCC-44FA-B739-1F33E6F4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8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0D4B7-CC19-4095-A652-35C58F24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85E1C8-4C32-4AF5-B077-8207CD0AE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255EEE-8D32-4768-9F86-6F7DE21F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B669-67FC-4F23-883C-E92CA240C9E4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E29A60-2171-4076-BA98-BB48CAC6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B2C5EE-87B1-4A18-8B03-8DC4BD17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2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599B8-A81B-46D2-BD5C-B78F841D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220EB1-8BD4-4883-ADAD-1714C23C5B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EAF21F-03B8-456C-B6ED-94051B2F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725F8C-3277-453C-BE1F-E121C0FA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6DED-DDA1-4729-865D-9D47E9383CE2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60D59A-0C49-4DE7-93EA-73CE32A1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5645EE-8C55-47B9-8CC7-DD97536F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62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D8704-E676-4F16-89AC-C44D460B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163C8A-AB04-4760-A538-C8DED8DB3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0C849B-EB4D-4830-A3CE-3BB3D8FC5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C728902-436E-406D-9FEB-DF45F1781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EAD1EE-555B-4747-973B-C114A3442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405D62A-E4A6-4DE1-B4D2-051C15A5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990D4-4542-45EF-889F-80BEFEDB14EC}" type="datetime1">
              <a:rPr lang="de-DE" smtClean="0"/>
              <a:t>23.09.2026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6C7438-2692-4083-BACB-7FF40E19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473DDE-E78E-4854-99E5-C7253F25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66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BA20B-A51E-451A-8579-6FFA64DB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8C7A52-CEC1-422A-A628-E13870D5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0F935-1CC1-4DA5-8A14-B3E6F7671D6D}" type="datetime1">
              <a:rPr lang="de-DE" smtClean="0"/>
              <a:t>23.09.2026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E890B2-C31B-47F6-93B6-70AAC0A0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CD2BE9-2AC7-4512-AA09-E3196CD8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86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C65B49-D8C1-4D26-A6A5-75C9D386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D60C-DAF3-406D-B577-1DA26BC7D7C2}" type="datetime1">
              <a:rPr lang="de-DE" smtClean="0"/>
              <a:t>23.09.2026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069C8E-3E13-45D8-B1AE-BDC04241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55CDCD-412A-4C08-BFCF-6084C274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3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158D5-5D97-4CF6-8C4C-003BE560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6064DB-808A-489B-A72C-DBB05713F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DC3BD8-0D39-4DAB-8AFF-A5569A372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299D99-53A4-44B8-BD70-32D34652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61E5-0B6B-4FBC-B043-3DAD868D91B1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7F25C1-A3F7-49A8-98C0-A8AEDD88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A5EC26-F484-4B8F-B88A-173E80BF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52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22227-DE53-453E-99C2-FF76E236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CBDD85-A5BF-4F8D-BBF4-658040FA3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154F35-E22D-4C09-A389-363F43DC6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7CDDCE-B293-4C80-B492-5894FDC8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F9D0-231A-4C72-8391-6D6A70519894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6CEB07-DEC8-4945-8EAF-10B5C0F7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CB094D-BEED-43D1-880B-C112275C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08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3BB77B-0A2D-4E0E-BE91-7BE792DD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FA9F7B-1D32-4016-BBF3-3DBB3E8BB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1AC4A7-7CFE-4A8A-8B4E-9C711DF2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52A3A-B532-4281-98F0-E3018E46E9EA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DC2EA4-8BFE-4FDA-8E2E-F55E7A23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304E08-06AF-4B6B-82A9-BC58A344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85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810D867-1CC2-452A-98D9-EB0DA2C32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863E4F-6D8E-4D5C-BAEF-5A3585376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182496-446F-45FB-AFF9-1CF9D5B7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2443-8B6C-401C-8208-596B27604E49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44A7FF-56B1-46C2-9519-49F8590A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01ABE5-655B-4130-AA75-8A6278F0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616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13746-CE76-43FD-B018-50221B37E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4248BC-52A0-464A-899A-0C5DEC651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BF265D-9C68-4FE8-8582-3979412B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854F4B-628D-4D07-8C4D-C5CC4D89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FD450-C172-476A-B133-A5E1DD75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3168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3F93A-392B-42F8-8F2C-4E86855A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45FFE5-0E69-4E20-9F99-C75EF336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EBC7D-2170-468B-BF49-0303C0E3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D6DFDB-C5A7-4B29-AF74-45CD1385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0D783B-6871-4462-B4CE-DD4B0FC3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2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4CF97-63D5-459D-9EB0-0FBC1B63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E9B4EE-20BD-4594-B505-14C7101D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A6ACE1-10ED-40FB-A55F-69AE700E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24AED1-9043-4235-8928-1A162F3F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3D3DC7-9A3B-49E2-9136-51727A29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986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5480A-3222-40A4-9396-4F5709E2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B9EC9A-E93F-4E26-97A0-4BA9CDD11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CD6947-221D-47C8-AE58-A3E05C8E4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7FD169-E34E-4F23-B105-C1720DC9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AEAFA4-62F9-4F4C-B03D-C4171AC6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210B1D-3D02-4D88-861E-657270D2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42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C9EEE-0E44-4619-9DA7-15FA6CE8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81E994-C903-4E3F-928D-0B591E084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C908D7-8D84-4CF5-B87E-ACC6FD130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6D16DF0-DC7B-42C1-AA06-63262F3BF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EFB6A65-B229-4E1A-A62E-6A1B06B67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F434EB2-62AF-4C7B-8FCE-2EB1AF26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69D869-BFAF-40BB-AF01-BA0FB4AC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4B7AF4-4CDB-42A3-BAB6-30E14FF1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3379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C1A300-16E9-4C32-9474-4EE2EF31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C1815B-A89A-4090-91A3-CCFBF24B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4EA034-9C68-40B2-9BE4-4ABEE287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AAC9-7A38-43C2-BEB5-431F9CA9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873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8416E1-3E9B-4E30-BBFE-5324CFD0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61BC19-D155-48E9-9443-6EDA722B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DE3897-6675-45E2-9FEE-6878EA3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578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52918-E975-4AED-9731-B18968E5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BB3B5E-7176-438F-9991-8D16FB0D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603C83-08A3-4F32-80FB-6E2F0BDD1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0F0E9E-8090-4137-B31D-5EF7B0DAC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33EA2E-4DDB-43F9-AC7C-87F1A4FA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FD0470-402D-42AA-9190-F27D7B02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986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B27D6-52C6-4191-BFC8-2557ECA8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31AEA5-CF96-480D-9A56-4CC7DA86E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9B81D1-40F6-4DD2-9958-B66328E61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39F5F8-37E2-47CF-8AB1-DA382BA1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AEB497-2A39-4F90-B88C-2BC235EA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9BAF23-C2A7-4F2F-850F-5E1E056C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530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A9F49-5B7F-42BA-AA72-E5FC321B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F22A0E-2C88-49E9-ABF6-69D91BDD1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71FFCA-219E-4657-B996-C7C85D05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31F9DD-BF72-48E3-ADBA-9E7653432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F81BA-F2C2-415A-AA07-BEB5AFAE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385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49F0DFA-62E5-4AEF-B2B5-C28510978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67D712-1834-42D8-8F3A-32C14723D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8E7F57-2A16-4D35-96FC-453D7BA9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D6D5A3-9B5C-4100-8578-D1AE655A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27E41-C505-403E-B2ED-33824A46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785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&amp; Punkte" type="tx">
  <p:cSld name="1_Titel &amp; Punkt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603250" y="476250"/>
            <a:ext cx="10985500" cy="716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body" idx="1"/>
          </p:nvPr>
        </p:nvSpPr>
        <p:spPr>
          <a:xfrm>
            <a:off x="603250" y="1122981"/>
            <a:ext cx="10985500" cy="46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2750" b="1"/>
            </a:lvl1pPr>
            <a:lvl2pPr marL="457200" lvl="1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2pPr>
            <a:lvl3pPr marL="685800" lvl="2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3pPr>
            <a:lvl4pPr marL="914400" lvl="3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4pPr>
            <a:lvl5pPr marL="1143000" lvl="4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5pPr>
            <a:lvl6pPr marL="1371600" lvl="5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6pPr>
            <a:lvl7pPr marL="1600200" lvl="6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7pPr>
            <a:lvl8pPr marL="1828800" lvl="7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8pPr>
            <a:lvl9pPr marL="2057400" lvl="8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2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600" lvl="0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1pPr>
            <a:lvl2pPr marL="457200" lvl="1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2pPr>
            <a:lvl3pPr marL="685800" lvl="2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3pPr>
            <a:lvl4pPr marL="914400" lvl="3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4pPr>
            <a:lvl5pPr marL="1143000" lvl="4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5pPr>
            <a:lvl6pPr marL="1371600" lvl="5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6pPr>
            <a:lvl7pPr marL="1600200" lvl="6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7pPr>
            <a:lvl8pPr marL="1828800" lvl="7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8pPr>
            <a:lvl9pPr marL="2057400" lvl="8" indent="-301752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904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6000750" y="6071210"/>
            <a:ext cx="184253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9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7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58425F-B6BF-48A9-AC11-015E2981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2370FB-B404-462A-A6DD-462E7AADC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CDA7C5-97B3-4CE9-9468-77A7CB72B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CBC21-77EB-4C8E-A34C-6AEF5D6BD88B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B2E3A6-AC0D-4C3A-AE9C-B49E7744C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0E5290-9A7F-47A0-AD41-1D427091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C2EC9-5094-44FC-A3A7-702AB57594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2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75567BA-3A2D-4CFD-AF30-244AA61E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AAD3CA-5BF7-45AA-9677-90420BEEB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BA164D-81BA-4C23-95B5-DAF4DEC4C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2DD82-B8D3-4EB3-85E8-3915EB66BF8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E964CF-C299-483B-8A45-6853694DF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C307F4-4E24-41AD-BDC7-E9E96DFEB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9620E-6E74-4308-BBCB-59C7CFC985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57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5;p1" title="Zeichenfläche 2@2x.png">
            <a:extLst>
              <a:ext uri="{FF2B5EF4-FFF2-40B4-BE49-F238E27FC236}">
                <a16:creationId xmlns:a16="http://schemas.microsoft.com/office/drawing/2014/main" id="{89F2ADA9-3B5C-44B2-A507-9A97058049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1838" y="6254542"/>
            <a:ext cx="2129413" cy="3838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2;p1">
            <a:extLst>
              <a:ext uri="{FF2B5EF4-FFF2-40B4-BE49-F238E27FC236}">
                <a16:creationId xmlns:a16="http://schemas.microsoft.com/office/drawing/2014/main" id="{A1100320-E26A-4924-A685-60C37B0D64CF}"/>
              </a:ext>
            </a:extLst>
          </p:cNvPr>
          <p:cNvSpPr txBox="1">
            <a:spLocks/>
          </p:cNvSpPr>
          <p:nvPr/>
        </p:nvSpPr>
        <p:spPr>
          <a:xfrm>
            <a:off x="344963" y="6319875"/>
            <a:ext cx="4597528" cy="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sym typeface="Helvetica Neue"/>
              </a:rPr>
              <a:t>Stefano Pinto – Data Scientist @ </a:t>
            </a:r>
            <a:r>
              <a:rPr kumimoji="0" lang="en-US" sz="1800" b="0" i="0" u="none" strike="noStrike" kern="0" cap="none" spc="0" normalizeH="0" baseline="0" noProof="0" err="1">
                <a:ln>
                  <a:noFill/>
                </a:ln>
                <a:solidFill>
                  <a:srgbClr val="EB2D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sym typeface="Helvetica Neue"/>
              </a:rPr>
              <a:t>BlinkBase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EB2DFF"/>
              </a:solidFill>
              <a:effectLst/>
              <a:uLnTx/>
              <a:uFillTx/>
              <a:latin typeface="Roboto" pitchFamily="2" charset="0"/>
              <a:ea typeface="Roboto" pitchFamily="2" charset="0"/>
              <a:sym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sym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sym typeface="Helvetica Neue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9341C75-894F-4AAD-8D1A-1BF57034BE52}"/>
              </a:ext>
            </a:extLst>
          </p:cNvPr>
          <p:cNvSpPr txBox="1"/>
          <p:nvPr/>
        </p:nvSpPr>
        <p:spPr>
          <a:xfrm>
            <a:off x="249713" y="0"/>
            <a:ext cx="1051353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sz="2200" b="0" i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  <a:p>
            <a:r>
              <a:rPr lang="de-DE" sz="3000" i="0" u="sng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rPr>
              <a:t>MDSSB-DSAI-01  Digital Transformation and Innovation</a:t>
            </a:r>
          </a:p>
          <a:p>
            <a:r>
              <a:rPr lang="de-DE" sz="30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Fall 2026</a:t>
            </a:r>
            <a:endParaRPr lang="de-DE" sz="3000" i="0" u="sng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  <a:p>
            <a:endParaRPr lang="de-DE" sz="22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48B0308-6A82-4B12-A216-DF55791903AA}"/>
              </a:ext>
            </a:extLst>
          </p:cNvPr>
          <p:cNvSpPr txBox="1"/>
          <p:nvPr/>
        </p:nvSpPr>
        <p:spPr>
          <a:xfrm>
            <a:off x="249713" y="1838325"/>
            <a:ext cx="3171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Project </a:t>
            </a:r>
            <a:r>
              <a:rPr lang="de-DE" sz="28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Proposals</a:t>
            </a:r>
            <a:endParaRPr lang="de-DE" sz="28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3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pg5">
            <a:extLst>
              <a:ext uri="{FF2B5EF4-FFF2-40B4-BE49-F238E27FC236}">
                <a16:creationId xmlns:a16="http://schemas.microsoft.com/office/drawing/2014/main" id="{A8399B59-316F-436D-90B5-54A8CBCBC3A9}"/>
              </a:ext>
            </a:extLst>
          </p:cNvPr>
          <p:cNvSpPr/>
          <p:nvPr/>
        </p:nvSpPr>
        <p:spPr>
          <a:xfrm>
            <a:off x="3777422" y="1785327"/>
            <a:ext cx="1903164" cy="1570012"/>
          </a:xfrm>
          <a:custGeom>
            <a:avLst/>
            <a:gdLst/>
            <a:ahLst/>
            <a:cxnLst/>
            <a:rect l="0" t="0" r="0" b="0"/>
            <a:pathLst>
              <a:path w="1548470" h="1277407">
                <a:moveTo>
                  <a:pt x="705199" y="143709"/>
                </a:moveTo>
                <a:lnTo>
                  <a:pt x="666049" y="141809"/>
                </a:lnTo>
                <a:lnTo>
                  <a:pt x="666111" y="142307"/>
                </a:lnTo>
                <a:lnTo>
                  <a:pt x="658999" y="141428"/>
                </a:lnTo>
                <a:lnTo>
                  <a:pt x="651969" y="167243"/>
                </a:lnTo>
                <a:lnTo>
                  <a:pt x="649648" y="175874"/>
                </a:lnTo>
                <a:lnTo>
                  <a:pt x="648107" y="181404"/>
                </a:lnTo>
                <a:lnTo>
                  <a:pt x="645682" y="181197"/>
                </a:lnTo>
                <a:lnTo>
                  <a:pt x="632971" y="180044"/>
                </a:lnTo>
                <a:lnTo>
                  <a:pt x="621194" y="179053"/>
                </a:lnTo>
                <a:lnTo>
                  <a:pt x="619030" y="178831"/>
                </a:lnTo>
                <a:lnTo>
                  <a:pt x="616338" y="178660"/>
                </a:lnTo>
                <a:lnTo>
                  <a:pt x="615235" y="183793"/>
                </a:lnTo>
                <a:lnTo>
                  <a:pt x="614517" y="183902"/>
                </a:lnTo>
                <a:lnTo>
                  <a:pt x="605209" y="183528"/>
                </a:lnTo>
                <a:lnTo>
                  <a:pt x="594740" y="183130"/>
                </a:lnTo>
                <a:lnTo>
                  <a:pt x="593463" y="195737"/>
                </a:lnTo>
                <a:lnTo>
                  <a:pt x="583778" y="196363"/>
                </a:lnTo>
                <a:lnTo>
                  <a:pt x="580807" y="196557"/>
                </a:lnTo>
                <a:lnTo>
                  <a:pt x="579177" y="196662"/>
                </a:lnTo>
                <a:lnTo>
                  <a:pt x="566850" y="177704"/>
                </a:lnTo>
                <a:lnTo>
                  <a:pt x="560001" y="168403"/>
                </a:lnTo>
                <a:lnTo>
                  <a:pt x="548785" y="158562"/>
                </a:lnTo>
                <a:lnTo>
                  <a:pt x="549592" y="167441"/>
                </a:lnTo>
                <a:lnTo>
                  <a:pt x="549909" y="169275"/>
                </a:lnTo>
                <a:lnTo>
                  <a:pt x="539948" y="171534"/>
                </a:lnTo>
                <a:lnTo>
                  <a:pt x="540321" y="175182"/>
                </a:lnTo>
                <a:lnTo>
                  <a:pt x="539277" y="175820"/>
                </a:lnTo>
                <a:lnTo>
                  <a:pt x="534594" y="172827"/>
                </a:lnTo>
                <a:lnTo>
                  <a:pt x="533365" y="170076"/>
                </a:lnTo>
                <a:lnTo>
                  <a:pt x="509166" y="172451"/>
                </a:lnTo>
                <a:lnTo>
                  <a:pt x="504405" y="180975"/>
                </a:lnTo>
                <a:lnTo>
                  <a:pt x="502302" y="179817"/>
                </a:lnTo>
                <a:lnTo>
                  <a:pt x="499001" y="176969"/>
                </a:lnTo>
                <a:lnTo>
                  <a:pt x="496977" y="180646"/>
                </a:lnTo>
                <a:lnTo>
                  <a:pt x="491880" y="178063"/>
                </a:lnTo>
                <a:lnTo>
                  <a:pt x="488956" y="187743"/>
                </a:lnTo>
                <a:lnTo>
                  <a:pt x="491236" y="189173"/>
                </a:lnTo>
                <a:lnTo>
                  <a:pt x="486900" y="205251"/>
                </a:lnTo>
                <a:lnTo>
                  <a:pt x="483633" y="214670"/>
                </a:lnTo>
                <a:lnTo>
                  <a:pt x="481984" y="219427"/>
                </a:lnTo>
                <a:lnTo>
                  <a:pt x="477775" y="219630"/>
                </a:lnTo>
                <a:lnTo>
                  <a:pt x="476543" y="229188"/>
                </a:lnTo>
                <a:lnTo>
                  <a:pt x="477818" y="235745"/>
                </a:lnTo>
                <a:lnTo>
                  <a:pt x="469739" y="237199"/>
                </a:lnTo>
                <a:lnTo>
                  <a:pt x="434244" y="243804"/>
                </a:lnTo>
                <a:lnTo>
                  <a:pt x="441400" y="255884"/>
                </a:lnTo>
                <a:lnTo>
                  <a:pt x="448756" y="263921"/>
                </a:lnTo>
                <a:lnTo>
                  <a:pt x="459213" y="272097"/>
                </a:lnTo>
                <a:lnTo>
                  <a:pt x="470600" y="275995"/>
                </a:lnTo>
                <a:lnTo>
                  <a:pt x="469898" y="287736"/>
                </a:lnTo>
                <a:lnTo>
                  <a:pt x="414187" y="282397"/>
                </a:lnTo>
                <a:lnTo>
                  <a:pt x="413788" y="287590"/>
                </a:lnTo>
                <a:lnTo>
                  <a:pt x="427224" y="289914"/>
                </a:lnTo>
                <a:lnTo>
                  <a:pt x="428023" y="326854"/>
                </a:lnTo>
                <a:lnTo>
                  <a:pt x="428423" y="349418"/>
                </a:lnTo>
                <a:lnTo>
                  <a:pt x="427224" y="356007"/>
                </a:lnTo>
                <a:lnTo>
                  <a:pt x="427624" y="363796"/>
                </a:lnTo>
                <a:lnTo>
                  <a:pt x="449412" y="369187"/>
                </a:lnTo>
                <a:lnTo>
                  <a:pt x="435620" y="451462"/>
                </a:lnTo>
                <a:lnTo>
                  <a:pt x="409634" y="447667"/>
                </a:lnTo>
                <a:lnTo>
                  <a:pt x="407040" y="462694"/>
                </a:lnTo>
                <a:lnTo>
                  <a:pt x="404595" y="462244"/>
                </a:lnTo>
                <a:lnTo>
                  <a:pt x="389738" y="458429"/>
                </a:lnTo>
                <a:lnTo>
                  <a:pt x="386804" y="475601"/>
                </a:lnTo>
                <a:lnTo>
                  <a:pt x="384197" y="498474"/>
                </a:lnTo>
                <a:lnTo>
                  <a:pt x="385639" y="499046"/>
                </a:lnTo>
                <a:lnTo>
                  <a:pt x="382036" y="517431"/>
                </a:lnTo>
                <a:lnTo>
                  <a:pt x="387658" y="517575"/>
                </a:lnTo>
                <a:lnTo>
                  <a:pt x="405736" y="520717"/>
                </a:lnTo>
                <a:lnTo>
                  <a:pt x="405244" y="547320"/>
                </a:lnTo>
                <a:lnTo>
                  <a:pt x="392649" y="547749"/>
                </a:lnTo>
                <a:lnTo>
                  <a:pt x="348727" y="553762"/>
                </a:lnTo>
                <a:lnTo>
                  <a:pt x="340200" y="554930"/>
                </a:lnTo>
                <a:lnTo>
                  <a:pt x="330813" y="556214"/>
                </a:lnTo>
                <a:lnTo>
                  <a:pt x="278170" y="562519"/>
                </a:lnTo>
                <a:lnTo>
                  <a:pt x="246802" y="555133"/>
                </a:lnTo>
                <a:lnTo>
                  <a:pt x="218678" y="533877"/>
                </a:lnTo>
                <a:lnTo>
                  <a:pt x="175591" y="501094"/>
                </a:lnTo>
                <a:lnTo>
                  <a:pt x="120786" y="465610"/>
                </a:lnTo>
                <a:lnTo>
                  <a:pt x="80041" y="432831"/>
                </a:lnTo>
                <a:lnTo>
                  <a:pt x="31101" y="388449"/>
                </a:lnTo>
                <a:lnTo>
                  <a:pt x="0" y="419894"/>
                </a:lnTo>
                <a:lnTo>
                  <a:pt x="4423" y="426879"/>
                </a:lnTo>
                <a:lnTo>
                  <a:pt x="11541" y="438020"/>
                </a:lnTo>
                <a:lnTo>
                  <a:pt x="20340" y="454766"/>
                </a:lnTo>
                <a:lnTo>
                  <a:pt x="27268" y="467950"/>
                </a:lnTo>
                <a:lnTo>
                  <a:pt x="34355" y="487856"/>
                </a:lnTo>
                <a:lnTo>
                  <a:pt x="41497" y="524870"/>
                </a:lnTo>
                <a:lnTo>
                  <a:pt x="45180" y="568216"/>
                </a:lnTo>
                <a:lnTo>
                  <a:pt x="47204" y="589890"/>
                </a:lnTo>
                <a:lnTo>
                  <a:pt x="51656" y="630473"/>
                </a:lnTo>
                <a:lnTo>
                  <a:pt x="55065" y="670163"/>
                </a:lnTo>
                <a:lnTo>
                  <a:pt x="58382" y="704783"/>
                </a:lnTo>
                <a:lnTo>
                  <a:pt x="61214" y="734420"/>
                </a:lnTo>
                <a:lnTo>
                  <a:pt x="61527" y="739490"/>
                </a:lnTo>
                <a:lnTo>
                  <a:pt x="63552" y="758487"/>
                </a:lnTo>
                <a:lnTo>
                  <a:pt x="70329" y="822745"/>
                </a:lnTo>
                <a:lnTo>
                  <a:pt x="72587" y="844245"/>
                </a:lnTo>
                <a:lnTo>
                  <a:pt x="75956" y="869898"/>
                </a:lnTo>
                <a:lnTo>
                  <a:pt x="92017" y="915900"/>
                </a:lnTo>
                <a:lnTo>
                  <a:pt x="97554" y="931741"/>
                </a:lnTo>
                <a:lnTo>
                  <a:pt x="97958" y="934157"/>
                </a:lnTo>
                <a:lnTo>
                  <a:pt x="109057" y="965534"/>
                </a:lnTo>
                <a:lnTo>
                  <a:pt x="121709" y="1002395"/>
                </a:lnTo>
                <a:lnTo>
                  <a:pt x="128851" y="1023481"/>
                </a:lnTo>
                <a:lnTo>
                  <a:pt x="142340" y="1047984"/>
                </a:lnTo>
                <a:lnTo>
                  <a:pt x="165686" y="1090395"/>
                </a:lnTo>
                <a:lnTo>
                  <a:pt x="170975" y="1099359"/>
                </a:lnTo>
                <a:lnTo>
                  <a:pt x="175688" y="1107324"/>
                </a:lnTo>
                <a:lnTo>
                  <a:pt x="182803" y="1119443"/>
                </a:lnTo>
                <a:lnTo>
                  <a:pt x="191134" y="1129258"/>
                </a:lnTo>
                <a:lnTo>
                  <a:pt x="216401" y="1159047"/>
                </a:lnTo>
                <a:lnTo>
                  <a:pt x="227564" y="1172168"/>
                </a:lnTo>
                <a:lnTo>
                  <a:pt x="237357" y="1182635"/>
                </a:lnTo>
                <a:lnTo>
                  <a:pt x="258066" y="1204788"/>
                </a:lnTo>
                <a:lnTo>
                  <a:pt x="265038" y="1211771"/>
                </a:lnTo>
                <a:lnTo>
                  <a:pt x="278212" y="1224959"/>
                </a:lnTo>
                <a:lnTo>
                  <a:pt x="296335" y="1240322"/>
                </a:lnTo>
                <a:lnTo>
                  <a:pt x="311690" y="1253564"/>
                </a:lnTo>
                <a:lnTo>
                  <a:pt x="344516" y="1239671"/>
                </a:lnTo>
                <a:lnTo>
                  <a:pt x="350715" y="1251795"/>
                </a:lnTo>
                <a:lnTo>
                  <a:pt x="395078" y="1270160"/>
                </a:lnTo>
                <a:lnTo>
                  <a:pt x="436652" y="1277407"/>
                </a:lnTo>
                <a:lnTo>
                  <a:pt x="442671" y="1248352"/>
                </a:lnTo>
                <a:lnTo>
                  <a:pt x="446118" y="1231714"/>
                </a:lnTo>
                <a:lnTo>
                  <a:pt x="424624" y="1192370"/>
                </a:lnTo>
                <a:lnTo>
                  <a:pt x="420021" y="1183906"/>
                </a:lnTo>
                <a:lnTo>
                  <a:pt x="421504" y="1171907"/>
                </a:lnTo>
                <a:lnTo>
                  <a:pt x="428989" y="1152801"/>
                </a:lnTo>
                <a:lnTo>
                  <a:pt x="454178" y="1087550"/>
                </a:lnTo>
                <a:lnTo>
                  <a:pt x="485418" y="1008426"/>
                </a:lnTo>
                <a:lnTo>
                  <a:pt x="491440" y="999277"/>
                </a:lnTo>
                <a:lnTo>
                  <a:pt x="507817" y="989166"/>
                </a:lnTo>
                <a:lnTo>
                  <a:pt x="529252" y="981462"/>
                </a:lnTo>
                <a:lnTo>
                  <a:pt x="546834" y="972555"/>
                </a:lnTo>
                <a:lnTo>
                  <a:pt x="553766" y="964796"/>
                </a:lnTo>
                <a:lnTo>
                  <a:pt x="558470" y="956333"/>
                </a:lnTo>
                <a:lnTo>
                  <a:pt x="620526" y="795725"/>
                </a:lnTo>
                <a:lnTo>
                  <a:pt x="645744" y="731345"/>
                </a:lnTo>
                <a:lnTo>
                  <a:pt x="648348" y="723358"/>
                </a:lnTo>
                <a:lnTo>
                  <a:pt x="649997" y="721462"/>
                </a:lnTo>
                <a:lnTo>
                  <a:pt x="654295" y="718542"/>
                </a:lnTo>
                <a:lnTo>
                  <a:pt x="662953" y="715323"/>
                </a:lnTo>
                <a:lnTo>
                  <a:pt x="667180" y="714317"/>
                </a:lnTo>
                <a:lnTo>
                  <a:pt x="675662" y="716798"/>
                </a:lnTo>
                <a:lnTo>
                  <a:pt x="895047" y="803377"/>
                </a:lnTo>
                <a:lnTo>
                  <a:pt x="923589" y="814391"/>
                </a:lnTo>
                <a:lnTo>
                  <a:pt x="985543" y="838269"/>
                </a:lnTo>
                <a:lnTo>
                  <a:pt x="1071421" y="871369"/>
                </a:lnTo>
                <a:lnTo>
                  <a:pt x="1109355" y="886514"/>
                </a:lnTo>
                <a:lnTo>
                  <a:pt x="1127455" y="905117"/>
                </a:lnTo>
                <a:lnTo>
                  <a:pt x="1150833" y="930152"/>
                </a:lnTo>
                <a:lnTo>
                  <a:pt x="1187340" y="966270"/>
                </a:lnTo>
                <a:lnTo>
                  <a:pt x="1192643" y="969114"/>
                </a:lnTo>
                <a:lnTo>
                  <a:pt x="1204801" y="974672"/>
                </a:lnTo>
                <a:lnTo>
                  <a:pt x="1214205" y="976291"/>
                </a:lnTo>
                <a:lnTo>
                  <a:pt x="1215818" y="1011359"/>
                </a:lnTo>
                <a:lnTo>
                  <a:pt x="1216626" y="1028008"/>
                </a:lnTo>
                <a:lnTo>
                  <a:pt x="1218252" y="1040652"/>
                </a:lnTo>
                <a:lnTo>
                  <a:pt x="1220346" y="1056939"/>
                </a:lnTo>
                <a:lnTo>
                  <a:pt x="1222933" y="1073263"/>
                </a:lnTo>
                <a:lnTo>
                  <a:pt x="1217597" y="1074395"/>
                </a:lnTo>
                <a:lnTo>
                  <a:pt x="1207088" y="1069061"/>
                </a:lnTo>
                <a:lnTo>
                  <a:pt x="1176207" y="1078597"/>
                </a:lnTo>
                <a:lnTo>
                  <a:pt x="1152982" y="1070767"/>
                </a:lnTo>
                <a:lnTo>
                  <a:pt x="1137779" y="1113554"/>
                </a:lnTo>
                <a:lnTo>
                  <a:pt x="1108488" y="1198516"/>
                </a:lnTo>
                <a:lnTo>
                  <a:pt x="1112726" y="1200226"/>
                </a:lnTo>
                <a:lnTo>
                  <a:pt x="1113312" y="1200463"/>
                </a:lnTo>
                <a:lnTo>
                  <a:pt x="1117381" y="1201639"/>
                </a:lnTo>
                <a:lnTo>
                  <a:pt x="1136255" y="1149661"/>
                </a:lnTo>
                <a:lnTo>
                  <a:pt x="1140890" y="1137990"/>
                </a:lnTo>
                <a:lnTo>
                  <a:pt x="1144450" y="1128804"/>
                </a:lnTo>
                <a:lnTo>
                  <a:pt x="1148672" y="1120279"/>
                </a:lnTo>
                <a:lnTo>
                  <a:pt x="1152480" y="1112664"/>
                </a:lnTo>
                <a:lnTo>
                  <a:pt x="1155874" y="1106458"/>
                </a:lnTo>
                <a:lnTo>
                  <a:pt x="1159019" y="1102734"/>
                </a:lnTo>
                <a:lnTo>
                  <a:pt x="1162910" y="1098347"/>
                </a:lnTo>
                <a:lnTo>
                  <a:pt x="1166553" y="1095285"/>
                </a:lnTo>
                <a:lnTo>
                  <a:pt x="1172429" y="1091727"/>
                </a:lnTo>
                <a:lnTo>
                  <a:pt x="1179549" y="1088582"/>
                </a:lnTo>
                <a:lnTo>
                  <a:pt x="1184101" y="1087424"/>
                </a:lnTo>
                <a:lnTo>
                  <a:pt x="1190319" y="1086358"/>
                </a:lnTo>
                <a:lnTo>
                  <a:pt x="1199813" y="1086316"/>
                </a:lnTo>
                <a:lnTo>
                  <a:pt x="1211595" y="1088900"/>
                </a:lnTo>
                <a:lnTo>
                  <a:pt x="1217189" y="1091189"/>
                </a:lnTo>
                <a:lnTo>
                  <a:pt x="1223082" y="1093901"/>
                </a:lnTo>
                <a:lnTo>
                  <a:pt x="1234737" y="1102671"/>
                </a:lnTo>
                <a:lnTo>
                  <a:pt x="1248044" y="1114706"/>
                </a:lnTo>
                <a:lnTo>
                  <a:pt x="1258022" y="1104316"/>
                </a:lnTo>
                <a:lnTo>
                  <a:pt x="1253701" y="1098878"/>
                </a:lnTo>
                <a:lnTo>
                  <a:pt x="1247418" y="1089979"/>
                </a:lnTo>
                <a:lnTo>
                  <a:pt x="1242866" y="1080828"/>
                </a:lnTo>
                <a:lnTo>
                  <a:pt x="1240438" y="1073914"/>
                </a:lnTo>
                <a:lnTo>
                  <a:pt x="1237879" y="1061640"/>
                </a:lnTo>
                <a:lnTo>
                  <a:pt x="1236616" y="1047592"/>
                </a:lnTo>
                <a:lnTo>
                  <a:pt x="1236163" y="1039105"/>
                </a:lnTo>
                <a:lnTo>
                  <a:pt x="1237149" y="1031183"/>
                </a:lnTo>
                <a:lnTo>
                  <a:pt x="1238751" y="1023142"/>
                </a:lnTo>
                <a:lnTo>
                  <a:pt x="1240953" y="1014052"/>
                </a:lnTo>
                <a:lnTo>
                  <a:pt x="1246580" y="1001553"/>
                </a:lnTo>
                <a:lnTo>
                  <a:pt x="1249881" y="993932"/>
                </a:lnTo>
                <a:lnTo>
                  <a:pt x="1255563" y="986245"/>
                </a:lnTo>
                <a:lnTo>
                  <a:pt x="1263663" y="976531"/>
                </a:lnTo>
                <a:lnTo>
                  <a:pt x="1271567" y="968409"/>
                </a:lnTo>
                <a:lnTo>
                  <a:pt x="1276982" y="964041"/>
                </a:lnTo>
                <a:lnTo>
                  <a:pt x="1280424" y="961264"/>
                </a:lnTo>
                <a:lnTo>
                  <a:pt x="1283795" y="958977"/>
                </a:lnTo>
                <a:lnTo>
                  <a:pt x="1287481" y="955908"/>
                </a:lnTo>
                <a:lnTo>
                  <a:pt x="1301277" y="950818"/>
                </a:lnTo>
                <a:lnTo>
                  <a:pt x="1305642" y="949166"/>
                </a:lnTo>
                <a:lnTo>
                  <a:pt x="1310477" y="948481"/>
                </a:lnTo>
                <a:lnTo>
                  <a:pt x="1326499" y="946712"/>
                </a:lnTo>
                <a:lnTo>
                  <a:pt x="1349200" y="947915"/>
                </a:lnTo>
                <a:lnTo>
                  <a:pt x="1367731" y="954028"/>
                </a:lnTo>
                <a:lnTo>
                  <a:pt x="1381815" y="960513"/>
                </a:lnTo>
                <a:lnTo>
                  <a:pt x="1396640" y="969497"/>
                </a:lnTo>
                <a:lnTo>
                  <a:pt x="1406183" y="976999"/>
                </a:lnTo>
                <a:lnTo>
                  <a:pt x="1430552" y="953380"/>
                </a:lnTo>
                <a:lnTo>
                  <a:pt x="1470394" y="839927"/>
                </a:lnTo>
                <a:lnTo>
                  <a:pt x="1464032" y="831753"/>
                </a:lnTo>
                <a:lnTo>
                  <a:pt x="1427124" y="783346"/>
                </a:lnTo>
                <a:lnTo>
                  <a:pt x="1424807" y="779364"/>
                </a:lnTo>
                <a:lnTo>
                  <a:pt x="1427865" y="775845"/>
                </a:lnTo>
                <a:lnTo>
                  <a:pt x="1433457" y="772310"/>
                </a:lnTo>
                <a:lnTo>
                  <a:pt x="1428666" y="759734"/>
                </a:lnTo>
                <a:lnTo>
                  <a:pt x="1430234" y="745956"/>
                </a:lnTo>
                <a:lnTo>
                  <a:pt x="1434269" y="722768"/>
                </a:lnTo>
                <a:lnTo>
                  <a:pt x="1441220" y="694429"/>
                </a:lnTo>
                <a:lnTo>
                  <a:pt x="1445142" y="682444"/>
                </a:lnTo>
                <a:lnTo>
                  <a:pt x="1443573" y="668107"/>
                </a:lnTo>
                <a:lnTo>
                  <a:pt x="1436847" y="652425"/>
                </a:lnTo>
                <a:lnTo>
                  <a:pt x="1430122" y="635400"/>
                </a:lnTo>
                <a:lnTo>
                  <a:pt x="1423061" y="616808"/>
                </a:lnTo>
                <a:lnTo>
                  <a:pt x="1416184" y="601905"/>
                </a:lnTo>
                <a:lnTo>
                  <a:pt x="1414430" y="598103"/>
                </a:lnTo>
                <a:lnTo>
                  <a:pt x="1410165" y="589833"/>
                </a:lnTo>
                <a:lnTo>
                  <a:pt x="1409751" y="589054"/>
                </a:lnTo>
                <a:lnTo>
                  <a:pt x="1403558" y="577383"/>
                </a:lnTo>
                <a:lnTo>
                  <a:pt x="1394311" y="571984"/>
                </a:lnTo>
                <a:lnTo>
                  <a:pt x="1358344" y="552772"/>
                </a:lnTo>
                <a:lnTo>
                  <a:pt x="1349310" y="545189"/>
                </a:lnTo>
                <a:lnTo>
                  <a:pt x="1338900" y="528295"/>
                </a:lnTo>
                <a:lnTo>
                  <a:pt x="1329517" y="499814"/>
                </a:lnTo>
                <a:lnTo>
                  <a:pt x="1347169" y="501397"/>
                </a:lnTo>
                <a:lnTo>
                  <a:pt x="1359364" y="496073"/>
                </a:lnTo>
                <a:lnTo>
                  <a:pt x="1371582" y="490250"/>
                </a:lnTo>
                <a:lnTo>
                  <a:pt x="1376555" y="483190"/>
                </a:lnTo>
                <a:lnTo>
                  <a:pt x="1379270" y="464883"/>
                </a:lnTo>
                <a:lnTo>
                  <a:pt x="1376555" y="437312"/>
                </a:lnTo>
                <a:lnTo>
                  <a:pt x="1374972" y="412677"/>
                </a:lnTo>
                <a:lnTo>
                  <a:pt x="1379270" y="403186"/>
                </a:lnTo>
                <a:lnTo>
                  <a:pt x="1385831" y="402283"/>
                </a:lnTo>
                <a:lnTo>
                  <a:pt x="1426322" y="404769"/>
                </a:lnTo>
                <a:lnTo>
                  <a:pt x="1443288" y="404995"/>
                </a:lnTo>
                <a:lnTo>
                  <a:pt x="1458365" y="401086"/>
                </a:lnTo>
                <a:lnTo>
                  <a:pt x="1480262" y="388068"/>
                </a:lnTo>
                <a:lnTo>
                  <a:pt x="1494921" y="371073"/>
                </a:lnTo>
                <a:lnTo>
                  <a:pt x="1513742" y="349381"/>
                </a:lnTo>
                <a:lnTo>
                  <a:pt x="1548470" y="318169"/>
                </a:lnTo>
                <a:lnTo>
                  <a:pt x="1542970" y="313181"/>
                </a:lnTo>
                <a:lnTo>
                  <a:pt x="1541638" y="311353"/>
                </a:lnTo>
                <a:lnTo>
                  <a:pt x="1540628" y="309048"/>
                </a:lnTo>
                <a:lnTo>
                  <a:pt x="1533750" y="297388"/>
                </a:lnTo>
                <a:lnTo>
                  <a:pt x="1531374" y="293509"/>
                </a:lnTo>
                <a:lnTo>
                  <a:pt x="1522667" y="277564"/>
                </a:lnTo>
                <a:lnTo>
                  <a:pt x="1519948" y="273390"/>
                </a:lnTo>
                <a:lnTo>
                  <a:pt x="1518403" y="270495"/>
                </a:lnTo>
                <a:lnTo>
                  <a:pt x="1516665" y="264637"/>
                </a:lnTo>
                <a:lnTo>
                  <a:pt x="1515103" y="264907"/>
                </a:lnTo>
                <a:lnTo>
                  <a:pt x="1514608" y="263806"/>
                </a:lnTo>
                <a:lnTo>
                  <a:pt x="1498647" y="268798"/>
                </a:lnTo>
                <a:lnTo>
                  <a:pt x="1501034" y="278297"/>
                </a:lnTo>
                <a:lnTo>
                  <a:pt x="1500603" y="281653"/>
                </a:lnTo>
                <a:lnTo>
                  <a:pt x="1498032" y="283475"/>
                </a:lnTo>
                <a:lnTo>
                  <a:pt x="1495011" y="284215"/>
                </a:lnTo>
                <a:lnTo>
                  <a:pt x="1494272" y="284230"/>
                </a:lnTo>
                <a:lnTo>
                  <a:pt x="1493272" y="282143"/>
                </a:lnTo>
                <a:lnTo>
                  <a:pt x="1490996" y="277451"/>
                </a:lnTo>
                <a:lnTo>
                  <a:pt x="1489869" y="274195"/>
                </a:lnTo>
                <a:lnTo>
                  <a:pt x="1488213" y="273967"/>
                </a:lnTo>
                <a:lnTo>
                  <a:pt x="1485568" y="273860"/>
                </a:lnTo>
                <a:lnTo>
                  <a:pt x="1482375" y="262411"/>
                </a:lnTo>
                <a:lnTo>
                  <a:pt x="1482148" y="261616"/>
                </a:lnTo>
                <a:lnTo>
                  <a:pt x="1486140" y="256413"/>
                </a:lnTo>
                <a:lnTo>
                  <a:pt x="1484709" y="253973"/>
                </a:lnTo>
                <a:lnTo>
                  <a:pt x="1481623" y="251571"/>
                </a:lnTo>
                <a:lnTo>
                  <a:pt x="1472475" y="246404"/>
                </a:lnTo>
                <a:lnTo>
                  <a:pt x="1470096" y="246900"/>
                </a:lnTo>
                <a:lnTo>
                  <a:pt x="1470034" y="250117"/>
                </a:lnTo>
                <a:lnTo>
                  <a:pt x="1469837" y="250091"/>
                </a:lnTo>
                <a:lnTo>
                  <a:pt x="1465009" y="242792"/>
                </a:lnTo>
                <a:lnTo>
                  <a:pt x="1458239" y="242796"/>
                </a:lnTo>
                <a:lnTo>
                  <a:pt x="1453641" y="239645"/>
                </a:lnTo>
                <a:lnTo>
                  <a:pt x="1450136" y="234548"/>
                </a:lnTo>
                <a:lnTo>
                  <a:pt x="1448021" y="227486"/>
                </a:lnTo>
                <a:lnTo>
                  <a:pt x="1444752" y="221292"/>
                </a:lnTo>
                <a:lnTo>
                  <a:pt x="1438565" y="220119"/>
                </a:lnTo>
                <a:lnTo>
                  <a:pt x="1432709" y="219808"/>
                </a:lnTo>
                <a:lnTo>
                  <a:pt x="1432640" y="216213"/>
                </a:lnTo>
                <a:lnTo>
                  <a:pt x="1433785" y="207515"/>
                </a:lnTo>
                <a:lnTo>
                  <a:pt x="1434508" y="196662"/>
                </a:lnTo>
                <a:lnTo>
                  <a:pt x="1431552" y="180557"/>
                </a:lnTo>
                <a:lnTo>
                  <a:pt x="1428201" y="158159"/>
                </a:lnTo>
                <a:lnTo>
                  <a:pt x="1427839" y="156288"/>
                </a:lnTo>
                <a:lnTo>
                  <a:pt x="1425089" y="140601"/>
                </a:lnTo>
                <a:lnTo>
                  <a:pt x="1422979" y="128366"/>
                </a:lnTo>
                <a:lnTo>
                  <a:pt x="1421234" y="123089"/>
                </a:lnTo>
                <a:lnTo>
                  <a:pt x="1417836" y="114952"/>
                </a:lnTo>
                <a:lnTo>
                  <a:pt x="1413888" y="109631"/>
                </a:lnTo>
                <a:lnTo>
                  <a:pt x="1414303" y="109685"/>
                </a:lnTo>
                <a:lnTo>
                  <a:pt x="1413005" y="106101"/>
                </a:lnTo>
                <a:lnTo>
                  <a:pt x="1405368" y="104982"/>
                </a:lnTo>
                <a:lnTo>
                  <a:pt x="1394004" y="102832"/>
                </a:lnTo>
                <a:lnTo>
                  <a:pt x="1369071" y="97167"/>
                </a:lnTo>
                <a:lnTo>
                  <a:pt x="1333409" y="90175"/>
                </a:lnTo>
                <a:lnTo>
                  <a:pt x="1298336" y="82972"/>
                </a:lnTo>
                <a:lnTo>
                  <a:pt x="1294861" y="82179"/>
                </a:lnTo>
                <a:lnTo>
                  <a:pt x="1293098" y="81796"/>
                </a:lnTo>
                <a:lnTo>
                  <a:pt x="1266867" y="72758"/>
                </a:lnTo>
                <a:lnTo>
                  <a:pt x="1256222" y="68541"/>
                </a:lnTo>
                <a:lnTo>
                  <a:pt x="1251590" y="67259"/>
                </a:lnTo>
                <a:lnTo>
                  <a:pt x="1248718" y="66624"/>
                </a:lnTo>
                <a:lnTo>
                  <a:pt x="1246631" y="66462"/>
                </a:lnTo>
                <a:lnTo>
                  <a:pt x="1240236" y="62634"/>
                </a:lnTo>
                <a:lnTo>
                  <a:pt x="1235087" y="59616"/>
                </a:lnTo>
                <a:lnTo>
                  <a:pt x="1221307" y="48554"/>
                </a:lnTo>
                <a:lnTo>
                  <a:pt x="1218567" y="55570"/>
                </a:lnTo>
                <a:lnTo>
                  <a:pt x="1211405" y="72223"/>
                </a:lnTo>
                <a:lnTo>
                  <a:pt x="1207225" y="82386"/>
                </a:lnTo>
                <a:lnTo>
                  <a:pt x="1205226" y="88121"/>
                </a:lnTo>
                <a:lnTo>
                  <a:pt x="1203984" y="90943"/>
                </a:lnTo>
                <a:lnTo>
                  <a:pt x="1204771" y="93698"/>
                </a:lnTo>
                <a:lnTo>
                  <a:pt x="1204509" y="94625"/>
                </a:lnTo>
                <a:lnTo>
                  <a:pt x="1204492" y="95372"/>
                </a:lnTo>
                <a:lnTo>
                  <a:pt x="1203776" y="99655"/>
                </a:lnTo>
                <a:lnTo>
                  <a:pt x="1191663" y="109990"/>
                </a:lnTo>
                <a:lnTo>
                  <a:pt x="1182321" y="120453"/>
                </a:lnTo>
                <a:lnTo>
                  <a:pt x="1179303" y="120386"/>
                </a:lnTo>
                <a:lnTo>
                  <a:pt x="1177202" y="120340"/>
                </a:lnTo>
                <a:lnTo>
                  <a:pt x="1176492" y="121935"/>
                </a:lnTo>
                <a:lnTo>
                  <a:pt x="1167997" y="112081"/>
                </a:lnTo>
                <a:lnTo>
                  <a:pt x="1166590" y="112913"/>
                </a:lnTo>
                <a:lnTo>
                  <a:pt x="1171339" y="120843"/>
                </a:lnTo>
                <a:lnTo>
                  <a:pt x="1173298" y="128190"/>
                </a:lnTo>
                <a:lnTo>
                  <a:pt x="1174570" y="141528"/>
                </a:lnTo>
                <a:lnTo>
                  <a:pt x="1173710" y="142914"/>
                </a:lnTo>
                <a:lnTo>
                  <a:pt x="1172949" y="145517"/>
                </a:lnTo>
                <a:lnTo>
                  <a:pt x="1171066" y="151763"/>
                </a:lnTo>
                <a:lnTo>
                  <a:pt x="1168293" y="158257"/>
                </a:lnTo>
                <a:lnTo>
                  <a:pt x="1163198" y="165167"/>
                </a:lnTo>
                <a:lnTo>
                  <a:pt x="1161405" y="163550"/>
                </a:lnTo>
                <a:lnTo>
                  <a:pt x="1157402" y="159942"/>
                </a:lnTo>
                <a:lnTo>
                  <a:pt x="1153877" y="163299"/>
                </a:lnTo>
                <a:lnTo>
                  <a:pt x="1147132" y="169722"/>
                </a:lnTo>
                <a:lnTo>
                  <a:pt x="1127067" y="184198"/>
                </a:lnTo>
                <a:lnTo>
                  <a:pt x="1106145" y="213155"/>
                </a:lnTo>
                <a:lnTo>
                  <a:pt x="1100382" y="205251"/>
                </a:lnTo>
                <a:lnTo>
                  <a:pt x="1098663" y="201824"/>
                </a:lnTo>
                <a:lnTo>
                  <a:pt x="1091652" y="196740"/>
                </a:lnTo>
                <a:lnTo>
                  <a:pt x="1072430" y="177939"/>
                </a:lnTo>
                <a:lnTo>
                  <a:pt x="1060356" y="166035"/>
                </a:lnTo>
                <a:lnTo>
                  <a:pt x="1052791" y="164936"/>
                </a:lnTo>
                <a:lnTo>
                  <a:pt x="1048088" y="159726"/>
                </a:lnTo>
                <a:lnTo>
                  <a:pt x="1050475" y="157576"/>
                </a:lnTo>
                <a:lnTo>
                  <a:pt x="1057045" y="147883"/>
                </a:lnTo>
                <a:lnTo>
                  <a:pt x="1054733" y="139968"/>
                </a:lnTo>
                <a:lnTo>
                  <a:pt x="1052159" y="136151"/>
                </a:lnTo>
                <a:lnTo>
                  <a:pt x="1049692" y="134148"/>
                </a:lnTo>
                <a:lnTo>
                  <a:pt x="1047887" y="132051"/>
                </a:lnTo>
                <a:lnTo>
                  <a:pt x="1048564" y="126588"/>
                </a:lnTo>
                <a:lnTo>
                  <a:pt x="1050665" y="118223"/>
                </a:lnTo>
                <a:lnTo>
                  <a:pt x="1053549" y="114847"/>
                </a:lnTo>
                <a:lnTo>
                  <a:pt x="1062380" y="103829"/>
                </a:lnTo>
                <a:lnTo>
                  <a:pt x="1066461" y="98852"/>
                </a:lnTo>
                <a:lnTo>
                  <a:pt x="1070448" y="93311"/>
                </a:lnTo>
                <a:lnTo>
                  <a:pt x="1068066" y="88192"/>
                </a:lnTo>
                <a:lnTo>
                  <a:pt x="1060880" y="78504"/>
                </a:lnTo>
                <a:lnTo>
                  <a:pt x="1057198" y="69398"/>
                </a:lnTo>
                <a:lnTo>
                  <a:pt x="1050300" y="57078"/>
                </a:lnTo>
                <a:lnTo>
                  <a:pt x="1045713" y="47562"/>
                </a:lnTo>
                <a:lnTo>
                  <a:pt x="1044664" y="45061"/>
                </a:lnTo>
                <a:lnTo>
                  <a:pt x="1040155" y="34184"/>
                </a:lnTo>
                <a:lnTo>
                  <a:pt x="1044237" y="31531"/>
                </a:lnTo>
                <a:lnTo>
                  <a:pt x="1039170" y="22907"/>
                </a:lnTo>
                <a:lnTo>
                  <a:pt x="1028214" y="1353"/>
                </a:lnTo>
                <a:lnTo>
                  <a:pt x="1027356" y="0"/>
                </a:lnTo>
                <a:lnTo>
                  <a:pt x="1027396" y="998"/>
                </a:lnTo>
                <a:lnTo>
                  <a:pt x="1014614" y="34650"/>
                </a:lnTo>
                <a:lnTo>
                  <a:pt x="1013266" y="39958"/>
                </a:lnTo>
                <a:lnTo>
                  <a:pt x="1001446" y="55120"/>
                </a:lnTo>
                <a:lnTo>
                  <a:pt x="993604" y="61135"/>
                </a:lnTo>
                <a:lnTo>
                  <a:pt x="988108" y="64639"/>
                </a:lnTo>
                <a:lnTo>
                  <a:pt x="985796" y="66119"/>
                </a:lnTo>
                <a:lnTo>
                  <a:pt x="984878" y="66032"/>
                </a:lnTo>
                <a:lnTo>
                  <a:pt x="972822" y="71773"/>
                </a:lnTo>
                <a:lnTo>
                  <a:pt x="959927" y="78721"/>
                </a:lnTo>
                <a:lnTo>
                  <a:pt x="945653" y="84271"/>
                </a:lnTo>
                <a:lnTo>
                  <a:pt x="944347" y="83870"/>
                </a:lnTo>
                <a:lnTo>
                  <a:pt x="928162" y="86969"/>
                </a:lnTo>
                <a:lnTo>
                  <a:pt x="924062" y="89402"/>
                </a:lnTo>
                <a:lnTo>
                  <a:pt x="921165" y="91409"/>
                </a:lnTo>
                <a:lnTo>
                  <a:pt x="917963" y="93679"/>
                </a:lnTo>
                <a:lnTo>
                  <a:pt x="913692" y="99459"/>
                </a:lnTo>
                <a:lnTo>
                  <a:pt x="908744" y="105320"/>
                </a:lnTo>
                <a:lnTo>
                  <a:pt x="903734" y="110860"/>
                </a:lnTo>
                <a:lnTo>
                  <a:pt x="886174" y="129631"/>
                </a:lnTo>
                <a:lnTo>
                  <a:pt x="883568" y="132495"/>
                </a:lnTo>
                <a:lnTo>
                  <a:pt x="881124" y="134495"/>
                </a:lnTo>
                <a:lnTo>
                  <a:pt x="876994" y="137012"/>
                </a:lnTo>
                <a:lnTo>
                  <a:pt x="870829" y="140708"/>
                </a:lnTo>
                <a:lnTo>
                  <a:pt x="864939" y="142930"/>
                </a:lnTo>
                <a:lnTo>
                  <a:pt x="860703" y="143935"/>
                </a:lnTo>
                <a:lnTo>
                  <a:pt x="851594" y="148477"/>
                </a:lnTo>
                <a:lnTo>
                  <a:pt x="842550" y="151152"/>
                </a:lnTo>
                <a:lnTo>
                  <a:pt x="834175" y="153915"/>
                </a:lnTo>
                <a:lnTo>
                  <a:pt x="828166" y="155591"/>
                </a:lnTo>
                <a:lnTo>
                  <a:pt x="824733" y="156638"/>
                </a:lnTo>
                <a:lnTo>
                  <a:pt x="818719" y="156925"/>
                </a:lnTo>
                <a:lnTo>
                  <a:pt x="815203" y="157502"/>
                </a:lnTo>
                <a:lnTo>
                  <a:pt x="805097" y="158516"/>
                </a:lnTo>
                <a:lnTo>
                  <a:pt x="801737" y="159739"/>
                </a:lnTo>
                <a:lnTo>
                  <a:pt x="799884" y="160096"/>
                </a:lnTo>
                <a:lnTo>
                  <a:pt x="799567" y="160390"/>
                </a:lnTo>
                <a:lnTo>
                  <a:pt x="784905" y="159739"/>
                </a:lnTo>
                <a:lnTo>
                  <a:pt x="784190" y="159482"/>
                </a:lnTo>
                <a:lnTo>
                  <a:pt x="783163" y="160089"/>
                </a:lnTo>
                <a:lnTo>
                  <a:pt x="770164" y="159430"/>
                </a:lnTo>
                <a:lnTo>
                  <a:pt x="755148" y="173672"/>
                </a:lnTo>
                <a:lnTo>
                  <a:pt x="754028" y="174501"/>
                </a:lnTo>
                <a:lnTo>
                  <a:pt x="755562" y="175954"/>
                </a:lnTo>
                <a:lnTo>
                  <a:pt x="759530" y="180807"/>
                </a:lnTo>
                <a:lnTo>
                  <a:pt x="772033" y="199782"/>
                </a:lnTo>
                <a:lnTo>
                  <a:pt x="719465" y="225913"/>
                </a:lnTo>
                <a:lnTo>
                  <a:pt x="715599" y="213619"/>
                </a:lnTo>
                <a:lnTo>
                  <a:pt x="714564" y="208973"/>
                </a:lnTo>
                <a:lnTo>
                  <a:pt x="713714" y="205101"/>
                </a:lnTo>
                <a:lnTo>
                  <a:pt x="712608" y="192973"/>
                </a:lnTo>
                <a:lnTo>
                  <a:pt x="711969" y="186405"/>
                </a:lnTo>
                <a:lnTo>
                  <a:pt x="708461" y="162592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6">
            <a:extLst>
              <a:ext uri="{FF2B5EF4-FFF2-40B4-BE49-F238E27FC236}">
                <a16:creationId xmlns:a16="http://schemas.microsoft.com/office/drawing/2014/main" id="{7383416B-E6B7-488D-A5D6-8D9914034B56}"/>
              </a:ext>
            </a:extLst>
          </p:cNvPr>
          <p:cNvSpPr/>
          <p:nvPr/>
        </p:nvSpPr>
        <p:spPr>
          <a:xfrm>
            <a:off x="3397802" y="1556737"/>
            <a:ext cx="1164480" cy="1033740"/>
          </a:xfrm>
          <a:custGeom>
            <a:avLst/>
            <a:gdLst/>
            <a:ahLst/>
            <a:cxnLst/>
            <a:rect l="0" t="0" r="0" b="0"/>
            <a:pathLst>
              <a:path w="947456" h="841082">
                <a:moveTo>
                  <a:pt x="13906" y="528696"/>
                </a:moveTo>
                <a:lnTo>
                  <a:pt x="0" y="554991"/>
                </a:lnTo>
                <a:lnTo>
                  <a:pt x="19857" y="558547"/>
                </a:lnTo>
                <a:lnTo>
                  <a:pt x="47095" y="562269"/>
                </a:lnTo>
                <a:lnTo>
                  <a:pt x="65074" y="564946"/>
                </a:lnTo>
                <a:lnTo>
                  <a:pt x="70715" y="565773"/>
                </a:lnTo>
                <a:lnTo>
                  <a:pt x="112184" y="571320"/>
                </a:lnTo>
                <a:lnTo>
                  <a:pt x="129484" y="573561"/>
                </a:lnTo>
                <a:lnTo>
                  <a:pt x="177495" y="580373"/>
                </a:lnTo>
                <a:lnTo>
                  <a:pt x="250054" y="591753"/>
                </a:lnTo>
                <a:lnTo>
                  <a:pt x="254023" y="592406"/>
                </a:lnTo>
                <a:lnTo>
                  <a:pt x="257418" y="592993"/>
                </a:lnTo>
                <a:lnTo>
                  <a:pt x="278623" y="596745"/>
                </a:lnTo>
                <a:lnTo>
                  <a:pt x="286767" y="598186"/>
                </a:lnTo>
                <a:lnTo>
                  <a:pt x="299096" y="600390"/>
                </a:lnTo>
                <a:lnTo>
                  <a:pt x="320431" y="605526"/>
                </a:lnTo>
                <a:lnTo>
                  <a:pt x="327195" y="607180"/>
                </a:lnTo>
                <a:lnTo>
                  <a:pt x="332418" y="608769"/>
                </a:lnTo>
                <a:lnTo>
                  <a:pt x="348961" y="613903"/>
                </a:lnTo>
                <a:lnTo>
                  <a:pt x="356769" y="616580"/>
                </a:lnTo>
                <a:lnTo>
                  <a:pt x="366196" y="621476"/>
                </a:lnTo>
                <a:lnTo>
                  <a:pt x="371445" y="623631"/>
                </a:lnTo>
                <a:lnTo>
                  <a:pt x="379475" y="627613"/>
                </a:lnTo>
                <a:lnTo>
                  <a:pt x="383367" y="629615"/>
                </a:lnTo>
                <a:lnTo>
                  <a:pt x="396294" y="640146"/>
                </a:lnTo>
                <a:lnTo>
                  <a:pt x="400158" y="643563"/>
                </a:lnTo>
                <a:lnTo>
                  <a:pt x="404507" y="647458"/>
                </a:lnTo>
                <a:lnTo>
                  <a:pt x="415657" y="658490"/>
                </a:lnTo>
                <a:lnTo>
                  <a:pt x="423125" y="665585"/>
                </a:lnTo>
                <a:lnTo>
                  <a:pt x="437772" y="682350"/>
                </a:lnTo>
                <a:lnTo>
                  <a:pt x="448454" y="698457"/>
                </a:lnTo>
                <a:lnTo>
                  <a:pt x="479556" y="667012"/>
                </a:lnTo>
                <a:lnTo>
                  <a:pt x="528496" y="711395"/>
                </a:lnTo>
                <a:lnTo>
                  <a:pt x="569241" y="744174"/>
                </a:lnTo>
                <a:lnTo>
                  <a:pt x="624046" y="779658"/>
                </a:lnTo>
                <a:lnTo>
                  <a:pt x="667133" y="812441"/>
                </a:lnTo>
                <a:lnTo>
                  <a:pt x="695257" y="833696"/>
                </a:lnTo>
                <a:lnTo>
                  <a:pt x="726625" y="841082"/>
                </a:lnTo>
                <a:lnTo>
                  <a:pt x="779268" y="834778"/>
                </a:lnTo>
                <a:lnTo>
                  <a:pt x="788655" y="833494"/>
                </a:lnTo>
                <a:lnTo>
                  <a:pt x="797182" y="832325"/>
                </a:lnTo>
                <a:lnTo>
                  <a:pt x="841104" y="826312"/>
                </a:lnTo>
                <a:lnTo>
                  <a:pt x="853699" y="825883"/>
                </a:lnTo>
                <a:lnTo>
                  <a:pt x="854190" y="799281"/>
                </a:lnTo>
                <a:lnTo>
                  <a:pt x="836113" y="796138"/>
                </a:lnTo>
                <a:lnTo>
                  <a:pt x="830491" y="795995"/>
                </a:lnTo>
                <a:lnTo>
                  <a:pt x="834094" y="777610"/>
                </a:lnTo>
                <a:lnTo>
                  <a:pt x="832652" y="777037"/>
                </a:lnTo>
                <a:lnTo>
                  <a:pt x="835259" y="754165"/>
                </a:lnTo>
                <a:lnTo>
                  <a:pt x="838193" y="736992"/>
                </a:lnTo>
                <a:lnTo>
                  <a:pt x="853050" y="740807"/>
                </a:lnTo>
                <a:lnTo>
                  <a:pt x="855495" y="741257"/>
                </a:lnTo>
                <a:lnTo>
                  <a:pt x="858089" y="726230"/>
                </a:lnTo>
                <a:lnTo>
                  <a:pt x="884075" y="730026"/>
                </a:lnTo>
                <a:lnTo>
                  <a:pt x="897867" y="647750"/>
                </a:lnTo>
                <a:lnTo>
                  <a:pt x="876079" y="642359"/>
                </a:lnTo>
                <a:lnTo>
                  <a:pt x="875679" y="634571"/>
                </a:lnTo>
                <a:lnTo>
                  <a:pt x="876878" y="627981"/>
                </a:lnTo>
                <a:lnTo>
                  <a:pt x="876478" y="605417"/>
                </a:lnTo>
                <a:lnTo>
                  <a:pt x="875679" y="568478"/>
                </a:lnTo>
                <a:lnTo>
                  <a:pt x="862243" y="566153"/>
                </a:lnTo>
                <a:lnTo>
                  <a:pt x="862642" y="560961"/>
                </a:lnTo>
                <a:lnTo>
                  <a:pt x="918352" y="566299"/>
                </a:lnTo>
                <a:lnTo>
                  <a:pt x="919055" y="554558"/>
                </a:lnTo>
                <a:lnTo>
                  <a:pt x="907668" y="550661"/>
                </a:lnTo>
                <a:lnTo>
                  <a:pt x="897211" y="542484"/>
                </a:lnTo>
                <a:lnTo>
                  <a:pt x="889855" y="534447"/>
                </a:lnTo>
                <a:lnTo>
                  <a:pt x="882699" y="522367"/>
                </a:lnTo>
                <a:lnTo>
                  <a:pt x="918194" y="515762"/>
                </a:lnTo>
                <a:lnTo>
                  <a:pt x="926273" y="514308"/>
                </a:lnTo>
                <a:lnTo>
                  <a:pt x="924998" y="507751"/>
                </a:lnTo>
                <a:lnTo>
                  <a:pt x="926230" y="498193"/>
                </a:lnTo>
                <a:lnTo>
                  <a:pt x="930439" y="497991"/>
                </a:lnTo>
                <a:lnTo>
                  <a:pt x="932088" y="493233"/>
                </a:lnTo>
                <a:lnTo>
                  <a:pt x="935355" y="483815"/>
                </a:lnTo>
                <a:lnTo>
                  <a:pt x="939691" y="467736"/>
                </a:lnTo>
                <a:lnTo>
                  <a:pt x="937411" y="466307"/>
                </a:lnTo>
                <a:lnTo>
                  <a:pt x="940335" y="456627"/>
                </a:lnTo>
                <a:lnTo>
                  <a:pt x="945432" y="459210"/>
                </a:lnTo>
                <a:lnTo>
                  <a:pt x="947456" y="455532"/>
                </a:lnTo>
                <a:lnTo>
                  <a:pt x="945082" y="442561"/>
                </a:lnTo>
                <a:lnTo>
                  <a:pt x="944194" y="437926"/>
                </a:lnTo>
                <a:lnTo>
                  <a:pt x="942601" y="433269"/>
                </a:lnTo>
                <a:lnTo>
                  <a:pt x="941595" y="429528"/>
                </a:lnTo>
                <a:lnTo>
                  <a:pt x="941451" y="425959"/>
                </a:lnTo>
                <a:lnTo>
                  <a:pt x="939114" y="402836"/>
                </a:lnTo>
                <a:lnTo>
                  <a:pt x="937305" y="378053"/>
                </a:lnTo>
                <a:lnTo>
                  <a:pt x="936992" y="371739"/>
                </a:lnTo>
                <a:lnTo>
                  <a:pt x="935758" y="360699"/>
                </a:lnTo>
                <a:lnTo>
                  <a:pt x="932625" y="359720"/>
                </a:lnTo>
                <a:lnTo>
                  <a:pt x="929595" y="352323"/>
                </a:lnTo>
                <a:lnTo>
                  <a:pt x="918431" y="350255"/>
                </a:lnTo>
                <a:lnTo>
                  <a:pt x="913143" y="345772"/>
                </a:lnTo>
                <a:lnTo>
                  <a:pt x="897397" y="336547"/>
                </a:lnTo>
                <a:lnTo>
                  <a:pt x="890294" y="332064"/>
                </a:lnTo>
                <a:lnTo>
                  <a:pt x="889314" y="330737"/>
                </a:lnTo>
                <a:lnTo>
                  <a:pt x="887408" y="328081"/>
                </a:lnTo>
                <a:lnTo>
                  <a:pt x="886271" y="326515"/>
                </a:lnTo>
                <a:lnTo>
                  <a:pt x="880631" y="327907"/>
                </a:lnTo>
                <a:lnTo>
                  <a:pt x="875825" y="311979"/>
                </a:lnTo>
                <a:lnTo>
                  <a:pt x="871191" y="312632"/>
                </a:lnTo>
                <a:lnTo>
                  <a:pt x="870329" y="308737"/>
                </a:lnTo>
                <a:lnTo>
                  <a:pt x="872222" y="302273"/>
                </a:lnTo>
                <a:lnTo>
                  <a:pt x="863056" y="297031"/>
                </a:lnTo>
                <a:lnTo>
                  <a:pt x="863696" y="289566"/>
                </a:lnTo>
                <a:lnTo>
                  <a:pt x="871034" y="275705"/>
                </a:lnTo>
                <a:lnTo>
                  <a:pt x="868605" y="271309"/>
                </a:lnTo>
                <a:lnTo>
                  <a:pt x="868501" y="266892"/>
                </a:lnTo>
                <a:lnTo>
                  <a:pt x="871230" y="262757"/>
                </a:lnTo>
                <a:lnTo>
                  <a:pt x="876183" y="262213"/>
                </a:lnTo>
                <a:lnTo>
                  <a:pt x="879141" y="262628"/>
                </a:lnTo>
                <a:lnTo>
                  <a:pt x="885382" y="260887"/>
                </a:lnTo>
                <a:lnTo>
                  <a:pt x="885457" y="259817"/>
                </a:lnTo>
                <a:lnTo>
                  <a:pt x="894589" y="258835"/>
                </a:lnTo>
                <a:lnTo>
                  <a:pt x="898701" y="260278"/>
                </a:lnTo>
                <a:lnTo>
                  <a:pt x="902337" y="259871"/>
                </a:lnTo>
                <a:lnTo>
                  <a:pt x="901436" y="255616"/>
                </a:lnTo>
                <a:lnTo>
                  <a:pt x="897579" y="245203"/>
                </a:lnTo>
                <a:lnTo>
                  <a:pt x="892811" y="240713"/>
                </a:lnTo>
                <a:lnTo>
                  <a:pt x="887896" y="236267"/>
                </a:lnTo>
                <a:lnTo>
                  <a:pt x="880570" y="228620"/>
                </a:lnTo>
                <a:lnTo>
                  <a:pt x="876939" y="227258"/>
                </a:lnTo>
                <a:lnTo>
                  <a:pt x="873002" y="225092"/>
                </a:lnTo>
                <a:lnTo>
                  <a:pt x="860271" y="214045"/>
                </a:lnTo>
                <a:lnTo>
                  <a:pt x="857558" y="212855"/>
                </a:lnTo>
                <a:lnTo>
                  <a:pt x="853240" y="211839"/>
                </a:lnTo>
                <a:lnTo>
                  <a:pt x="841846" y="209408"/>
                </a:lnTo>
                <a:lnTo>
                  <a:pt x="833869" y="209327"/>
                </a:lnTo>
                <a:lnTo>
                  <a:pt x="821861" y="207972"/>
                </a:lnTo>
                <a:lnTo>
                  <a:pt x="819959" y="208015"/>
                </a:lnTo>
                <a:lnTo>
                  <a:pt x="818018" y="207182"/>
                </a:lnTo>
                <a:lnTo>
                  <a:pt x="816587" y="207930"/>
                </a:lnTo>
                <a:lnTo>
                  <a:pt x="816435" y="211173"/>
                </a:lnTo>
                <a:lnTo>
                  <a:pt x="811076" y="216633"/>
                </a:lnTo>
                <a:lnTo>
                  <a:pt x="801091" y="226946"/>
                </a:lnTo>
                <a:lnTo>
                  <a:pt x="797966" y="225258"/>
                </a:lnTo>
                <a:lnTo>
                  <a:pt x="754930" y="202222"/>
                </a:lnTo>
                <a:lnTo>
                  <a:pt x="738658" y="193815"/>
                </a:lnTo>
                <a:lnTo>
                  <a:pt x="726010" y="187739"/>
                </a:lnTo>
                <a:lnTo>
                  <a:pt x="731360" y="179717"/>
                </a:lnTo>
                <a:lnTo>
                  <a:pt x="730342" y="179103"/>
                </a:lnTo>
                <a:lnTo>
                  <a:pt x="729374" y="178531"/>
                </a:lnTo>
                <a:lnTo>
                  <a:pt x="668284" y="142312"/>
                </a:lnTo>
                <a:lnTo>
                  <a:pt x="676564" y="130886"/>
                </a:lnTo>
                <a:lnTo>
                  <a:pt x="684316" y="115746"/>
                </a:lnTo>
                <a:lnTo>
                  <a:pt x="661164" y="98645"/>
                </a:lnTo>
                <a:lnTo>
                  <a:pt x="655248" y="94269"/>
                </a:lnTo>
                <a:lnTo>
                  <a:pt x="664784" y="78177"/>
                </a:lnTo>
                <a:lnTo>
                  <a:pt x="669382" y="71224"/>
                </a:lnTo>
                <a:lnTo>
                  <a:pt x="649634" y="56334"/>
                </a:lnTo>
                <a:lnTo>
                  <a:pt x="646397" y="59531"/>
                </a:lnTo>
                <a:lnTo>
                  <a:pt x="629040" y="51018"/>
                </a:lnTo>
                <a:lnTo>
                  <a:pt x="625306" y="48343"/>
                </a:lnTo>
                <a:lnTo>
                  <a:pt x="620311" y="58280"/>
                </a:lnTo>
                <a:lnTo>
                  <a:pt x="618535" y="59346"/>
                </a:lnTo>
                <a:lnTo>
                  <a:pt x="598505" y="62021"/>
                </a:lnTo>
                <a:lnTo>
                  <a:pt x="597166" y="61760"/>
                </a:lnTo>
                <a:lnTo>
                  <a:pt x="591245" y="57039"/>
                </a:lnTo>
                <a:lnTo>
                  <a:pt x="584076" y="50994"/>
                </a:lnTo>
                <a:lnTo>
                  <a:pt x="572239" y="39627"/>
                </a:lnTo>
                <a:lnTo>
                  <a:pt x="564297" y="33481"/>
                </a:lnTo>
                <a:lnTo>
                  <a:pt x="560418" y="25399"/>
                </a:lnTo>
                <a:lnTo>
                  <a:pt x="561567" y="19764"/>
                </a:lnTo>
                <a:lnTo>
                  <a:pt x="563151" y="14263"/>
                </a:lnTo>
                <a:lnTo>
                  <a:pt x="562867" y="13399"/>
                </a:lnTo>
                <a:lnTo>
                  <a:pt x="560495" y="9338"/>
                </a:lnTo>
                <a:lnTo>
                  <a:pt x="554818" y="4263"/>
                </a:lnTo>
                <a:lnTo>
                  <a:pt x="542498" y="0"/>
                </a:lnTo>
                <a:lnTo>
                  <a:pt x="533010" y="8687"/>
                </a:lnTo>
                <a:lnTo>
                  <a:pt x="530820" y="13257"/>
                </a:lnTo>
                <a:lnTo>
                  <a:pt x="528550" y="17316"/>
                </a:lnTo>
                <a:lnTo>
                  <a:pt x="524884" y="20624"/>
                </a:lnTo>
                <a:lnTo>
                  <a:pt x="517798" y="25749"/>
                </a:lnTo>
                <a:lnTo>
                  <a:pt x="491933" y="25161"/>
                </a:lnTo>
                <a:lnTo>
                  <a:pt x="460326" y="25677"/>
                </a:lnTo>
                <a:lnTo>
                  <a:pt x="464487" y="46487"/>
                </a:lnTo>
                <a:lnTo>
                  <a:pt x="467594" y="66293"/>
                </a:lnTo>
                <a:lnTo>
                  <a:pt x="455975" y="70471"/>
                </a:lnTo>
                <a:lnTo>
                  <a:pt x="427670" y="75500"/>
                </a:lnTo>
                <a:lnTo>
                  <a:pt x="412883" y="78045"/>
                </a:lnTo>
                <a:lnTo>
                  <a:pt x="390417" y="81318"/>
                </a:lnTo>
                <a:lnTo>
                  <a:pt x="381965" y="82319"/>
                </a:lnTo>
                <a:lnTo>
                  <a:pt x="382200" y="81648"/>
                </a:lnTo>
                <a:lnTo>
                  <a:pt x="381075" y="81268"/>
                </a:lnTo>
                <a:lnTo>
                  <a:pt x="380862" y="82086"/>
                </a:lnTo>
                <a:lnTo>
                  <a:pt x="379402" y="82808"/>
                </a:lnTo>
                <a:lnTo>
                  <a:pt x="362663" y="88325"/>
                </a:lnTo>
                <a:lnTo>
                  <a:pt x="359162" y="89459"/>
                </a:lnTo>
                <a:lnTo>
                  <a:pt x="358771" y="89239"/>
                </a:lnTo>
                <a:lnTo>
                  <a:pt x="358561" y="89653"/>
                </a:lnTo>
                <a:lnTo>
                  <a:pt x="344406" y="94234"/>
                </a:lnTo>
                <a:lnTo>
                  <a:pt x="343575" y="93720"/>
                </a:lnTo>
                <a:lnTo>
                  <a:pt x="343184" y="94630"/>
                </a:lnTo>
                <a:lnTo>
                  <a:pt x="337204" y="96564"/>
                </a:lnTo>
                <a:lnTo>
                  <a:pt x="291468" y="110238"/>
                </a:lnTo>
                <a:lnTo>
                  <a:pt x="294277" y="141866"/>
                </a:lnTo>
                <a:lnTo>
                  <a:pt x="297491" y="192050"/>
                </a:lnTo>
                <a:lnTo>
                  <a:pt x="293903" y="193160"/>
                </a:lnTo>
                <a:lnTo>
                  <a:pt x="297451" y="205632"/>
                </a:lnTo>
                <a:lnTo>
                  <a:pt x="295267" y="207166"/>
                </a:lnTo>
                <a:lnTo>
                  <a:pt x="296343" y="210494"/>
                </a:lnTo>
                <a:lnTo>
                  <a:pt x="291514" y="215097"/>
                </a:lnTo>
                <a:lnTo>
                  <a:pt x="287070" y="210842"/>
                </a:lnTo>
                <a:lnTo>
                  <a:pt x="281477" y="213353"/>
                </a:lnTo>
                <a:lnTo>
                  <a:pt x="280202" y="216307"/>
                </a:lnTo>
                <a:lnTo>
                  <a:pt x="268140" y="220106"/>
                </a:lnTo>
                <a:lnTo>
                  <a:pt x="265153" y="227345"/>
                </a:lnTo>
                <a:lnTo>
                  <a:pt x="266774" y="231066"/>
                </a:lnTo>
                <a:lnTo>
                  <a:pt x="244960" y="237432"/>
                </a:lnTo>
                <a:lnTo>
                  <a:pt x="230830" y="242563"/>
                </a:lnTo>
                <a:lnTo>
                  <a:pt x="231641" y="245704"/>
                </a:lnTo>
                <a:lnTo>
                  <a:pt x="232693" y="252411"/>
                </a:lnTo>
                <a:lnTo>
                  <a:pt x="223373" y="254861"/>
                </a:lnTo>
                <a:lnTo>
                  <a:pt x="222209" y="246496"/>
                </a:lnTo>
                <a:lnTo>
                  <a:pt x="212209" y="249773"/>
                </a:lnTo>
                <a:lnTo>
                  <a:pt x="201526" y="251845"/>
                </a:lnTo>
                <a:lnTo>
                  <a:pt x="199456" y="253120"/>
                </a:lnTo>
                <a:lnTo>
                  <a:pt x="175992" y="255775"/>
                </a:lnTo>
                <a:lnTo>
                  <a:pt x="175613" y="261346"/>
                </a:lnTo>
                <a:lnTo>
                  <a:pt x="166448" y="267222"/>
                </a:lnTo>
                <a:lnTo>
                  <a:pt x="164659" y="267484"/>
                </a:lnTo>
                <a:lnTo>
                  <a:pt x="165323" y="278332"/>
                </a:lnTo>
                <a:lnTo>
                  <a:pt x="147864" y="280504"/>
                </a:lnTo>
                <a:lnTo>
                  <a:pt x="144901" y="281505"/>
                </a:lnTo>
                <a:lnTo>
                  <a:pt x="146699" y="291553"/>
                </a:lnTo>
                <a:lnTo>
                  <a:pt x="144416" y="291470"/>
                </a:lnTo>
                <a:lnTo>
                  <a:pt x="144671" y="292691"/>
                </a:lnTo>
                <a:lnTo>
                  <a:pt x="127194" y="291636"/>
                </a:lnTo>
                <a:lnTo>
                  <a:pt x="123129" y="291433"/>
                </a:lnTo>
                <a:lnTo>
                  <a:pt x="112783" y="290837"/>
                </a:lnTo>
                <a:lnTo>
                  <a:pt x="107848" y="292750"/>
                </a:lnTo>
                <a:lnTo>
                  <a:pt x="101414" y="297483"/>
                </a:lnTo>
                <a:lnTo>
                  <a:pt x="98131" y="299873"/>
                </a:lnTo>
                <a:lnTo>
                  <a:pt x="82042" y="312539"/>
                </a:lnTo>
                <a:lnTo>
                  <a:pt x="81773" y="311871"/>
                </a:lnTo>
                <a:lnTo>
                  <a:pt x="86890" y="307115"/>
                </a:lnTo>
                <a:lnTo>
                  <a:pt x="83390" y="303614"/>
                </a:lnTo>
                <a:lnTo>
                  <a:pt x="80714" y="293995"/>
                </a:lnTo>
                <a:lnTo>
                  <a:pt x="73982" y="294907"/>
                </a:lnTo>
                <a:lnTo>
                  <a:pt x="78020" y="315720"/>
                </a:lnTo>
                <a:lnTo>
                  <a:pt x="92801" y="334615"/>
                </a:lnTo>
                <a:lnTo>
                  <a:pt x="91185" y="351069"/>
                </a:lnTo>
                <a:lnTo>
                  <a:pt x="115348" y="355716"/>
                </a:lnTo>
                <a:lnTo>
                  <a:pt x="113129" y="367938"/>
                </a:lnTo>
                <a:lnTo>
                  <a:pt x="110254" y="383498"/>
                </a:lnTo>
                <a:lnTo>
                  <a:pt x="106984" y="384793"/>
                </a:lnTo>
                <a:lnTo>
                  <a:pt x="102422" y="391084"/>
                </a:lnTo>
                <a:lnTo>
                  <a:pt x="106481" y="392396"/>
                </a:lnTo>
                <a:lnTo>
                  <a:pt x="105119" y="397535"/>
                </a:lnTo>
                <a:lnTo>
                  <a:pt x="101351" y="399430"/>
                </a:lnTo>
                <a:lnTo>
                  <a:pt x="96211" y="415410"/>
                </a:lnTo>
                <a:lnTo>
                  <a:pt x="77317" y="408716"/>
                </a:lnTo>
                <a:lnTo>
                  <a:pt x="48338" y="463541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7">
            <a:extLst>
              <a:ext uri="{FF2B5EF4-FFF2-40B4-BE49-F238E27FC236}">
                <a16:creationId xmlns:a16="http://schemas.microsoft.com/office/drawing/2014/main" id="{594FBA8B-8385-4F14-9AAD-F6DAB82BEC01}"/>
              </a:ext>
            </a:extLst>
          </p:cNvPr>
          <p:cNvSpPr/>
          <p:nvPr/>
        </p:nvSpPr>
        <p:spPr>
          <a:xfrm>
            <a:off x="3835369" y="1666045"/>
            <a:ext cx="73184" cy="74914"/>
          </a:xfrm>
          <a:custGeom>
            <a:avLst/>
            <a:gdLst/>
            <a:ahLst/>
            <a:cxnLst/>
            <a:rect l="0" t="0" r="0" b="0"/>
            <a:pathLst>
              <a:path w="59544" h="60952">
                <a:moveTo>
                  <a:pt x="16195" y="0"/>
                </a:moveTo>
                <a:lnTo>
                  <a:pt x="0" y="25011"/>
                </a:lnTo>
                <a:lnTo>
                  <a:pt x="44275" y="60952"/>
                </a:lnTo>
                <a:lnTo>
                  <a:pt x="59544" y="35131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8">
            <a:extLst>
              <a:ext uri="{FF2B5EF4-FFF2-40B4-BE49-F238E27FC236}">
                <a16:creationId xmlns:a16="http://schemas.microsoft.com/office/drawing/2014/main" id="{5B64806F-5926-4A7B-A232-D41742FB4CDB}"/>
              </a:ext>
            </a:extLst>
          </p:cNvPr>
          <p:cNvSpPr/>
          <p:nvPr/>
        </p:nvSpPr>
        <p:spPr>
          <a:xfrm>
            <a:off x="1961529" y="846786"/>
            <a:ext cx="1888904" cy="1501156"/>
          </a:xfrm>
          <a:custGeom>
            <a:avLst/>
            <a:gdLst/>
            <a:ahLst/>
            <a:cxnLst/>
            <a:rect l="0" t="0" r="0" b="0"/>
            <a:pathLst>
              <a:path w="1536870" h="1221386">
                <a:moveTo>
                  <a:pt x="676374" y="293692"/>
                </a:moveTo>
                <a:lnTo>
                  <a:pt x="677057" y="290504"/>
                </a:lnTo>
                <a:lnTo>
                  <a:pt x="634852" y="283573"/>
                </a:lnTo>
                <a:lnTo>
                  <a:pt x="635405" y="282741"/>
                </a:lnTo>
                <a:lnTo>
                  <a:pt x="579809" y="152329"/>
                </a:lnTo>
                <a:lnTo>
                  <a:pt x="544038" y="159060"/>
                </a:lnTo>
                <a:lnTo>
                  <a:pt x="541013" y="126014"/>
                </a:lnTo>
                <a:lnTo>
                  <a:pt x="539897" y="125152"/>
                </a:lnTo>
                <a:lnTo>
                  <a:pt x="508887" y="130799"/>
                </a:lnTo>
                <a:lnTo>
                  <a:pt x="514731" y="55009"/>
                </a:lnTo>
                <a:lnTo>
                  <a:pt x="514739" y="53953"/>
                </a:lnTo>
                <a:lnTo>
                  <a:pt x="485128" y="61298"/>
                </a:lnTo>
                <a:lnTo>
                  <a:pt x="467832" y="8752"/>
                </a:lnTo>
                <a:lnTo>
                  <a:pt x="466638" y="8193"/>
                </a:lnTo>
                <a:lnTo>
                  <a:pt x="447799" y="12670"/>
                </a:lnTo>
                <a:lnTo>
                  <a:pt x="448748" y="15775"/>
                </a:lnTo>
                <a:lnTo>
                  <a:pt x="432048" y="19864"/>
                </a:lnTo>
                <a:lnTo>
                  <a:pt x="394537" y="28789"/>
                </a:lnTo>
                <a:lnTo>
                  <a:pt x="392759" y="28184"/>
                </a:lnTo>
                <a:lnTo>
                  <a:pt x="388439" y="26922"/>
                </a:lnTo>
                <a:lnTo>
                  <a:pt x="388141" y="26909"/>
                </a:lnTo>
                <a:lnTo>
                  <a:pt x="389012" y="24036"/>
                </a:lnTo>
                <a:lnTo>
                  <a:pt x="386281" y="24818"/>
                </a:lnTo>
                <a:lnTo>
                  <a:pt x="385647" y="24628"/>
                </a:lnTo>
                <a:lnTo>
                  <a:pt x="369466" y="24959"/>
                </a:lnTo>
                <a:lnTo>
                  <a:pt x="350664" y="23618"/>
                </a:lnTo>
                <a:lnTo>
                  <a:pt x="345998" y="24041"/>
                </a:lnTo>
                <a:lnTo>
                  <a:pt x="336082" y="24868"/>
                </a:lnTo>
                <a:lnTo>
                  <a:pt x="329748" y="27007"/>
                </a:lnTo>
                <a:lnTo>
                  <a:pt x="326468" y="21558"/>
                </a:lnTo>
                <a:lnTo>
                  <a:pt x="323195" y="16432"/>
                </a:lnTo>
                <a:lnTo>
                  <a:pt x="316851" y="21449"/>
                </a:lnTo>
                <a:lnTo>
                  <a:pt x="307160" y="11279"/>
                </a:lnTo>
                <a:lnTo>
                  <a:pt x="306012" y="10076"/>
                </a:lnTo>
                <a:lnTo>
                  <a:pt x="301764" y="0"/>
                </a:lnTo>
                <a:lnTo>
                  <a:pt x="292406" y="2189"/>
                </a:lnTo>
                <a:lnTo>
                  <a:pt x="249273" y="12076"/>
                </a:lnTo>
                <a:lnTo>
                  <a:pt x="215429" y="19993"/>
                </a:lnTo>
                <a:lnTo>
                  <a:pt x="192439" y="24757"/>
                </a:lnTo>
                <a:lnTo>
                  <a:pt x="192099" y="23971"/>
                </a:lnTo>
                <a:lnTo>
                  <a:pt x="173034" y="28228"/>
                </a:lnTo>
                <a:lnTo>
                  <a:pt x="157949" y="32171"/>
                </a:lnTo>
                <a:lnTo>
                  <a:pt x="139469" y="36511"/>
                </a:lnTo>
                <a:lnTo>
                  <a:pt x="136329" y="37960"/>
                </a:lnTo>
                <a:lnTo>
                  <a:pt x="134623" y="39466"/>
                </a:lnTo>
                <a:lnTo>
                  <a:pt x="131644" y="43938"/>
                </a:lnTo>
                <a:lnTo>
                  <a:pt x="129223" y="47834"/>
                </a:lnTo>
                <a:lnTo>
                  <a:pt x="128014" y="47157"/>
                </a:lnTo>
                <a:lnTo>
                  <a:pt x="121091" y="43287"/>
                </a:lnTo>
                <a:lnTo>
                  <a:pt x="116258" y="45653"/>
                </a:lnTo>
                <a:lnTo>
                  <a:pt x="110293" y="48574"/>
                </a:lnTo>
                <a:lnTo>
                  <a:pt x="106375" y="49398"/>
                </a:lnTo>
                <a:lnTo>
                  <a:pt x="104287" y="48073"/>
                </a:lnTo>
                <a:lnTo>
                  <a:pt x="103151" y="44591"/>
                </a:lnTo>
                <a:lnTo>
                  <a:pt x="103778" y="30519"/>
                </a:lnTo>
                <a:lnTo>
                  <a:pt x="104293" y="26715"/>
                </a:lnTo>
                <a:lnTo>
                  <a:pt x="105375" y="22082"/>
                </a:lnTo>
                <a:lnTo>
                  <a:pt x="107216" y="17788"/>
                </a:lnTo>
                <a:lnTo>
                  <a:pt x="101701" y="14073"/>
                </a:lnTo>
                <a:lnTo>
                  <a:pt x="93670" y="12641"/>
                </a:lnTo>
                <a:lnTo>
                  <a:pt x="92228" y="17453"/>
                </a:lnTo>
                <a:lnTo>
                  <a:pt x="89193" y="18957"/>
                </a:lnTo>
                <a:lnTo>
                  <a:pt x="78718" y="24191"/>
                </a:lnTo>
                <a:lnTo>
                  <a:pt x="79110" y="29161"/>
                </a:lnTo>
                <a:lnTo>
                  <a:pt x="48471" y="38358"/>
                </a:lnTo>
                <a:lnTo>
                  <a:pt x="35476" y="41348"/>
                </a:lnTo>
                <a:lnTo>
                  <a:pt x="13294" y="48006"/>
                </a:lnTo>
                <a:lnTo>
                  <a:pt x="12413" y="48269"/>
                </a:lnTo>
                <a:lnTo>
                  <a:pt x="7194" y="51316"/>
                </a:lnTo>
                <a:lnTo>
                  <a:pt x="0" y="53294"/>
                </a:lnTo>
                <a:lnTo>
                  <a:pt x="6541" y="84195"/>
                </a:lnTo>
                <a:lnTo>
                  <a:pt x="14910" y="116014"/>
                </a:lnTo>
                <a:lnTo>
                  <a:pt x="32064" y="137681"/>
                </a:lnTo>
                <a:lnTo>
                  <a:pt x="85547" y="204466"/>
                </a:lnTo>
                <a:lnTo>
                  <a:pt x="100223" y="222635"/>
                </a:lnTo>
                <a:lnTo>
                  <a:pt x="106978" y="233621"/>
                </a:lnTo>
                <a:lnTo>
                  <a:pt x="111791" y="241841"/>
                </a:lnTo>
                <a:lnTo>
                  <a:pt x="116577" y="247690"/>
                </a:lnTo>
                <a:lnTo>
                  <a:pt x="123207" y="255795"/>
                </a:lnTo>
                <a:lnTo>
                  <a:pt x="127998" y="265738"/>
                </a:lnTo>
                <a:lnTo>
                  <a:pt x="135102" y="288239"/>
                </a:lnTo>
                <a:lnTo>
                  <a:pt x="135390" y="290741"/>
                </a:lnTo>
                <a:lnTo>
                  <a:pt x="137338" y="297762"/>
                </a:lnTo>
                <a:lnTo>
                  <a:pt x="139998" y="307344"/>
                </a:lnTo>
                <a:lnTo>
                  <a:pt x="135638" y="309498"/>
                </a:lnTo>
                <a:lnTo>
                  <a:pt x="147885" y="331912"/>
                </a:lnTo>
                <a:lnTo>
                  <a:pt x="159336" y="352823"/>
                </a:lnTo>
                <a:lnTo>
                  <a:pt x="164950" y="349341"/>
                </a:lnTo>
                <a:lnTo>
                  <a:pt x="180777" y="384135"/>
                </a:lnTo>
                <a:lnTo>
                  <a:pt x="174926" y="388205"/>
                </a:lnTo>
                <a:lnTo>
                  <a:pt x="188258" y="411946"/>
                </a:lnTo>
                <a:lnTo>
                  <a:pt x="183675" y="414686"/>
                </a:lnTo>
                <a:lnTo>
                  <a:pt x="187762" y="422890"/>
                </a:lnTo>
                <a:lnTo>
                  <a:pt x="206460" y="448459"/>
                </a:lnTo>
                <a:lnTo>
                  <a:pt x="212779" y="443149"/>
                </a:lnTo>
                <a:lnTo>
                  <a:pt x="221171" y="453556"/>
                </a:lnTo>
                <a:lnTo>
                  <a:pt x="223194" y="456065"/>
                </a:lnTo>
                <a:lnTo>
                  <a:pt x="223500" y="456444"/>
                </a:lnTo>
                <a:lnTo>
                  <a:pt x="234715" y="470544"/>
                </a:lnTo>
                <a:lnTo>
                  <a:pt x="227181" y="479009"/>
                </a:lnTo>
                <a:lnTo>
                  <a:pt x="241675" y="497875"/>
                </a:lnTo>
                <a:lnTo>
                  <a:pt x="250541" y="491129"/>
                </a:lnTo>
                <a:lnTo>
                  <a:pt x="260751" y="505079"/>
                </a:lnTo>
                <a:lnTo>
                  <a:pt x="262618" y="512898"/>
                </a:lnTo>
                <a:lnTo>
                  <a:pt x="263266" y="515608"/>
                </a:lnTo>
                <a:lnTo>
                  <a:pt x="265413" y="524598"/>
                </a:lnTo>
                <a:lnTo>
                  <a:pt x="268665" y="532735"/>
                </a:lnTo>
                <a:lnTo>
                  <a:pt x="275702" y="550491"/>
                </a:lnTo>
                <a:lnTo>
                  <a:pt x="282309" y="564439"/>
                </a:lnTo>
                <a:lnTo>
                  <a:pt x="288065" y="576945"/>
                </a:lnTo>
                <a:lnTo>
                  <a:pt x="292824" y="587287"/>
                </a:lnTo>
                <a:lnTo>
                  <a:pt x="293110" y="587909"/>
                </a:lnTo>
                <a:lnTo>
                  <a:pt x="295758" y="592924"/>
                </a:lnTo>
                <a:lnTo>
                  <a:pt x="322591" y="628697"/>
                </a:lnTo>
                <a:lnTo>
                  <a:pt x="343706" y="645900"/>
                </a:lnTo>
                <a:lnTo>
                  <a:pt x="357818" y="658007"/>
                </a:lnTo>
                <a:lnTo>
                  <a:pt x="365732" y="664557"/>
                </a:lnTo>
                <a:lnTo>
                  <a:pt x="402800" y="696196"/>
                </a:lnTo>
                <a:lnTo>
                  <a:pt x="424645" y="682422"/>
                </a:lnTo>
                <a:lnTo>
                  <a:pt x="428496" y="679920"/>
                </a:lnTo>
                <a:lnTo>
                  <a:pt x="442010" y="672609"/>
                </a:lnTo>
                <a:lnTo>
                  <a:pt x="452469" y="685817"/>
                </a:lnTo>
                <a:lnTo>
                  <a:pt x="453435" y="686971"/>
                </a:lnTo>
                <a:lnTo>
                  <a:pt x="479628" y="719023"/>
                </a:lnTo>
                <a:lnTo>
                  <a:pt x="484643" y="725160"/>
                </a:lnTo>
                <a:lnTo>
                  <a:pt x="503444" y="748419"/>
                </a:lnTo>
                <a:lnTo>
                  <a:pt x="518003" y="766918"/>
                </a:lnTo>
                <a:lnTo>
                  <a:pt x="526477" y="777797"/>
                </a:lnTo>
                <a:lnTo>
                  <a:pt x="539860" y="793485"/>
                </a:lnTo>
                <a:lnTo>
                  <a:pt x="586266" y="833503"/>
                </a:lnTo>
                <a:lnTo>
                  <a:pt x="606975" y="850519"/>
                </a:lnTo>
                <a:lnTo>
                  <a:pt x="623563" y="865450"/>
                </a:lnTo>
                <a:lnTo>
                  <a:pt x="627644" y="869124"/>
                </a:lnTo>
                <a:lnTo>
                  <a:pt x="664413" y="899173"/>
                </a:lnTo>
                <a:lnTo>
                  <a:pt x="683725" y="915275"/>
                </a:lnTo>
                <a:lnTo>
                  <a:pt x="710321" y="922827"/>
                </a:lnTo>
                <a:lnTo>
                  <a:pt x="741466" y="931506"/>
                </a:lnTo>
                <a:lnTo>
                  <a:pt x="745549" y="932379"/>
                </a:lnTo>
                <a:lnTo>
                  <a:pt x="758999" y="935948"/>
                </a:lnTo>
                <a:lnTo>
                  <a:pt x="766324" y="940104"/>
                </a:lnTo>
                <a:lnTo>
                  <a:pt x="778388" y="945001"/>
                </a:lnTo>
                <a:lnTo>
                  <a:pt x="781783" y="946416"/>
                </a:lnTo>
                <a:lnTo>
                  <a:pt x="786709" y="948574"/>
                </a:lnTo>
                <a:lnTo>
                  <a:pt x="809778" y="958687"/>
                </a:lnTo>
                <a:lnTo>
                  <a:pt x="817965" y="962257"/>
                </a:lnTo>
                <a:lnTo>
                  <a:pt x="837915" y="970568"/>
                </a:lnTo>
                <a:lnTo>
                  <a:pt x="862241" y="981950"/>
                </a:lnTo>
                <a:lnTo>
                  <a:pt x="895498" y="996311"/>
                </a:lnTo>
                <a:lnTo>
                  <a:pt x="954633" y="1022117"/>
                </a:lnTo>
                <a:lnTo>
                  <a:pt x="966514" y="1027274"/>
                </a:lnTo>
                <a:lnTo>
                  <a:pt x="969374" y="1028515"/>
                </a:lnTo>
                <a:lnTo>
                  <a:pt x="995615" y="1040928"/>
                </a:lnTo>
                <a:lnTo>
                  <a:pt x="1051503" y="1069860"/>
                </a:lnTo>
                <a:lnTo>
                  <a:pt x="1075098" y="1083133"/>
                </a:lnTo>
                <a:lnTo>
                  <a:pt x="1093731" y="1093511"/>
                </a:lnTo>
                <a:lnTo>
                  <a:pt x="1105991" y="1100497"/>
                </a:lnTo>
                <a:lnTo>
                  <a:pt x="1145710" y="1122736"/>
                </a:lnTo>
                <a:lnTo>
                  <a:pt x="1165492" y="1134203"/>
                </a:lnTo>
                <a:lnTo>
                  <a:pt x="1172739" y="1138338"/>
                </a:lnTo>
                <a:lnTo>
                  <a:pt x="1198239" y="1153286"/>
                </a:lnTo>
                <a:lnTo>
                  <a:pt x="1216545" y="1163341"/>
                </a:lnTo>
                <a:lnTo>
                  <a:pt x="1236797" y="1172805"/>
                </a:lnTo>
                <a:lnTo>
                  <a:pt x="1266698" y="1186753"/>
                </a:lnTo>
                <a:lnTo>
                  <a:pt x="1271804" y="1189060"/>
                </a:lnTo>
                <a:lnTo>
                  <a:pt x="1276634" y="1191062"/>
                </a:lnTo>
                <a:lnTo>
                  <a:pt x="1319331" y="1208579"/>
                </a:lnTo>
                <a:lnTo>
                  <a:pt x="1338787" y="1215303"/>
                </a:lnTo>
                <a:lnTo>
                  <a:pt x="1348880" y="1217543"/>
                </a:lnTo>
                <a:lnTo>
                  <a:pt x="1352561" y="1218370"/>
                </a:lnTo>
                <a:lnTo>
                  <a:pt x="1368768" y="1221386"/>
                </a:lnTo>
                <a:lnTo>
                  <a:pt x="1382674" y="1195090"/>
                </a:lnTo>
                <a:lnTo>
                  <a:pt x="1417106" y="1129935"/>
                </a:lnTo>
                <a:lnTo>
                  <a:pt x="1446085" y="1075111"/>
                </a:lnTo>
                <a:lnTo>
                  <a:pt x="1464979" y="1081805"/>
                </a:lnTo>
                <a:lnTo>
                  <a:pt x="1470119" y="1065825"/>
                </a:lnTo>
                <a:lnTo>
                  <a:pt x="1473887" y="1063929"/>
                </a:lnTo>
                <a:lnTo>
                  <a:pt x="1475249" y="1058791"/>
                </a:lnTo>
                <a:lnTo>
                  <a:pt x="1471190" y="1057479"/>
                </a:lnTo>
                <a:lnTo>
                  <a:pt x="1475752" y="1051187"/>
                </a:lnTo>
                <a:lnTo>
                  <a:pt x="1479022" y="1049892"/>
                </a:lnTo>
                <a:lnTo>
                  <a:pt x="1481897" y="1034332"/>
                </a:lnTo>
                <a:lnTo>
                  <a:pt x="1484116" y="1022110"/>
                </a:lnTo>
                <a:lnTo>
                  <a:pt x="1459953" y="1017464"/>
                </a:lnTo>
                <a:lnTo>
                  <a:pt x="1461570" y="1001009"/>
                </a:lnTo>
                <a:lnTo>
                  <a:pt x="1446788" y="982115"/>
                </a:lnTo>
                <a:lnTo>
                  <a:pt x="1442750" y="961301"/>
                </a:lnTo>
                <a:lnTo>
                  <a:pt x="1441035" y="953963"/>
                </a:lnTo>
                <a:lnTo>
                  <a:pt x="1436744" y="928931"/>
                </a:lnTo>
                <a:lnTo>
                  <a:pt x="1435121" y="917967"/>
                </a:lnTo>
                <a:lnTo>
                  <a:pt x="1427114" y="920161"/>
                </a:lnTo>
                <a:lnTo>
                  <a:pt x="1424868" y="917526"/>
                </a:lnTo>
                <a:lnTo>
                  <a:pt x="1445312" y="907450"/>
                </a:lnTo>
                <a:lnTo>
                  <a:pt x="1450267" y="902061"/>
                </a:lnTo>
                <a:lnTo>
                  <a:pt x="1452001" y="899787"/>
                </a:lnTo>
                <a:lnTo>
                  <a:pt x="1451458" y="898440"/>
                </a:lnTo>
                <a:lnTo>
                  <a:pt x="1450578" y="897885"/>
                </a:lnTo>
                <a:lnTo>
                  <a:pt x="1426369" y="891413"/>
                </a:lnTo>
                <a:lnTo>
                  <a:pt x="1426365" y="890740"/>
                </a:lnTo>
                <a:lnTo>
                  <a:pt x="1425370" y="890864"/>
                </a:lnTo>
                <a:lnTo>
                  <a:pt x="1422091" y="887859"/>
                </a:lnTo>
                <a:lnTo>
                  <a:pt x="1420480" y="885563"/>
                </a:lnTo>
                <a:lnTo>
                  <a:pt x="1418945" y="880222"/>
                </a:lnTo>
                <a:lnTo>
                  <a:pt x="1419249" y="876442"/>
                </a:lnTo>
                <a:lnTo>
                  <a:pt x="1420224" y="871343"/>
                </a:lnTo>
                <a:lnTo>
                  <a:pt x="1412759" y="861552"/>
                </a:lnTo>
                <a:lnTo>
                  <a:pt x="1406502" y="856310"/>
                </a:lnTo>
                <a:lnTo>
                  <a:pt x="1402984" y="853230"/>
                </a:lnTo>
                <a:lnTo>
                  <a:pt x="1400411" y="849563"/>
                </a:lnTo>
                <a:lnTo>
                  <a:pt x="1397842" y="852930"/>
                </a:lnTo>
                <a:lnTo>
                  <a:pt x="1399201" y="864062"/>
                </a:lnTo>
                <a:lnTo>
                  <a:pt x="1337949" y="857087"/>
                </a:lnTo>
                <a:lnTo>
                  <a:pt x="1336683" y="852691"/>
                </a:lnTo>
                <a:lnTo>
                  <a:pt x="1341226" y="837981"/>
                </a:lnTo>
                <a:lnTo>
                  <a:pt x="1330780" y="835000"/>
                </a:lnTo>
                <a:lnTo>
                  <a:pt x="1326681" y="836153"/>
                </a:lnTo>
                <a:lnTo>
                  <a:pt x="1324552" y="834412"/>
                </a:lnTo>
                <a:lnTo>
                  <a:pt x="1323207" y="832105"/>
                </a:lnTo>
                <a:lnTo>
                  <a:pt x="1316744" y="832519"/>
                </a:lnTo>
                <a:lnTo>
                  <a:pt x="1313636" y="832345"/>
                </a:lnTo>
                <a:lnTo>
                  <a:pt x="1312436" y="836001"/>
                </a:lnTo>
                <a:lnTo>
                  <a:pt x="1303492" y="839570"/>
                </a:lnTo>
                <a:lnTo>
                  <a:pt x="1302055" y="844554"/>
                </a:lnTo>
                <a:lnTo>
                  <a:pt x="1301755" y="847622"/>
                </a:lnTo>
                <a:lnTo>
                  <a:pt x="1300566" y="846708"/>
                </a:lnTo>
                <a:lnTo>
                  <a:pt x="1296167" y="846534"/>
                </a:lnTo>
                <a:lnTo>
                  <a:pt x="1290199" y="845881"/>
                </a:lnTo>
                <a:lnTo>
                  <a:pt x="1289037" y="834826"/>
                </a:lnTo>
                <a:lnTo>
                  <a:pt x="1288828" y="832758"/>
                </a:lnTo>
                <a:lnTo>
                  <a:pt x="1288762" y="830192"/>
                </a:lnTo>
                <a:lnTo>
                  <a:pt x="1287327" y="825535"/>
                </a:lnTo>
                <a:lnTo>
                  <a:pt x="1293659" y="819899"/>
                </a:lnTo>
                <a:lnTo>
                  <a:pt x="1295435" y="817810"/>
                </a:lnTo>
                <a:lnTo>
                  <a:pt x="1297171" y="815655"/>
                </a:lnTo>
                <a:lnTo>
                  <a:pt x="1298725" y="815416"/>
                </a:lnTo>
                <a:lnTo>
                  <a:pt x="1302160" y="808845"/>
                </a:lnTo>
                <a:lnTo>
                  <a:pt x="1302251" y="802621"/>
                </a:lnTo>
                <a:lnTo>
                  <a:pt x="1302342" y="795897"/>
                </a:lnTo>
                <a:lnTo>
                  <a:pt x="1299313" y="788935"/>
                </a:lnTo>
                <a:lnTo>
                  <a:pt x="1288488" y="780208"/>
                </a:lnTo>
                <a:lnTo>
                  <a:pt x="1287221" y="778968"/>
                </a:lnTo>
                <a:lnTo>
                  <a:pt x="1302655" y="754054"/>
                </a:lnTo>
                <a:lnTo>
                  <a:pt x="1309498" y="751159"/>
                </a:lnTo>
                <a:lnTo>
                  <a:pt x="1318181" y="740866"/>
                </a:lnTo>
                <a:lnTo>
                  <a:pt x="1320634" y="738037"/>
                </a:lnTo>
                <a:lnTo>
                  <a:pt x="1323103" y="735207"/>
                </a:lnTo>
                <a:lnTo>
                  <a:pt x="1324591" y="725656"/>
                </a:lnTo>
                <a:lnTo>
                  <a:pt x="1327215" y="721521"/>
                </a:lnTo>
                <a:lnTo>
                  <a:pt x="1329461" y="718692"/>
                </a:lnTo>
                <a:lnTo>
                  <a:pt x="1331590" y="717538"/>
                </a:lnTo>
                <a:lnTo>
                  <a:pt x="1337222" y="716402"/>
                </a:lnTo>
                <a:lnTo>
                  <a:pt x="1337413" y="716363"/>
                </a:lnTo>
                <a:lnTo>
                  <a:pt x="1341539" y="718039"/>
                </a:lnTo>
                <a:lnTo>
                  <a:pt x="1344424" y="716363"/>
                </a:lnTo>
                <a:lnTo>
                  <a:pt x="1349426" y="715297"/>
                </a:lnTo>
                <a:lnTo>
                  <a:pt x="1351163" y="713471"/>
                </a:lnTo>
                <a:lnTo>
                  <a:pt x="1350510" y="711556"/>
                </a:lnTo>
                <a:lnTo>
                  <a:pt x="1349086" y="709488"/>
                </a:lnTo>
                <a:lnTo>
                  <a:pt x="1347362" y="709488"/>
                </a:lnTo>
                <a:lnTo>
                  <a:pt x="1345182" y="708574"/>
                </a:lnTo>
                <a:lnTo>
                  <a:pt x="1342454" y="700849"/>
                </a:lnTo>
                <a:lnTo>
                  <a:pt x="1340586" y="697193"/>
                </a:lnTo>
                <a:lnTo>
                  <a:pt x="1337269" y="695539"/>
                </a:lnTo>
                <a:lnTo>
                  <a:pt x="1330166" y="692625"/>
                </a:lnTo>
                <a:lnTo>
                  <a:pt x="1324565" y="687314"/>
                </a:lnTo>
                <a:lnTo>
                  <a:pt x="1319890" y="683898"/>
                </a:lnTo>
                <a:lnTo>
                  <a:pt x="1312134" y="677761"/>
                </a:lnTo>
                <a:lnTo>
                  <a:pt x="1308152" y="673693"/>
                </a:lnTo>
                <a:lnTo>
                  <a:pt x="1305175" y="668884"/>
                </a:lnTo>
                <a:lnTo>
                  <a:pt x="1303830" y="666055"/>
                </a:lnTo>
                <a:lnTo>
                  <a:pt x="1303216" y="662486"/>
                </a:lnTo>
                <a:lnTo>
                  <a:pt x="1304078" y="656503"/>
                </a:lnTo>
                <a:lnTo>
                  <a:pt x="1304718" y="641160"/>
                </a:lnTo>
                <a:lnTo>
                  <a:pt x="1306207" y="639071"/>
                </a:lnTo>
                <a:lnTo>
                  <a:pt x="1307199" y="627126"/>
                </a:lnTo>
                <a:lnTo>
                  <a:pt x="1313767" y="620488"/>
                </a:lnTo>
                <a:lnTo>
                  <a:pt x="1317317" y="618575"/>
                </a:lnTo>
                <a:lnTo>
                  <a:pt x="1320282" y="613091"/>
                </a:lnTo>
                <a:lnTo>
                  <a:pt x="1323351" y="611938"/>
                </a:lnTo>
                <a:lnTo>
                  <a:pt x="1326026" y="611938"/>
                </a:lnTo>
                <a:lnTo>
                  <a:pt x="1328286" y="611850"/>
                </a:lnTo>
                <a:lnTo>
                  <a:pt x="1330806" y="609435"/>
                </a:lnTo>
                <a:lnTo>
                  <a:pt x="1335428" y="603624"/>
                </a:lnTo>
                <a:lnTo>
                  <a:pt x="1340038" y="601470"/>
                </a:lnTo>
                <a:lnTo>
                  <a:pt x="1343353" y="598989"/>
                </a:lnTo>
                <a:lnTo>
                  <a:pt x="1344581" y="597729"/>
                </a:lnTo>
                <a:lnTo>
                  <a:pt x="1346383" y="595835"/>
                </a:lnTo>
                <a:lnTo>
                  <a:pt x="1349007" y="594660"/>
                </a:lnTo>
                <a:lnTo>
                  <a:pt x="1350717" y="593920"/>
                </a:lnTo>
                <a:lnTo>
                  <a:pt x="1355092" y="593507"/>
                </a:lnTo>
                <a:lnTo>
                  <a:pt x="1360197" y="590852"/>
                </a:lnTo>
                <a:lnTo>
                  <a:pt x="1362469" y="588697"/>
                </a:lnTo>
                <a:lnTo>
                  <a:pt x="1365511" y="586020"/>
                </a:lnTo>
                <a:lnTo>
                  <a:pt x="1367822" y="584954"/>
                </a:lnTo>
                <a:lnTo>
                  <a:pt x="1371936" y="584279"/>
                </a:lnTo>
                <a:lnTo>
                  <a:pt x="1374259" y="584192"/>
                </a:lnTo>
                <a:lnTo>
                  <a:pt x="1377302" y="581799"/>
                </a:lnTo>
                <a:lnTo>
                  <a:pt x="1379887" y="581472"/>
                </a:lnTo>
                <a:lnTo>
                  <a:pt x="1381714" y="582212"/>
                </a:lnTo>
                <a:lnTo>
                  <a:pt x="1385815" y="580558"/>
                </a:lnTo>
                <a:lnTo>
                  <a:pt x="1389067" y="576578"/>
                </a:lnTo>
                <a:lnTo>
                  <a:pt x="1391520" y="574075"/>
                </a:lnTo>
                <a:lnTo>
                  <a:pt x="1391899" y="568678"/>
                </a:lnTo>
                <a:lnTo>
                  <a:pt x="1390959" y="562693"/>
                </a:lnTo>
                <a:lnTo>
                  <a:pt x="1395229" y="557710"/>
                </a:lnTo>
                <a:lnTo>
                  <a:pt x="1399368" y="557298"/>
                </a:lnTo>
                <a:lnTo>
                  <a:pt x="1402659" y="554643"/>
                </a:lnTo>
                <a:lnTo>
                  <a:pt x="1402593" y="552075"/>
                </a:lnTo>
                <a:lnTo>
                  <a:pt x="1405035" y="547092"/>
                </a:lnTo>
                <a:lnTo>
                  <a:pt x="1407319" y="545176"/>
                </a:lnTo>
                <a:lnTo>
                  <a:pt x="1410232" y="544611"/>
                </a:lnTo>
                <a:lnTo>
                  <a:pt x="1411446" y="544349"/>
                </a:lnTo>
                <a:lnTo>
                  <a:pt x="1413026" y="544524"/>
                </a:lnTo>
                <a:lnTo>
                  <a:pt x="1416342" y="543435"/>
                </a:lnTo>
                <a:lnTo>
                  <a:pt x="1419084" y="539714"/>
                </a:lnTo>
                <a:lnTo>
                  <a:pt x="1422036" y="533405"/>
                </a:lnTo>
                <a:lnTo>
                  <a:pt x="1425874" y="530989"/>
                </a:lnTo>
                <a:lnTo>
                  <a:pt x="1430717" y="528835"/>
                </a:lnTo>
                <a:lnTo>
                  <a:pt x="1433016" y="527420"/>
                </a:lnTo>
                <a:lnTo>
                  <a:pt x="1437299" y="523177"/>
                </a:lnTo>
                <a:lnTo>
                  <a:pt x="1441856" y="519194"/>
                </a:lnTo>
                <a:lnTo>
                  <a:pt x="1444663" y="517540"/>
                </a:lnTo>
                <a:lnTo>
                  <a:pt x="1447156" y="514387"/>
                </a:lnTo>
                <a:lnTo>
                  <a:pt x="1449428" y="512232"/>
                </a:lnTo>
                <a:lnTo>
                  <a:pt x="1453934" y="511405"/>
                </a:lnTo>
                <a:lnTo>
                  <a:pt x="1467382" y="511318"/>
                </a:lnTo>
                <a:lnTo>
                  <a:pt x="1481170" y="494389"/>
                </a:lnTo>
                <a:lnTo>
                  <a:pt x="1482693" y="492195"/>
                </a:lnTo>
                <a:lnTo>
                  <a:pt x="1489806" y="482676"/>
                </a:lnTo>
                <a:lnTo>
                  <a:pt x="1506230" y="462681"/>
                </a:lnTo>
                <a:lnTo>
                  <a:pt x="1496087" y="449286"/>
                </a:lnTo>
                <a:lnTo>
                  <a:pt x="1502127" y="442516"/>
                </a:lnTo>
                <a:lnTo>
                  <a:pt x="1508200" y="439726"/>
                </a:lnTo>
                <a:lnTo>
                  <a:pt x="1513409" y="439221"/>
                </a:lnTo>
                <a:lnTo>
                  <a:pt x="1518827" y="429782"/>
                </a:lnTo>
                <a:lnTo>
                  <a:pt x="1519839" y="422022"/>
                </a:lnTo>
                <a:lnTo>
                  <a:pt x="1521882" y="416690"/>
                </a:lnTo>
                <a:lnTo>
                  <a:pt x="1521978" y="411182"/>
                </a:lnTo>
                <a:lnTo>
                  <a:pt x="1526285" y="406268"/>
                </a:lnTo>
                <a:lnTo>
                  <a:pt x="1531467" y="398414"/>
                </a:lnTo>
                <a:lnTo>
                  <a:pt x="1535146" y="394542"/>
                </a:lnTo>
                <a:lnTo>
                  <a:pt x="1536870" y="388336"/>
                </a:lnTo>
                <a:lnTo>
                  <a:pt x="1534053" y="381772"/>
                </a:lnTo>
                <a:lnTo>
                  <a:pt x="1530587" y="364603"/>
                </a:lnTo>
                <a:lnTo>
                  <a:pt x="1531717" y="356445"/>
                </a:lnTo>
                <a:lnTo>
                  <a:pt x="1534520" y="351289"/>
                </a:lnTo>
                <a:lnTo>
                  <a:pt x="1528181" y="349202"/>
                </a:lnTo>
                <a:lnTo>
                  <a:pt x="1482655" y="330737"/>
                </a:lnTo>
                <a:lnTo>
                  <a:pt x="1472031" y="327648"/>
                </a:lnTo>
                <a:lnTo>
                  <a:pt x="1454697" y="321973"/>
                </a:lnTo>
                <a:lnTo>
                  <a:pt x="1441963" y="316808"/>
                </a:lnTo>
                <a:lnTo>
                  <a:pt x="1428175" y="309503"/>
                </a:lnTo>
                <a:lnTo>
                  <a:pt x="1412578" y="303137"/>
                </a:lnTo>
                <a:lnTo>
                  <a:pt x="1363886" y="285431"/>
                </a:lnTo>
                <a:lnTo>
                  <a:pt x="1351941" y="281168"/>
                </a:lnTo>
                <a:lnTo>
                  <a:pt x="1308126" y="265087"/>
                </a:lnTo>
                <a:lnTo>
                  <a:pt x="1271091" y="254454"/>
                </a:lnTo>
                <a:lnTo>
                  <a:pt x="1223237" y="329827"/>
                </a:lnTo>
                <a:lnTo>
                  <a:pt x="1198839" y="365896"/>
                </a:lnTo>
                <a:lnTo>
                  <a:pt x="1182698" y="393683"/>
                </a:lnTo>
                <a:lnTo>
                  <a:pt x="1130666" y="352375"/>
                </a:lnTo>
                <a:lnTo>
                  <a:pt x="1104996" y="331994"/>
                </a:lnTo>
                <a:lnTo>
                  <a:pt x="1024903" y="396079"/>
                </a:lnTo>
                <a:lnTo>
                  <a:pt x="1010515" y="406718"/>
                </a:lnTo>
                <a:lnTo>
                  <a:pt x="959593" y="449395"/>
                </a:lnTo>
                <a:lnTo>
                  <a:pt x="945831" y="459797"/>
                </a:lnTo>
                <a:lnTo>
                  <a:pt x="849796" y="346961"/>
                </a:lnTo>
                <a:lnTo>
                  <a:pt x="809571" y="344678"/>
                </a:lnTo>
                <a:lnTo>
                  <a:pt x="772207" y="294931"/>
                </a:lnTo>
                <a:lnTo>
                  <a:pt x="725058" y="312188"/>
                </a:lnTo>
                <a:lnTo>
                  <a:pt x="718996" y="304963"/>
                </a:lnTo>
                <a:lnTo>
                  <a:pt x="709168" y="296008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9">
            <a:extLst>
              <a:ext uri="{FF2B5EF4-FFF2-40B4-BE49-F238E27FC236}">
                <a16:creationId xmlns:a16="http://schemas.microsoft.com/office/drawing/2014/main" id="{46BC096D-DFD2-402A-992F-54C27637A61E}"/>
              </a:ext>
            </a:extLst>
          </p:cNvPr>
          <p:cNvSpPr/>
          <p:nvPr/>
        </p:nvSpPr>
        <p:spPr>
          <a:xfrm>
            <a:off x="5088230" y="2596022"/>
            <a:ext cx="1102128" cy="1158102"/>
          </a:xfrm>
          <a:custGeom>
            <a:avLst/>
            <a:gdLst/>
            <a:ahLst/>
            <a:cxnLst/>
            <a:rect l="0" t="0" r="0" b="0"/>
            <a:pathLst>
              <a:path w="896723" h="942265">
                <a:moveTo>
                  <a:pt x="197294" y="0"/>
                </a:moveTo>
                <a:lnTo>
                  <a:pt x="211031" y="15647"/>
                </a:lnTo>
                <a:lnTo>
                  <a:pt x="269440" y="55594"/>
                </a:lnTo>
                <a:lnTo>
                  <a:pt x="281178" y="62843"/>
                </a:lnTo>
                <a:lnTo>
                  <a:pt x="300551" y="74706"/>
                </a:lnTo>
                <a:lnTo>
                  <a:pt x="315028" y="83570"/>
                </a:lnTo>
                <a:lnTo>
                  <a:pt x="357494" y="107672"/>
                </a:lnTo>
                <a:lnTo>
                  <a:pt x="375185" y="117605"/>
                </a:lnTo>
                <a:lnTo>
                  <a:pt x="376524" y="118355"/>
                </a:lnTo>
                <a:lnTo>
                  <a:pt x="386574" y="123998"/>
                </a:lnTo>
                <a:lnTo>
                  <a:pt x="398251" y="130553"/>
                </a:lnTo>
                <a:lnTo>
                  <a:pt x="416215" y="140640"/>
                </a:lnTo>
                <a:lnTo>
                  <a:pt x="433853" y="150542"/>
                </a:lnTo>
                <a:lnTo>
                  <a:pt x="445273" y="156954"/>
                </a:lnTo>
                <a:lnTo>
                  <a:pt x="454492" y="162357"/>
                </a:lnTo>
                <a:lnTo>
                  <a:pt x="462129" y="166832"/>
                </a:lnTo>
                <a:lnTo>
                  <a:pt x="462890" y="167278"/>
                </a:lnTo>
                <a:lnTo>
                  <a:pt x="475216" y="174501"/>
                </a:lnTo>
                <a:lnTo>
                  <a:pt x="497491" y="187556"/>
                </a:lnTo>
                <a:lnTo>
                  <a:pt x="514464" y="197656"/>
                </a:lnTo>
                <a:lnTo>
                  <a:pt x="558262" y="226378"/>
                </a:lnTo>
                <a:lnTo>
                  <a:pt x="592161" y="244779"/>
                </a:lnTo>
                <a:lnTo>
                  <a:pt x="599405" y="248739"/>
                </a:lnTo>
                <a:lnTo>
                  <a:pt x="885910" y="418875"/>
                </a:lnTo>
                <a:lnTo>
                  <a:pt x="896723" y="424932"/>
                </a:lnTo>
                <a:lnTo>
                  <a:pt x="895684" y="429312"/>
                </a:lnTo>
                <a:lnTo>
                  <a:pt x="857609" y="590018"/>
                </a:lnTo>
                <a:lnTo>
                  <a:pt x="812437" y="691848"/>
                </a:lnTo>
                <a:lnTo>
                  <a:pt x="840350" y="758282"/>
                </a:lnTo>
                <a:lnTo>
                  <a:pt x="785318" y="793092"/>
                </a:lnTo>
                <a:lnTo>
                  <a:pt x="765812" y="840917"/>
                </a:lnTo>
                <a:lnTo>
                  <a:pt x="759978" y="855219"/>
                </a:lnTo>
                <a:lnTo>
                  <a:pt x="765217" y="859624"/>
                </a:lnTo>
                <a:lnTo>
                  <a:pt x="774833" y="867750"/>
                </a:lnTo>
                <a:lnTo>
                  <a:pt x="768383" y="875400"/>
                </a:lnTo>
                <a:lnTo>
                  <a:pt x="757390" y="886836"/>
                </a:lnTo>
                <a:lnTo>
                  <a:pt x="752494" y="882686"/>
                </a:lnTo>
                <a:lnTo>
                  <a:pt x="746218" y="888179"/>
                </a:lnTo>
                <a:lnTo>
                  <a:pt x="744158" y="890157"/>
                </a:lnTo>
                <a:lnTo>
                  <a:pt x="710128" y="860438"/>
                </a:lnTo>
                <a:lnTo>
                  <a:pt x="691825" y="874675"/>
                </a:lnTo>
                <a:lnTo>
                  <a:pt x="686651" y="878984"/>
                </a:lnTo>
                <a:lnTo>
                  <a:pt x="682577" y="882216"/>
                </a:lnTo>
                <a:lnTo>
                  <a:pt x="675777" y="877039"/>
                </a:lnTo>
                <a:lnTo>
                  <a:pt x="661655" y="902053"/>
                </a:lnTo>
                <a:lnTo>
                  <a:pt x="663975" y="930568"/>
                </a:lnTo>
                <a:lnTo>
                  <a:pt x="663524" y="942265"/>
                </a:lnTo>
                <a:lnTo>
                  <a:pt x="658526" y="936596"/>
                </a:lnTo>
                <a:lnTo>
                  <a:pt x="642053" y="915336"/>
                </a:lnTo>
                <a:lnTo>
                  <a:pt x="626103" y="895550"/>
                </a:lnTo>
                <a:lnTo>
                  <a:pt x="620256" y="889665"/>
                </a:lnTo>
                <a:lnTo>
                  <a:pt x="615057" y="885920"/>
                </a:lnTo>
                <a:lnTo>
                  <a:pt x="604722" y="880808"/>
                </a:lnTo>
                <a:lnTo>
                  <a:pt x="579453" y="869128"/>
                </a:lnTo>
                <a:lnTo>
                  <a:pt x="568372" y="865589"/>
                </a:lnTo>
                <a:lnTo>
                  <a:pt x="518642" y="854762"/>
                </a:lnTo>
                <a:lnTo>
                  <a:pt x="491922" y="853054"/>
                </a:lnTo>
                <a:lnTo>
                  <a:pt x="483765" y="846643"/>
                </a:lnTo>
                <a:lnTo>
                  <a:pt x="475526" y="837069"/>
                </a:lnTo>
                <a:lnTo>
                  <a:pt x="471613" y="828578"/>
                </a:lnTo>
                <a:lnTo>
                  <a:pt x="470698" y="824665"/>
                </a:lnTo>
                <a:lnTo>
                  <a:pt x="469532" y="824615"/>
                </a:lnTo>
                <a:lnTo>
                  <a:pt x="469452" y="821755"/>
                </a:lnTo>
                <a:lnTo>
                  <a:pt x="469510" y="807207"/>
                </a:lnTo>
                <a:lnTo>
                  <a:pt x="473775" y="792458"/>
                </a:lnTo>
                <a:lnTo>
                  <a:pt x="474667" y="789277"/>
                </a:lnTo>
                <a:lnTo>
                  <a:pt x="475274" y="785840"/>
                </a:lnTo>
                <a:lnTo>
                  <a:pt x="476513" y="779050"/>
                </a:lnTo>
                <a:lnTo>
                  <a:pt x="478642" y="765368"/>
                </a:lnTo>
                <a:lnTo>
                  <a:pt x="485181" y="725166"/>
                </a:lnTo>
                <a:lnTo>
                  <a:pt x="486928" y="706616"/>
                </a:lnTo>
                <a:lnTo>
                  <a:pt x="486816" y="684853"/>
                </a:lnTo>
                <a:lnTo>
                  <a:pt x="485011" y="676509"/>
                </a:lnTo>
                <a:lnTo>
                  <a:pt x="483207" y="670590"/>
                </a:lnTo>
                <a:lnTo>
                  <a:pt x="480240" y="662105"/>
                </a:lnTo>
                <a:lnTo>
                  <a:pt x="472983" y="648296"/>
                </a:lnTo>
                <a:lnTo>
                  <a:pt x="444770" y="617156"/>
                </a:lnTo>
                <a:lnTo>
                  <a:pt x="413033" y="595113"/>
                </a:lnTo>
                <a:lnTo>
                  <a:pt x="367269" y="563048"/>
                </a:lnTo>
                <a:lnTo>
                  <a:pt x="356261" y="549871"/>
                </a:lnTo>
                <a:lnTo>
                  <a:pt x="347365" y="539335"/>
                </a:lnTo>
                <a:lnTo>
                  <a:pt x="333528" y="528134"/>
                </a:lnTo>
                <a:lnTo>
                  <a:pt x="259983" y="483168"/>
                </a:lnTo>
                <a:lnTo>
                  <a:pt x="209132" y="460267"/>
                </a:lnTo>
                <a:lnTo>
                  <a:pt x="178452" y="442407"/>
                </a:lnTo>
                <a:lnTo>
                  <a:pt x="156809" y="420557"/>
                </a:lnTo>
                <a:lnTo>
                  <a:pt x="134053" y="373474"/>
                </a:lnTo>
                <a:lnTo>
                  <a:pt x="127391" y="376858"/>
                </a:lnTo>
                <a:lnTo>
                  <a:pt x="120296" y="364075"/>
                </a:lnTo>
                <a:lnTo>
                  <a:pt x="109086" y="354902"/>
                </a:lnTo>
                <a:lnTo>
                  <a:pt x="93123" y="345781"/>
                </a:lnTo>
                <a:lnTo>
                  <a:pt x="86626" y="345344"/>
                </a:lnTo>
                <a:lnTo>
                  <a:pt x="77316" y="356543"/>
                </a:lnTo>
                <a:lnTo>
                  <a:pt x="58779" y="348636"/>
                </a:lnTo>
                <a:lnTo>
                  <a:pt x="46123" y="342218"/>
                </a:lnTo>
                <a:lnTo>
                  <a:pt x="29608" y="326523"/>
                </a:lnTo>
                <a:lnTo>
                  <a:pt x="28000" y="327590"/>
                </a:lnTo>
                <a:lnTo>
                  <a:pt x="21859" y="332005"/>
                </a:lnTo>
                <a:lnTo>
                  <a:pt x="17538" y="326567"/>
                </a:lnTo>
                <a:lnTo>
                  <a:pt x="11255" y="317668"/>
                </a:lnTo>
                <a:lnTo>
                  <a:pt x="6703" y="308517"/>
                </a:lnTo>
                <a:lnTo>
                  <a:pt x="4275" y="301603"/>
                </a:lnTo>
                <a:lnTo>
                  <a:pt x="1715" y="289329"/>
                </a:lnTo>
                <a:lnTo>
                  <a:pt x="453" y="275281"/>
                </a:lnTo>
                <a:lnTo>
                  <a:pt x="0" y="266794"/>
                </a:lnTo>
                <a:lnTo>
                  <a:pt x="985" y="258872"/>
                </a:lnTo>
                <a:lnTo>
                  <a:pt x="2588" y="250831"/>
                </a:lnTo>
                <a:lnTo>
                  <a:pt x="4790" y="241741"/>
                </a:lnTo>
                <a:lnTo>
                  <a:pt x="10417" y="229242"/>
                </a:lnTo>
                <a:lnTo>
                  <a:pt x="13718" y="221621"/>
                </a:lnTo>
                <a:lnTo>
                  <a:pt x="19400" y="213935"/>
                </a:lnTo>
                <a:lnTo>
                  <a:pt x="27499" y="204220"/>
                </a:lnTo>
                <a:lnTo>
                  <a:pt x="35404" y="196098"/>
                </a:lnTo>
                <a:lnTo>
                  <a:pt x="40818" y="191730"/>
                </a:lnTo>
                <a:lnTo>
                  <a:pt x="44261" y="188953"/>
                </a:lnTo>
                <a:lnTo>
                  <a:pt x="47631" y="186666"/>
                </a:lnTo>
                <a:lnTo>
                  <a:pt x="51318" y="183597"/>
                </a:lnTo>
                <a:lnTo>
                  <a:pt x="65114" y="178507"/>
                </a:lnTo>
                <a:lnTo>
                  <a:pt x="69479" y="176855"/>
                </a:lnTo>
                <a:lnTo>
                  <a:pt x="74314" y="176170"/>
                </a:lnTo>
                <a:lnTo>
                  <a:pt x="90336" y="174401"/>
                </a:lnTo>
                <a:lnTo>
                  <a:pt x="113037" y="175604"/>
                </a:lnTo>
                <a:lnTo>
                  <a:pt x="131567" y="181717"/>
                </a:lnTo>
                <a:lnTo>
                  <a:pt x="145652" y="188202"/>
                </a:lnTo>
                <a:lnTo>
                  <a:pt x="160476" y="197186"/>
                </a:lnTo>
                <a:lnTo>
                  <a:pt x="170020" y="204688"/>
                </a:lnTo>
                <a:lnTo>
                  <a:pt x="194388" y="181069"/>
                </a:lnTo>
                <a:lnTo>
                  <a:pt x="234230" y="67616"/>
                </a:lnTo>
                <a:lnTo>
                  <a:pt x="227869" y="59442"/>
                </a:lnTo>
                <a:lnTo>
                  <a:pt x="190960" y="11035"/>
                </a:lnTo>
                <a:lnTo>
                  <a:pt x="188644" y="7053"/>
                </a:lnTo>
                <a:lnTo>
                  <a:pt x="191702" y="3534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10">
            <a:extLst>
              <a:ext uri="{FF2B5EF4-FFF2-40B4-BE49-F238E27FC236}">
                <a16:creationId xmlns:a16="http://schemas.microsoft.com/office/drawing/2014/main" id="{41C9E5F0-4F17-4DE5-AB7D-4D46D8391898}"/>
              </a:ext>
            </a:extLst>
          </p:cNvPr>
          <p:cNvSpPr/>
          <p:nvPr/>
        </p:nvSpPr>
        <p:spPr>
          <a:xfrm>
            <a:off x="6953780" y="2537415"/>
            <a:ext cx="1913696" cy="1228666"/>
          </a:xfrm>
          <a:custGeom>
            <a:avLst/>
            <a:gdLst/>
            <a:ahLst/>
            <a:cxnLst/>
            <a:rect l="0" t="0" r="0" b="0"/>
            <a:pathLst>
              <a:path w="1557041" h="999680">
                <a:moveTo>
                  <a:pt x="1555747" y="580482"/>
                </a:moveTo>
                <a:lnTo>
                  <a:pt x="1552760" y="576079"/>
                </a:lnTo>
                <a:lnTo>
                  <a:pt x="1546782" y="567396"/>
                </a:lnTo>
                <a:lnTo>
                  <a:pt x="1540070" y="554885"/>
                </a:lnTo>
                <a:lnTo>
                  <a:pt x="1534950" y="547344"/>
                </a:lnTo>
                <a:lnTo>
                  <a:pt x="1530673" y="541253"/>
                </a:lnTo>
                <a:lnTo>
                  <a:pt x="1524973" y="532717"/>
                </a:lnTo>
                <a:lnTo>
                  <a:pt x="1521769" y="527079"/>
                </a:lnTo>
                <a:lnTo>
                  <a:pt x="1519271" y="521923"/>
                </a:lnTo>
                <a:lnTo>
                  <a:pt x="1504389" y="488348"/>
                </a:lnTo>
                <a:lnTo>
                  <a:pt x="1497494" y="473366"/>
                </a:lnTo>
                <a:lnTo>
                  <a:pt x="1496170" y="470239"/>
                </a:lnTo>
                <a:lnTo>
                  <a:pt x="1490937" y="467974"/>
                </a:lnTo>
                <a:lnTo>
                  <a:pt x="1468772" y="458228"/>
                </a:lnTo>
                <a:lnTo>
                  <a:pt x="1466528" y="457284"/>
                </a:lnTo>
                <a:lnTo>
                  <a:pt x="1463062" y="455769"/>
                </a:lnTo>
                <a:lnTo>
                  <a:pt x="1456014" y="452659"/>
                </a:lnTo>
                <a:lnTo>
                  <a:pt x="1451741" y="450801"/>
                </a:lnTo>
                <a:lnTo>
                  <a:pt x="1448554" y="448080"/>
                </a:lnTo>
                <a:lnTo>
                  <a:pt x="1444766" y="444807"/>
                </a:lnTo>
                <a:lnTo>
                  <a:pt x="1440620" y="441297"/>
                </a:lnTo>
                <a:lnTo>
                  <a:pt x="1424188" y="427160"/>
                </a:lnTo>
                <a:lnTo>
                  <a:pt x="1417660" y="421602"/>
                </a:lnTo>
                <a:lnTo>
                  <a:pt x="1415080" y="419282"/>
                </a:lnTo>
                <a:lnTo>
                  <a:pt x="1414367" y="418703"/>
                </a:lnTo>
                <a:lnTo>
                  <a:pt x="1413626" y="418133"/>
                </a:lnTo>
                <a:lnTo>
                  <a:pt x="1404218" y="410063"/>
                </a:lnTo>
                <a:lnTo>
                  <a:pt x="1400048" y="406442"/>
                </a:lnTo>
                <a:lnTo>
                  <a:pt x="1395053" y="402166"/>
                </a:lnTo>
                <a:lnTo>
                  <a:pt x="1393635" y="400969"/>
                </a:lnTo>
                <a:lnTo>
                  <a:pt x="1382965" y="386947"/>
                </a:lnTo>
                <a:lnTo>
                  <a:pt x="1365372" y="363770"/>
                </a:lnTo>
                <a:lnTo>
                  <a:pt x="1353183" y="347478"/>
                </a:lnTo>
                <a:lnTo>
                  <a:pt x="1316936" y="299649"/>
                </a:lnTo>
                <a:lnTo>
                  <a:pt x="1313854" y="295244"/>
                </a:lnTo>
                <a:lnTo>
                  <a:pt x="1309717" y="289779"/>
                </a:lnTo>
                <a:lnTo>
                  <a:pt x="1265005" y="231131"/>
                </a:lnTo>
                <a:lnTo>
                  <a:pt x="1256531" y="219654"/>
                </a:lnTo>
                <a:lnTo>
                  <a:pt x="1249420" y="203802"/>
                </a:lnTo>
                <a:lnTo>
                  <a:pt x="1248061" y="200725"/>
                </a:lnTo>
                <a:lnTo>
                  <a:pt x="1235847" y="174061"/>
                </a:lnTo>
                <a:lnTo>
                  <a:pt x="1235165" y="172520"/>
                </a:lnTo>
                <a:lnTo>
                  <a:pt x="1229898" y="160975"/>
                </a:lnTo>
                <a:lnTo>
                  <a:pt x="1228739" y="158431"/>
                </a:lnTo>
                <a:lnTo>
                  <a:pt x="1227889" y="156516"/>
                </a:lnTo>
                <a:lnTo>
                  <a:pt x="1226713" y="154026"/>
                </a:lnTo>
                <a:lnTo>
                  <a:pt x="1225050" y="150377"/>
                </a:lnTo>
                <a:lnTo>
                  <a:pt x="1220270" y="139920"/>
                </a:lnTo>
                <a:lnTo>
                  <a:pt x="1217052" y="132847"/>
                </a:lnTo>
                <a:lnTo>
                  <a:pt x="1213426" y="124825"/>
                </a:lnTo>
                <a:lnTo>
                  <a:pt x="1212608" y="122995"/>
                </a:lnTo>
                <a:lnTo>
                  <a:pt x="1211612" y="120819"/>
                </a:lnTo>
                <a:lnTo>
                  <a:pt x="1207680" y="112260"/>
                </a:lnTo>
                <a:lnTo>
                  <a:pt x="1206925" y="110521"/>
                </a:lnTo>
                <a:lnTo>
                  <a:pt x="1202408" y="108584"/>
                </a:lnTo>
                <a:lnTo>
                  <a:pt x="1195246" y="105465"/>
                </a:lnTo>
                <a:lnTo>
                  <a:pt x="1169484" y="94493"/>
                </a:lnTo>
                <a:lnTo>
                  <a:pt x="1164274" y="92258"/>
                </a:lnTo>
                <a:lnTo>
                  <a:pt x="1160054" y="90497"/>
                </a:lnTo>
                <a:lnTo>
                  <a:pt x="1151080" y="86562"/>
                </a:lnTo>
                <a:lnTo>
                  <a:pt x="1146405" y="84552"/>
                </a:lnTo>
                <a:lnTo>
                  <a:pt x="1143006" y="83165"/>
                </a:lnTo>
                <a:lnTo>
                  <a:pt x="1139908" y="81833"/>
                </a:lnTo>
                <a:lnTo>
                  <a:pt x="1130124" y="77627"/>
                </a:lnTo>
                <a:lnTo>
                  <a:pt x="1120477" y="73405"/>
                </a:lnTo>
                <a:lnTo>
                  <a:pt x="1086626" y="56552"/>
                </a:lnTo>
                <a:lnTo>
                  <a:pt x="1081988" y="54506"/>
                </a:lnTo>
                <a:lnTo>
                  <a:pt x="1085045" y="51586"/>
                </a:lnTo>
                <a:lnTo>
                  <a:pt x="1089408" y="46874"/>
                </a:lnTo>
                <a:lnTo>
                  <a:pt x="1089560" y="44696"/>
                </a:lnTo>
                <a:lnTo>
                  <a:pt x="1089206" y="43623"/>
                </a:lnTo>
                <a:lnTo>
                  <a:pt x="1088514" y="42791"/>
                </a:lnTo>
                <a:lnTo>
                  <a:pt x="1087541" y="42110"/>
                </a:lnTo>
                <a:lnTo>
                  <a:pt x="1086413" y="41610"/>
                </a:lnTo>
                <a:lnTo>
                  <a:pt x="1085563" y="41403"/>
                </a:lnTo>
                <a:lnTo>
                  <a:pt x="1083798" y="41335"/>
                </a:lnTo>
                <a:lnTo>
                  <a:pt x="1082909" y="41351"/>
                </a:lnTo>
                <a:lnTo>
                  <a:pt x="1081687" y="40983"/>
                </a:lnTo>
                <a:lnTo>
                  <a:pt x="1080975" y="40341"/>
                </a:lnTo>
                <a:lnTo>
                  <a:pt x="1079809" y="37671"/>
                </a:lnTo>
                <a:lnTo>
                  <a:pt x="1076651" y="34844"/>
                </a:lnTo>
                <a:lnTo>
                  <a:pt x="1074313" y="34263"/>
                </a:lnTo>
                <a:lnTo>
                  <a:pt x="1071890" y="33675"/>
                </a:lnTo>
                <a:lnTo>
                  <a:pt x="1068938" y="33061"/>
                </a:lnTo>
                <a:lnTo>
                  <a:pt x="1066806" y="29862"/>
                </a:lnTo>
                <a:lnTo>
                  <a:pt x="1068390" y="26197"/>
                </a:lnTo>
                <a:lnTo>
                  <a:pt x="1067655" y="24097"/>
                </a:lnTo>
                <a:lnTo>
                  <a:pt x="1066739" y="22149"/>
                </a:lnTo>
                <a:lnTo>
                  <a:pt x="1064842" y="18611"/>
                </a:lnTo>
                <a:lnTo>
                  <a:pt x="1062748" y="15220"/>
                </a:lnTo>
                <a:lnTo>
                  <a:pt x="1062726" y="14099"/>
                </a:lnTo>
                <a:lnTo>
                  <a:pt x="1061042" y="11997"/>
                </a:lnTo>
                <a:lnTo>
                  <a:pt x="1060049" y="11092"/>
                </a:lnTo>
                <a:lnTo>
                  <a:pt x="1058209" y="9083"/>
                </a:lnTo>
                <a:lnTo>
                  <a:pt x="1056911" y="7814"/>
                </a:lnTo>
                <a:lnTo>
                  <a:pt x="1054350" y="5336"/>
                </a:lnTo>
                <a:lnTo>
                  <a:pt x="1052665" y="5225"/>
                </a:lnTo>
                <a:lnTo>
                  <a:pt x="1050167" y="5061"/>
                </a:lnTo>
                <a:lnTo>
                  <a:pt x="1048885" y="4953"/>
                </a:lnTo>
                <a:lnTo>
                  <a:pt x="1044866" y="4472"/>
                </a:lnTo>
                <a:lnTo>
                  <a:pt x="1041892" y="4082"/>
                </a:lnTo>
                <a:lnTo>
                  <a:pt x="1036775" y="3671"/>
                </a:lnTo>
                <a:lnTo>
                  <a:pt x="1029867" y="2872"/>
                </a:lnTo>
                <a:lnTo>
                  <a:pt x="1030401" y="983"/>
                </a:lnTo>
                <a:lnTo>
                  <a:pt x="1029282" y="476"/>
                </a:lnTo>
                <a:lnTo>
                  <a:pt x="1028439" y="200"/>
                </a:lnTo>
                <a:lnTo>
                  <a:pt x="1027592" y="0"/>
                </a:lnTo>
                <a:lnTo>
                  <a:pt x="1026786" y="6"/>
                </a:lnTo>
                <a:lnTo>
                  <a:pt x="1026120" y="304"/>
                </a:lnTo>
                <a:lnTo>
                  <a:pt x="1025303" y="900"/>
                </a:lnTo>
                <a:lnTo>
                  <a:pt x="1023463" y="2548"/>
                </a:lnTo>
                <a:lnTo>
                  <a:pt x="1022827" y="4356"/>
                </a:lnTo>
                <a:lnTo>
                  <a:pt x="1022656" y="5518"/>
                </a:lnTo>
                <a:lnTo>
                  <a:pt x="1022530" y="6391"/>
                </a:lnTo>
                <a:lnTo>
                  <a:pt x="1022232" y="8372"/>
                </a:lnTo>
                <a:lnTo>
                  <a:pt x="1021881" y="10813"/>
                </a:lnTo>
                <a:lnTo>
                  <a:pt x="1021702" y="12034"/>
                </a:lnTo>
                <a:lnTo>
                  <a:pt x="1017577" y="11923"/>
                </a:lnTo>
                <a:lnTo>
                  <a:pt x="1017096" y="11899"/>
                </a:lnTo>
                <a:lnTo>
                  <a:pt x="1015886" y="11884"/>
                </a:lnTo>
                <a:lnTo>
                  <a:pt x="1010986" y="12126"/>
                </a:lnTo>
                <a:lnTo>
                  <a:pt x="1010123" y="12182"/>
                </a:lnTo>
                <a:lnTo>
                  <a:pt x="1009752" y="12189"/>
                </a:lnTo>
                <a:lnTo>
                  <a:pt x="1007200" y="12374"/>
                </a:lnTo>
                <a:lnTo>
                  <a:pt x="1005406" y="10613"/>
                </a:lnTo>
                <a:lnTo>
                  <a:pt x="1002902" y="7832"/>
                </a:lnTo>
                <a:lnTo>
                  <a:pt x="998892" y="4391"/>
                </a:lnTo>
                <a:lnTo>
                  <a:pt x="996826" y="4705"/>
                </a:lnTo>
                <a:lnTo>
                  <a:pt x="995051" y="4981"/>
                </a:lnTo>
                <a:lnTo>
                  <a:pt x="993175" y="11199"/>
                </a:lnTo>
                <a:lnTo>
                  <a:pt x="991126" y="18126"/>
                </a:lnTo>
                <a:lnTo>
                  <a:pt x="989999" y="22334"/>
                </a:lnTo>
                <a:lnTo>
                  <a:pt x="990673" y="23729"/>
                </a:lnTo>
                <a:lnTo>
                  <a:pt x="991882" y="25370"/>
                </a:lnTo>
                <a:lnTo>
                  <a:pt x="992839" y="27359"/>
                </a:lnTo>
                <a:lnTo>
                  <a:pt x="993185" y="29264"/>
                </a:lnTo>
                <a:lnTo>
                  <a:pt x="993189" y="30602"/>
                </a:lnTo>
                <a:lnTo>
                  <a:pt x="992345" y="33022"/>
                </a:lnTo>
                <a:lnTo>
                  <a:pt x="991055" y="34445"/>
                </a:lnTo>
                <a:lnTo>
                  <a:pt x="988998" y="34495"/>
                </a:lnTo>
                <a:lnTo>
                  <a:pt x="983568" y="33477"/>
                </a:lnTo>
                <a:lnTo>
                  <a:pt x="978355" y="32443"/>
                </a:lnTo>
                <a:lnTo>
                  <a:pt x="972388" y="31296"/>
                </a:lnTo>
                <a:lnTo>
                  <a:pt x="962807" y="29416"/>
                </a:lnTo>
                <a:lnTo>
                  <a:pt x="959691" y="28759"/>
                </a:lnTo>
                <a:lnTo>
                  <a:pt x="954389" y="27227"/>
                </a:lnTo>
                <a:lnTo>
                  <a:pt x="952569" y="26476"/>
                </a:lnTo>
                <a:lnTo>
                  <a:pt x="950053" y="31061"/>
                </a:lnTo>
                <a:lnTo>
                  <a:pt x="946965" y="36804"/>
                </a:lnTo>
                <a:lnTo>
                  <a:pt x="936625" y="55821"/>
                </a:lnTo>
                <a:lnTo>
                  <a:pt x="933399" y="54933"/>
                </a:lnTo>
                <a:lnTo>
                  <a:pt x="928226" y="53760"/>
                </a:lnTo>
                <a:lnTo>
                  <a:pt x="923111" y="52920"/>
                </a:lnTo>
                <a:lnTo>
                  <a:pt x="921542" y="52837"/>
                </a:lnTo>
                <a:lnTo>
                  <a:pt x="920801" y="53022"/>
                </a:lnTo>
                <a:lnTo>
                  <a:pt x="919042" y="54114"/>
                </a:lnTo>
                <a:lnTo>
                  <a:pt x="912691" y="63041"/>
                </a:lnTo>
                <a:lnTo>
                  <a:pt x="910446" y="65377"/>
                </a:lnTo>
                <a:lnTo>
                  <a:pt x="909336" y="66663"/>
                </a:lnTo>
                <a:lnTo>
                  <a:pt x="907533" y="68549"/>
                </a:lnTo>
                <a:lnTo>
                  <a:pt x="905891" y="70700"/>
                </a:lnTo>
                <a:lnTo>
                  <a:pt x="903665" y="73442"/>
                </a:lnTo>
                <a:lnTo>
                  <a:pt x="901216" y="75720"/>
                </a:lnTo>
                <a:lnTo>
                  <a:pt x="898970" y="77840"/>
                </a:lnTo>
                <a:lnTo>
                  <a:pt x="897851" y="78421"/>
                </a:lnTo>
                <a:lnTo>
                  <a:pt x="896625" y="78606"/>
                </a:lnTo>
                <a:lnTo>
                  <a:pt x="894362" y="77313"/>
                </a:lnTo>
                <a:lnTo>
                  <a:pt x="890734" y="73611"/>
                </a:lnTo>
                <a:lnTo>
                  <a:pt x="886018" y="68745"/>
                </a:lnTo>
                <a:lnTo>
                  <a:pt x="882992" y="75570"/>
                </a:lnTo>
                <a:lnTo>
                  <a:pt x="879020" y="85087"/>
                </a:lnTo>
                <a:lnTo>
                  <a:pt x="877766" y="88869"/>
                </a:lnTo>
                <a:lnTo>
                  <a:pt x="876108" y="94689"/>
                </a:lnTo>
                <a:lnTo>
                  <a:pt x="875140" y="101095"/>
                </a:lnTo>
                <a:lnTo>
                  <a:pt x="873178" y="102179"/>
                </a:lnTo>
                <a:lnTo>
                  <a:pt x="833923" y="122923"/>
                </a:lnTo>
                <a:lnTo>
                  <a:pt x="827837" y="126120"/>
                </a:lnTo>
                <a:lnTo>
                  <a:pt x="784544" y="149143"/>
                </a:lnTo>
                <a:lnTo>
                  <a:pt x="777592" y="152782"/>
                </a:lnTo>
                <a:lnTo>
                  <a:pt x="757018" y="163739"/>
                </a:lnTo>
                <a:lnTo>
                  <a:pt x="743212" y="171058"/>
                </a:lnTo>
                <a:lnTo>
                  <a:pt x="746911" y="175269"/>
                </a:lnTo>
                <a:lnTo>
                  <a:pt x="749096" y="177891"/>
                </a:lnTo>
                <a:lnTo>
                  <a:pt x="749595" y="179014"/>
                </a:lnTo>
                <a:lnTo>
                  <a:pt x="753001" y="182803"/>
                </a:lnTo>
                <a:lnTo>
                  <a:pt x="761395" y="192013"/>
                </a:lnTo>
                <a:lnTo>
                  <a:pt x="766301" y="196679"/>
                </a:lnTo>
                <a:lnTo>
                  <a:pt x="765770" y="201040"/>
                </a:lnTo>
                <a:lnTo>
                  <a:pt x="765821" y="207438"/>
                </a:lnTo>
                <a:lnTo>
                  <a:pt x="766564" y="212951"/>
                </a:lnTo>
                <a:lnTo>
                  <a:pt x="766006" y="214346"/>
                </a:lnTo>
                <a:lnTo>
                  <a:pt x="763562" y="217882"/>
                </a:lnTo>
                <a:lnTo>
                  <a:pt x="759922" y="223608"/>
                </a:lnTo>
                <a:lnTo>
                  <a:pt x="758547" y="225889"/>
                </a:lnTo>
                <a:lnTo>
                  <a:pt x="756706" y="228792"/>
                </a:lnTo>
                <a:lnTo>
                  <a:pt x="755674" y="230515"/>
                </a:lnTo>
                <a:lnTo>
                  <a:pt x="750654" y="237016"/>
                </a:lnTo>
                <a:lnTo>
                  <a:pt x="747905" y="240622"/>
                </a:lnTo>
                <a:lnTo>
                  <a:pt x="741327" y="250759"/>
                </a:lnTo>
                <a:lnTo>
                  <a:pt x="738213" y="254970"/>
                </a:lnTo>
                <a:lnTo>
                  <a:pt x="736102" y="257355"/>
                </a:lnTo>
                <a:lnTo>
                  <a:pt x="733421" y="257886"/>
                </a:lnTo>
                <a:lnTo>
                  <a:pt x="729185" y="259573"/>
                </a:lnTo>
                <a:lnTo>
                  <a:pt x="727047" y="261020"/>
                </a:lnTo>
                <a:lnTo>
                  <a:pt x="720677" y="265521"/>
                </a:lnTo>
                <a:lnTo>
                  <a:pt x="714214" y="270200"/>
                </a:lnTo>
                <a:lnTo>
                  <a:pt x="707367" y="274855"/>
                </a:lnTo>
                <a:lnTo>
                  <a:pt x="702815" y="278071"/>
                </a:lnTo>
                <a:lnTo>
                  <a:pt x="699495" y="279890"/>
                </a:lnTo>
                <a:lnTo>
                  <a:pt x="696502" y="281320"/>
                </a:lnTo>
                <a:lnTo>
                  <a:pt x="693358" y="282761"/>
                </a:lnTo>
                <a:lnTo>
                  <a:pt x="690941" y="283927"/>
                </a:lnTo>
                <a:lnTo>
                  <a:pt x="688614" y="285009"/>
                </a:lnTo>
                <a:lnTo>
                  <a:pt x="688363" y="285270"/>
                </a:lnTo>
                <a:lnTo>
                  <a:pt x="691225" y="288617"/>
                </a:lnTo>
                <a:lnTo>
                  <a:pt x="692461" y="290123"/>
                </a:lnTo>
                <a:lnTo>
                  <a:pt x="696167" y="295076"/>
                </a:lnTo>
                <a:lnTo>
                  <a:pt x="701046" y="300922"/>
                </a:lnTo>
                <a:lnTo>
                  <a:pt x="703136" y="303653"/>
                </a:lnTo>
                <a:lnTo>
                  <a:pt x="703619" y="305044"/>
                </a:lnTo>
                <a:lnTo>
                  <a:pt x="703595" y="306523"/>
                </a:lnTo>
                <a:lnTo>
                  <a:pt x="702577" y="308713"/>
                </a:lnTo>
                <a:lnTo>
                  <a:pt x="699248" y="314005"/>
                </a:lnTo>
                <a:lnTo>
                  <a:pt x="694914" y="320893"/>
                </a:lnTo>
                <a:lnTo>
                  <a:pt x="691752" y="326003"/>
                </a:lnTo>
                <a:lnTo>
                  <a:pt x="690862" y="327463"/>
                </a:lnTo>
                <a:lnTo>
                  <a:pt x="684925" y="337041"/>
                </a:lnTo>
                <a:lnTo>
                  <a:pt x="678425" y="347733"/>
                </a:lnTo>
                <a:lnTo>
                  <a:pt x="671116" y="359542"/>
                </a:lnTo>
                <a:lnTo>
                  <a:pt x="661686" y="372529"/>
                </a:lnTo>
                <a:lnTo>
                  <a:pt x="656722" y="379010"/>
                </a:lnTo>
                <a:lnTo>
                  <a:pt x="653814" y="382756"/>
                </a:lnTo>
                <a:lnTo>
                  <a:pt x="651995" y="385546"/>
                </a:lnTo>
                <a:lnTo>
                  <a:pt x="642655" y="404329"/>
                </a:lnTo>
                <a:lnTo>
                  <a:pt x="642353" y="404910"/>
                </a:lnTo>
                <a:lnTo>
                  <a:pt x="641720" y="404573"/>
                </a:lnTo>
                <a:lnTo>
                  <a:pt x="640486" y="407380"/>
                </a:lnTo>
                <a:lnTo>
                  <a:pt x="637394" y="414483"/>
                </a:lnTo>
                <a:lnTo>
                  <a:pt x="636801" y="415393"/>
                </a:lnTo>
                <a:lnTo>
                  <a:pt x="637701" y="416536"/>
                </a:lnTo>
                <a:lnTo>
                  <a:pt x="635971" y="416699"/>
                </a:lnTo>
                <a:lnTo>
                  <a:pt x="635227" y="417813"/>
                </a:lnTo>
                <a:lnTo>
                  <a:pt x="633767" y="419948"/>
                </a:lnTo>
                <a:lnTo>
                  <a:pt x="632003" y="422527"/>
                </a:lnTo>
                <a:lnTo>
                  <a:pt x="630214" y="426988"/>
                </a:lnTo>
                <a:lnTo>
                  <a:pt x="627996" y="431980"/>
                </a:lnTo>
                <a:lnTo>
                  <a:pt x="623975" y="430394"/>
                </a:lnTo>
                <a:lnTo>
                  <a:pt x="621938" y="432764"/>
                </a:lnTo>
                <a:lnTo>
                  <a:pt x="619756" y="432168"/>
                </a:lnTo>
                <a:lnTo>
                  <a:pt x="615958" y="431221"/>
                </a:lnTo>
                <a:lnTo>
                  <a:pt x="608686" y="429393"/>
                </a:lnTo>
                <a:lnTo>
                  <a:pt x="607367" y="429480"/>
                </a:lnTo>
                <a:lnTo>
                  <a:pt x="599951" y="429893"/>
                </a:lnTo>
                <a:lnTo>
                  <a:pt x="595525" y="428566"/>
                </a:lnTo>
                <a:lnTo>
                  <a:pt x="589505" y="424673"/>
                </a:lnTo>
                <a:lnTo>
                  <a:pt x="588329" y="423824"/>
                </a:lnTo>
                <a:lnTo>
                  <a:pt x="586359" y="422431"/>
                </a:lnTo>
                <a:lnTo>
                  <a:pt x="585497" y="419101"/>
                </a:lnTo>
                <a:lnTo>
                  <a:pt x="585536" y="418810"/>
                </a:lnTo>
                <a:lnTo>
                  <a:pt x="587564" y="413180"/>
                </a:lnTo>
                <a:lnTo>
                  <a:pt x="586097" y="410462"/>
                </a:lnTo>
                <a:lnTo>
                  <a:pt x="584073" y="406242"/>
                </a:lnTo>
                <a:lnTo>
                  <a:pt x="582571" y="403086"/>
                </a:lnTo>
                <a:lnTo>
                  <a:pt x="575978" y="395948"/>
                </a:lnTo>
                <a:lnTo>
                  <a:pt x="574555" y="390290"/>
                </a:lnTo>
                <a:lnTo>
                  <a:pt x="573294" y="383400"/>
                </a:lnTo>
                <a:lnTo>
                  <a:pt x="565374" y="369454"/>
                </a:lnTo>
                <a:lnTo>
                  <a:pt x="564161" y="362308"/>
                </a:lnTo>
                <a:lnTo>
                  <a:pt x="563717" y="354843"/>
                </a:lnTo>
                <a:lnTo>
                  <a:pt x="562280" y="340895"/>
                </a:lnTo>
                <a:lnTo>
                  <a:pt x="560765" y="338153"/>
                </a:lnTo>
                <a:lnTo>
                  <a:pt x="557045" y="333344"/>
                </a:lnTo>
                <a:lnTo>
                  <a:pt x="557175" y="326861"/>
                </a:lnTo>
                <a:lnTo>
                  <a:pt x="555073" y="325881"/>
                </a:lnTo>
                <a:lnTo>
                  <a:pt x="551691" y="322465"/>
                </a:lnTo>
                <a:lnTo>
                  <a:pt x="540815" y="311433"/>
                </a:lnTo>
                <a:lnTo>
                  <a:pt x="533071" y="311585"/>
                </a:lnTo>
                <a:lnTo>
                  <a:pt x="529664" y="309105"/>
                </a:lnTo>
                <a:lnTo>
                  <a:pt x="526216" y="305775"/>
                </a:lnTo>
                <a:lnTo>
                  <a:pt x="524845" y="304447"/>
                </a:lnTo>
                <a:lnTo>
                  <a:pt x="523070" y="302793"/>
                </a:lnTo>
                <a:lnTo>
                  <a:pt x="510740" y="303211"/>
                </a:lnTo>
                <a:lnTo>
                  <a:pt x="510306" y="303790"/>
                </a:lnTo>
                <a:lnTo>
                  <a:pt x="507153" y="308249"/>
                </a:lnTo>
                <a:lnTo>
                  <a:pt x="494058" y="325394"/>
                </a:lnTo>
                <a:lnTo>
                  <a:pt x="489118" y="331960"/>
                </a:lnTo>
                <a:lnTo>
                  <a:pt x="477122" y="347840"/>
                </a:lnTo>
                <a:lnTo>
                  <a:pt x="469775" y="357546"/>
                </a:lnTo>
                <a:lnTo>
                  <a:pt x="464905" y="364014"/>
                </a:lnTo>
                <a:lnTo>
                  <a:pt x="459526" y="371119"/>
                </a:lnTo>
                <a:lnTo>
                  <a:pt x="457497" y="373844"/>
                </a:lnTo>
                <a:lnTo>
                  <a:pt x="452598" y="380279"/>
                </a:lnTo>
                <a:lnTo>
                  <a:pt x="451013" y="382407"/>
                </a:lnTo>
                <a:lnTo>
                  <a:pt x="447825" y="387583"/>
                </a:lnTo>
                <a:lnTo>
                  <a:pt x="445519" y="391443"/>
                </a:lnTo>
                <a:lnTo>
                  <a:pt x="440641" y="399582"/>
                </a:lnTo>
                <a:lnTo>
                  <a:pt x="433421" y="400344"/>
                </a:lnTo>
                <a:lnTo>
                  <a:pt x="427779" y="401759"/>
                </a:lnTo>
                <a:lnTo>
                  <a:pt x="395325" y="402418"/>
                </a:lnTo>
                <a:lnTo>
                  <a:pt x="340624" y="403652"/>
                </a:lnTo>
                <a:lnTo>
                  <a:pt x="332934" y="405328"/>
                </a:lnTo>
                <a:lnTo>
                  <a:pt x="314379" y="413793"/>
                </a:lnTo>
                <a:lnTo>
                  <a:pt x="291595" y="423345"/>
                </a:lnTo>
                <a:lnTo>
                  <a:pt x="287978" y="423672"/>
                </a:lnTo>
                <a:lnTo>
                  <a:pt x="279138" y="421019"/>
                </a:lnTo>
                <a:lnTo>
                  <a:pt x="270723" y="418229"/>
                </a:lnTo>
                <a:lnTo>
                  <a:pt x="262712" y="413619"/>
                </a:lnTo>
                <a:lnTo>
                  <a:pt x="249631" y="411593"/>
                </a:lnTo>
                <a:lnTo>
                  <a:pt x="240731" y="411027"/>
                </a:lnTo>
                <a:lnTo>
                  <a:pt x="230123" y="410764"/>
                </a:lnTo>
                <a:lnTo>
                  <a:pt x="211398" y="411138"/>
                </a:lnTo>
                <a:lnTo>
                  <a:pt x="202580" y="410990"/>
                </a:lnTo>
                <a:lnTo>
                  <a:pt x="156871" y="411291"/>
                </a:lnTo>
                <a:lnTo>
                  <a:pt x="134348" y="413426"/>
                </a:lnTo>
                <a:lnTo>
                  <a:pt x="107071" y="419691"/>
                </a:lnTo>
                <a:lnTo>
                  <a:pt x="92147" y="423587"/>
                </a:lnTo>
                <a:lnTo>
                  <a:pt x="40310" y="437208"/>
                </a:lnTo>
                <a:lnTo>
                  <a:pt x="29231" y="441898"/>
                </a:lnTo>
                <a:lnTo>
                  <a:pt x="15533" y="451556"/>
                </a:lnTo>
                <a:lnTo>
                  <a:pt x="11723" y="453763"/>
                </a:lnTo>
                <a:lnTo>
                  <a:pt x="4705" y="456139"/>
                </a:lnTo>
                <a:lnTo>
                  <a:pt x="0" y="460402"/>
                </a:lnTo>
                <a:lnTo>
                  <a:pt x="3845" y="466809"/>
                </a:lnTo>
                <a:lnTo>
                  <a:pt x="5860" y="475273"/>
                </a:lnTo>
                <a:lnTo>
                  <a:pt x="21470" y="481140"/>
                </a:lnTo>
                <a:lnTo>
                  <a:pt x="50205" y="492702"/>
                </a:lnTo>
                <a:lnTo>
                  <a:pt x="75787" y="509170"/>
                </a:lnTo>
                <a:lnTo>
                  <a:pt x="91907" y="523538"/>
                </a:lnTo>
                <a:lnTo>
                  <a:pt x="108007" y="541052"/>
                </a:lnTo>
                <a:lnTo>
                  <a:pt x="127481" y="559490"/>
                </a:lnTo>
                <a:lnTo>
                  <a:pt x="142263" y="571505"/>
                </a:lnTo>
                <a:lnTo>
                  <a:pt x="144393" y="573666"/>
                </a:lnTo>
                <a:lnTo>
                  <a:pt x="146072" y="577503"/>
                </a:lnTo>
                <a:lnTo>
                  <a:pt x="148525" y="585015"/>
                </a:lnTo>
                <a:lnTo>
                  <a:pt x="149605" y="587542"/>
                </a:lnTo>
                <a:lnTo>
                  <a:pt x="164862" y="606588"/>
                </a:lnTo>
                <a:lnTo>
                  <a:pt x="181283" y="620447"/>
                </a:lnTo>
                <a:lnTo>
                  <a:pt x="186178" y="628011"/>
                </a:lnTo>
                <a:lnTo>
                  <a:pt x="200049" y="641321"/>
                </a:lnTo>
                <a:lnTo>
                  <a:pt x="226721" y="651508"/>
                </a:lnTo>
                <a:lnTo>
                  <a:pt x="235568" y="657857"/>
                </a:lnTo>
                <a:lnTo>
                  <a:pt x="245690" y="661989"/>
                </a:lnTo>
                <a:lnTo>
                  <a:pt x="263378" y="670781"/>
                </a:lnTo>
                <a:lnTo>
                  <a:pt x="290613" y="676581"/>
                </a:lnTo>
                <a:lnTo>
                  <a:pt x="337952" y="687915"/>
                </a:lnTo>
                <a:lnTo>
                  <a:pt x="351495" y="691996"/>
                </a:lnTo>
                <a:lnTo>
                  <a:pt x="388010" y="709197"/>
                </a:lnTo>
                <a:lnTo>
                  <a:pt x="438285" y="740121"/>
                </a:lnTo>
                <a:lnTo>
                  <a:pt x="457975" y="762084"/>
                </a:lnTo>
                <a:lnTo>
                  <a:pt x="459880" y="767577"/>
                </a:lnTo>
                <a:lnTo>
                  <a:pt x="479944" y="785514"/>
                </a:lnTo>
                <a:lnTo>
                  <a:pt x="484679" y="793677"/>
                </a:lnTo>
                <a:lnTo>
                  <a:pt x="492127" y="808314"/>
                </a:lnTo>
                <a:lnTo>
                  <a:pt x="495900" y="825587"/>
                </a:lnTo>
                <a:lnTo>
                  <a:pt x="497741" y="846512"/>
                </a:lnTo>
                <a:lnTo>
                  <a:pt x="496162" y="862449"/>
                </a:lnTo>
                <a:lnTo>
                  <a:pt x="497454" y="898631"/>
                </a:lnTo>
                <a:lnTo>
                  <a:pt x="496188" y="929408"/>
                </a:lnTo>
                <a:lnTo>
                  <a:pt x="492576" y="949545"/>
                </a:lnTo>
                <a:lnTo>
                  <a:pt x="490694" y="969760"/>
                </a:lnTo>
                <a:lnTo>
                  <a:pt x="488662" y="976837"/>
                </a:lnTo>
                <a:lnTo>
                  <a:pt x="485802" y="984365"/>
                </a:lnTo>
                <a:lnTo>
                  <a:pt x="486368" y="990659"/>
                </a:lnTo>
                <a:lnTo>
                  <a:pt x="482541" y="995109"/>
                </a:lnTo>
                <a:lnTo>
                  <a:pt x="483963" y="996036"/>
                </a:lnTo>
                <a:lnTo>
                  <a:pt x="487877" y="999680"/>
                </a:lnTo>
                <a:lnTo>
                  <a:pt x="664103" y="806798"/>
                </a:lnTo>
                <a:lnTo>
                  <a:pt x="688408" y="780622"/>
                </a:lnTo>
                <a:lnTo>
                  <a:pt x="703486" y="783638"/>
                </a:lnTo>
                <a:lnTo>
                  <a:pt x="747214" y="739601"/>
                </a:lnTo>
                <a:lnTo>
                  <a:pt x="735755" y="729950"/>
                </a:lnTo>
                <a:lnTo>
                  <a:pt x="784356" y="662109"/>
                </a:lnTo>
                <a:lnTo>
                  <a:pt x="787166" y="663210"/>
                </a:lnTo>
                <a:lnTo>
                  <a:pt x="821812" y="660779"/>
                </a:lnTo>
                <a:lnTo>
                  <a:pt x="844319" y="661998"/>
                </a:lnTo>
                <a:lnTo>
                  <a:pt x="875651" y="665101"/>
                </a:lnTo>
                <a:lnTo>
                  <a:pt x="889929" y="668734"/>
                </a:lnTo>
                <a:lnTo>
                  <a:pt x="906127" y="674892"/>
                </a:lnTo>
                <a:lnTo>
                  <a:pt x="914727" y="680148"/>
                </a:lnTo>
                <a:lnTo>
                  <a:pt x="921915" y="687976"/>
                </a:lnTo>
                <a:lnTo>
                  <a:pt x="931865" y="696698"/>
                </a:lnTo>
                <a:lnTo>
                  <a:pt x="944755" y="703140"/>
                </a:lnTo>
                <a:lnTo>
                  <a:pt x="984272" y="711097"/>
                </a:lnTo>
                <a:lnTo>
                  <a:pt x="994645" y="714664"/>
                </a:lnTo>
                <a:lnTo>
                  <a:pt x="1008466" y="721819"/>
                </a:lnTo>
                <a:lnTo>
                  <a:pt x="1021704" y="730250"/>
                </a:lnTo>
                <a:lnTo>
                  <a:pt x="1039764" y="742696"/>
                </a:lnTo>
                <a:lnTo>
                  <a:pt x="1053791" y="743138"/>
                </a:lnTo>
                <a:lnTo>
                  <a:pt x="1064080" y="743307"/>
                </a:lnTo>
                <a:lnTo>
                  <a:pt x="1079165" y="748537"/>
                </a:lnTo>
                <a:lnTo>
                  <a:pt x="1102639" y="752776"/>
                </a:lnTo>
                <a:lnTo>
                  <a:pt x="1113288" y="758807"/>
                </a:lnTo>
                <a:lnTo>
                  <a:pt x="1114861" y="754504"/>
                </a:lnTo>
                <a:lnTo>
                  <a:pt x="1118631" y="755906"/>
                </a:lnTo>
                <a:lnTo>
                  <a:pt x="1122976" y="755222"/>
                </a:lnTo>
                <a:lnTo>
                  <a:pt x="1142141" y="744992"/>
                </a:lnTo>
                <a:lnTo>
                  <a:pt x="1149140" y="742089"/>
                </a:lnTo>
                <a:lnTo>
                  <a:pt x="1152946" y="740887"/>
                </a:lnTo>
                <a:lnTo>
                  <a:pt x="1164501" y="737884"/>
                </a:lnTo>
                <a:lnTo>
                  <a:pt x="1168364" y="736150"/>
                </a:lnTo>
                <a:lnTo>
                  <a:pt x="1174336" y="733410"/>
                </a:lnTo>
                <a:lnTo>
                  <a:pt x="1185066" y="733162"/>
                </a:lnTo>
                <a:lnTo>
                  <a:pt x="1190310" y="733057"/>
                </a:lnTo>
                <a:lnTo>
                  <a:pt x="1216397" y="728189"/>
                </a:lnTo>
                <a:lnTo>
                  <a:pt x="1222763" y="729989"/>
                </a:lnTo>
                <a:lnTo>
                  <a:pt x="1233129" y="729386"/>
                </a:lnTo>
                <a:lnTo>
                  <a:pt x="1245735" y="721338"/>
                </a:lnTo>
                <a:lnTo>
                  <a:pt x="1249050" y="718583"/>
                </a:lnTo>
                <a:lnTo>
                  <a:pt x="1257030" y="711512"/>
                </a:lnTo>
                <a:lnTo>
                  <a:pt x="1259757" y="710975"/>
                </a:lnTo>
                <a:lnTo>
                  <a:pt x="1263396" y="710925"/>
                </a:lnTo>
                <a:lnTo>
                  <a:pt x="1272727" y="712568"/>
                </a:lnTo>
                <a:lnTo>
                  <a:pt x="1282984" y="708450"/>
                </a:lnTo>
                <a:lnTo>
                  <a:pt x="1287657" y="705408"/>
                </a:lnTo>
                <a:lnTo>
                  <a:pt x="1299757" y="692176"/>
                </a:lnTo>
                <a:lnTo>
                  <a:pt x="1308203" y="685974"/>
                </a:lnTo>
                <a:lnTo>
                  <a:pt x="1317744" y="679887"/>
                </a:lnTo>
                <a:lnTo>
                  <a:pt x="1331523" y="669088"/>
                </a:lnTo>
                <a:lnTo>
                  <a:pt x="1340113" y="661064"/>
                </a:lnTo>
                <a:lnTo>
                  <a:pt x="1346378" y="658394"/>
                </a:lnTo>
                <a:lnTo>
                  <a:pt x="1373759" y="658096"/>
                </a:lnTo>
                <a:lnTo>
                  <a:pt x="1376670" y="657315"/>
                </a:lnTo>
                <a:lnTo>
                  <a:pt x="1383979" y="654429"/>
                </a:lnTo>
                <a:lnTo>
                  <a:pt x="1396133" y="651300"/>
                </a:lnTo>
                <a:lnTo>
                  <a:pt x="1406448" y="651125"/>
                </a:lnTo>
                <a:lnTo>
                  <a:pt x="1423475" y="650233"/>
                </a:lnTo>
                <a:lnTo>
                  <a:pt x="1447681" y="636401"/>
                </a:lnTo>
                <a:lnTo>
                  <a:pt x="1453631" y="633108"/>
                </a:lnTo>
                <a:lnTo>
                  <a:pt x="1454189" y="632769"/>
                </a:lnTo>
                <a:lnTo>
                  <a:pt x="1455429" y="632231"/>
                </a:lnTo>
                <a:lnTo>
                  <a:pt x="1459671" y="631237"/>
                </a:lnTo>
                <a:lnTo>
                  <a:pt x="1470130" y="630081"/>
                </a:lnTo>
                <a:lnTo>
                  <a:pt x="1484541" y="628714"/>
                </a:lnTo>
                <a:lnTo>
                  <a:pt x="1489310" y="627324"/>
                </a:lnTo>
                <a:lnTo>
                  <a:pt x="1490839" y="626695"/>
                </a:lnTo>
                <a:lnTo>
                  <a:pt x="1494898" y="624647"/>
                </a:lnTo>
                <a:lnTo>
                  <a:pt x="1498122" y="622255"/>
                </a:lnTo>
                <a:lnTo>
                  <a:pt x="1505613" y="616843"/>
                </a:lnTo>
                <a:lnTo>
                  <a:pt x="1510660" y="613141"/>
                </a:lnTo>
                <a:lnTo>
                  <a:pt x="1516448" y="608736"/>
                </a:lnTo>
                <a:lnTo>
                  <a:pt x="1525186" y="600826"/>
                </a:lnTo>
                <a:lnTo>
                  <a:pt x="1534446" y="592316"/>
                </a:lnTo>
                <a:lnTo>
                  <a:pt x="1538476" y="588971"/>
                </a:lnTo>
                <a:lnTo>
                  <a:pt x="1547475" y="584793"/>
                </a:lnTo>
                <a:lnTo>
                  <a:pt x="1550399" y="584145"/>
                </a:lnTo>
                <a:lnTo>
                  <a:pt x="1555380" y="583198"/>
                </a:lnTo>
                <a:lnTo>
                  <a:pt x="1557041" y="582486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g11">
            <a:extLst>
              <a:ext uri="{FF2B5EF4-FFF2-40B4-BE49-F238E27FC236}">
                <a16:creationId xmlns:a16="http://schemas.microsoft.com/office/drawing/2014/main" id="{28E239FF-D9FC-476A-A9DE-CA251A212824}"/>
              </a:ext>
            </a:extLst>
          </p:cNvPr>
          <p:cNvSpPr/>
          <p:nvPr/>
        </p:nvSpPr>
        <p:spPr>
          <a:xfrm>
            <a:off x="5071917" y="2086175"/>
            <a:ext cx="2278998" cy="1515328"/>
          </a:xfrm>
          <a:custGeom>
            <a:avLst/>
            <a:gdLst/>
            <a:ahLst/>
            <a:cxnLst/>
            <a:rect l="0" t="0" r="0" b="0"/>
            <a:pathLst>
              <a:path w="1854260" h="1232916">
                <a:moveTo>
                  <a:pt x="1852525" y="880666"/>
                </a:moveTo>
                <a:lnTo>
                  <a:pt x="1846735" y="881591"/>
                </a:lnTo>
                <a:lnTo>
                  <a:pt x="1841565" y="881593"/>
                </a:lnTo>
                <a:lnTo>
                  <a:pt x="1836955" y="880862"/>
                </a:lnTo>
                <a:lnTo>
                  <a:pt x="1830111" y="878571"/>
                </a:lnTo>
                <a:lnTo>
                  <a:pt x="1824722" y="874518"/>
                </a:lnTo>
                <a:lnTo>
                  <a:pt x="1820482" y="869983"/>
                </a:lnTo>
                <a:lnTo>
                  <a:pt x="1817198" y="862262"/>
                </a:lnTo>
                <a:lnTo>
                  <a:pt x="1815738" y="850658"/>
                </a:lnTo>
                <a:lnTo>
                  <a:pt x="1813638" y="839751"/>
                </a:lnTo>
                <a:lnTo>
                  <a:pt x="1809789" y="829494"/>
                </a:lnTo>
                <a:lnTo>
                  <a:pt x="1804543" y="816904"/>
                </a:lnTo>
                <a:lnTo>
                  <a:pt x="1802462" y="804497"/>
                </a:lnTo>
                <a:lnTo>
                  <a:pt x="1802842" y="787266"/>
                </a:lnTo>
                <a:lnTo>
                  <a:pt x="1805195" y="780336"/>
                </a:lnTo>
                <a:lnTo>
                  <a:pt x="1811944" y="768089"/>
                </a:lnTo>
                <a:lnTo>
                  <a:pt x="1816367" y="759656"/>
                </a:lnTo>
                <a:lnTo>
                  <a:pt x="1820342" y="751425"/>
                </a:lnTo>
                <a:lnTo>
                  <a:pt x="1819339" y="744863"/>
                </a:lnTo>
                <a:lnTo>
                  <a:pt x="1814914" y="738235"/>
                </a:lnTo>
                <a:lnTo>
                  <a:pt x="1810641" y="733967"/>
                </a:lnTo>
                <a:lnTo>
                  <a:pt x="1803918" y="732457"/>
                </a:lnTo>
                <a:lnTo>
                  <a:pt x="1797896" y="733625"/>
                </a:lnTo>
                <a:lnTo>
                  <a:pt x="1793142" y="739434"/>
                </a:lnTo>
                <a:lnTo>
                  <a:pt x="1786124" y="745764"/>
                </a:lnTo>
                <a:lnTo>
                  <a:pt x="1782493" y="748687"/>
                </a:lnTo>
                <a:lnTo>
                  <a:pt x="1778800" y="748805"/>
                </a:lnTo>
                <a:lnTo>
                  <a:pt x="1775628" y="745458"/>
                </a:lnTo>
                <a:lnTo>
                  <a:pt x="1774414" y="740204"/>
                </a:lnTo>
                <a:lnTo>
                  <a:pt x="1772630" y="736145"/>
                </a:lnTo>
                <a:lnTo>
                  <a:pt x="1769468" y="732953"/>
                </a:lnTo>
                <a:lnTo>
                  <a:pt x="1764170" y="731967"/>
                </a:lnTo>
                <a:lnTo>
                  <a:pt x="1753608" y="732452"/>
                </a:lnTo>
                <a:lnTo>
                  <a:pt x="1746907" y="730259"/>
                </a:lnTo>
                <a:lnTo>
                  <a:pt x="1743968" y="728570"/>
                </a:lnTo>
                <a:lnTo>
                  <a:pt x="1741774" y="724894"/>
                </a:lnTo>
                <a:lnTo>
                  <a:pt x="1741063" y="718994"/>
                </a:lnTo>
                <a:lnTo>
                  <a:pt x="1741947" y="713464"/>
                </a:lnTo>
                <a:lnTo>
                  <a:pt x="1745132" y="708903"/>
                </a:lnTo>
                <a:lnTo>
                  <a:pt x="1752359" y="704825"/>
                </a:lnTo>
                <a:lnTo>
                  <a:pt x="1758954" y="701491"/>
                </a:lnTo>
                <a:lnTo>
                  <a:pt x="1762521" y="698231"/>
                </a:lnTo>
                <a:lnTo>
                  <a:pt x="1763800" y="693956"/>
                </a:lnTo>
                <a:lnTo>
                  <a:pt x="1763722" y="689419"/>
                </a:lnTo>
                <a:lnTo>
                  <a:pt x="1760383" y="686690"/>
                </a:lnTo>
                <a:lnTo>
                  <a:pt x="1755932" y="686955"/>
                </a:lnTo>
                <a:lnTo>
                  <a:pt x="1744982" y="691384"/>
                </a:lnTo>
                <a:lnTo>
                  <a:pt x="1738830" y="692766"/>
                </a:lnTo>
                <a:lnTo>
                  <a:pt x="1733591" y="691499"/>
                </a:lnTo>
                <a:lnTo>
                  <a:pt x="1727820" y="687473"/>
                </a:lnTo>
                <a:lnTo>
                  <a:pt x="1725285" y="681221"/>
                </a:lnTo>
                <a:lnTo>
                  <a:pt x="1719742" y="670529"/>
                </a:lnTo>
                <a:lnTo>
                  <a:pt x="1714715" y="661269"/>
                </a:lnTo>
                <a:lnTo>
                  <a:pt x="1705864" y="650703"/>
                </a:lnTo>
                <a:lnTo>
                  <a:pt x="1702543" y="643613"/>
                </a:lnTo>
                <a:lnTo>
                  <a:pt x="1702331" y="637002"/>
                </a:lnTo>
                <a:lnTo>
                  <a:pt x="1702221" y="629330"/>
                </a:lnTo>
                <a:lnTo>
                  <a:pt x="1704364" y="622812"/>
                </a:lnTo>
                <a:lnTo>
                  <a:pt x="1704592" y="617798"/>
                </a:lnTo>
                <a:lnTo>
                  <a:pt x="1703736" y="613759"/>
                </a:lnTo>
                <a:lnTo>
                  <a:pt x="1699365" y="610447"/>
                </a:lnTo>
                <a:lnTo>
                  <a:pt x="1690953" y="612782"/>
                </a:lnTo>
                <a:lnTo>
                  <a:pt x="1678927" y="618203"/>
                </a:lnTo>
                <a:lnTo>
                  <a:pt x="1668135" y="616764"/>
                </a:lnTo>
                <a:lnTo>
                  <a:pt x="1661400" y="613628"/>
                </a:lnTo>
                <a:lnTo>
                  <a:pt x="1655829" y="608899"/>
                </a:lnTo>
                <a:lnTo>
                  <a:pt x="1648184" y="601239"/>
                </a:lnTo>
                <a:lnTo>
                  <a:pt x="1634387" y="589383"/>
                </a:lnTo>
                <a:lnTo>
                  <a:pt x="1618386" y="580118"/>
                </a:lnTo>
                <a:lnTo>
                  <a:pt x="1604927" y="573779"/>
                </a:lnTo>
                <a:lnTo>
                  <a:pt x="1597566" y="568034"/>
                </a:lnTo>
                <a:lnTo>
                  <a:pt x="1595956" y="562099"/>
                </a:lnTo>
                <a:lnTo>
                  <a:pt x="1597725" y="555897"/>
                </a:lnTo>
                <a:lnTo>
                  <a:pt x="1603944" y="541144"/>
                </a:lnTo>
                <a:lnTo>
                  <a:pt x="1604509" y="536548"/>
                </a:lnTo>
                <a:lnTo>
                  <a:pt x="1601298" y="530946"/>
                </a:lnTo>
                <a:lnTo>
                  <a:pt x="1593963" y="528210"/>
                </a:lnTo>
                <a:lnTo>
                  <a:pt x="1583002" y="527834"/>
                </a:lnTo>
                <a:lnTo>
                  <a:pt x="1562119" y="529806"/>
                </a:lnTo>
                <a:lnTo>
                  <a:pt x="1554010" y="528204"/>
                </a:lnTo>
                <a:lnTo>
                  <a:pt x="1548649" y="525353"/>
                </a:lnTo>
                <a:lnTo>
                  <a:pt x="1546112" y="518970"/>
                </a:lnTo>
                <a:lnTo>
                  <a:pt x="1547283" y="505331"/>
                </a:lnTo>
                <a:lnTo>
                  <a:pt x="1549137" y="465830"/>
                </a:lnTo>
                <a:lnTo>
                  <a:pt x="1550288" y="432888"/>
                </a:lnTo>
                <a:lnTo>
                  <a:pt x="1548939" y="420779"/>
                </a:lnTo>
                <a:lnTo>
                  <a:pt x="1543368" y="402932"/>
                </a:lnTo>
                <a:lnTo>
                  <a:pt x="1539578" y="378723"/>
                </a:lnTo>
                <a:lnTo>
                  <a:pt x="1537504" y="351363"/>
                </a:lnTo>
                <a:lnTo>
                  <a:pt x="1534502" y="332710"/>
                </a:lnTo>
                <a:lnTo>
                  <a:pt x="1536612" y="314826"/>
                </a:lnTo>
                <a:lnTo>
                  <a:pt x="1535101" y="310369"/>
                </a:lnTo>
                <a:lnTo>
                  <a:pt x="1531924" y="305729"/>
                </a:lnTo>
                <a:lnTo>
                  <a:pt x="1526507" y="303155"/>
                </a:lnTo>
                <a:lnTo>
                  <a:pt x="1519869" y="302260"/>
                </a:lnTo>
                <a:lnTo>
                  <a:pt x="1504623" y="304469"/>
                </a:lnTo>
                <a:lnTo>
                  <a:pt x="1497816" y="307507"/>
                </a:lnTo>
                <a:lnTo>
                  <a:pt x="1489252" y="314332"/>
                </a:lnTo>
                <a:lnTo>
                  <a:pt x="1481440" y="322399"/>
                </a:lnTo>
                <a:lnTo>
                  <a:pt x="1472674" y="327479"/>
                </a:lnTo>
                <a:lnTo>
                  <a:pt x="1466391" y="328593"/>
                </a:lnTo>
                <a:lnTo>
                  <a:pt x="1461700" y="325875"/>
                </a:lnTo>
                <a:lnTo>
                  <a:pt x="1457440" y="321457"/>
                </a:lnTo>
                <a:lnTo>
                  <a:pt x="1448221" y="301433"/>
                </a:lnTo>
                <a:lnTo>
                  <a:pt x="1434070" y="277379"/>
                </a:lnTo>
                <a:lnTo>
                  <a:pt x="1421858" y="264857"/>
                </a:lnTo>
                <a:lnTo>
                  <a:pt x="1413764" y="260006"/>
                </a:lnTo>
                <a:lnTo>
                  <a:pt x="1403319" y="254994"/>
                </a:lnTo>
                <a:lnTo>
                  <a:pt x="1376539" y="243897"/>
                </a:lnTo>
                <a:lnTo>
                  <a:pt x="1369081" y="239127"/>
                </a:lnTo>
                <a:lnTo>
                  <a:pt x="1363228" y="230955"/>
                </a:lnTo>
                <a:lnTo>
                  <a:pt x="1361213" y="225545"/>
                </a:lnTo>
                <a:lnTo>
                  <a:pt x="1362228" y="219586"/>
                </a:lnTo>
                <a:lnTo>
                  <a:pt x="1368237" y="209841"/>
                </a:lnTo>
                <a:lnTo>
                  <a:pt x="1376250" y="206046"/>
                </a:lnTo>
                <a:lnTo>
                  <a:pt x="1393221" y="196773"/>
                </a:lnTo>
                <a:lnTo>
                  <a:pt x="1399651" y="192342"/>
                </a:lnTo>
                <a:lnTo>
                  <a:pt x="1403795" y="187517"/>
                </a:lnTo>
                <a:lnTo>
                  <a:pt x="1404829" y="182303"/>
                </a:lnTo>
                <a:lnTo>
                  <a:pt x="1404913" y="177852"/>
                </a:lnTo>
                <a:lnTo>
                  <a:pt x="1403229" y="173839"/>
                </a:lnTo>
                <a:lnTo>
                  <a:pt x="1398273" y="167878"/>
                </a:lnTo>
                <a:lnTo>
                  <a:pt x="1393481" y="165885"/>
                </a:lnTo>
                <a:lnTo>
                  <a:pt x="1387370" y="165528"/>
                </a:lnTo>
                <a:lnTo>
                  <a:pt x="1381077" y="168873"/>
                </a:lnTo>
                <a:lnTo>
                  <a:pt x="1374639" y="174520"/>
                </a:lnTo>
                <a:lnTo>
                  <a:pt x="1365474" y="184799"/>
                </a:lnTo>
                <a:lnTo>
                  <a:pt x="1355583" y="189772"/>
                </a:lnTo>
                <a:lnTo>
                  <a:pt x="1350625" y="191075"/>
                </a:lnTo>
                <a:lnTo>
                  <a:pt x="1341385" y="191299"/>
                </a:lnTo>
                <a:lnTo>
                  <a:pt x="1333720" y="189084"/>
                </a:lnTo>
                <a:lnTo>
                  <a:pt x="1320788" y="181967"/>
                </a:lnTo>
                <a:lnTo>
                  <a:pt x="1313054" y="179016"/>
                </a:lnTo>
                <a:lnTo>
                  <a:pt x="1305961" y="177650"/>
                </a:lnTo>
                <a:lnTo>
                  <a:pt x="1295840" y="179830"/>
                </a:lnTo>
                <a:lnTo>
                  <a:pt x="1289750" y="183173"/>
                </a:lnTo>
                <a:lnTo>
                  <a:pt x="1282158" y="189425"/>
                </a:lnTo>
                <a:lnTo>
                  <a:pt x="1273622" y="201014"/>
                </a:lnTo>
                <a:lnTo>
                  <a:pt x="1266628" y="209589"/>
                </a:lnTo>
                <a:lnTo>
                  <a:pt x="1256872" y="218248"/>
                </a:lnTo>
                <a:lnTo>
                  <a:pt x="1253592" y="219649"/>
                </a:lnTo>
                <a:lnTo>
                  <a:pt x="1248496" y="219310"/>
                </a:lnTo>
                <a:lnTo>
                  <a:pt x="1241624" y="215195"/>
                </a:lnTo>
                <a:lnTo>
                  <a:pt x="1235676" y="210019"/>
                </a:lnTo>
                <a:lnTo>
                  <a:pt x="1231294" y="201156"/>
                </a:lnTo>
                <a:lnTo>
                  <a:pt x="1225837" y="190115"/>
                </a:lnTo>
                <a:lnTo>
                  <a:pt x="1220658" y="181680"/>
                </a:lnTo>
                <a:lnTo>
                  <a:pt x="1213260" y="174699"/>
                </a:lnTo>
                <a:lnTo>
                  <a:pt x="1203734" y="171611"/>
                </a:lnTo>
                <a:lnTo>
                  <a:pt x="1197492" y="175896"/>
                </a:lnTo>
                <a:lnTo>
                  <a:pt x="1194401" y="182187"/>
                </a:lnTo>
                <a:lnTo>
                  <a:pt x="1192263" y="206346"/>
                </a:lnTo>
                <a:lnTo>
                  <a:pt x="1188830" y="225151"/>
                </a:lnTo>
                <a:lnTo>
                  <a:pt x="1187281" y="229114"/>
                </a:lnTo>
                <a:lnTo>
                  <a:pt x="1184677" y="232304"/>
                </a:lnTo>
                <a:lnTo>
                  <a:pt x="1176391" y="233987"/>
                </a:lnTo>
                <a:lnTo>
                  <a:pt x="1171317" y="233693"/>
                </a:lnTo>
                <a:lnTo>
                  <a:pt x="1167175" y="231234"/>
                </a:lnTo>
                <a:lnTo>
                  <a:pt x="1158613" y="219828"/>
                </a:lnTo>
                <a:lnTo>
                  <a:pt x="1151088" y="207177"/>
                </a:lnTo>
                <a:lnTo>
                  <a:pt x="1145653" y="200677"/>
                </a:lnTo>
                <a:lnTo>
                  <a:pt x="1142677" y="196912"/>
                </a:lnTo>
                <a:lnTo>
                  <a:pt x="1139540" y="195097"/>
                </a:lnTo>
                <a:lnTo>
                  <a:pt x="1135911" y="193687"/>
                </a:lnTo>
                <a:lnTo>
                  <a:pt x="1128393" y="192540"/>
                </a:lnTo>
                <a:lnTo>
                  <a:pt x="1123682" y="194603"/>
                </a:lnTo>
                <a:lnTo>
                  <a:pt x="1121123" y="201149"/>
                </a:lnTo>
                <a:lnTo>
                  <a:pt x="1119639" y="226446"/>
                </a:lnTo>
                <a:lnTo>
                  <a:pt x="1117695" y="234113"/>
                </a:lnTo>
                <a:lnTo>
                  <a:pt x="1115946" y="240422"/>
                </a:lnTo>
                <a:lnTo>
                  <a:pt x="1115058" y="243490"/>
                </a:lnTo>
                <a:lnTo>
                  <a:pt x="1110357" y="251956"/>
                </a:lnTo>
                <a:lnTo>
                  <a:pt x="1108242" y="252870"/>
                </a:lnTo>
                <a:lnTo>
                  <a:pt x="1103798" y="254282"/>
                </a:lnTo>
                <a:lnTo>
                  <a:pt x="1098933" y="254285"/>
                </a:lnTo>
                <a:lnTo>
                  <a:pt x="1096702" y="253318"/>
                </a:lnTo>
                <a:lnTo>
                  <a:pt x="1092742" y="250454"/>
                </a:lnTo>
                <a:lnTo>
                  <a:pt x="1090315" y="246145"/>
                </a:lnTo>
                <a:lnTo>
                  <a:pt x="1088056" y="241662"/>
                </a:lnTo>
                <a:lnTo>
                  <a:pt x="1084621" y="234940"/>
                </a:lnTo>
                <a:lnTo>
                  <a:pt x="1078106" y="221316"/>
                </a:lnTo>
                <a:lnTo>
                  <a:pt x="1074345" y="217097"/>
                </a:lnTo>
                <a:lnTo>
                  <a:pt x="1069948" y="214139"/>
                </a:lnTo>
                <a:lnTo>
                  <a:pt x="1064283" y="211284"/>
                </a:lnTo>
                <a:lnTo>
                  <a:pt x="1060584" y="212143"/>
                </a:lnTo>
                <a:lnTo>
                  <a:pt x="1053440" y="214505"/>
                </a:lnTo>
                <a:lnTo>
                  <a:pt x="1039235" y="227562"/>
                </a:lnTo>
                <a:lnTo>
                  <a:pt x="1022705" y="240163"/>
                </a:lnTo>
                <a:lnTo>
                  <a:pt x="1012194" y="243251"/>
                </a:lnTo>
                <a:lnTo>
                  <a:pt x="1006018" y="244491"/>
                </a:lnTo>
                <a:lnTo>
                  <a:pt x="993975" y="244513"/>
                </a:lnTo>
                <a:lnTo>
                  <a:pt x="989175" y="243251"/>
                </a:lnTo>
                <a:lnTo>
                  <a:pt x="982645" y="239749"/>
                </a:lnTo>
                <a:lnTo>
                  <a:pt x="978389" y="234526"/>
                </a:lnTo>
                <a:lnTo>
                  <a:pt x="977710" y="227562"/>
                </a:lnTo>
                <a:lnTo>
                  <a:pt x="979826" y="218664"/>
                </a:lnTo>
                <a:lnTo>
                  <a:pt x="987111" y="197839"/>
                </a:lnTo>
                <a:lnTo>
                  <a:pt x="985871" y="189526"/>
                </a:lnTo>
                <a:lnTo>
                  <a:pt x="982919" y="184455"/>
                </a:lnTo>
                <a:lnTo>
                  <a:pt x="979734" y="180888"/>
                </a:lnTo>
                <a:lnTo>
                  <a:pt x="974550" y="180475"/>
                </a:lnTo>
                <a:lnTo>
                  <a:pt x="971260" y="182890"/>
                </a:lnTo>
                <a:lnTo>
                  <a:pt x="959952" y="207804"/>
                </a:lnTo>
                <a:lnTo>
                  <a:pt x="949767" y="225321"/>
                </a:lnTo>
                <a:lnTo>
                  <a:pt x="945829" y="229216"/>
                </a:lnTo>
                <a:lnTo>
                  <a:pt x="938761" y="231545"/>
                </a:lnTo>
                <a:lnTo>
                  <a:pt x="934086" y="231131"/>
                </a:lnTo>
                <a:lnTo>
                  <a:pt x="928798" y="225323"/>
                </a:lnTo>
                <a:lnTo>
                  <a:pt x="921944" y="209458"/>
                </a:lnTo>
                <a:lnTo>
                  <a:pt x="911197" y="190940"/>
                </a:lnTo>
                <a:lnTo>
                  <a:pt x="904890" y="186546"/>
                </a:lnTo>
                <a:lnTo>
                  <a:pt x="897891" y="185545"/>
                </a:lnTo>
                <a:lnTo>
                  <a:pt x="893557" y="187286"/>
                </a:lnTo>
                <a:lnTo>
                  <a:pt x="891037" y="191267"/>
                </a:lnTo>
                <a:lnTo>
                  <a:pt x="890420" y="217578"/>
                </a:lnTo>
                <a:lnTo>
                  <a:pt x="888570" y="229369"/>
                </a:lnTo>
                <a:lnTo>
                  <a:pt x="886676" y="236354"/>
                </a:lnTo>
                <a:lnTo>
                  <a:pt x="880932" y="245321"/>
                </a:lnTo>
                <a:lnTo>
                  <a:pt x="875656" y="251956"/>
                </a:lnTo>
                <a:lnTo>
                  <a:pt x="870786" y="254045"/>
                </a:lnTo>
                <a:lnTo>
                  <a:pt x="863539" y="254285"/>
                </a:lnTo>
                <a:lnTo>
                  <a:pt x="855162" y="249490"/>
                </a:lnTo>
                <a:lnTo>
                  <a:pt x="850900" y="243166"/>
                </a:lnTo>
                <a:lnTo>
                  <a:pt x="844855" y="205565"/>
                </a:lnTo>
                <a:lnTo>
                  <a:pt x="841315" y="198339"/>
                </a:lnTo>
                <a:lnTo>
                  <a:pt x="833664" y="191267"/>
                </a:lnTo>
                <a:lnTo>
                  <a:pt x="827906" y="189615"/>
                </a:lnTo>
                <a:lnTo>
                  <a:pt x="821638" y="189528"/>
                </a:lnTo>
                <a:lnTo>
                  <a:pt x="810867" y="189528"/>
                </a:lnTo>
                <a:lnTo>
                  <a:pt x="803111" y="189114"/>
                </a:lnTo>
                <a:lnTo>
                  <a:pt x="788773" y="184044"/>
                </a:lnTo>
                <a:lnTo>
                  <a:pt x="783342" y="183630"/>
                </a:lnTo>
                <a:lnTo>
                  <a:pt x="778419" y="184044"/>
                </a:lnTo>
                <a:lnTo>
                  <a:pt x="775221" y="185402"/>
                </a:lnTo>
                <a:lnTo>
                  <a:pt x="772531" y="187112"/>
                </a:lnTo>
                <a:lnTo>
                  <a:pt x="768523" y="192096"/>
                </a:lnTo>
                <a:lnTo>
                  <a:pt x="764840" y="200994"/>
                </a:lnTo>
                <a:lnTo>
                  <a:pt x="761211" y="211201"/>
                </a:lnTo>
                <a:lnTo>
                  <a:pt x="756183" y="217510"/>
                </a:lnTo>
                <a:lnTo>
                  <a:pt x="751575" y="219904"/>
                </a:lnTo>
                <a:lnTo>
                  <a:pt x="747801" y="221079"/>
                </a:lnTo>
                <a:lnTo>
                  <a:pt x="744916" y="221819"/>
                </a:lnTo>
                <a:lnTo>
                  <a:pt x="710719" y="218838"/>
                </a:lnTo>
                <a:lnTo>
                  <a:pt x="701422" y="218990"/>
                </a:lnTo>
                <a:lnTo>
                  <a:pt x="694489" y="221819"/>
                </a:lnTo>
                <a:lnTo>
                  <a:pt x="691629" y="225976"/>
                </a:lnTo>
                <a:lnTo>
                  <a:pt x="689657" y="229871"/>
                </a:lnTo>
                <a:lnTo>
                  <a:pt x="690258" y="234354"/>
                </a:lnTo>
                <a:lnTo>
                  <a:pt x="694594" y="241751"/>
                </a:lnTo>
                <a:lnTo>
                  <a:pt x="706540" y="254872"/>
                </a:lnTo>
                <a:lnTo>
                  <a:pt x="713187" y="263338"/>
                </a:lnTo>
                <a:lnTo>
                  <a:pt x="718031" y="271477"/>
                </a:lnTo>
                <a:lnTo>
                  <a:pt x="718984" y="279113"/>
                </a:lnTo>
                <a:lnTo>
                  <a:pt x="717613" y="287166"/>
                </a:lnTo>
                <a:lnTo>
                  <a:pt x="716164" y="290321"/>
                </a:lnTo>
                <a:lnTo>
                  <a:pt x="712365" y="295129"/>
                </a:lnTo>
                <a:lnTo>
                  <a:pt x="706500" y="297873"/>
                </a:lnTo>
                <a:lnTo>
                  <a:pt x="700038" y="298197"/>
                </a:lnTo>
                <a:lnTo>
                  <a:pt x="693275" y="296043"/>
                </a:lnTo>
                <a:lnTo>
                  <a:pt x="673872" y="285338"/>
                </a:lnTo>
                <a:lnTo>
                  <a:pt x="651022" y="279940"/>
                </a:lnTo>
                <a:lnTo>
                  <a:pt x="646643" y="278034"/>
                </a:lnTo>
                <a:lnTo>
                  <a:pt x="630783" y="271129"/>
                </a:lnTo>
                <a:lnTo>
                  <a:pt x="611224" y="252459"/>
                </a:lnTo>
                <a:lnTo>
                  <a:pt x="599917" y="243580"/>
                </a:lnTo>
                <a:lnTo>
                  <a:pt x="588700" y="234768"/>
                </a:lnTo>
                <a:lnTo>
                  <a:pt x="569650" y="220080"/>
                </a:lnTo>
                <a:lnTo>
                  <a:pt x="558003" y="209961"/>
                </a:lnTo>
                <a:lnTo>
                  <a:pt x="552192" y="203652"/>
                </a:lnTo>
                <a:lnTo>
                  <a:pt x="544828" y="193771"/>
                </a:lnTo>
                <a:lnTo>
                  <a:pt x="534330" y="173926"/>
                </a:lnTo>
                <a:lnTo>
                  <a:pt x="529134" y="164048"/>
                </a:lnTo>
                <a:lnTo>
                  <a:pt x="521391" y="153907"/>
                </a:lnTo>
                <a:lnTo>
                  <a:pt x="516363" y="148858"/>
                </a:lnTo>
                <a:lnTo>
                  <a:pt x="511141" y="146118"/>
                </a:lnTo>
                <a:lnTo>
                  <a:pt x="504652" y="145204"/>
                </a:lnTo>
                <a:lnTo>
                  <a:pt x="495133" y="146771"/>
                </a:lnTo>
                <a:lnTo>
                  <a:pt x="484609" y="150338"/>
                </a:lnTo>
                <a:lnTo>
                  <a:pt x="461171" y="165202"/>
                </a:lnTo>
                <a:lnTo>
                  <a:pt x="442748" y="177996"/>
                </a:lnTo>
                <a:lnTo>
                  <a:pt x="435357" y="182631"/>
                </a:lnTo>
                <a:lnTo>
                  <a:pt x="425290" y="183393"/>
                </a:lnTo>
                <a:lnTo>
                  <a:pt x="419820" y="181652"/>
                </a:lnTo>
                <a:lnTo>
                  <a:pt x="408055" y="174927"/>
                </a:lnTo>
                <a:lnTo>
                  <a:pt x="405144" y="173252"/>
                </a:lnTo>
                <a:lnTo>
                  <a:pt x="390140" y="161393"/>
                </a:lnTo>
                <a:lnTo>
                  <a:pt x="384789" y="157950"/>
                </a:lnTo>
                <a:lnTo>
                  <a:pt x="383651" y="157219"/>
                </a:lnTo>
                <a:lnTo>
                  <a:pt x="382159" y="156301"/>
                </a:lnTo>
                <a:lnTo>
                  <a:pt x="378024" y="153754"/>
                </a:lnTo>
                <a:lnTo>
                  <a:pt x="346936" y="132910"/>
                </a:lnTo>
                <a:lnTo>
                  <a:pt x="340119" y="129515"/>
                </a:lnTo>
                <a:lnTo>
                  <a:pt x="332885" y="129668"/>
                </a:lnTo>
                <a:lnTo>
                  <a:pt x="324202" y="133737"/>
                </a:lnTo>
                <a:lnTo>
                  <a:pt x="309762" y="146531"/>
                </a:lnTo>
                <a:lnTo>
                  <a:pt x="300726" y="157563"/>
                </a:lnTo>
                <a:lnTo>
                  <a:pt x="291116" y="166377"/>
                </a:lnTo>
                <a:lnTo>
                  <a:pt x="282694" y="172013"/>
                </a:lnTo>
                <a:lnTo>
                  <a:pt x="273489" y="175343"/>
                </a:lnTo>
                <a:lnTo>
                  <a:pt x="263697" y="176823"/>
                </a:lnTo>
                <a:lnTo>
                  <a:pt x="254609" y="174995"/>
                </a:lnTo>
                <a:lnTo>
                  <a:pt x="248301" y="171012"/>
                </a:lnTo>
                <a:lnTo>
                  <a:pt x="242740" y="165289"/>
                </a:lnTo>
                <a:lnTo>
                  <a:pt x="238770" y="157413"/>
                </a:lnTo>
                <a:lnTo>
                  <a:pt x="236773" y="148599"/>
                </a:lnTo>
                <a:lnTo>
                  <a:pt x="236446" y="135892"/>
                </a:lnTo>
                <a:lnTo>
                  <a:pt x="238796" y="115154"/>
                </a:lnTo>
                <a:lnTo>
                  <a:pt x="242648" y="91152"/>
                </a:lnTo>
                <a:lnTo>
                  <a:pt x="243301" y="87083"/>
                </a:lnTo>
                <a:lnTo>
                  <a:pt x="245833" y="74136"/>
                </a:lnTo>
                <a:lnTo>
                  <a:pt x="249712" y="63929"/>
                </a:lnTo>
                <a:lnTo>
                  <a:pt x="254098" y="52376"/>
                </a:lnTo>
                <a:lnTo>
                  <a:pt x="269009" y="27481"/>
                </a:lnTo>
                <a:lnTo>
                  <a:pt x="273136" y="15949"/>
                </a:lnTo>
                <a:lnTo>
                  <a:pt x="273502" y="9464"/>
                </a:lnTo>
                <a:lnTo>
                  <a:pt x="270746" y="2567"/>
                </a:lnTo>
                <a:lnTo>
                  <a:pt x="269140" y="0"/>
                </a:lnTo>
                <a:lnTo>
                  <a:pt x="266307" y="87"/>
                </a:lnTo>
                <a:lnTo>
                  <a:pt x="257598" y="3656"/>
                </a:lnTo>
                <a:lnTo>
                  <a:pt x="244279" y="8637"/>
                </a:lnTo>
                <a:lnTo>
                  <a:pt x="230740" y="15688"/>
                </a:lnTo>
                <a:lnTo>
                  <a:pt x="229551" y="16428"/>
                </a:lnTo>
                <a:lnTo>
                  <a:pt x="218952" y="22417"/>
                </a:lnTo>
                <a:lnTo>
                  <a:pt x="184224" y="53629"/>
                </a:lnTo>
                <a:lnTo>
                  <a:pt x="165404" y="75322"/>
                </a:lnTo>
                <a:lnTo>
                  <a:pt x="150745" y="92316"/>
                </a:lnTo>
                <a:lnTo>
                  <a:pt x="128847" y="105335"/>
                </a:lnTo>
                <a:lnTo>
                  <a:pt x="113770" y="109243"/>
                </a:lnTo>
                <a:lnTo>
                  <a:pt x="96804" y="109017"/>
                </a:lnTo>
                <a:lnTo>
                  <a:pt x="56313" y="106532"/>
                </a:lnTo>
                <a:lnTo>
                  <a:pt x="49752" y="107435"/>
                </a:lnTo>
                <a:lnTo>
                  <a:pt x="45454" y="116926"/>
                </a:lnTo>
                <a:lnTo>
                  <a:pt x="47037" y="141561"/>
                </a:lnTo>
                <a:lnTo>
                  <a:pt x="49752" y="169132"/>
                </a:lnTo>
                <a:lnTo>
                  <a:pt x="47037" y="187439"/>
                </a:lnTo>
                <a:lnTo>
                  <a:pt x="42064" y="194498"/>
                </a:lnTo>
                <a:lnTo>
                  <a:pt x="29846" y="200322"/>
                </a:lnTo>
                <a:lnTo>
                  <a:pt x="17651" y="205645"/>
                </a:lnTo>
                <a:lnTo>
                  <a:pt x="0" y="204063"/>
                </a:lnTo>
                <a:lnTo>
                  <a:pt x="9382" y="232544"/>
                </a:lnTo>
                <a:lnTo>
                  <a:pt x="19792" y="249438"/>
                </a:lnTo>
                <a:lnTo>
                  <a:pt x="28826" y="257020"/>
                </a:lnTo>
                <a:lnTo>
                  <a:pt x="64794" y="276232"/>
                </a:lnTo>
                <a:lnTo>
                  <a:pt x="74041" y="281631"/>
                </a:lnTo>
                <a:lnTo>
                  <a:pt x="80233" y="293303"/>
                </a:lnTo>
                <a:lnTo>
                  <a:pt x="80647" y="294082"/>
                </a:lnTo>
                <a:lnTo>
                  <a:pt x="84912" y="302352"/>
                </a:lnTo>
                <a:lnTo>
                  <a:pt x="86666" y="306154"/>
                </a:lnTo>
                <a:lnTo>
                  <a:pt x="93543" y="321057"/>
                </a:lnTo>
                <a:lnTo>
                  <a:pt x="100604" y="339648"/>
                </a:lnTo>
                <a:lnTo>
                  <a:pt x="107330" y="356673"/>
                </a:lnTo>
                <a:lnTo>
                  <a:pt x="114055" y="372355"/>
                </a:lnTo>
                <a:lnTo>
                  <a:pt x="115625" y="386693"/>
                </a:lnTo>
                <a:lnTo>
                  <a:pt x="111702" y="398677"/>
                </a:lnTo>
                <a:lnTo>
                  <a:pt x="104752" y="427016"/>
                </a:lnTo>
                <a:lnTo>
                  <a:pt x="100717" y="450204"/>
                </a:lnTo>
                <a:lnTo>
                  <a:pt x="99148" y="463982"/>
                </a:lnTo>
                <a:lnTo>
                  <a:pt x="103940" y="476559"/>
                </a:lnTo>
                <a:lnTo>
                  <a:pt x="117676" y="492206"/>
                </a:lnTo>
                <a:lnTo>
                  <a:pt x="176086" y="532154"/>
                </a:lnTo>
                <a:lnTo>
                  <a:pt x="187823" y="539403"/>
                </a:lnTo>
                <a:lnTo>
                  <a:pt x="207197" y="551266"/>
                </a:lnTo>
                <a:lnTo>
                  <a:pt x="221674" y="560130"/>
                </a:lnTo>
                <a:lnTo>
                  <a:pt x="264140" y="584232"/>
                </a:lnTo>
                <a:lnTo>
                  <a:pt x="281831" y="594164"/>
                </a:lnTo>
                <a:lnTo>
                  <a:pt x="283169" y="594915"/>
                </a:lnTo>
                <a:lnTo>
                  <a:pt x="293220" y="600558"/>
                </a:lnTo>
                <a:lnTo>
                  <a:pt x="304897" y="607113"/>
                </a:lnTo>
                <a:lnTo>
                  <a:pt x="322861" y="617200"/>
                </a:lnTo>
                <a:lnTo>
                  <a:pt x="340499" y="627102"/>
                </a:lnTo>
                <a:lnTo>
                  <a:pt x="351919" y="633513"/>
                </a:lnTo>
                <a:lnTo>
                  <a:pt x="361137" y="638917"/>
                </a:lnTo>
                <a:lnTo>
                  <a:pt x="368774" y="643391"/>
                </a:lnTo>
                <a:lnTo>
                  <a:pt x="369536" y="643837"/>
                </a:lnTo>
                <a:lnTo>
                  <a:pt x="381862" y="651060"/>
                </a:lnTo>
                <a:lnTo>
                  <a:pt x="404137" y="664116"/>
                </a:lnTo>
                <a:lnTo>
                  <a:pt x="421110" y="674216"/>
                </a:lnTo>
                <a:lnTo>
                  <a:pt x="464908" y="702938"/>
                </a:lnTo>
                <a:lnTo>
                  <a:pt x="498806" y="721338"/>
                </a:lnTo>
                <a:lnTo>
                  <a:pt x="506050" y="725299"/>
                </a:lnTo>
                <a:lnTo>
                  <a:pt x="792555" y="895435"/>
                </a:lnTo>
                <a:lnTo>
                  <a:pt x="803368" y="901491"/>
                </a:lnTo>
                <a:lnTo>
                  <a:pt x="848809" y="917073"/>
                </a:lnTo>
                <a:lnTo>
                  <a:pt x="892938" y="935708"/>
                </a:lnTo>
                <a:lnTo>
                  <a:pt x="911335" y="945436"/>
                </a:lnTo>
                <a:lnTo>
                  <a:pt x="913229" y="945327"/>
                </a:lnTo>
                <a:lnTo>
                  <a:pt x="917434" y="945088"/>
                </a:lnTo>
                <a:lnTo>
                  <a:pt x="931186" y="943179"/>
                </a:lnTo>
                <a:lnTo>
                  <a:pt x="979815" y="937737"/>
                </a:lnTo>
                <a:lnTo>
                  <a:pt x="990636" y="935904"/>
                </a:lnTo>
                <a:lnTo>
                  <a:pt x="995247" y="938847"/>
                </a:lnTo>
                <a:lnTo>
                  <a:pt x="999981" y="942568"/>
                </a:lnTo>
                <a:lnTo>
                  <a:pt x="1006833" y="950788"/>
                </a:lnTo>
                <a:lnTo>
                  <a:pt x="1010136" y="953116"/>
                </a:lnTo>
                <a:lnTo>
                  <a:pt x="1015918" y="956851"/>
                </a:lnTo>
                <a:lnTo>
                  <a:pt x="1022406" y="961828"/>
                </a:lnTo>
                <a:lnTo>
                  <a:pt x="1026196" y="962801"/>
                </a:lnTo>
                <a:lnTo>
                  <a:pt x="1030610" y="963523"/>
                </a:lnTo>
                <a:lnTo>
                  <a:pt x="1034978" y="965493"/>
                </a:lnTo>
                <a:lnTo>
                  <a:pt x="1044639" y="973164"/>
                </a:lnTo>
                <a:lnTo>
                  <a:pt x="1048157" y="976581"/>
                </a:lnTo>
                <a:lnTo>
                  <a:pt x="1051455" y="980343"/>
                </a:lnTo>
                <a:lnTo>
                  <a:pt x="1052403" y="985664"/>
                </a:lnTo>
                <a:lnTo>
                  <a:pt x="1052413" y="991571"/>
                </a:lnTo>
                <a:lnTo>
                  <a:pt x="1052869" y="994626"/>
                </a:lnTo>
                <a:lnTo>
                  <a:pt x="1057073" y="998977"/>
                </a:lnTo>
                <a:lnTo>
                  <a:pt x="1064481" y="1005442"/>
                </a:lnTo>
                <a:lnTo>
                  <a:pt x="1072027" y="1011997"/>
                </a:lnTo>
                <a:lnTo>
                  <a:pt x="1081049" y="1017196"/>
                </a:lnTo>
                <a:lnTo>
                  <a:pt x="1085099" y="1019779"/>
                </a:lnTo>
                <a:lnTo>
                  <a:pt x="1088719" y="1023742"/>
                </a:lnTo>
                <a:lnTo>
                  <a:pt x="1092634" y="1029753"/>
                </a:lnTo>
                <a:lnTo>
                  <a:pt x="1096941" y="1047892"/>
                </a:lnTo>
                <a:lnTo>
                  <a:pt x="1099400" y="1064151"/>
                </a:lnTo>
                <a:lnTo>
                  <a:pt x="1099488" y="1074423"/>
                </a:lnTo>
                <a:lnTo>
                  <a:pt x="1100258" y="1078839"/>
                </a:lnTo>
                <a:lnTo>
                  <a:pt x="1103238" y="1086225"/>
                </a:lnTo>
                <a:lnTo>
                  <a:pt x="1108471" y="1096094"/>
                </a:lnTo>
                <a:lnTo>
                  <a:pt x="1109497" y="1099690"/>
                </a:lnTo>
                <a:lnTo>
                  <a:pt x="1109220" y="1107182"/>
                </a:lnTo>
                <a:lnTo>
                  <a:pt x="1109711" y="1109779"/>
                </a:lnTo>
                <a:lnTo>
                  <a:pt x="1112626" y="1113578"/>
                </a:lnTo>
                <a:lnTo>
                  <a:pt x="1115101" y="1116120"/>
                </a:lnTo>
                <a:lnTo>
                  <a:pt x="1118717" y="1118007"/>
                </a:lnTo>
                <a:lnTo>
                  <a:pt x="1124308" y="1120281"/>
                </a:lnTo>
                <a:lnTo>
                  <a:pt x="1138408" y="1124148"/>
                </a:lnTo>
                <a:lnTo>
                  <a:pt x="1141521" y="1125450"/>
                </a:lnTo>
                <a:lnTo>
                  <a:pt x="1146789" y="1126882"/>
                </a:lnTo>
                <a:lnTo>
                  <a:pt x="1147063" y="1126956"/>
                </a:lnTo>
                <a:lnTo>
                  <a:pt x="1154442" y="1127646"/>
                </a:lnTo>
                <a:lnTo>
                  <a:pt x="1159122" y="1129395"/>
                </a:lnTo>
                <a:lnTo>
                  <a:pt x="1165842" y="1133807"/>
                </a:lnTo>
                <a:lnTo>
                  <a:pt x="1170713" y="1139770"/>
                </a:lnTo>
                <a:lnTo>
                  <a:pt x="1182133" y="1152401"/>
                </a:lnTo>
                <a:lnTo>
                  <a:pt x="1196511" y="1163430"/>
                </a:lnTo>
                <a:lnTo>
                  <a:pt x="1210282" y="1174492"/>
                </a:lnTo>
                <a:lnTo>
                  <a:pt x="1212376" y="1176194"/>
                </a:lnTo>
                <a:lnTo>
                  <a:pt x="1212740" y="1176490"/>
                </a:lnTo>
                <a:lnTo>
                  <a:pt x="1215217" y="1181162"/>
                </a:lnTo>
                <a:lnTo>
                  <a:pt x="1217697" y="1184104"/>
                </a:lnTo>
                <a:lnTo>
                  <a:pt x="1223193" y="1188326"/>
                </a:lnTo>
                <a:lnTo>
                  <a:pt x="1229333" y="1192424"/>
                </a:lnTo>
                <a:lnTo>
                  <a:pt x="1233268" y="1196883"/>
                </a:lnTo>
                <a:lnTo>
                  <a:pt x="1234295" y="1200202"/>
                </a:lnTo>
                <a:lnTo>
                  <a:pt x="1234938" y="1202276"/>
                </a:lnTo>
                <a:lnTo>
                  <a:pt x="1236454" y="1202424"/>
                </a:lnTo>
                <a:lnTo>
                  <a:pt x="1257175" y="1204442"/>
                </a:lnTo>
                <a:lnTo>
                  <a:pt x="1295471" y="1208557"/>
                </a:lnTo>
                <a:lnTo>
                  <a:pt x="1373487" y="1214076"/>
                </a:lnTo>
                <a:lnTo>
                  <a:pt x="1629584" y="1228156"/>
                </a:lnTo>
                <a:lnTo>
                  <a:pt x="1669191" y="1232916"/>
                </a:lnTo>
                <a:lnTo>
                  <a:pt x="1684906" y="1206862"/>
                </a:lnTo>
                <a:lnTo>
                  <a:pt x="1716854" y="1151380"/>
                </a:lnTo>
                <a:lnTo>
                  <a:pt x="1810370" y="988996"/>
                </a:lnTo>
                <a:lnTo>
                  <a:pt x="1817549" y="976422"/>
                </a:lnTo>
                <a:lnTo>
                  <a:pt x="1824908" y="958209"/>
                </a:lnTo>
                <a:lnTo>
                  <a:pt x="1847052" y="920916"/>
                </a:lnTo>
                <a:lnTo>
                  <a:pt x="1853834" y="908962"/>
                </a:lnTo>
                <a:lnTo>
                  <a:pt x="1854260" y="904516"/>
                </a:lnTo>
                <a:lnTo>
                  <a:pt x="1853681" y="899800"/>
                </a:lnTo>
                <a:lnTo>
                  <a:pt x="1851666" y="891337"/>
                </a:lnTo>
                <a:lnTo>
                  <a:pt x="1847820" y="884930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pg12">
            <a:extLst>
              <a:ext uri="{FF2B5EF4-FFF2-40B4-BE49-F238E27FC236}">
                <a16:creationId xmlns:a16="http://schemas.microsoft.com/office/drawing/2014/main" id="{4FF2D357-5C3C-4B08-B58E-5B840A02459A}"/>
              </a:ext>
            </a:extLst>
          </p:cNvPr>
          <p:cNvSpPr/>
          <p:nvPr/>
        </p:nvSpPr>
        <p:spPr>
          <a:xfrm>
            <a:off x="6196640" y="3314186"/>
            <a:ext cx="497784" cy="941442"/>
          </a:xfrm>
          <a:custGeom>
            <a:avLst/>
            <a:gdLst/>
            <a:ahLst/>
            <a:cxnLst/>
            <a:rect l="0" t="0" r="0" b="0"/>
            <a:pathLst>
              <a:path w="405012" h="765986">
                <a:moveTo>
                  <a:pt x="58491" y="576238"/>
                </a:moveTo>
                <a:lnTo>
                  <a:pt x="59220" y="577289"/>
                </a:lnTo>
                <a:lnTo>
                  <a:pt x="92741" y="626640"/>
                </a:lnTo>
                <a:lnTo>
                  <a:pt x="115844" y="652566"/>
                </a:lnTo>
                <a:lnTo>
                  <a:pt x="128199" y="664052"/>
                </a:lnTo>
                <a:lnTo>
                  <a:pt x="137171" y="670975"/>
                </a:lnTo>
                <a:lnTo>
                  <a:pt x="145501" y="662903"/>
                </a:lnTo>
                <a:lnTo>
                  <a:pt x="153567" y="657585"/>
                </a:lnTo>
                <a:lnTo>
                  <a:pt x="156246" y="661156"/>
                </a:lnTo>
                <a:lnTo>
                  <a:pt x="184300" y="678631"/>
                </a:lnTo>
                <a:lnTo>
                  <a:pt x="193272" y="679064"/>
                </a:lnTo>
                <a:lnTo>
                  <a:pt x="197337" y="682357"/>
                </a:lnTo>
                <a:lnTo>
                  <a:pt x="209238" y="690564"/>
                </a:lnTo>
                <a:lnTo>
                  <a:pt x="229998" y="707240"/>
                </a:lnTo>
                <a:lnTo>
                  <a:pt x="225370" y="713726"/>
                </a:lnTo>
                <a:lnTo>
                  <a:pt x="244014" y="729342"/>
                </a:lnTo>
                <a:lnTo>
                  <a:pt x="238004" y="737553"/>
                </a:lnTo>
                <a:lnTo>
                  <a:pt x="259245" y="765986"/>
                </a:lnTo>
                <a:lnTo>
                  <a:pt x="266247" y="756559"/>
                </a:lnTo>
                <a:lnTo>
                  <a:pt x="267368" y="755605"/>
                </a:lnTo>
                <a:lnTo>
                  <a:pt x="268354" y="739984"/>
                </a:lnTo>
                <a:lnTo>
                  <a:pt x="269127" y="732494"/>
                </a:lnTo>
                <a:lnTo>
                  <a:pt x="269922" y="728600"/>
                </a:lnTo>
                <a:lnTo>
                  <a:pt x="272765" y="719928"/>
                </a:lnTo>
                <a:lnTo>
                  <a:pt x="276496" y="709967"/>
                </a:lnTo>
                <a:lnTo>
                  <a:pt x="280873" y="701467"/>
                </a:lnTo>
                <a:lnTo>
                  <a:pt x="287143" y="691386"/>
                </a:lnTo>
                <a:lnTo>
                  <a:pt x="289987" y="687282"/>
                </a:lnTo>
                <a:lnTo>
                  <a:pt x="292301" y="684148"/>
                </a:lnTo>
                <a:lnTo>
                  <a:pt x="287790" y="678501"/>
                </a:lnTo>
                <a:lnTo>
                  <a:pt x="283669" y="672599"/>
                </a:lnTo>
                <a:lnTo>
                  <a:pt x="283139" y="670601"/>
                </a:lnTo>
                <a:lnTo>
                  <a:pt x="282826" y="668586"/>
                </a:lnTo>
                <a:lnTo>
                  <a:pt x="283113" y="665402"/>
                </a:lnTo>
                <a:lnTo>
                  <a:pt x="283724" y="663080"/>
                </a:lnTo>
                <a:lnTo>
                  <a:pt x="285120" y="660168"/>
                </a:lnTo>
                <a:lnTo>
                  <a:pt x="257129" y="636560"/>
                </a:lnTo>
                <a:lnTo>
                  <a:pt x="230036" y="600103"/>
                </a:lnTo>
                <a:lnTo>
                  <a:pt x="242441" y="590486"/>
                </a:lnTo>
                <a:lnTo>
                  <a:pt x="240918" y="588084"/>
                </a:lnTo>
                <a:lnTo>
                  <a:pt x="254874" y="575579"/>
                </a:lnTo>
                <a:lnTo>
                  <a:pt x="274890" y="558869"/>
                </a:lnTo>
                <a:lnTo>
                  <a:pt x="311109" y="526347"/>
                </a:lnTo>
                <a:lnTo>
                  <a:pt x="336896" y="497320"/>
                </a:lnTo>
                <a:lnTo>
                  <a:pt x="342633" y="490008"/>
                </a:lnTo>
                <a:lnTo>
                  <a:pt x="347489" y="483118"/>
                </a:lnTo>
                <a:lnTo>
                  <a:pt x="353493" y="474600"/>
                </a:lnTo>
                <a:lnTo>
                  <a:pt x="370830" y="448520"/>
                </a:lnTo>
                <a:lnTo>
                  <a:pt x="377921" y="437360"/>
                </a:lnTo>
                <a:lnTo>
                  <a:pt x="384328" y="425796"/>
                </a:lnTo>
                <a:lnTo>
                  <a:pt x="401161" y="394510"/>
                </a:lnTo>
                <a:lnTo>
                  <a:pt x="403555" y="386873"/>
                </a:lnTo>
                <a:lnTo>
                  <a:pt x="405012" y="373019"/>
                </a:lnTo>
                <a:lnTo>
                  <a:pt x="398462" y="359622"/>
                </a:lnTo>
                <a:lnTo>
                  <a:pt x="393722" y="348665"/>
                </a:lnTo>
                <a:lnTo>
                  <a:pt x="386164" y="329640"/>
                </a:lnTo>
                <a:lnTo>
                  <a:pt x="383814" y="324008"/>
                </a:lnTo>
                <a:lnTo>
                  <a:pt x="373925" y="298896"/>
                </a:lnTo>
                <a:lnTo>
                  <a:pt x="371326" y="292345"/>
                </a:lnTo>
                <a:lnTo>
                  <a:pt x="370328" y="289877"/>
                </a:lnTo>
                <a:lnTo>
                  <a:pt x="358711" y="261148"/>
                </a:lnTo>
                <a:lnTo>
                  <a:pt x="357021" y="255784"/>
                </a:lnTo>
                <a:lnTo>
                  <a:pt x="357382" y="252356"/>
                </a:lnTo>
                <a:lnTo>
                  <a:pt x="359936" y="248272"/>
                </a:lnTo>
                <a:lnTo>
                  <a:pt x="360184" y="247934"/>
                </a:lnTo>
                <a:lnTo>
                  <a:pt x="362738" y="244459"/>
                </a:lnTo>
                <a:lnTo>
                  <a:pt x="364307" y="239749"/>
                </a:lnTo>
                <a:lnTo>
                  <a:pt x="364307" y="231900"/>
                </a:lnTo>
                <a:lnTo>
                  <a:pt x="365764" y="223377"/>
                </a:lnTo>
                <a:lnTo>
                  <a:pt x="366241" y="221351"/>
                </a:lnTo>
                <a:lnTo>
                  <a:pt x="367303" y="216833"/>
                </a:lnTo>
                <a:lnTo>
                  <a:pt x="370737" y="207549"/>
                </a:lnTo>
                <a:lnTo>
                  <a:pt x="371390" y="202762"/>
                </a:lnTo>
                <a:lnTo>
                  <a:pt x="371612" y="200477"/>
                </a:lnTo>
                <a:lnTo>
                  <a:pt x="371629" y="197016"/>
                </a:lnTo>
                <a:lnTo>
                  <a:pt x="371355" y="194485"/>
                </a:lnTo>
                <a:lnTo>
                  <a:pt x="370916" y="191996"/>
                </a:lnTo>
                <a:lnTo>
                  <a:pt x="370522" y="189597"/>
                </a:lnTo>
                <a:lnTo>
                  <a:pt x="369699" y="184666"/>
                </a:lnTo>
                <a:lnTo>
                  <a:pt x="369627" y="181051"/>
                </a:lnTo>
                <a:lnTo>
                  <a:pt x="369963" y="172562"/>
                </a:lnTo>
                <a:lnTo>
                  <a:pt x="370634" y="165722"/>
                </a:lnTo>
                <a:lnTo>
                  <a:pt x="371193" y="161902"/>
                </a:lnTo>
                <a:lnTo>
                  <a:pt x="372500" y="158579"/>
                </a:lnTo>
                <a:lnTo>
                  <a:pt x="373323" y="155957"/>
                </a:lnTo>
                <a:lnTo>
                  <a:pt x="374703" y="152917"/>
                </a:lnTo>
                <a:lnTo>
                  <a:pt x="323378" y="127774"/>
                </a:lnTo>
                <a:lnTo>
                  <a:pt x="352736" y="119535"/>
                </a:lnTo>
                <a:lnTo>
                  <a:pt x="363615" y="99677"/>
                </a:lnTo>
                <a:lnTo>
                  <a:pt x="328896" y="79093"/>
                </a:lnTo>
                <a:lnTo>
                  <a:pt x="315775" y="71154"/>
                </a:lnTo>
                <a:lnTo>
                  <a:pt x="306051" y="87078"/>
                </a:lnTo>
                <a:lnTo>
                  <a:pt x="304795" y="82589"/>
                </a:lnTo>
                <a:lnTo>
                  <a:pt x="301972" y="71154"/>
                </a:lnTo>
                <a:lnTo>
                  <a:pt x="300560" y="65263"/>
                </a:lnTo>
                <a:lnTo>
                  <a:pt x="300133" y="61977"/>
                </a:lnTo>
                <a:lnTo>
                  <a:pt x="298924" y="45028"/>
                </a:lnTo>
                <a:lnTo>
                  <a:pt x="298435" y="29908"/>
                </a:lnTo>
                <a:lnTo>
                  <a:pt x="277714" y="27890"/>
                </a:lnTo>
                <a:lnTo>
                  <a:pt x="276198" y="27742"/>
                </a:lnTo>
                <a:lnTo>
                  <a:pt x="267453" y="26968"/>
                </a:lnTo>
                <a:lnTo>
                  <a:pt x="254114" y="24267"/>
                </a:lnTo>
                <a:lnTo>
                  <a:pt x="243360" y="17494"/>
                </a:lnTo>
                <a:lnTo>
                  <a:pt x="237896" y="11586"/>
                </a:lnTo>
                <a:lnTo>
                  <a:pt x="232211" y="4167"/>
                </a:lnTo>
                <a:lnTo>
                  <a:pt x="226375" y="494"/>
                </a:lnTo>
                <a:lnTo>
                  <a:pt x="221445" y="0"/>
                </a:lnTo>
                <a:lnTo>
                  <a:pt x="216331" y="2163"/>
                </a:lnTo>
                <a:lnTo>
                  <a:pt x="216032" y="2446"/>
                </a:lnTo>
                <a:lnTo>
                  <a:pt x="212688" y="5619"/>
                </a:lnTo>
                <a:lnTo>
                  <a:pt x="208965" y="15616"/>
                </a:lnTo>
                <a:lnTo>
                  <a:pt x="208004" y="20165"/>
                </a:lnTo>
                <a:lnTo>
                  <a:pt x="206595" y="32724"/>
                </a:lnTo>
                <a:lnTo>
                  <a:pt x="200604" y="85716"/>
                </a:lnTo>
                <a:lnTo>
                  <a:pt x="199210" y="95864"/>
                </a:lnTo>
                <a:lnTo>
                  <a:pt x="196258" y="105028"/>
                </a:lnTo>
                <a:lnTo>
                  <a:pt x="192402" y="113966"/>
                </a:lnTo>
                <a:lnTo>
                  <a:pt x="185179" y="125859"/>
                </a:lnTo>
                <a:lnTo>
                  <a:pt x="183511" y="128081"/>
                </a:lnTo>
                <a:lnTo>
                  <a:pt x="181105" y="131261"/>
                </a:lnTo>
                <a:lnTo>
                  <a:pt x="176378" y="136679"/>
                </a:lnTo>
                <a:lnTo>
                  <a:pt x="170967" y="141768"/>
                </a:lnTo>
                <a:lnTo>
                  <a:pt x="147552" y="163752"/>
                </a:lnTo>
                <a:lnTo>
                  <a:pt x="137081" y="172934"/>
                </a:lnTo>
                <a:lnTo>
                  <a:pt x="110103" y="200313"/>
                </a:lnTo>
                <a:lnTo>
                  <a:pt x="99665" y="217958"/>
                </a:lnTo>
                <a:lnTo>
                  <a:pt x="87398" y="256513"/>
                </a:lnTo>
                <a:lnTo>
                  <a:pt x="76572" y="292456"/>
                </a:lnTo>
                <a:lnTo>
                  <a:pt x="75385" y="295372"/>
                </a:lnTo>
                <a:lnTo>
                  <a:pt x="71284" y="304983"/>
                </a:lnTo>
                <a:lnTo>
                  <a:pt x="63421" y="317812"/>
                </a:lnTo>
                <a:lnTo>
                  <a:pt x="63573" y="319925"/>
                </a:lnTo>
                <a:lnTo>
                  <a:pt x="95830" y="334521"/>
                </a:lnTo>
                <a:lnTo>
                  <a:pt x="111894" y="339357"/>
                </a:lnTo>
                <a:lnTo>
                  <a:pt x="127019" y="341383"/>
                </a:lnTo>
                <a:lnTo>
                  <a:pt x="115510" y="343311"/>
                </a:lnTo>
                <a:lnTo>
                  <a:pt x="94532" y="347089"/>
                </a:lnTo>
                <a:lnTo>
                  <a:pt x="91593" y="347613"/>
                </a:lnTo>
                <a:lnTo>
                  <a:pt x="75680" y="351888"/>
                </a:lnTo>
                <a:lnTo>
                  <a:pt x="49217" y="366086"/>
                </a:lnTo>
                <a:lnTo>
                  <a:pt x="36629" y="377211"/>
                </a:lnTo>
                <a:lnTo>
                  <a:pt x="24462" y="389700"/>
                </a:lnTo>
                <a:lnTo>
                  <a:pt x="8412" y="419613"/>
                </a:lnTo>
                <a:lnTo>
                  <a:pt x="2601" y="435062"/>
                </a:lnTo>
                <a:lnTo>
                  <a:pt x="0" y="454376"/>
                </a:lnTo>
                <a:lnTo>
                  <a:pt x="1091" y="473521"/>
                </a:lnTo>
                <a:lnTo>
                  <a:pt x="4395" y="493223"/>
                </a:lnTo>
                <a:lnTo>
                  <a:pt x="7422" y="501804"/>
                </a:lnTo>
                <a:lnTo>
                  <a:pt x="9547" y="506067"/>
                </a:lnTo>
                <a:lnTo>
                  <a:pt x="11610" y="511299"/>
                </a:lnTo>
                <a:lnTo>
                  <a:pt x="19236" y="523201"/>
                </a:lnTo>
                <a:lnTo>
                  <a:pt x="27556" y="534828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g13">
            <a:extLst>
              <a:ext uri="{FF2B5EF4-FFF2-40B4-BE49-F238E27FC236}">
                <a16:creationId xmlns:a16="http://schemas.microsoft.com/office/drawing/2014/main" id="{4740C493-C000-41A8-8ECC-8CE7B63B3F95}"/>
              </a:ext>
            </a:extLst>
          </p:cNvPr>
          <p:cNvSpPr/>
          <p:nvPr/>
        </p:nvSpPr>
        <p:spPr>
          <a:xfrm>
            <a:off x="6091630" y="3920462"/>
            <a:ext cx="621174" cy="630384"/>
          </a:xfrm>
          <a:custGeom>
            <a:avLst/>
            <a:gdLst/>
            <a:ahLst/>
            <a:cxnLst/>
            <a:rect l="0" t="0" r="0" b="0"/>
            <a:pathLst>
              <a:path w="505405" h="512900">
                <a:moveTo>
                  <a:pt x="471659" y="500496"/>
                </a:moveTo>
                <a:lnTo>
                  <a:pt x="474459" y="512900"/>
                </a:lnTo>
                <a:lnTo>
                  <a:pt x="441767" y="512663"/>
                </a:lnTo>
                <a:lnTo>
                  <a:pt x="395619" y="499782"/>
                </a:lnTo>
                <a:lnTo>
                  <a:pt x="341636" y="482587"/>
                </a:lnTo>
                <a:lnTo>
                  <a:pt x="318898" y="469969"/>
                </a:lnTo>
                <a:lnTo>
                  <a:pt x="216657" y="404755"/>
                </a:lnTo>
                <a:lnTo>
                  <a:pt x="207462" y="412827"/>
                </a:lnTo>
                <a:lnTo>
                  <a:pt x="203279" y="416499"/>
                </a:lnTo>
                <a:lnTo>
                  <a:pt x="196132" y="408671"/>
                </a:lnTo>
                <a:lnTo>
                  <a:pt x="199390" y="405759"/>
                </a:lnTo>
                <a:lnTo>
                  <a:pt x="208593" y="397539"/>
                </a:lnTo>
                <a:lnTo>
                  <a:pt x="200836" y="389833"/>
                </a:lnTo>
                <a:lnTo>
                  <a:pt x="199547" y="387757"/>
                </a:lnTo>
                <a:lnTo>
                  <a:pt x="176095" y="350018"/>
                </a:lnTo>
                <a:lnTo>
                  <a:pt x="156547" y="326839"/>
                </a:lnTo>
                <a:lnTo>
                  <a:pt x="131806" y="304578"/>
                </a:lnTo>
                <a:lnTo>
                  <a:pt x="124905" y="312262"/>
                </a:lnTo>
                <a:lnTo>
                  <a:pt x="118682" y="307287"/>
                </a:lnTo>
                <a:lnTo>
                  <a:pt x="88502" y="285122"/>
                </a:lnTo>
                <a:lnTo>
                  <a:pt x="29991" y="254524"/>
                </a:lnTo>
                <a:lnTo>
                  <a:pt x="28505" y="253747"/>
                </a:lnTo>
                <a:lnTo>
                  <a:pt x="0" y="240574"/>
                </a:lnTo>
                <a:lnTo>
                  <a:pt x="510" y="239477"/>
                </a:lnTo>
                <a:lnTo>
                  <a:pt x="8449" y="222433"/>
                </a:lnTo>
                <a:lnTo>
                  <a:pt x="13061" y="212526"/>
                </a:lnTo>
                <a:lnTo>
                  <a:pt x="16710" y="206483"/>
                </a:lnTo>
                <a:lnTo>
                  <a:pt x="20855" y="201700"/>
                </a:lnTo>
                <a:lnTo>
                  <a:pt x="46380" y="177066"/>
                </a:lnTo>
                <a:lnTo>
                  <a:pt x="56875" y="165321"/>
                </a:lnTo>
                <a:lnTo>
                  <a:pt x="57319" y="164823"/>
                </a:lnTo>
                <a:lnTo>
                  <a:pt x="61654" y="159970"/>
                </a:lnTo>
                <a:lnTo>
                  <a:pt x="68347" y="152477"/>
                </a:lnTo>
                <a:lnTo>
                  <a:pt x="74653" y="144838"/>
                </a:lnTo>
                <a:lnTo>
                  <a:pt x="84082" y="134564"/>
                </a:lnTo>
                <a:lnTo>
                  <a:pt x="95002" y="123635"/>
                </a:lnTo>
                <a:lnTo>
                  <a:pt x="104740" y="111737"/>
                </a:lnTo>
                <a:lnTo>
                  <a:pt x="115399" y="99885"/>
                </a:lnTo>
                <a:lnTo>
                  <a:pt x="125376" y="87598"/>
                </a:lnTo>
                <a:lnTo>
                  <a:pt x="126964" y="84739"/>
                </a:lnTo>
                <a:lnTo>
                  <a:pt x="128261" y="82401"/>
                </a:lnTo>
                <a:lnTo>
                  <a:pt x="130378" y="78589"/>
                </a:lnTo>
                <a:lnTo>
                  <a:pt x="132099" y="72415"/>
                </a:lnTo>
                <a:lnTo>
                  <a:pt x="133525" y="60489"/>
                </a:lnTo>
                <a:lnTo>
                  <a:pt x="132687" y="44874"/>
                </a:lnTo>
                <a:lnTo>
                  <a:pt x="129495" y="33573"/>
                </a:lnTo>
                <a:lnTo>
                  <a:pt x="126711" y="27516"/>
                </a:lnTo>
                <a:lnTo>
                  <a:pt x="123891" y="20282"/>
                </a:lnTo>
                <a:lnTo>
                  <a:pt x="128721" y="16889"/>
                </a:lnTo>
                <a:lnTo>
                  <a:pt x="152732" y="0"/>
                </a:lnTo>
                <a:lnTo>
                  <a:pt x="186254" y="49351"/>
                </a:lnTo>
                <a:lnTo>
                  <a:pt x="209357" y="75276"/>
                </a:lnTo>
                <a:lnTo>
                  <a:pt x="221712" y="86763"/>
                </a:lnTo>
                <a:lnTo>
                  <a:pt x="230683" y="93685"/>
                </a:lnTo>
                <a:lnTo>
                  <a:pt x="239014" y="85614"/>
                </a:lnTo>
                <a:lnTo>
                  <a:pt x="247079" y="80295"/>
                </a:lnTo>
                <a:lnTo>
                  <a:pt x="249759" y="83866"/>
                </a:lnTo>
                <a:lnTo>
                  <a:pt x="277812" y="101341"/>
                </a:lnTo>
                <a:lnTo>
                  <a:pt x="286784" y="101774"/>
                </a:lnTo>
                <a:lnTo>
                  <a:pt x="290849" y="105067"/>
                </a:lnTo>
                <a:lnTo>
                  <a:pt x="302750" y="113274"/>
                </a:lnTo>
                <a:lnTo>
                  <a:pt x="323510" y="129950"/>
                </a:lnTo>
                <a:lnTo>
                  <a:pt x="318882" y="136436"/>
                </a:lnTo>
                <a:lnTo>
                  <a:pt x="337526" y="152053"/>
                </a:lnTo>
                <a:lnTo>
                  <a:pt x="331517" y="160264"/>
                </a:lnTo>
                <a:lnTo>
                  <a:pt x="352757" y="188696"/>
                </a:lnTo>
                <a:lnTo>
                  <a:pt x="362027" y="197687"/>
                </a:lnTo>
                <a:lnTo>
                  <a:pt x="390788" y="213393"/>
                </a:lnTo>
                <a:lnTo>
                  <a:pt x="409366" y="226883"/>
                </a:lnTo>
                <a:lnTo>
                  <a:pt x="419683" y="221632"/>
                </a:lnTo>
                <a:lnTo>
                  <a:pt x="423642" y="218864"/>
                </a:lnTo>
                <a:lnTo>
                  <a:pt x="428498" y="217667"/>
                </a:lnTo>
                <a:lnTo>
                  <a:pt x="444111" y="219088"/>
                </a:lnTo>
                <a:lnTo>
                  <a:pt x="464282" y="217667"/>
                </a:lnTo>
                <a:lnTo>
                  <a:pt x="467719" y="218191"/>
                </a:lnTo>
                <a:lnTo>
                  <a:pt x="471081" y="221780"/>
                </a:lnTo>
                <a:lnTo>
                  <a:pt x="479602" y="231499"/>
                </a:lnTo>
                <a:lnTo>
                  <a:pt x="486716" y="239617"/>
                </a:lnTo>
                <a:lnTo>
                  <a:pt x="496050" y="247619"/>
                </a:lnTo>
                <a:lnTo>
                  <a:pt x="505383" y="251562"/>
                </a:lnTo>
                <a:lnTo>
                  <a:pt x="505405" y="253473"/>
                </a:lnTo>
                <a:lnTo>
                  <a:pt x="488650" y="264931"/>
                </a:lnTo>
                <a:lnTo>
                  <a:pt x="474783" y="274269"/>
                </a:lnTo>
                <a:lnTo>
                  <a:pt x="463232" y="283037"/>
                </a:lnTo>
                <a:lnTo>
                  <a:pt x="456517" y="287462"/>
                </a:lnTo>
                <a:lnTo>
                  <a:pt x="456808" y="307052"/>
                </a:lnTo>
                <a:lnTo>
                  <a:pt x="456370" y="309017"/>
                </a:lnTo>
                <a:lnTo>
                  <a:pt x="454616" y="314010"/>
                </a:lnTo>
                <a:lnTo>
                  <a:pt x="451886" y="321374"/>
                </a:lnTo>
                <a:lnTo>
                  <a:pt x="441079" y="350547"/>
                </a:lnTo>
                <a:lnTo>
                  <a:pt x="440417" y="352397"/>
                </a:lnTo>
                <a:lnTo>
                  <a:pt x="440320" y="354188"/>
                </a:lnTo>
                <a:lnTo>
                  <a:pt x="440550" y="357237"/>
                </a:lnTo>
                <a:lnTo>
                  <a:pt x="443213" y="372566"/>
                </a:lnTo>
                <a:lnTo>
                  <a:pt x="445297" y="382081"/>
                </a:lnTo>
                <a:lnTo>
                  <a:pt x="448836" y="397565"/>
                </a:lnTo>
                <a:lnTo>
                  <a:pt x="449386" y="401345"/>
                </a:lnTo>
                <a:lnTo>
                  <a:pt x="453335" y="420895"/>
                </a:lnTo>
                <a:lnTo>
                  <a:pt x="457160" y="437582"/>
                </a:lnTo>
                <a:lnTo>
                  <a:pt x="458680" y="444096"/>
                </a:lnTo>
                <a:lnTo>
                  <a:pt x="459996" y="449885"/>
                </a:lnTo>
                <a:lnTo>
                  <a:pt x="463628" y="465325"/>
                </a:lnTo>
                <a:lnTo>
                  <a:pt x="466240" y="476474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g14">
            <a:extLst>
              <a:ext uri="{FF2B5EF4-FFF2-40B4-BE49-F238E27FC236}">
                <a16:creationId xmlns:a16="http://schemas.microsoft.com/office/drawing/2014/main" id="{94A49BB8-0991-49C3-A4BE-3D47B370091C}"/>
              </a:ext>
            </a:extLst>
          </p:cNvPr>
          <p:cNvSpPr/>
          <p:nvPr/>
        </p:nvSpPr>
        <p:spPr>
          <a:xfrm>
            <a:off x="6538303" y="4181649"/>
            <a:ext cx="552994" cy="547600"/>
          </a:xfrm>
          <a:custGeom>
            <a:avLst/>
            <a:gdLst/>
            <a:ahLst/>
            <a:cxnLst/>
            <a:rect l="0" t="0" r="0" b="0"/>
            <a:pathLst>
              <a:path w="449931" h="445543">
                <a:moveTo>
                  <a:pt x="359346" y="434525"/>
                </a:moveTo>
                <a:lnTo>
                  <a:pt x="357225" y="443613"/>
                </a:lnTo>
                <a:lnTo>
                  <a:pt x="333490" y="445543"/>
                </a:lnTo>
                <a:lnTo>
                  <a:pt x="312051" y="444609"/>
                </a:lnTo>
                <a:lnTo>
                  <a:pt x="277294" y="435184"/>
                </a:lnTo>
                <a:lnTo>
                  <a:pt x="253551" y="424311"/>
                </a:lnTo>
                <a:lnTo>
                  <a:pt x="231837" y="406984"/>
                </a:lnTo>
                <a:lnTo>
                  <a:pt x="203082" y="374484"/>
                </a:lnTo>
                <a:lnTo>
                  <a:pt x="185067" y="347481"/>
                </a:lnTo>
                <a:lnTo>
                  <a:pt x="167169" y="312236"/>
                </a:lnTo>
                <a:lnTo>
                  <a:pt x="148079" y="287383"/>
                </a:lnTo>
                <a:lnTo>
                  <a:pt x="110378" y="264805"/>
                </a:lnTo>
                <a:lnTo>
                  <a:pt x="81743" y="260741"/>
                </a:lnTo>
                <a:lnTo>
                  <a:pt x="34139" y="259427"/>
                </a:lnTo>
                <a:lnTo>
                  <a:pt x="31339" y="247022"/>
                </a:lnTo>
                <a:lnTo>
                  <a:pt x="25919" y="223001"/>
                </a:lnTo>
                <a:lnTo>
                  <a:pt x="23307" y="211852"/>
                </a:lnTo>
                <a:lnTo>
                  <a:pt x="19676" y="196411"/>
                </a:lnTo>
                <a:lnTo>
                  <a:pt x="18359" y="190622"/>
                </a:lnTo>
                <a:lnTo>
                  <a:pt x="16839" y="184109"/>
                </a:lnTo>
                <a:lnTo>
                  <a:pt x="13014" y="167421"/>
                </a:lnTo>
                <a:lnTo>
                  <a:pt x="9065" y="147872"/>
                </a:lnTo>
                <a:lnTo>
                  <a:pt x="8515" y="144092"/>
                </a:lnTo>
                <a:lnTo>
                  <a:pt x="4976" y="128608"/>
                </a:lnTo>
                <a:lnTo>
                  <a:pt x="2892" y="119093"/>
                </a:lnTo>
                <a:lnTo>
                  <a:pt x="229" y="103764"/>
                </a:lnTo>
                <a:lnTo>
                  <a:pt x="0" y="100715"/>
                </a:lnTo>
                <a:lnTo>
                  <a:pt x="96" y="98924"/>
                </a:lnTo>
                <a:lnTo>
                  <a:pt x="758" y="97074"/>
                </a:lnTo>
                <a:lnTo>
                  <a:pt x="11566" y="67901"/>
                </a:lnTo>
                <a:lnTo>
                  <a:pt x="14295" y="60537"/>
                </a:lnTo>
                <a:lnTo>
                  <a:pt x="16049" y="55544"/>
                </a:lnTo>
                <a:lnTo>
                  <a:pt x="16488" y="53579"/>
                </a:lnTo>
                <a:lnTo>
                  <a:pt x="16197" y="33988"/>
                </a:lnTo>
                <a:lnTo>
                  <a:pt x="22912" y="29564"/>
                </a:lnTo>
                <a:lnTo>
                  <a:pt x="34462" y="20796"/>
                </a:lnTo>
                <a:lnTo>
                  <a:pt x="48330" y="11458"/>
                </a:lnTo>
                <a:lnTo>
                  <a:pt x="65085" y="0"/>
                </a:lnTo>
                <a:lnTo>
                  <a:pt x="201323" y="33932"/>
                </a:lnTo>
                <a:lnTo>
                  <a:pt x="216311" y="37525"/>
                </a:lnTo>
                <a:lnTo>
                  <a:pt x="224219" y="39420"/>
                </a:lnTo>
                <a:lnTo>
                  <a:pt x="298810" y="57300"/>
                </a:lnTo>
                <a:lnTo>
                  <a:pt x="419663" y="86367"/>
                </a:lnTo>
                <a:lnTo>
                  <a:pt x="414966" y="101803"/>
                </a:lnTo>
                <a:lnTo>
                  <a:pt x="412022" y="108582"/>
                </a:lnTo>
                <a:lnTo>
                  <a:pt x="448785" y="135208"/>
                </a:lnTo>
                <a:lnTo>
                  <a:pt x="449931" y="153650"/>
                </a:lnTo>
                <a:lnTo>
                  <a:pt x="449420" y="158607"/>
                </a:lnTo>
                <a:lnTo>
                  <a:pt x="444815" y="183402"/>
                </a:lnTo>
                <a:lnTo>
                  <a:pt x="440018" y="200979"/>
                </a:lnTo>
                <a:lnTo>
                  <a:pt x="438618" y="205308"/>
                </a:lnTo>
                <a:lnTo>
                  <a:pt x="418368" y="276195"/>
                </a:lnTo>
                <a:lnTo>
                  <a:pt x="411864" y="297681"/>
                </a:lnTo>
                <a:lnTo>
                  <a:pt x="404580" y="327226"/>
                </a:lnTo>
                <a:lnTo>
                  <a:pt x="381759" y="321705"/>
                </a:lnTo>
                <a:lnTo>
                  <a:pt x="382322" y="329583"/>
                </a:lnTo>
                <a:lnTo>
                  <a:pt x="381122" y="340099"/>
                </a:lnTo>
                <a:lnTo>
                  <a:pt x="375115" y="373422"/>
                </a:lnTo>
                <a:lnTo>
                  <a:pt x="360772" y="428414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15">
            <a:extLst>
              <a:ext uri="{FF2B5EF4-FFF2-40B4-BE49-F238E27FC236}">
                <a16:creationId xmlns:a16="http://schemas.microsoft.com/office/drawing/2014/main" id="{AF413A37-271B-4C98-92B2-A107E76B7BE7}"/>
              </a:ext>
            </a:extLst>
          </p:cNvPr>
          <p:cNvSpPr/>
          <p:nvPr/>
        </p:nvSpPr>
        <p:spPr>
          <a:xfrm>
            <a:off x="6751997" y="4157976"/>
            <a:ext cx="2093274" cy="1728474"/>
          </a:xfrm>
          <a:custGeom>
            <a:avLst/>
            <a:gdLst/>
            <a:ahLst/>
            <a:cxnLst/>
            <a:rect l="0" t="0" r="0" b="0"/>
            <a:pathLst>
              <a:path w="1703149" h="1406338">
                <a:moveTo>
                  <a:pt x="938923" y="1326680"/>
                </a:moveTo>
                <a:lnTo>
                  <a:pt x="967964" y="1345313"/>
                </a:lnTo>
                <a:lnTo>
                  <a:pt x="985543" y="1352671"/>
                </a:lnTo>
                <a:lnTo>
                  <a:pt x="1026994" y="1369755"/>
                </a:lnTo>
                <a:lnTo>
                  <a:pt x="1030495" y="1342810"/>
                </a:lnTo>
                <a:lnTo>
                  <a:pt x="1122664" y="1353496"/>
                </a:lnTo>
                <a:lnTo>
                  <a:pt x="1135168" y="1260445"/>
                </a:lnTo>
                <a:lnTo>
                  <a:pt x="1154289" y="1125554"/>
                </a:lnTo>
                <a:lnTo>
                  <a:pt x="1153994" y="1109855"/>
                </a:lnTo>
                <a:lnTo>
                  <a:pt x="1162345" y="1108691"/>
                </a:lnTo>
                <a:lnTo>
                  <a:pt x="1166624" y="1108845"/>
                </a:lnTo>
                <a:lnTo>
                  <a:pt x="1171062" y="1110479"/>
                </a:lnTo>
                <a:lnTo>
                  <a:pt x="1175241" y="1112395"/>
                </a:lnTo>
                <a:lnTo>
                  <a:pt x="1178778" y="1113877"/>
                </a:lnTo>
                <a:lnTo>
                  <a:pt x="1182306" y="1114921"/>
                </a:lnTo>
                <a:lnTo>
                  <a:pt x="1185914" y="1115718"/>
                </a:lnTo>
                <a:lnTo>
                  <a:pt x="1189111" y="1116279"/>
                </a:lnTo>
                <a:lnTo>
                  <a:pt x="1192009" y="1116325"/>
                </a:lnTo>
                <a:lnTo>
                  <a:pt x="1196001" y="1115689"/>
                </a:lnTo>
                <a:lnTo>
                  <a:pt x="1199189" y="1115443"/>
                </a:lnTo>
                <a:lnTo>
                  <a:pt x="1202176" y="1115918"/>
                </a:lnTo>
                <a:lnTo>
                  <a:pt x="1206449" y="1117174"/>
                </a:lnTo>
                <a:lnTo>
                  <a:pt x="1211984" y="1117981"/>
                </a:lnTo>
                <a:lnTo>
                  <a:pt x="1220040" y="1118120"/>
                </a:lnTo>
                <a:lnTo>
                  <a:pt x="1227881" y="1117724"/>
                </a:lnTo>
                <a:lnTo>
                  <a:pt x="1235680" y="1116936"/>
                </a:lnTo>
                <a:lnTo>
                  <a:pt x="1239280" y="1115896"/>
                </a:lnTo>
                <a:lnTo>
                  <a:pt x="1246291" y="1112982"/>
                </a:lnTo>
                <a:lnTo>
                  <a:pt x="1247623" y="1112416"/>
                </a:lnTo>
                <a:lnTo>
                  <a:pt x="1252083" y="1107966"/>
                </a:lnTo>
                <a:lnTo>
                  <a:pt x="1256385" y="1100534"/>
                </a:lnTo>
                <a:lnTo>
                  <a:pt x="1257077" y="1098706"/>
                </a:lnTo>
                <a:lnTo>
                  <a:pt x="1259275" y="1091833"/>
                </a:lnTo>
                <a:lnTo>
                  <a:pt x="1259714" y="1085520"/>
                </a:lnTo>
                <a:lnTo>
                  <a:pt x="1257481" y="1078795"/>
                </a:lnTo>
                <a:lnTo>
                  <a:pt x="1252480" y="1072138"/>
                </a:lnTo>
                <a:lnTo>
                  <a:pt x="1246840" y="1062519"/>
                </a:lnTo>
                <a:lnTo>
                  <a:pt x="1240911" y="1055035"/>
                </a:lnTo>
                <a:lnTo>
                  <a:pt x="1240128" y="1052793"/>
                </a:lnTo>
                <a:lnTo>
                  <a:pt x="1239488" y="1050965"/>
                </a:lnTo>
                <a:lnTo>
                  <a:pt x="1242387" y="1041085"/>
                </a:lnTo>
                <a:lnTo>
                  <a:pt x="1247335" y="1031381"/>
                </a:lnTo>
                <a:lnTo>
                  <a:pt x="1250574" y="1025070"/>
                </a:lnTo>
                <a:lnTo>
                  <a:pt x="1253525" y="1019346"/>
                </a:lnTo>
                <a:lnTo>
                  <a:pt x="1257023" y="1013364"/>
                </a:lnTo>
                <a:lnTo>
                  <a:pt x="1258147" y="1006139"/>
                </a:lnTo>
                <a:lnTo>
                  <a:pt x="1256488" y="999588"/>
                </a:lnTo>
                <a:lnTo>
                  <a:pt x="1253499" y="993693"/>
                </a:lnTo>
                <a:lnTo>
                  <a:pt x="1252010" y="988883"/>
                </a:lnTo>
                <a:lnTo>
                  <a:pt x="1251671" y="986228"/>
                </a:lnTo>
                <a:lnTo>
                  <a:pt x="1252376" y="983225"/>
                </a:lnTo>
                <a:lnTo>
                  <a:pt x="1255182" y="981070"/>
                </a:lnTo>
                <a:lnTo>
                  <a:pt x="1259766" y="979656"/>
                </a:lnTo>
                <a:lnTo>
                  <a:pt x="1261594" y="979005"/>
                </a:lnTo>
                <a:lnTo>
                  <a:pt x="1263343" y="977678"/>
                </a:lnTo>
                <a:lnTo>
                  <a:pt x="1273214" y="981157"/>
                </a:lnTo>
                <a:lnTo>
                  <a:pt x="1275735" y="979003"/>
                </a:lnTo>
                <a:lnTo>
                  <a:pt x="1291546" y="982898"/>
                </a:lnTo>
                <a:lnTo>
                  <a:pt x="1299929" y="977675"/>
                </a:lnTo>
                <a:lnTo>
                  <a:pt x="1305752" y="973281"/>
                </a:lnTo>
                <a:lnTo>
                  <a:pt x="1311590" y="968450"/>
                </a:lnTo>
                <a:lnTo>
                  <a:pt x="1317238" y="966992"/>
                </a:lnTo>
                <a:lnTo>
                  <a:pt x="1322215" y="965262"/>
                </a:lnTo>
                <a:lnTo>
                  <a:pt x="1324734" y="945186"/>
                </a:lnTo>
                <a:lnTo>
                  <a:pt x="1326171" y="943928"/>
                </a:lnTo>
                <a:lnTo>
                  <a:pt x="1326875" y="944215"/>
                </a:lnTo>
                <a:lnTo>
                  <a:pt x="1329938" y="924246"/>
                </a:lnTo>
                <a:lnTo>
                  <a:pt x="1345964" y="915752"/>
                </a:lnTo>
                <a:lnTo>
                  <a:pt x="1348984" y="920916"/>
                </a:lnTo>
                <a:lnTo>
                  <a:pt x="1354810" y="917965"/>
                </a:lnTo>
                <a:lnTo>
                  <a:pt x="1359073" y="910240"/>
                </a:lnTo>
                <a:lnTo>
                  <a:pt x="1357246" y="909249"/>
                </a:lnTo>
                <a:lnTo>
                  <a:pt x="1438441" y="866923"/>
                </a:lnTo>
                <a:lnTo>
                  <a:pt x="1484167" y="841670"/>
                </a:lnTo>
                <a:lnTo>
                  <a:pt x="1508887" y="857970"/>
                </a:lnTo>
                <a:lnTo>
                  <a:pt x="1510467" y="857459"/>
                </a:lnTo>
                <a:lnTo>
                  <a:pt x="1512313" y="856788"/>
                </a:lnTo>
                <a:lnTo>
                  <a:pt x="1523258" y="851539"/>
                </a:lnTo>
                <a:lnTo>
                  <a:pt x="1525199" y="848795"/>
                </a:lnTo>
                <a:lnTo>
                  <a:pt x="1527082" y="846260"/>
                </a:lnTo>
                <a:lnTo>
                  <a:pt x="1526801" y="845944"/>
                </a:lnTo>
                <a:lnTo>
                  <a:pt x="1529618" y="842464"/>
                </a:lnTo>
                <a:lnTo>
                  <a:pt x="1533106" y="837977"/>
                </a:lnTo>
                <a:lnTo>
                  <a:pt x="1539606" y="829698"/>
                </a:lnTo>
                <a:lnTo>
                  <a:pt x="1545357" y="824221"/>
                </a:lnTo>
                <a:lnTo>
                  <a:pt x="1553769" y="818484"/>
                </a:lnTo>
                <a:lnTo>
                  <a:pt x="1556740" y="815992"/>
                </a:lnTo>
                <a:lnTo>
                  <a:pt x="1567271" y="808682"/>
                </a:lnTo>
                <a:lnTo>
                  <a:pt x="1569045" y="807318"/>
                </a:lnTo>
                <a:lnTo>
                  <a:pt x="1572559" y="805359"/>
                </a:lnTo>
                <a:lnTo>
                  <a:pt x="1575929" y="803159"/>
                </a:lnTo>
                <a:lnTo>
                  <a:pt x="1579585" y="800765"/>
                </a:lnTo>
                <a:lnTo>
                  <a:pt x="1581961" y="798349"/>
                </a:lnTo>
                <a:lnTo>
                  <a:pt x="1584887" y="795455"/>
                </a:lnTo>
                <a:lnTo>
                  <a:pt x="1652874" y="687351"/>
                </a:lnTo>
                <a:lnTo>
                  <a:pt x="1656269" y="681889"/>
                </a:lnTo>
                <a:lnTo>
                  <a:pt x="1666479" y="665526"/>
                </a:lnTo>
                <a:lnTo>
                  <a:pt x="1669247" y="661130"/>
                </a:lnTo>
                <a:lnTo>
                  <a:pt x="1676704" y="653754"/>
                </a:lnTo>
                <a:lnTo>
                  <a:pt x="1678894" y="652016"/>
                </a:lnTo>
                <a:lnTo>
                  <a:pt x="1680123" y="651215"/>
                </a:lnTo>
                <a:lnTo>
                  <a:pt x="1681716" y="650009"/>
                </a:lnTo>
                <a:lnTo>
                  <a:pt x="1701285" y="635528"/>
                </a:lnTo>
                <a:lnTo>
                  <a:pt x="1703149" y="630179"/>
                </a:lnTo>
                <a:lnTo>
                  <a:pt x="1654382" y="528639"/>
                </a:lnTo>
                <a:lnTo>
                  <a:pt x="1615679" y="535507"/>
                </a:lnTo>
                <a:lnTo>
                  <a:pt x="1602731" y="498337"/>
                </a:lnTo>
                <a:lnTo>
                  <a:pt x="1598951" y="487547"/>
                </a:lnTo>
                <a:lnTo>
                  <a:pt x="1595805" y="478929"/>
                </a:lnTo>
                <a:lnTo>
                  <a:pt x="1594395" y="474122"/>
                </a:lnTo>
                <a:lnTo>
                  <a:pt x="1541618" y="540754"/>
                </a:lnTo>
                <a:lnTo>
                  <a:pt x="1488281" y="607594"/>
                </a:lnTo>
                <a:lnTo>
                  <a:pt x="1478899" y="618014"/>
                </a:lnTo>
                <a:lnTo>
                  <a:pt x="1450650" y="651524"/>
                </a:lnTo>
                <a:lnTo>
                  <a:pt x="1425790" y="675265"/>
                </a:lnTo>
                <a:lnTo>
                  <a:pt x="1416846" y="681756"/>
                </a:lnTo>
                <a:lnTo>
                  <a:pt x="1397328" y="694638"/>
                </a:lnTo>
                <a:lnTo>
                  <a:pt x="1380984" y="703693"/>
                </a:lnTo>
                <a:lnTo>
                  <a:pt x="1367221" y="710409"/>
                </a:lnTo>
                <a:lnTo>
                  <a:pt x="1352833" y="716668"/>
                </a:lnTo>
                <a:lnTo>
                  <a:pt x="1316896" y="727989"/>
                </a:lnTo>
                <a:lnTo>
                  <a:pt x="1201533" y="767625"/>
                </a:lnTo>
                <a:lnTo>
                  <a:pt x="1154755" y="743375"/>
                </a:lnTo>
                <a:lnTo>
                  <a:pt x="1021397" y="676599"/>
                </a:lnTo>
                <a:lnTo>
                  <a:pt x="876697" y="604543"/>
                </a:lnTo>
                <a:lnTo>
                  <a:pt x="912074" y="504352"/>
                </a:lnTo>
                <a:lnTo>
                  <a:pt x="916699" y="482629"/>
                </a:lnTo>
                <a:lnTo>
                  <a:pt x="917882" y="460248"/>
                </a:lnTo>
                <a:lnTo>
                  <a:pt x="914973" y="449789"/>
                </a:lnTo>
                <a:lnTo>
                  <a:pt x="903355" y="444838"/>
                </a:lnTo>
                <a:lnTo>
                  <a:pt x="893210" y="442416"/>
                </a:lnTo>
                <a:lnTo>
                  <a:pt x="886218" y="442311"/>
                </a:lnTo>
                <a:lnTo>
                  <a:pt x="880331" y="439941"/>
                </a:lnTo>
                <a:lnTo>
                  <a:pt x="873077" y="434255"/>
                </a:lnTo>
                <a:lnTo>
                  <a:pt x="868486" y="428718"/>
                </a:lnTo>
                <a:lnTo>
                  <a:pt x="878128" y="371983"/>
                </a:lnTo>
                <a:lnTo>
                  <a:pt x="879426" y="364049"/>
                </a:lnTo>
                <a:lnTo>
                  <a:pt x="873261" y="363855"/>
                </a:lnTo>
                <a:lnTo>
                  <a:pt x="873331" y="352366"/>
                </a:lnTo>
                <a:lnTo>
                  <a:pt x="873396" y="342604"/>
                </a:lnTo>
                <a:lnTo>
                  <a:pt x="873393" y="326478"/>
                </a:lnTo>
                <a:lnTo>
                  <a:pt x="863333" y="325696"/>
                </a:lnTo>
                <a:lnTo>
                  <a:pt x="863449" y="230124"/>
                </a:lnTo>
                <a:lnTo>
                  <a:pt x="863098" y="222814"/>
                </a:lnTo>
                <a:lnTo>
                  <a:pt x="861667" y="217871"/>
                </a:lnTo>
                <a:lnTo>
                  <a:pt x="859139" y="214520"/>
                </a:lnTo>
                <a:lnTo>
                  <a:pt x="856575" y="212207"/>
                </a:lnTo>
                <a:lnTo>
                  <a:pt x="853690" y="209547"/>
                </a:lnTo>
                <a:lnTo>
                  <a:pt x="852378" y="207821"/>
                </a:lnTo>
                <a:lnTo>
                  <a:pt x="851178" y="205055"/>
                </a:lnTo>
                <a:lnTo>
                  <a:pt x="850565" y="200692"/>
                </a:lnTo>
                <a:lnTo>
                  <a:pt x="850518" y="155872"/>
                </a:lnTo>
                <a:lnTo>
                  <a:pt x="850828" y="150451"/>
                </a:lnTo>
                <a:lnTo>
                  <a:pt x="872980" y="142581"/>
                </a:lnTo>
                <a:lnTo>
                  <a:pt x="876738" y="139744"/>
                </a:lnTo>
                <a:lnTo>
                  <a:pt x="877686" y="132529"/>
                </a:lnTo>
                <a:lnTo>
                  <a:pt x="877876" y="117533"/>
                </a:lnTo>
                <a:lnTo>
                  <a:pt x="874957" y="111380"/>
                </a:lnTo>
                <a:lnTo>
                  <a:pt x="870295" y="101307"/>
                </a:lnTo>
                <a:lnTo>
                  <a:pt x="869154" y="98952"/>
                </a:lnTo>
                <a:lnTo>
                  <a:pt x="864761" y="88038"/>
                </a:lnTo>
                <a:lnTo>
                  <a:pt x="864303" y="86658"/>
                </a:lnTo>
                <a:lnTo>
                  <a:pt x="862341" y="66589"/>
                </a:lnTo>
                <a:lnTo>
                  <a:pt x="862046" y="60800"/>
                </a:lnTo>
                <a:lnTo>
                  <a:pt x="853361" y="41438"/>
                </a:lnTo>
                <a:lnTo>
                  <a:pt x="838082" y="7018"/>
                </a:lnTo>
                <a:lnTo>
                  <a:pt x="784229" y="6835"/>
                </a:lnTo>
                <a:lnTo>
                  <a:pt x="675509" y="6467"/>
                </a:lnTo>
                <a:lnTo>
                  <a:pt x="673473" y="6461"/>
                </a:lnTo>
                <a:lnTo>
                  <a:pt x="615240" y="6182"/>
                </a:lnTo>
                <a:lnTo>
                  <a:pt x="578052" y="5499"/>
                </a:lnTo>
                <a:lnTo>
                  <a:pt x="568325" y="5320"/>
                </a:lnTo>
                <a:lnTo>
                  <a:pt x="563998" y="4604"/>
                </a:lnTo>
                <a:lnTo>
                  <a:pt x="462109" y="2737"/>
                </a:lnTo>
                <a:lnTo>
                  <a:pt x="425815" y="7991"/>
                </a:lnTo>
                <a:lnTo>
                  <a:pt x="419079" y="7795"/>
                </a:lnTo>
                <a:lnTo>
                  <a:pt x="460806" y="79248"/>
                </a:lnTo>
                <a:lnTo>
                  <a:pt x="458125" y="93801"/>
                </a:lnTo>
                <a:lnTo>
                  <a:pt x="475254" y="129404"/>
                </a:lnTo>
                <a:lnTo>
                  <a:pt x="470998" y="136166"/>
                </a:lnTo>
                <a:lnTo>
                  <a:pt x="468892" y="135313"/>
                </a:lnTo>
                <a:lnTo>
                  <a:pt x="455556" y="149067"/>
                </a:lnTo>
                <a:lnTo>
                  <a:pt x="449025" y="155426"/>
                </a:lnTo>
                <a:lnTo>
                  <a:pt x="431607" y="173920"/>
                </a:lnTo>
                <a:lnTo>
                  <a:pt x="418783" y="186975"/>
                </a:lnTo>
                <a:lnTo>
                  <a:pt x="411224" y="194718"/>
                </a:lnTo>
                <a:lnTo>
                  <a:pt x="405045" y="198829"/>
                </a:lnTo>
                <a:lnTo>
                  <a:pt x="401325" y="202389"/>
                </a:lnTo>
                <a:lnTo>
                  <a:pt x="397715" y="206113"/>
                </a:lnTo>
                <a:lnTo>
                  <a:pt x="396973" y="207510"/>
                </a:lnTo>
                <a:lnTo>
                  <a:pt x="388908" y="220735"/>
                </a:lnTo>
                <a:lnTo>
                  <a:pt x="383222" y="214119"/>
                </a:lnTo>
                <a:lnTo>
                  <a:pt x="378272" y="206838"/>
                </a:lnTo>
                <a:lnTo>
                  <a:pt x="368108" y="188329"/>
                </a:lnTo>
                <a:lnTo>
                  <a:pt x="367193" y="186894"/>
                </a:lnTo>
                <a:lnTo>
                  <a:pt x="350373" y="155365"/>
                </a:lnTo>
                <a:lnTo>
                  <a:pt x="335172" y="130688"/>
                </a:lnTo>
                <a:lnTo>
                  <a:pt x="333030" y="128636"/>
                </a:lnTo>
                <a:lnTo>
                  <a:pt x="325687" y="117409"/>
                </a:lnTo>
                <a:lnTo>
                  <a:pt x="316256" y="104499"/>
                </a:lnTo>
                <a:lnTo>
                  <a:pt x="307494" y="94895"/>
                </a:lnTo>
                <a:lnTo>
                  <a:pt x="300504" y="88290"/>
                </a:lnTo>
                <a:lnTo>
                  <a:pt x="291684" y="78915"/>
                </a:lnTo>
                <a:lnTo>
                  <a:pt x="278593" y="68832"/>
                </a:lnTo>
                <a:lnTo>
                  <a:pt x="268718" y="61866"/>
                </a:lnTo>
                <a:lnTo>
                  <a:pt x="260821" y="56160"/>
                </a:lnTo>
                <a:lnTo>
                  <a:pt x="243728" y="47411"/>
                </a:lnTo>
                <a:lnTo>
                  <a:pt x="231791" y="41446"/>
                </a:lnTo>
                <a:lnTo>
                  <a:pt x="230346" y="40881"/>
                </a:lnTo>
                <a:lnTo>
                  <a:pt x="216043" y="35285"/>
                </a:lnTo>
                <a:lnTo>
                  <a:pt x="206252" y="32054"/>
                </a:lnTo>
                <a:lnTo>
                  <a:pt x="186209" y="27307"/>
                </a:lnTo>
                <a:lnTo>
                  <a:pt x="154490" y="19673"/>
                </a:lnTo>
                <a:lnTo>
                  <a:pt x="143577" y="18805"/>
                </a:lnTo>
                <a:lnTo>
                  <a:pt x="100969" y="8696"/>
                </a:lnTo>
                <a:lnTo>
                  <a:pt x="62438" y="0"/>
                </a:lnTo>
                <a:lnTo>
                  <a:pt x="57740" y="15436"/>
                </a:lnTo>
                <a:lnTo>
                  <a:pt x="54797" y="22215"/>
                </a:lnTo>
                <a:lnTo>
                  <a:pt x="91560" y="48841"/>
                </a:lnTo>
                <a:lnTo>
                  <a:pt x="92706" y="67283"/>
                </a:lnTo>
                <a:lnTo>
                  <a:pt x="92194" y="72240"/>
                </a:lnTo>
                <a:lnTo>
                  <a:pt x="87590" y="97035"/>
                </a:lnTo>
                <a:lnTo>
                  <a:pt x="82793" y="114612"/>
                </a:lnTo>
                <a:lnTo>
                  <a:pt x="81393" y="118941"/>
                </a:lnTo>
                <a:lnTo>
                  <a:pt x="61142" y="189828"/>
                </a:lnTo>
                <a:lnTo>
                  <a:pt x="54639" y="211314"/>
                </a:lnTo>
                <a:lnTo>
                  <a:pt x="47354" y="240859"/>
                </a:lnTo>
                <a:lnTo>
                  <a:pt x="24534" y="235338"/>
                </a:lnTo>
                <a:lnTo>
                  <a:pt x="25096" y="243216"/>
                </a:lnTo>
                <a:lnTo>
                  <a:pt x="23896" y="253732"/>
                </a:lnTo>
                <a:lnTo>
                  <a:pt x="17889" y="287055"/>
                </a:lnTo>
                <a:lnTo>
                  <a:pt x="3546" y="342047"/>
                </a:lnTo>
                <a:lnTo>
                  <a:pt x="2120" y="348157"/>
                </a:lnTo>
                <a:lnTo>
                  <a:pt x="0" y="357246"/>
                </a:lnTo>
                <a:lnTo>
                  <a:pt x="55307" y="347973"/>
                </a:lnTo>
                <a:lnTo>
                  <a:pt x="80101" y="346292"/>
                </a:lnTo>
                <a:lnTo>
                  <a:pt x="105824" y="346508"/>
                </a:lnTo>
                <a:lnTo>
                  <a:pt x="103778" y="360110"/>
                </a:lnTo>
                <a:lnTo>
                  <a:pt x="120710" y="363768"/>
                </a:lnTo>
                <a:lnTo>
                  <a:pt x="144164" y="368834"/>
                </a:lnTo>
                <a:lnTo>
                  <a:pt x="143818" y="370577"/>
                </a:lnTo>
                <a:lnTo>
                  <a:pt x="217123" y="389983"/>
                </a:lnTo>
                <a:lnTo>
                  <a:pt x="265905" y="405280"/>
                </a:lnTo>
                <a:lnTo>
                  <a:pt x="277711" y="411269"/>
                </a:lnTo>
                <a:lnTo>
                  <a:pt x="292811" y="424340"/>
                </a:lnTo>
                <a:lnTo>
                  <a:pt x="320589" y="428261"/>
                </a:lnTo>
                <a:lnTo>
                  <a:pt x="328231" y="474196"/>
                </a:lnTo>
                <a:lnTo>
                  <a:pt x="319097" y="528909"/>
                </a:lnTo>
                <a:lnTo>
                  <a:pt x="301200" y="578584"/>
                </a:lnTo>
                <a:lnTo>
                  <a:pt x="268204" y="641522"/>
                </a:lnTo>
                <a:lnTo>
                  <a:pt x="232223" y="716043"/>
                </a:lnTo>
                <a:lnTo>
                  <a:pt x="214784" y="763505"/>
                </a:lnTo>
                <a:lnTo>
                  <a:pt x="212038" y="789218"/>
                </a:lnTo>
                <a:lnTo>
                  <a:pt x="207037" y="827320"/>
                </a:lnTo>
                <a:lnTo>
                  <a:pt x="202063" y="865356"/>
                </a:lnTo>
                <a:lnTo>
                  <a:pt x="200953" y="879043"/>
                </a:lnTo>
                <a:lnTo>
                  <a:pt x="205105" y="902784"/>
                </a:lnTo>
                <a:lnTo>
                  <a:pt x="215342" y="923369"/>
                </a:lnTo>
                <a:lnTo>
                  <a:pt x="221610" y="935989"/>
                </a:lnTo>
                <a:lnTo>
                  <a:pt x="227329" y="943475"/>
                </a:lnTo>
                <a:lnTo>
                  <a:pt x="244890" y="964474"/>
                </a:lnTo>
                <a:lnTo>
                  <a:pt x="281620" y="996853"/>
                </a:lnTo>
                <a:lnTo>
                  <a:pt x="297223" y="1008210"/>
                </a:lnTo>
                <a:lnTo>
                  <a:pt x="314864" y="1021181"/>
                </a:lnTo>
                <a:lnTo>
                  <a:pt x="330623" y="1031973"/>
                </a:lnTo>
                <a:lnTo>
                  <a:pt x="347336" y="1043418"/>
                </a:lnTo>
                <a:lnTo>
                  <a:pt x="356503" y="1051231"/>
                </a:lnTo>
                <a:lnTo>
                  <a:pt x="369195" y="1064417"/>
                </a:lnTo>
                <a:lnTo>
                  <a:pt x="387330" y="1083022"/>
                </a:lnTo>
                <a:lnTo>
                  <a:pt x="409201" y="1102192"/>
                </a:lnTo>
                <a:lnTo>
                  <a:pt x="420666" y="1112334"/>
                </a:lnTo>
                <a:lnTo>
                  <a:pt x="436530" y="1128262"/>
                </a:lnTo>
                <a:lnTo>
                  <a:pt x="445265" y="1137139"/>
                </a:lnTo>
                <a:lnTo>
                  <a:pt x="456678" y="1150849"/>
                </a:lnTo>
                <a:lnTo>
                  <a:pt x="472072" y="1169432"/>
                </a:lnTo>
                <a:lnTo>
                  <a:pt x="488041" y="1194520"/>
                </a:lnTo>
                <a:lnTo>
                  <a:pt x="505681" y="1236605"/>
                </a:lnTo>
                <a:lnTo>
                  <a:pt x="514142" y="1254121"/>
                </a:lnTo>
                <a:lnTo>
                  <a:pt x="519274" y="1269984"/>
                </a:lnTo>
                <a:lnTo>
                  <a:pt x="534564" y="1306171"/>
                </a:lnTo>
                <a:lnTo>
                  <a:pt x="542176" y="1317879"/>
                </a:lnTo>
                <a:lnTo>
                  <a:pt x="562846" y="1340619"/>
                </a:lnTo>
                <a:lnTo>
                  <a:pt x="577078" y="1352913"/>
                </a:lnTo>
                <a:lnTo>
                  <a:pt x="590449" y="1359635"/>
                </a:lnTo>
                <a:lnTo>
                  <a:pt x="597512" y="1363117"/>
                </a:lnTo>
                <a:lnTo>
                  <a:pt x="602249" y="1364423"/>
                </a:lnTo>
                <a:lnTo>
                  <a:pt x="615988" y="1368275"/>
                </a:lnTo>
                <a:lnTo>
                  <a:pt x="641424" y="1372170"/>
                </a:lnTo>
                <a:lnTo>
                  <a:pt x="665480" y="1373030"/>
                </a:lnTo>
                <a:lnTo>
                  <a:pt x="696028" y="1373909"/>
                </a:lnTo>
                <a:lnTo>
                  <a:pt x="712114" y="1377326"/>
                </a:lnTo>
                <a:lnTo>
                  <a:pt x="724414" y="1379981"/>
                </a:lnTo>
                <a:lnTo>
                  <a:pt x="746075" y="1385704"/>
                </a:lnTo>
                <a:lnTo>
                  <a:pt x="759185" y="1389186"/>
                </a:lnTo>
                <a:lnTo>
                  <a:pt x="767320" y="1390860"/>
                </a:lnTo>
                <a:lnTo>
                  <a:pt x="783693" y="1394168"/>
                </a:lnTo>
                <a:lnTo>
                  <a:pt x="805198" y="1398412"/>
                </a:lnTo>
                <a:lnTo>
                  <a:pt x="864545" y="1406338"/>
                </a:lnTo>
                <a:lnTo>
                  <a:pt x="867064" y="1396303"/>
                </a:lnTo>
                <a:lnTo>
                  <a:pt x="885599" y="1359319"/>
                </a:lnTo>
                <a:lnTo>
                  <a:pt x="931954" y="1381881"/>
                </a:lnTo>
                <a:lnTo>
                  <a:pt x="932019" y="1384688"/>
                </a:lnTo>
                <a:lnTo>
                  <a:pt x="933792" y="1384823"/>
                </a:lnTo>
                <a:lnTo>
                  <a:pt x="934193" y="1379482"/>
                </a:lnTo>
                <a:lnTo>
                  <a:pt x="938308" y="1328168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16">
            <a:extLst>
              <a:ext uri="{FF2B5EF4-FFF2-40B4-BE49-F238E27FC236}">
                <a16:creationId xmlns:a16="http://schemas.microsoft.com/office/drawing/2014/main" id="{3DF0FC71-AC4D-46B3-9CE9-15F3546205E1}"/>
              </a:ext>
            </a:extLst>
          </p:cNvPr>
          <p:cNvSpPr/>
          <p:nvPr/>
        </p:nvSpPr>
        <p:spPr>
          <a:xfrm>
            <a:off x="7576321" y="4037447"/>
            <a:ext cx="1064312" cy="1157042"/>
          </a:xfrm>
          <a:custGeom>
            <a:avLst/>
            <a:gdLst/>
            <a:ahLst/>
            <a:cxnLst/>
            <a:rect l="0" t="0" r="0" b="0"/>
            <a:pathLst>
              <a:path w="865955" h="941404">
                <a:moveTo>
                  <a:pt x="23967" y="35205"/>
                </a:moveTo>
                <a:lnTo>
                  <a:pt x="33338" y="43320"/>
                </a:lnTo>
                <a:lnTo>
                  <a:pt x="74261" y="70980"/>
                </a:lnTo>
                <a:lnTo>
                  <a:pt x="107375" y="86238"/>
                </a:lnTo>
                <a:lnTo>
                  <a:pt x="125922" y="92854"/>
                </a:lnTo>
                <a:lnTo>
                  <a:pt x="154306" y="100221"/>
                </a:lnTo>
                <a:lnTo>
                  <a:pt x="179010" y="104880"/>
                </a:lnTo>
                <a:lnTo>
                  <a:pt x="211374" y="107663"/>
                </a:lnTo>
                <a:lnTo>
                  <a:pt x="250870" y="104956"/>
                </a:lnTo>
                <a:lnTo>
                  <a:pt x="302606" y="103078"/>
                </a:lnTo>
                <a:lnTo>
                  <a:pt x="324909" y="101724"/>
                </a:lnTo>
                <a:lnTo>
                  <a:pt x="345197" y="101039"/>
                </a:lnTo>
                <a:lnTo>
                  <a:pt x="367408" y="134046"/>
                </a:lnTo>
                <a:lnTo>
                  <a:pt x="371575" y="139069"/>
                </a:lnTo>
                <a:lnTo>
                  <a:pt x="369002" y="140725"/>
                </a:lnTo>
                <a:lnTo>
                  <a:pt x="373139" y="146890"/>
                </a:lnTo>
                <a:lnTo>
                  <a:pt x="377734" y="157106"/>
                </a:lnTo>
                <a:lnTo>
                  <a:pt x="381412" y="166586"/>
                </a:lnTo>
                <a:lnTo>
                  <a:pt x="383617" y="175330"/>
                </a:lnTo>
                <a:lnTo>
                  <a:pt x="390328" y="199719"/>
                </a:lnTo>
                <a:lnTo>
                  <a:pt x="404807" y="194187"/>
                </a:lnTo>
                <a:lnTo>
                  <a:pt x="452274" y="173149"/>
                </a:lnTo>
                <a:lnTo>
                  <a:pt x="459945" y="185748"/>
                </a:lnTo>
                <a:lnTo>
                  <a:pt x="457786" y="187528"/>
                </a:lnTo>
                <a:lnTo>
                  <a:pt x="456320" y="189495"/>
                </a:lnTo>
                <a:lnTo>
                  <a:pt x="457464" y="195121"/>
                </a:lnTo>
                <a:lnTo>
                  <a:pt x="474006" y="195177"/>
                </a:lnTo>
                <a:lnTo>
                  <a:pt x="490386" y="198609"/>
                </a:lnTo>
                <a:lnTo>
                  <a:pt x="491407" y="183682"/>
                </a:lnTo>
                <a:lnTo>
                  <a:pt x="492290" y="171151"/>
                </a:lnTo>
                <a:lnTo>
                  <a:pt x="495297" y="169863"/>
                </a:lnTo>
                <a:lnTo>
                  <a:pt x="531977" y="154133"/>
                </a:lnTo>
                <a:lnTo>
                  <a:pt x="527245" y="146695"/>
                </a:lnTo>
                <a:lnTo>
                  <a:pt x="523521" y="140801"/>
                </a:lnTo>
                <a:lnTo>
                  <a:pt x="561529" y="123657"/>
                </a:lnTo>
                <a:lnTo>
                  <a:pt x="588456" y="111139"/>
                </a:lnTo>
                <a:lnTo>
                  <a:pt x="590787" y="106958"/>
                </a:lnTo>
                <a:lnTo>
                  <a:pt x="762261" y="0"/>
                </a:lnTo>
                <a:lnTo>
                  <a:pt x="780205" y="14929"/>
                </a:lnTo>
                <a:lnTo>
                  <a:pt x="784175" y="18731"/>
                </a:lnTo>
                <a:lnTo>
                  <a:pt x="786245" y="20950"/>
                </a:lnTo>
                <a:lnTo>
                  <a:pt x="787503" y="22776"/>
                </a:lnTo>
                <a:lnTo>
                  <a:pt x="787268" y="23834"/>
                </a:lnTo>
                <a:lnTo>
                  <a:pt x="786183" y="25536"/>
                </a:lnTo>
                <a:lnTo>
                  <a:pt x="784584" y="27423"/>
                </a:lnTo>
                <a:lnTo>
                  <a:pt x="783491" y="28685"/>
                </a:lnTo>
                <a:lnTo>
                  <a:pt x="782896" y="29790"/>
                </a:lnTo>
                <a:lnTo>
                  <a:pt x="782517" y="31159"/>
                </a:lnTo>
                <a:lnTo>
                  <a:pt x="782343" y="32437"/>
                </a:lnTo>
                <a:lnTo>
                  <a:pt x="781689" y="35438"/>
                </a:lnTo>
                <a:lnTo>
                  <a:pt x="781543" y="36369"/>
                </a:lnTo>
                <a:lnTo>
                  <a:pt x="781540" y="39068"/>
                </a:lnTo>
                <a:lnTo>
                  <a:pt x="781473" y="40515"/>
                </a:lnTo>
                <a:lnTo>
                  <a:pt x="781291" y="41046"/>
                </a:lnTo>
                <a:lnTo>
                  <a:pt x="781028" y="41438"/>
                </a:lnTo>
                <a:lnTo>
                  <a:pt x="780340" y="42010"/>
                </a:lnTo>
                <a:lnTo>
                  <a:pt x="778838" y="43205"/>
                </a:lnTo>
                <a:lnTo>
                  <a:pt x="778177" y="43851"/>
                </a:lnTo>
                <a:lnTo>
                  <a:pt x="777769" y="44452"/>
                </a:lnTo>
                <a:lnTo>
                  <a:pt x="774638" y="51734"/>
                </a:lnTo>
                <a:lnTo>
                  <a:pt x="771336" y="58941"/>
                </a:lnTo>
                <a:lnTo>
                  <a:pt x="767078" y="67995"/>
                </a:lnTo>
                <a:lnTo>
                  <a:pt x="766495" y="69581"/>
                </a:lnTo>
                <a:lnTo>
                  <a:pt x="764426" y="76410"/>
                </a:lnTo>
                <a:lnTo>
                  <a:pt x="764504" y="81370"/>
                </a:lnTo>
                <a:lnTo>
                  <a:pt x="764823" y="82739"/>
                </a:lnTo>
                <a:lnTo>
                  <a:pt x="765204" y="85661"/>
                </a:lnTo>
                <a:lnTo>
                  <a:pt x="765984" y="91886"/>
                </a:lnTo>
                <a:lnTo>
                  <a:pt x="766313" y="96939"/>
                </a:lnTo>
                <a:lnTo>
                  <a:pt x="764272" y="108599"/>
                </a:lnTo>
                <a:lnTo>
                  <a:pt x="764690" y="111145"/>
                </a:lnTo>
                <a:lnTo>
                  <a:pt x="768418" y="127161"/>
                </a:lnTo>
                <a:lnTo>
                  <a:pt x="769787" y="134645"/>
                </a:lnTo>
                <a:lnTo>
                  <a:pt x="771172" y="145075"/>
                </a:lnTo>
                <a:lnTo>
                  <a:pt x="772166" y="153221"/>
                </a:lnTo>
                <a:lnTo>
                  <a:pt x="772204" y="155744"/>
                </a:lnTo>
                <a:lnTo>
                  <a:pt x="771449" y="157946"/>
                </a:lnTo>
                <a:lnTo>
                  <a:pt x="767609" y="168033"/>
                </a:lnTo>
                <a:lnTo>
                  <a:pt x="766040" y="175016"/>
                </a:lnTo>
                <a:lnTo>
                  <a:pt x="765317" y="178470"/>
                </a:lnTo>
                <a:lnTo>
                  <a:pt x="764158" y="185615"/>
                </a:lnTo>
                <a:lnTo>
                  <a:pt x="763119" y="197049"/>
                </a:lnTo>
                <a:lnTo>
                  <a:pt x="762469" y="205240"/>
                </a:lnTo>
                <a:lnTo>
                  <a:pt x="764252" y="218315"/>
                </a:lnTo>
                <a:lnTo>
                  <a:pt x="765765" y="226907"/>
                </a:lnTo>
                <a:lnTo>
                  <a:pt x="767739" y="238200"/>
                </a:lnTo>
                <a:lnTo>
                  <a:pt x="767370" y="238940"/>
                </a:lnTo>
                <a:lnTo>
                  <a:pt x="755993" y="247873"/>
                </a:lnTo>
                <a:lnTo>
                  <a:pt x="755686" y="259880"/>
                </a:lnTo>
                <a:lnTo>
                  <a:pt x="755995" y="265055"/>
                </a:lnTo>
                <a:lnTo>
                  <a:pt x="756379" y="266237"/>
                </a:lnTo>
                <a:lnTo>
                  <a:pt x="756930" y="266985"/>
                </a:lnTo>
                <a:lnTo>
                  <a:pt x="757933" y="267614"/>
                </a:lnTo>
                <a:lnTo>
                  <a:pt x="760011" y="268382"/>
                </a:lnTo>
                <a:lnTo>
                  <a:pt x="762108" y="268598"/>
                </a:lnTo>
                <a:lnTo>
                  <a:pt x="765609" y="268334"/>
                </a:lnTo>
                <a:lnTo>
                  <a:pt x="767313" y="268456"/>
                </a:lnTo>
                <a:lnTo>
                  <a:pt x="768605" y="268794"/>
                </a:lnTo>
                <a:lnTo>
                  <a:pt x="769878" y="269272"/>
                </a:lnTo>
                <a:lnTo>
                  <a:pt x="771394" y="270173"/>
                </a:lnTo>
                <a:lnTo>
                  <a:pt x="772537" y="271194"/>
                </a:lnTo>
                <a:lnTo>
                  <a:pt x="772708" y="271686"/>
                </a:lnTo>
                <a:lnTo>
                  <a:pt x="772396" y="272319"/>
                </a:lnTo>
                <a:lnTo>
                  <a:pt x="767482" y="278881"/>
                </a:lnTo>
                <a:lnTo>
                  <a:pt x="760882" y="287599"/>
                </a:lnTo>
                <a:lnTo>
                  <a:pt x="753402" y="297459"/>
                </a:lnTo>
                <a:lnTo>
                  <a:pt x="756832" y="303572"/>
                </a:lnTo>
                <a:lnTo>
                  <a:pt x="759663" y="311107"/>
                </a:lnTo>
                <a:lnTo>
                  <a:pt x="761153" y="314230"/>
                </a:lnTo>
                <a:lnTo>
                  <a:pt x="762480" y="318351"/>
                </a:lnTo>
                <a:lnTo>
                  <a:pt x="763398" y="328356"/>
                </a:lnTo>
                <a:lnTo>
                  <a:pt x="763453" y="337209"/>
                </a:lnTo>
                <a:lnTo>
                  <a:pt x="764614" y="341311"/>
                </a:lnTo>
                <a:lnTo>
                  <a:pt x="764894" y="350464"/>
                </a:lnTo>
                <a:lnTo>
                  <a:pt x="767626" y="360386"/>
                </a:lnTo>
                <a:lnTo>
                  <a:pt x="767229" y="366847"/>
                </a:lnTo>
                <a:lnTo>
                  <a:pt x="766785" y="373781"/>
                </a:lnTo>
                <a:lnTo>
                  <a:pt x="767152" y="377078"/>
                </a:lnTo>
                <a:lnTo>
                  <a:pt x="770513" y="389452"/>
                </a:lnTo>
                <a:lnTo>
                  <a:pt x="775818" y="400346"/>
                </a:lnTo>
                <a:lnTo>
                  <a:pt x="785980" y="417206"/>
                </a:lnTo>
                <a:lnTo>
                  <a:pt x="791686" y="428725"/>
                </a:lnTo>
                <a:lnTo>
                  <a:pt x="792659" y="436131"/>
                </a:lnTo>
                <a:lnTo>
                  <a:pt x="792691" y="444228"/>
                </a:lnTo>
                <a:lnTo>
                  <a:pt x="792474" y="450213"/>
                </a:lnTo>
                <a:lnTo>
                  <a:pt x="791073" y="455582"/>
                </a:lnTo>
                <a:lnTo>
                  <a:pt x="786064" y="460346"/>
                </a:lnTo>
                <a:lnTo>
                  <a:pt x="780770" y="463934"/>
                </a:lnTo>
                <a:lnTo>
                  <a:pt x="778346" y="465195"/>
                </a:lnTo>
                <a:lnTo>
                  <a:pt x="777044" y="465965"/>
                </a:lnTo>
                <a:lnTo>
                  <a:pt x="774009" y="467530"/>
                </a:lnTo>
                <a:lnTo>
                  <a:pt x="771733" y="468333"/>
                </a:lnTo>
                <a:lnTo>
                  <a:pt x="770637" y="473641"/>
                </a:lnTo>
                <a:lnTo>
                  <a:pt x="769382" y="477808"/>
                </a:lnTo>
                <a:lnTo>
                  <a:pt x="767508" y="484763"/>
                </a:lnTo>
                <a:lnTo>
                  <a:pt x="766058" y="490609"/>
                </a:lnTo>
                <a:lnTo>
                  <a:pt x="762173" y="499146"/>
                </a:lnTo>
                <a:lnTo>
                  <a:pt x="759602" y="504598"/>
                </a:lnTo>
                <a:lnTo>
                  <a:pt x="758039" y="508411"/>
                </a:lnTo>
                <a:lnTo>
                  <a:pt x="757688" y="511014"/>
                </a:lnTo>
                <a:lnTo>
                  <a:pt x="757872" y="515399"/>
                </a:lnTo>
                <a:lnTo>
                  <a:pt x="758377" y="517573"/>
                </a:lnTo>
                <a:lnTo>
                  <a:pt x="762200" y="523964"/>
                </a:lnTo>
                <a:lnTo>
                  <a:pt x="763515" y="525675"/>
                </a:lnTo>
                <a:lnTo>
                  <a:pt x="764965" y="527140"/>
                </a:lnTo>
                <a:lnTo>
                  <a:pt x="770662" y="531420"/>
                </a:lnTo>
                <a:lnTo>
                  <a:pt x="772793" y="535836"/>
                </a:lnTo>
                <a:lnTo>
                  <a:pt x="775105" y="537788"/>
                </a:lnTo>
                <a:lnTo>
                  <a:pt x="776416" y="541131"/>
                </a:lnTo>
                <a:lnTo>
                  <a:pt x="777928" y="542408"/>
                </a:lnTo>
                <a:lnTo>
                  <a:pt x="779993" y="547046"/>
                </a:lnTo>
                <a:lnTo>
                  <a:pt x="782014" y="548739"/>
                </a:lnTo>
                <a:lnTo>
                  <a:pt x="785130" y="556365"/>
                </a:lnTo>
                <a:lnTo>
                  <a:pt x="786655" y="563218"/>
                </a:lnTo>
                <a:lnTo>
                  <a:pt x="787302" y="566837"/>
                </a:lnTo>
                <a:lnTo>
                  <a:pt x="788224" y="572047"/>
                </a:lnTo>
                <a:lnTo>
                  <a:pt x="798202" y="570153"/>
                </a:lnTo>
                <a:lnTo>
                  <a:pt x="813814" y="567583"/>
                </a:lnTo>
                <a:lnTo>
                  <a:pt x="818381" y="571825"/>
                </a:lnTo>
                <a:lnTo>
                  <a:pt x="828138" y="580915"/>
                </a:lnTo>
                <a:lnTo>
                  <a:pt x="830245" y="582887"/>
                </a:lnTo>
                <a:lnTo>
                  <a:pt x="833185" y="585672"/>
                </a:lnTo>
                <a:lnTo>
                  <a:pt x="834828" y="587193"/>
                </a:lnTo>
                <a:lnTo>
                  <a:pt x="834945" y="587724"/>
                </a:lnTo>
                <a:lnTo>
                  <a:pt x="838870" y="590443"/>
                </a:lnTo>
                <a:lnTo>
                  <a:pt x="840307" y="592040"/>
                </a:lnTo>
                <a:lnTo>
                  <a:pt x="840917" y="592747"/>
                </a:lnTo>
                <a:lnTo>
                  <a:pt x="842180" y="594107"/>
                </a:lnTo>
                <a:lnTo>
                  <a:pt x="846683" y="599694"/>
                </a:lnTo>
                <a:lnTo>
                  <a:pt x="849642" y="606110"/>
                </a:lnTo>
                <a:lnTo>
                  <a:pt x="852558" y="608210"/>
                </a:lnTo>
                <a:lnTo>
                  <a:pt x="853268" y="612360"/>
                </a:lnTo>
                <a:lnTo>
                  <a:pt x="856260" y="620669"/>
                </a:lnTo>
                <a:lnTo>
                  <a:pt x="858568" y="627065"/>
                </a:lnTo>
                <a:lnTo>
                  <a:pt x="860694" y="633139"/>
                </a:lnTo>
                <a:lnTo>
                  <a:pt x="863321" y="640518"/>
                </a:lnTo>
                <a:lnTo>
                  <a:pt x="865955" y="647900"/>
                </a:lnTo>
                <a:lnTo>
                  <a:pt x="813178" y="714533"/>
                </a:lnTo>
                <a:lnTo>
                  <a:pt x="759841" y="781372"/>
                </a:lnTo>
                <a:lnTo>
                  <a:pt x="750459" y="791792"/>
                </a:lnTo>
                <a:lnTo>
                  <a:pt x="722210" y="825302"/>
                </a:lnTo>
                <a:lnTo>
                  <a:pt x="697351" y="849043"/>
                </a:lnTo>
                <a:lnTo>
                  <a:pt x="688406" y="855535"/>
                </a:lnTo>
                <a:lnTo>
                  <a:pt x="668888" y="868416"/>
                </a:lnTo>
                <a:lnTo>
                  <a:pt x="652545" y="877472"/>
                </a:lnTo>
                <a:lnTo>
                  <a:pt x="638782" y="884188"/>
                </a:lnTo>
                <a:lnTo>
                  <a:pt x="624393" y="890447"/>
                </a:lnTo>
                <a:lnTo>
                  <a:pt x="588456" y="901767"/>
                </a:lnTo>
                <a:lnTo>
                  <a:pt x="473093" y="941404"/>
                </a:lnTo>
                <a:lnTo>
                  <a:pt x="426315" y="917154"/>
                </a:lnTo>
                <a:lnTo>
                  <a:pt x="292957" y="850377"/>
                </a:lnTo>
                <a:lnTo>
                  <a:pt x="148257" y="778321"/>
                </a:lnTo>
                <a:lnTo>
                  <a:pt x="183634" y="678131"/>
                </a:lnTo>
                <a:lnTo>
                  <a:pt x="188260" y="656407"/>
                </a:lnTo>
                <a:lnTo>
                  <a:pt x="189443" y="634027"/>
                </a:lnTo>
                <a:lnTo>
                  <a:pt x="186533" y="623567"/>
                </a:lnTo>
                <a:lnTo>
                  <a:pt x="174916" y="618616"/>
                </a:lnTo>
                <a:lnTo>
                  <a:pt x="164770" y="616194"/>
                </a:lnTo>
                <a:lnTo>
                  <a:pt x="157778" y="616090"/>
                </a:lnTo>
                <a:lnTo>
                  <a:pt x="151891" y="613720"/>
                </a:lnTo>
                <a:lnTo>
                  <a:pt x="144637" y="608033"/>
                </a:lnTo>
                <a:lnTo>
                  <a:pt x="140047" y="602497"/>
                </a:lnTo>
                <a:lnTo>
                  <a:pt x="149688" y="545762"/>
                </a:lnTo>
                <a:lnTo>
                  <a:pt x="150986" y="537827"/>
                </a:lnTo>
                <a:lnTo>
                  <a:pt x="144821" y="537634"/>
                </a:lnTo>
                <a:lnTo>
                  <a:pt x="144892" y="526145"/>
                </a:lnTo>
                <a:lnTo>
                  <a:pt x="144957" y="516382"/>
                </a:lnTo>
                <a:lnTo>
                  <a:pt x="144953" y="500256"/>
                </a:lnTo>
                <a:lnTo>
                  <a:pt x="134894" y="499475"/>
                </a:lnTo>
                <a:lnTo>
                  <a:pt x="135010" y="403902"/>
                </a:lnTo>
                <a:lnTo>
                  <a:pt x="134658" y="396592"/>
                </a:lnTo>
                <a:lnTo>
                  <a:pt x="133227" y="391650"/>
                </a:lnTo>
                <a:lnTo>
                  <a:pt x="130699" y="388299"/>
                </a:lnTo>
                <a:lnTo>
                  <a:pt x="128135" y="385985"/>
                </a:lnTo>
                <a:lnTo>
                  <a:pt x="125251" y="383326"/>
                </a:lnTo>
                <a:lnTo>
                  <a:pt x="123938" y="381600"/>
                </a:lnTo>
                <a:lnTo>
                  <a:pt x="122738" y="378834"/>
                </a:lnTo>
                <a:lnTo>
                  <a:pt x="122126" y="374471"/>
                </a:lnTo>
                <a:lnTo>
                  <a:pt x="122079" y="329651"/>
                </a:lnTo>
                <a:lnTo>
                  <a:pt x="122388" y="324230"/>
                </a:lnTo>
                <a:lnTo>
                  <a:pt x="144540" y="316360"/>
                </a:lnTo>
                <a:lnTo>
                  <a:pt x="148299" y="313522"/>
                </a:lnTo>
                <a:lnTo>
                  <a:pt x="149247" y="306308"/>
                </a:lnTo>
                <a:lnTo>
                  <a:pt x="149436" y="291311"/>
                </a:lnTo>
                <a:lnTo>
                  <a:pt x="146517" y="285159"/>
                </a:lnTo>
                <a:lnTo>
                  <a:pt x="141855" y="275085"/>
                </a:lnTo>
                <a:lnTo>
                  <a:pt x="140714" y="272731"/>
                </a:lnTo>
                <a:lnTo>
                  <a:pt x="136321" y="261817"/>
                </a:lnTo>
                <a:lnTo>
                  <a:pt x="135864" y="260437"/>
                </a:lnTo>
                <a:lnTo>
                  <a:pt x="133901" y="240367"/>
                </a:lnTo>
                <a:lnTo>
                  <a:pt x="133606" y="234579"/>
                </a:lnTo>
                <a:lnTo>
                  <a:pt x="124922" y="215216"/>
                </a:lnTo>
                <a:lnTo>
                  <a:pt x="109642" y="180797"/>
                </a:lnTo>
                <a:lnTo>
                  <a:pt x="103674" y="167386"/>
                </a:lnTo>
                <a:lnTo>
                  <a:pt x="86675" y="134053"/>
                </a:lnTo>
                <a:lnTo>
                  <a:pt x="78254" y="117389"/>
                </a:lnTo>
                <a:lnTo>
                  <a:pt x="77837" y="115835"/>
                </a:lnTo>
                <a:lnTo>
                  <a:pt x="75857" y="112068"/>
                </a:lnTo>
                <a:lnTo>
                  <a:pt x="69915" y="100138"/>
                </a:lnTo>
                <a:lnTo>
                  <a:pt x="65132" y="90815"/>
                </a:lnTo>
                <a:lnTo>
                  <a:pt x="64286" y="88898"/>
                </a:lnTo>
                <a:lnTo>
                  <a:pt x="63586" y="87592"/>
                </a:lnTo>
                <a:lnTo>
                  <a:pt x="56939" y="81128"/>
                </a:lnTo>
                <a:lnTo>
                  <a:pt x="56239" y="80301"/>
                </a:lnTo>
                <a:lnTo>
                  <a:pt x="54171" y="79759"/>
                </a:lnTo>
                <a:lnTo>
                  <a:pt x="44470" y="78996"/>
                </a:lnTo>
                <a:lnTo>
                  <a:pt x="37981" y="78232"/>
                </a:lnTo>
                <a:lnTo>
                  <a:pt x="35627" y="77181"/>
                </a:lnTo>
                <a:lnTo>
                  <a:pt x="31206" y="73614"/>
                </a:lnTo>
                <a:lnTo>
                  <a:pt x="21951" y="63076"/>
                </a:lnTo>
                <a:lnTo>
                  <a:pt x="15493" y="55784"/>
                </a:lnTo>
                <a:lnTo>
                  <a:pt x="9196" y="52537"/>
                </a:lnTo>
                <a:lnTo>
                  <a:pt x="6473" y="50195"/>
                </a:lnTo>
                <a:lnTo>
                  <a:pt x="2401" y="46506"/>
                </a:lnTo>
                <a:lnTo>
                  <a:pt x="1201" y="44021"/>
                </a:lnTo>
                <a:lnTo>
                  <a:pt x="0" y="37490"/>
                </a:lnTo>
                <a:lnTo>
                  <a:pt x="8649" y="37309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17">
            <a:extLst>
              <a:ext uri="{FF2B5EF4-FFF2-40B4-BE49-F238E27FC236}">
                <a16:creationId xmlns:a16="http://schemas.microsoft.com/office/drawing/2014/main" id="{9F564394-92D0-4D7A-AF84-8120357D6921}"/>
              </a:ext>
            </a:extLst>
          </p:cNvPr>
          <p:cNvSpPr/>
          <p:nvPr/>
        </p:nvSpPr>
        <p:spPr>
          <a:xfrm>
            <a:off x="6912397" y="4021403"/>
            <a:ext cx="962428" cy="571646"/>
          </a:xfrm>
          <a:custGeom>
            <a:avLst/>
            <a:gdLst/>
            <a:ahLst/>
            <a:cxnLst/>
            <a:rect l="0" t="0" r="0" b="0"/>
            <a:pathLst>
              <a:path w="783060" h="465107">
                <a:moveTo>
                  <a:pt x="0" y="101100"/>
                </a:moveTo>
                <a:lnTo>
                  <a:pt x="8203" y="99093"/>
                </a:lnTo>
                <a:lnTo>
                  <a:pt x="21661" y="97169"/>
                </a:lnTo>
                <a:lnTo>
                  <a:pt x="39421" y="96253"/>
                </a:lnTo>
                <a:lnTo>
                  <a:pt x="54207" y="96299"/>
                </a:lnTo>
                <a:lnTo>
                  <a:pt x="81671" y="98177"/>
                </a:lnTo>
                <a:lnTo>
                  <a:pt x="151160" y="105489"/>
                </a:lnTo>
                <a:lnTo>
                  <a:pt x="207455" y="108425"/>
                </a:lnTo>
                <a:lnTo>
                  <a:pt x="266956" y="104641"/>
                </a:lnTo>
                <a:lnTo>
                  <a:pt x="282190" y="103672"/>
                </a:lnTo>
                <a:lnTo>
                  <a:pt x="309716" y="100645"/>
                </a:lnTo>
                <a:lnTo>
                  <a:pt x="310853" y="69198"/>
                </a:lnTo>
                <a:lnTo>
                  <a:pt x="309722" y="29932"/>
                </a:lnTo>
                <a:lnTo>
                  <a:pt x="303335" y="30171"/>
                </a:lnTo>
                <a:lnTo>
                  <a:pt x="301566" y="2232"/>
                </a:lnTo>
                <a:lnTo>
                  <a:pt x="336010" y="1986"/>
                </a:lnTo>
                <a:lnTo>
                  <a:pt x="586063" y="206"/>
                </a:lnTo>
                <a:lnTo>
                  <a:pt x="596204" y="0"/>
                </a:lnTo>
                <a:lnTo>
                  <a:pt x="624533" y="30559"/>
                </a:lnTo>
                <a:lnTo>
                  <a:pt x="664480" y="72573"/>
                </a:lnTo>
                <a:lnTo>
                  <a:pt x="689560" y="99030"/>
                </a:lnTo>
                <a:lnTo>
                  <a:pt x="697385" y="105798"/>
                </a:lnTo>
                <a:lnTo>
                  <a:pt x="682066" y="107903"/>
                </a:lnTo>
                <a:lnTo>
                  <a:pt x="673417" y="108083"/>
                </a:lnTo>
                <a:lnTo>
                  <a:pt x="674619" y="114614"/>
                </a:lnTo>
                <a:lnTo>
                  <a:pt x="675819" y="117100"/>
                </a:lnTo>
                <a:lnTo>
                  <a:pt x="679891" y="120788"/>
                </a:lnTo>
                <a:lnTo>
                  <a:pt x="682613" y="123130"/>
                </a:lnTo>
                <a:lnTo>
                  <a:pt x="688910" y="126377"/>
                </a:lnTo>
                <a:lnTo>
                  <a:pt x="695368" y="133670"/>
                </a:lnTo>
                <a:lnTo>
                  <a:pt x="704623" y="144207"/>
                </a:lnTo>
                <a:lnTo>
                  <a:pt x="709045" y="147774"/>
                </a:lnTo>
                <a:lnTo>
                  <a:pt x="711398" y="148825"/>
                </a:lnTo>
                <a:lnTo>
                  <a:pt x="717887" y="149589"/>
                </a:lnTo>
                <a:lnTo>
                  <a:pt x="727589" y="150353"/>
                </a:lnTo>
                <a:lnTo>
                  <a:pt x="729656" y="150895"/>
                </a:lnTo>
                <a:lnTo>
                  <a:pt x="730356" y="151722"/>
                </a:lnTo>
                <a:lnTo>
                  <a:pt x="737003" y="158185"/>
                </a:lnTo>
                <a:lnTo>
                  <a:pt x="737703" y="159491"/>
                </a:lnTo>
                <a:lnTo>
                  <a:pt x="738549" y="161408"/>
                </a:lnTo>
                <a:lnTo>
                  <a:pt x="743333" y="170731"/>
                </a:lnTo>
                <a:lnTo>
                  <a:pt x="749275" y="182662"/>
                </a:lnTo>
                <a:lnTo>
                  <a:pt x="751255" y="186429"/>
                </a:lnTo>
                <a:lnTo>
                  <a:pt x="751671" y="187983"/>
                </a:lnTo>
                <a:lnTo>
                  <a:pt x="760093" y="204646"/>
                </a:lnTo>
                <a:lnTo>
                  <a:pt x="777092" y="237980"/>
                </a:lnTo>
                <a:lnTo>
                  <a:pt x="783060" y="251390"/>
                </a:lnTo>
                <a:lnTo>
                  <a:pt x="729207" y="251207"/>
                </a:lnTo>
                <a:lnTo>
                  <a:pt x="620487" y="250840"/>
                </a:lnTo>
                <a:lnTo>
                  <a:pt x="618451" y="250833"/>
                </a:lnTo>
                <a:lnTo>
                  <a:pt x="560218" y="250554"/>
                </a:lnTo>
                <a:lnTo>
                  <a:pt x="523030" y="249871"/>
                </a:lnTo>
                <a:lnTo>
                  <a:pt x="513303" y="249693"/>
                </a:lnTo>
                <a:lnTo>
                  <a:pt x="508976" y="248977"/>
                </a:lnTo>
                <a:lnTo>
                  <a:pt x="407087" y="247109"/>
                </a:lnTo>
                <a:lnTo>
                  <a:pt x="370793" y="252363"/>
                </a:lnTo>
                <a:lnTo>
                  <a:pt x="364057" y="252167"/>
                </a:lnTo>
                <a:lnTo>
                  <a:pt x="405784" y="323620"/>
                </a:lnTo>
                <a:lnTo>
                  <a:pt x="403103" y="338173"/>
                </a:lnTo>
                <a:lnTo>
                  <a:pt x="420232" y="373776"/>
                </a:lnTo>
                <a:lnTo>
                  <a:pt x="415976" y="380538"/>
                </a:lnTo>
                <a:lnTo>
                  <a:pt x="413870" y="379685"/>
                </a:lnTo>
                <a:lnTo>
                  <a:pt x="400534" y="393439"/>
                </a:lnTo>
                <a:lnTo>
                  <a:pt x="394003" y="399798"/>
                </a:lnTo>
                <a:lnTo>
                  <a:pt x="376585" y="418292"/>
                </a:lnTo>
                <a:lnTo>
                  <a:pt x="363761" y="431347"/>
                </a:lnTo>
                <a:lnTo>
                  <a:pt x="356202" y="439090"/>
                </a:lnTo>
                <a:lnTo>
                  <a:pt x="350023" y="443201"/>
                </a:lnTo>
                <a:lnTo>
                  <a:pt x="346304" y="446762"/>
                </a:lnTo>
                <a:lnTo>
                  <a:pt x="342693" y="450485"/>
                </a:lnTo>
                <a:lnTo>
                  <a:pt x="341951" y="451882"/>
                </a:lnTo>
                <a:lnTo>
                  <a:pt x="333886" y="465107"/>
                </a:lnTo>
                <a:lnTo>
                  <a:pt x="328200" y="458492"/>
                </a:lnTo>
                <a:lnTo>
                  <a:pt x="323250" y="451210"/>
                </a:lnTo>
                <a:lnTo>
                  <a:pt x="313086" y="432701"/>
                </a:lnTo>
                <a:lnTo>
                  <a:pt x="312171" y="431267"/>
                </a:lnTo>
                <a:lnTo>
                  <a:pt x="295351" y="399737"/>
                </a:lnTo>
                <a:lnTo>
                  <a:pt x="280150" y="375060"/>
                </a:lnTo>
                <a:lnTo>
                  <a:pt x="278008" y="373008"/>
                </a:lnTo>
                <a:lnTo>
                  <a:pt x="270665" y="361781"/>
                </a:lnTo>
                <a:lnTo>
                  <a:pt x="261234" y="348871"/>
                </a:lnTo>
                <a:lnTo>
                  <a:pt x="252473" y="339267"/>
                </a:lnTo>
                <a:lnTo>
                  <a:pt x="245482" y="332663"/>
                </a:lnTo>
                <a:lnTo>
                  <a:pt x="236662" y="323287"/>
                </a:lnTo>
                <a:lnTo>
                  <a:pt x="223571" y="313205"/>
                </a:lnTo>
                <a:lnTo>
                  <a:pt x="213696" y="306238"/>
                </a:lnTo>
                <a:lnTo>
                  <a:pt x="205799" y="300532"/>
                </a:lnTo>
                <a:lnTo>
                  <a:pt x="188706" y="291784"/>
                </a:lnTo>
                <a:lnTo>
                  <a:pt x="176769" y="285819"/>
                </a:lnTo>
                <a:lnTo>
                  <a:pt x="175325" y="285253"/>
                </a:lnTo>
                <a:lnTo>
                  <a:pt x="161021" y="279658"/>
                </a:lnTo>
                <a:lnTo>
                  <a:pt x="151230" y="276426"/>
                </a:lnTo>
                <a:lnTo>
                  <a:pt x="131187" y="271679"/>
                </a:lnTo>
                <a:lnTo>
                  <a:pt x="99468" y="264045"/>
                </a:lnTo>
                <a:lnTo>
                  <a:pt x="88555" y="263177"/>
                </a:lnTo>
                <a:lnTo>
                  <a:pt x="45947" y="253068"/>
                </a:lnTo>
                <a:lnTo>
                  <a:pt x="48574" y="241543"/>
                </a:lnTo>
                <a:lnTo>
                  <a:pt x="16982" y="234145"/>
                </a:lnTo>
                <a:lnTo>
                  <a:pt x="13043" y="230912"/>
                </a:lnTo>
                <a:lnTo>
                  <a:pt x="30543" y="220169"/>
                </a:lnTo>
                <a:lnTo>
                  <a:pt x="45739" y="209582"/>
                </a:lnTo>
                <a:lnTo>
                  <a:pt x="47112" y="208483"/>
                </a:lnTo>
                <a:lnTo>
                  <a:pt x="63656" y="192194"/>
                </a:lnTo>
                <a:lnTo>
                  <a:pt x="80218" y="176618"/>
                </a:lnTo>
                <a:lnTo>
                  <a:pt x="84246" y="172801"/>
                </a:lnTo>
                <a:lnTo>
                  <a:pt x="79818" y="169017"/>
                </a:lnTo>
                <a:lnTo>
                  <a:pt x="45198" y="139152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18">
            <a:extLst>
              <a:ext uri="{FF2B5EF4-FFF2-40B4-BE49-F238E27FC236}">
                <a16:creationId xmlns:a16="http://schemas.microsoft.com/office/drawing/2014/main" id="{115D625E-96B8-4285-90CC-ACE5AB9F2B99}"/>
              </a:ext>
            </a:extLst>
          </p:cNvPr>
          <p:cNvSpPr/>
          <p:nvPr/>
        </p:nvSpPr>
        <p:spPr>
          <a:xfrm>
            <a:off x="7405024" y="3194459"/>
            <a:ext cx="1524792" cy="1268756"/>
          </a:xfrm>
          <a:custGeom>
            <a:avLst/>
            <a:gdLst/>
            <a:ahLst/>
            <a:cxnLst/>
            <a:rect l="0" t="0" r="0" b="0"/>
            <a:pathLst>
              <a:path w="1240615" h="1032297">
                <a:moveTo>
                  <a:pt x="67536" y="334330"/>
                </a:moveTo>
                <a:lnTo>
                  <a:pt x="68958" y="335257"/>
                </a:lnTo>
                <a:lnTo>
                  <a:pt x="72872" y="338900"/>
                </a:lnTo>
                <a:lnTo>
                  <a:pt x="249098" y="146018"/>
                </a:lnTo>
                <a:lnTo>
                  <a:pt x="273402" y="119842"/>
                </a:lnTo>
                <a:lnTo>
                  <a:pt x="288480" y="122858"/>
                </a:lnTo>
                <a:lnTo>
                  <a:pt x="332209" y="78821"/>
                </a:lnTo>
                <a:lnTo>
                  <a:pt x="320749" y="69170"/>
                </a:lnTo>
                <a:lnTo>
                  <a:pt x="369350" y="1329"/>
                </a:lnTo>
                <a:lnTo>
                  <a:pt x="372161" y="2430"/>
                </a:lnTo>
                <a:lnTo>
                  <a:pt x="406806" y="0"/>
                </a:lnTo>
                <a:lnTo>
                  <a:pt x="429314" y="1218"/>
                </a:lnTo>
                <a:lnTo>
                  <a:pt x="460645" y="4322"/>
                </a:lnTo>
                <a:lnTo>
                  <a:pt x="474924" y="7954"/>
                </a:lnTo>
                <a:lnTo>
                  <a:pt x="491121" y="14113"/>
                </a:lnTo>
                <a:lnTo>
                  <a:pt x="499722" y="19368"/>
                </a:lnTo>
                <a:lnTo>
                  <a:pt x="506910" y="27196"/>
                </a:lnTo>
                <a:lnTo>
                  <a:pt x="516859" y="35919"/>
                </a:lnTo>
                <a:lnTo>
                  <a:pt x="529750" y="42360"/>
                </a:lnTo>
                <a:lnTo>
                  <a:pt x="569267" y="50317"/>
                </a:lnTo>
                <a:lnTo>
                  <a:pt x="579640" y="53884"/>
                </a:lnTo>
                <a:lnTo>
                  <a:pt x="593460" y="61039"/>
                </a:lnTo>
                <a:lnTo>
                  <a:pt x="606698" y="69470"/>
                </a:lnTo>
                <a:lnTo>
                  <a:pt x="624759" y="81916"/>
                </a:lnTo>
                <a:lnTo>
                  <a:pt x="638786" y="82358"/>
                </a:lnTo>
                <a:lnTo>
                  <a:pt x="649075" y="82528"/>
                </a:lnTo>
                <a:lnTo>
                  <a:pt x="664160" y="87757"/>
                </a:lnTo>
                <a:lnTo>
                  <a:pt x="687633" y="91997"/>
                </a:lnTo>
                <a:lnTo>
                  <a:pt x="698283" y="98027"/>
                </a:lnTo>
                <a:lnTo>
                  <a:pt x="671389" y="127089"/>
                </a:lnTo>
                <a:lnTo>
                  <a:pt x="681975" y="138205"/>
                </a:lnTo>
                <a:lnTo>
                  <a:pt x="687525" y="145030"/>
                </a:lnTo>
                <a:lnTo>
                  <a:pt x="689212" y="146801"/>
                </a:lnTo>
                <a:lnTo>
                  <a:pt x="692497" y="149250"/>
                </a:lnTo>
                <a:lnTo>
                  <a:pt x="700557" y="158431"/>
                </a:lnTo>
                <a:lnTo>
                  <a:pt x="706027" y="166666"/>
                </a:lnTo>
                <a:lnTo>
                  <a:pt x="713784" y="171265"/>
                </a:lnTo>
                <a:lnTo>
                  <a:pt x="717950" y="174481"/>
                </a:lnTo>
                <a:lnTo>
                  <a:pt x="725877" y="182120"/>
                </a:lnTo>
                <a:lnTo>
                  <a:pt x="750620" y="192999"/>
                </a:lnTo>
                <a:lnTo>
                  <a:pt x="776917" y="203290"/>
                </a:lnTo>
                <a:lnTo>
                  <a:pt x="797860" y="223549"/>
                </a:lnTo>
                <a:lnTo>
                  <a:pt x="808789" y="239151"/>
                </a:lnTo>
                <a:lnTo>
                  <a:pt x="809677" y="243808"/>
                </a:lnTo>
                <a:lnTo>
                  <a:pt x="815056" y="254276"/>
                </a:lnTo>
                <a:lnTo>
                  <a:pt x="815257" y="258663"/>
                </a:lnTo>
                <a:lnTo>
                  <a:pt x="819810" y="266395"/>
                </a:lnTo>
                <a:lnTo>
                  <a:pt x="820646" y="267875"/>
                </a:lnTo>
                <a:lnTo>
                  <a:pt x="825437" y="277427"/>
                </a:lnTo>
                <a:lnTo>
                  <a:pt x="825953" y="278550"/>
                </a:lnTo>
                <a:lnTo>
                  <a:pt x="827683" y="282323"/>
                </a:lnTo>
                <a:lnTo>
                  <a:pt x="830347" y="288308"/>
                </a:lnTo>
                <a:lnTo>
                  <a:pt x="831769" y="293705"/>
                </a:lnTo>
                <a:lnTo>
                  <a:pt x="829603" y="300167"/>
                </a:lnTo>
                <a:lnTo>
                  <a:pt x="833728" y="318032"/>
                </a:lnTo>
                <a:lnTo>
                  <a:pt x="836092" y="328238"/>
                </a:lnTo>
                <a:lnTo>
                  <a:pt x="837776" y="334721"/>
                </a:lnTo>
                <a:lnTo>
                  <a:pt x="839095" y="335962"/>
                </a:lnTo>
                <a:lnTo>
                  <a:pt x="841941" y="335962"/>
                </a:lnTo>
                <a:lnTo>
                  <a:pt x="844997" y="334308"/>
                </a:lnTo>
                <a:lnTo>
                  <a:pt x="847583" y="333720"/>
                </a:lnTo>
                <a:lnTo>
                  <a:pt x="849463" y="336789"/>
                </a:lnTo>
                <a:lnTo>
                  <a:pt x="851381" y="341511"/>
                </a:lnTo>
                <a:lnTo>
                  <a:pt x="852713" y="344754"/>
                </a:lnTo>
                <a:lnTo>
                  <a:pt x="852831" y="346995"/>
                </a:lnTo>
                <a:lnTo>
                  <a:pt x="853510" y="358201"/>
                </a:lnTo>
                <a:lnTo>
                  <a:pt x="854803" y="371411"/>
                </a:lnTo>
                <a:lnTo>
                  <a:pt x="854672" y="377546"/>
                </a:lnTo>
                <a:lnTo>
                  <a:pt x="853758" y="382529"/>
                </a:lnTo>
                <a:lnTo>
                  <a:pt x="854712" y="391580"/>
                </a:lnTo>
                <a:lnTo>
                  <a:pt x="856932" y="398806"/>
                </a:lnTo>
                <a:lnTo>
                  <a:pt x="858277" y="403789"/>
                </a:lnTo>
                <a:lnTo>
                  <a:pt x="858904" y="405944"/>
                </a:lnTo>
                <a:lnTo>
                  <a:pt x="859818" y="412666"/>
                </a:lnTo>
                <a:lnTo>
                  <a:pt x="861161" y="415234"/>
                </a:lnTo>
                <a:lnTo>
                  <a:pt x="863533" y="420805"/>
                </a:lnTo>
                <a:lnTo>
                  <a:pt x="864544" y="428618"/>
                </a:lnTo>
                <a:lnTo>
                  <a:pt x="865941" y="434579"/>
                </a:lnTo>
                <a:lnTo>
                  <a:pt x="868586" y="439839"/>
                </a:lnTo>
                <a:lnTo>
                  <a:pt x="868542" y="447436"/>
                </a:lnTo>
                <a:lnTo>
                  <a:pt x="872636" y="456309"/>
                </a:lnTo>
                <a:lnTo>
                  <a:pt x="873671" y="458494"/>
                </a:lnTo>
                <a:lnTo>
                  <a:pt x="877184" y="466459"/>
                </a:lnTo>
                <a:lnTo>
                  <a:pt x="878450" y="467871"/>
                </a:lnTo>
                <a:lnTo>
                  <a:pt x="880369" y="470026"/>
                </a:lnTo>
                <a:lnTo>
                  <a:pt x="884874" y="469786"/>
                </a:lnTo>
                <a:lnTo>
                  <a:pt x="886794" y="469086"/>
                </a:lnTo>
                <a:lnTo>
                  <a:pt x="889895" y="468087"/>
                </a:lnTo>
                <a:lnTo>
                  <a:pt x="894132" y="466307"/>
                </a:lnTo>
                <a:lnTo>
                  <a:pt x="895751" y="465545"/>
                </a:lnTo>
                <a:lnTo>
                  <a:pt x="896951" y="464217"/>
                </a:lnTo>
                <a:lnTo>
                  <a:pt x="899550" y="461323"/>
                </a:lnTo>
                <a:lnTo>
                  <a:pt x="901639" y="459081"/>
                </a:lnTo>
                <a:lnTo>
                  <a:pt x="903846" y="456840"/>
                </a:lnTo>
                <a:lnTo>
                  <a:pt x="905504" y="456165"/>
                </a:lnTo>
                <a:lnTo>
                  <a:pt x="907423" y="455425"/>
                </a:lnTo>
                <a:lnTo>
                  <a:pt x="908860" y="455338"/>
                </a:lnTo>
                <a:lnTo>
                  <a:pt x="915597" y="454685"/>
                </a:lnTo>
                <a:lnTo>
                  <a:pt x="917974" y="454424"/>
                </a:lnTo>
                <a:lnTo>
                  <a:pt x="920481" y="455012"/>
                </a:lnTo>
                <a:lnTo>
                  <a:pt x="922648" y="455665"/>
                </a:lnTo>
                <a:lnTo>
                  <a:pt x="924763" y="457580"/>
                </a:lnTo>
                <a:lnTo>
                  <a:pt x="930286" y="462650"/>
                </a:lnTo>
                <a:lnTo>
                  <a:pt x="931696" y="463216"/>
                </a:lnTo>
                <a:lnTo>
                  <a:pt x="935614" y="464476"/>
                </a:lnTo>
                <a:lnTo>
                  <a:pt x="937051" y="464890"/>
                </a:lnTo>
                <a:lnTo>
                  <a:pt x="942861" y="464476"/>
                </a:lnTo>
                <a:lnTo>
                  <a:pt x="946582" y="464215"/>
                </a:lnTo>
                <a:lnTo>
                  <a:pt x="948514" y="464476"/>
                </a:lnTo>
                <a:lnTo>
                  <a:pt x="951374" y="464803"/>
                </a:lnTo>
                <a:lnTo>
                  <a:pt x="955739" y="465549"/>
                </a:lnTo>
                <a:lnTo>
                  <a:pt x="969491" y="450592"/>
                </a:lnTo>
                <a:lnTo>
                  <a:pt x="973133" y="442740"/>
                </a:lnTo>
                <a:lnTo>
                  <a:pt x="1086153" y="488887"/>
                </a:lnTo>
                <a:lnTo>
                  <a:pt x="1080795" y="513353"/>
                </a:lnTo>
                <a:lnTo>
                  <a:pt x="1090615" y="523903"/>
                </a:lnTo>
                <a:lnTo>
                  <a:pt x="1122162" y="557886"/>
                </a:lnTo>
                <a:lnTo>
                  <a:pt x="1141693" y="552428"/>
                </a:lnTo>
                <a:lnTo>
                  <a:pt x="1161565" y="536663"/>
                </a:lnTo>
                <a:lnTo>
                  <a:pt x="1164736" y="533718"/>
                </a:lnTo>
                <a:lnTo>
                  <a:pt x="1166395" y="532439"/>
                </a:lnTo>
                <a:lnTo>
                  <a:pt x="1169467" y="531816"/>
                </a:lnTo>
                <a:lnTo>
                  <a:pt x="1177505" y="532106"/>
                </a:lnTo>
                <a:lnTo>
                  <a:pt x="1184236" y="530900"/>
                </a:lnTo>
                <a:lnTo>
                  <a:pt x="1195973" y="524458"/>
                </a:lnTo>
                <a:lnTo>
                  <a:pt x="1199012" y="523124"/>
                </a:lnTo>
                <a:lnTo>
                  <a:pt x="1202698" y="523488"/>
                </a:lnTo>
                <a:lnTo>
                  <a:pt x="1204671" y="516406"/>
                </a:lnTo>
                <a:lnTo>
                  <a:pt x="1211873" y="514633"/>
                </a:lnTo>
                <a:lnTo>
                  <a:pt x="1223592" y="514082"/>
                </a:lnTo>
                <a:lnTo>
                  <a:pt x="1224948" y="515697"/>
                </a:lnTo>
                <a:lnTo>
                  <a:pt x="1228754" y="525333"/>
                </a:lnTo>
                <a:lnTo>
                  <a:pt x="1239432" y="551418"/>
                </a:lnTo>
                <a:lnTo>
                  <a:pt x="1239721" y="551307"/>
                </a:lnTo>
                <a:lnTo>
                  <a:pt x="1240615" y="553435"/>
                </a:lnTo>
                <a:lnTo>
                  <a:pt x="1219537" y="562719"/>
                </a:lnTo>
                <a:lnTo>
                  <a:pt x="1183599" y="578536"/>
                </a:lnTo>
                <a:lnTo>
                  <a:pt x="1183849" y="579017"/>
                </a:lnTo>
                <a:lnTo>
                  <a:pt x="1178508" y="584044"/>
                </a:lnTo>
                <a:lnTo>
                  <a:pt x="1176472" y="588029"/>
                </a:lnTo>
                <a:lnTo>
                  <a:pt x="1173491" y="595095"/>
                </a:lnTo>
                <a:lnTo>
                  <a:pt x="1167794" y="605868"/>
                </a:lnTo>
                <a:lnTo>
                  <a:pt x="1165486" y="609361"/>
                </a:lnTo>
                <a:lnTo>
                  <a:pt x="1162692" y="612070"/>
                </a:lnTo>
                <a:lnTo>
                  <a:pt x="1158884" y="615324"/>
                </a:lnTo>
                <a:lnTo>
                  <a:pt x="1153847" y="619106"/>
                </a:lnTo>
                <a:lnTo>
                  <a:pt x="1144622" y="624521"/>
                </a:lnTo>
                <a:lnTo>
                  <a:pt x="1134174" y="627918"/>
                </a:lnTo>
                <a:lnTo>
                  <a:pt x="1129288" y="629918"/>
                </a:lnTo>
                <a:lnTo>
                  <a:pt x="1126162" y="631829"/>
                </a:lnTo>
                <a:lnTo>
                  <a:pt x="1117910" y="634997"/>
                </a:lnTo>
                <a:lnTo>
                  <a:pt x="1090985" y="642431"/>
                </a:lnTo>
                <a:lnTo>
                  <a:pt x="1061924" y="649915"/>
                </a:lnTo>
                <a:lnTo>
                  <a:pt x="1058831" y="651498"/>
                </a:lnTo>
                <a:lnTo>
                  <a:pt x="1040851" y="660842"/>
                </a:lnTo>
                <a:lnTo>
                  <a:pt x="1024988" y="666962"/>
                </a:lnTo>
                <a:lnTo>
                  <a:pt x="998217" y="674734"/>
                </a:lnTo>
                <a:lnTo>
                  <a:pt x="991648" y="677193"/>
                </a:lnTo>
                <a:lnTo>
                  <a:pt x="985483" y="679069"/>
                </a:lnTo>
                <a:lnTo>
                  <a:pt x="964704" y="681758"/>
                </a:lnTo>
                <a:lnTo>
                  <a:pt x="946257" y="684120"/>
                </a:lnTo>
                <a:lnTo>
                  <a:pt x="932462" y="688927"/>
                </a:lnTo>
                <a:lnTo>
                  <a:pt x="928230" y="690997"/>
                </a:lnTo>
                <a:lnTo>
                  <a:pt x="911771" y="698302"/>
                </a:lnTo>
                <a:lnTo>
                  <a:pt x="908693" y="701299"/>
                </a:lnTo>
                <a:lnTo>
                  <a:pt x="896152" y="711044"/>
                </a:lnTo>
                <a:lnTo>
                  <a:pt x="893244" y="713164"/>
                </a:lnTo>
                <a:lnTo>
                  <a:pt x="883822" y="732842"/>
                </a:lnTo>
                <a:lnTo>
                  <a:pt x="879293" y="742091"/>
                </a:lnTo>
                <a:lnTo>
                  <a:pt x="879092" y="743268"/>
                </a:lnTo>
                <a:lnTo>
                  <a:pt x="878492" y="742443"/>
                </a:lnTo>
                <a:lnTo>
                  <a:pt x="878063" y="743492"/>
                </a:lnTo>
                <a:lnTo>
                  <a:pt x="879903" y="745181"/>
                </a:lnTo>
                <a:lnTo>
                  <a:pt x="882574" y="746080"/>
                </a:lnTo>
                <a:lnTo>
                  <a:pt x="878530" y="754226"/>
                </a:lnTo>
                <a:lnTo>
                  <a:pt x="852625" y="804878"/>
                </a:lnTo>
                <a:lnTo>
                  <a:pt x="855840" y="805807"/>
                </a:lnTo>
                <a:lnTo>
                  <a:pt x="857091" y="805992"/>
                </a:lnTo>
                <a:lnTo>
                  <a:pt x="859376" y="807024"/>
                </a:lnTo>
                <a:lnTo>
                  <a:pt x="863331" y="810260"/>
                </a:lnTo>
                <a:lnTo>
                  <a:pt x="868250" y="812069"/>
                </a:lnTo>
                <a:lnTo>
                  <a:pt x="868831" y="813677"/>
                </a:lnTo>
                <a:lnTo>
                  <a:pt x="868494" y="815851"/>
                </a:lnTo>
                <a:lnTo>
                  <a:pt x="868580" y="816902"/>
                </a:lnTo>
                <a:lnTo>
                  <a:pt x="872239" y="817855"/>
                </a:lnTo>
                <a:lnTo>
                  <a:pt x="878813" y="822996"/>
                </a:lnTo>
                <a:lnTo>
                  <a:pt x="890648" y="832578"/>
                </a:lnTo>
                <a:lnTo>
                  <a:pt x="719174" y="939536"/>
                </a:lnTo>
                <a:lnTo>
                  <a:pt x="716843" y="943717"/>
                </a:lnTo>
                <a:lnTo>
                  <a:pt x="689916" y="956235"/>
                </a:lnTo>
                <a:lnTo>
                  <a:pt x="651908" y="973379"/>
                </a:lnTo>
                <a:lnTo>
                  <a:pt x="655632" y="979273"/>
                </a:lnTo>
                <a:lnTo>
                  <a:pt x="660363" y="986711"/>
                </a:lnTo>
                <a:lnTo>
                  <a:pt x="623684" y="1002441"/>
                </a:lnTo>
                <a:lnTo>
                  <a:pt x="620677" y="1003730"/>
                </a:lnTo>
                <a:lnTo>
                  <a:pt x="619794" y="1016260"/>
                </a:lnTo>
                <a:lnTo>
                  <a:pt x="618773" y="1031187"/>
                </a:lnTo>
                <a:lnTo>
                  <a:pt x="602393" y="1027755"/>
                </a:lnTo>
                <a:lnTo>
                  <a:pt x="585851" y="1027699"/>
                </a:lnTo>
                <a:lnTo>
                  <a:pt x="584707" y="1022073"/>
                </a:lnTo>
                <a:lnTo>
                  <a:pt x="586173" y="1020106"/>
                </a:lnTo>
                <a:lnTo>
                  <a:pt x="588332" y="1018326"/>
                </a:lnTo>
                <a:lnTo>
                  <a:pt x="580661" y="1005727"/>
                </a:lnTo>
                <a:lnTo>
                  <a:pt x="533194" y="1026765"/>
                </a:lnTo>
                <a:lnTo>
                  <a:pt x="518715" y="1032297"/>
                </a:lnTo>
                <a:lnTo>
                  <a:pt x="512004" y="1007908"/>
                </a:lnTo>
                <a:lnTo>
                  <a:pt x="509798" y="999164"/>
                </a:lnTo>
                <a:lnTo>
                  <a:pt x="506121" y="989684"/>
                </a:lnTo>
                <a:lnTo>
                  <a:pt x="501525" y="979469"/>
                </a:lnTo>
                <a:lnTo>
                  <a:pt x="497388" y="973303"/>
                </a:lnTo>
                <a:lnTo>
                  <a:pt x="499962" y="971647"/>
                </a:lnTo>
                <a:lnTo>
                  <a:pt x="495795" y="966624"/>
                </a:lnTo>
                <a:lnTo>
                  <a:pt x="473584" y="933617"/>
                </a:lnTo>
                <a:lnTo>
                  <a:pt x="453295" y="934303"/>
                </a:lnTo>
                <a:lnTo>
                  <a:pt x="430993" y="935656"/>
                </a:lnTo>
                <a:lnTo>
                  <a:pt x="379257" y="937534"/>
                </a:lnTo>
                <a:lnTo>
                  <a:pt x="339761" y="940242"/>
                </a:lnTo>
                <a:lnTo>
                  <a:pt x="307397" y="937458"/>
                </a:lnTo>
                <a:lnTo>
                  <a:pt x="282693" y="932799"/>
                </a:lnTo>
                <a:lnTo>
                  <a:pt x="254309" y="925432"/>
                </a:lnTo>
                <a:lnTo>
                  <a:pt x="235762" y="918816"/>
                </a:lnTo>
                <a:lnTo>
                  <a:pt x="202648" y="903558"/>
                </a:lnTo>
                <a:lnTo>
                  <a:pt x="161725" y="875898"/>
                </a:lnTo>
                <a:lnTo>
                  <a:pt x="152354" y="867783"/>
                </a:lnTo>
                <a:lnTo>
                  <a:pt x="144529" y="861015"/>
                </a:lnTo>
                <a:lnTo>
                  <a:pt x="119449" y="834558"/>
                </a:lnTo>
                <a:lnTo>
                  <a:pt x="79502" y="792543"/>
                </a:lnTo>
                <a:lnTo>
                  <a:pt x="51173" y="761984"/>
                </a:lnTo>
                <a:lnTo>
                  <a:pt x="23246" y="731136"/>
                </a:lnTo>
                <a:lnTo>
                  <a:pt x="7711" y="713974"/>
                </a:lnTo>
                <a:lnTo>
                  <a:pt x="21625" y="714013"/>
                </a:lnTo>
                <a:lnTo>
                  <a:pt x="24393" y="714082"/>
                </a:lnTo>
                <a:lnTo>
                  <a:pt x="57095" y="714718"/>
                </a:lnTo>
                <a:lnTo>
                  <a:pt x="63221" y="712705"/>
                </a:lnTo>
                <a:lnTo>
                  <a:pt x="118596" y="688566"/>
                </a:lnTo>
                <a:lnTo>
                  <a:pt x="87896" y="614077"/>
                </a:lnTo>
                <a:lnTo>
                  <a:pt x="19851" y="594347"/>
                </a:lnTo>
                <a:lnTo>
                  <a:pt x="13591" y="576088"/>
                </a:lnTo>
                <a:lnTo>
                  <a:pt x="9021" y="562752"/>
                </a:lnTo>
                <a:lnTo>
                  <a:pt x="0" y="543988"/>
                </a:lnTo>
                <a:lnTo>
                  <a:pt x="287" y="541307"/>
                </a:lnTo>
                <a:lnTo>
                  <a:pt x="1412" y="530817"/>
                </a:lnTo>
                <a:lnTo>
                  <a:pt x="2506" y="521412"/>
                </a:lnTo>
                <a:lnTo>
                  <a:pt x="4855" y="514247"/>
                </a:lnTo>
                <a:lnTo>
                  <a:pt x="7317" y="510665"/>
                </a:lnTo>
                <a:lnTo>
                  <a:pt x="14261" y="487405"/>
                </a:lnTo>
                <a:lnTo>
                  <a:pt x="15556" y="482576"/>
                </a:lnTo>
                <a:lnTo>
                  <a:pt x="24929" y="449961"/>
                </a:lnTo>
                <a:lnTo>
                  <a:pt x="28637" y="433970"/>
                </a:lnTo>
                <a:lnTo>
                  <a:pt x="31644" y="420357"/>
                </a:lnTo>
                <a:lnTo>
                  <a:pt x="34792" y="409193"/>
                </a:lnTo>
                <a:lnTo>
                  <a:pt x="38674" y="395441"/>
                </a:lnTo>
                <a:lnTo>
                  <a:pt x="43617" y="378112"/>
                </a:lnTo>
                <a:lnTo>
                  <a:pt x="45010" y="372862"/>
                </a:lnTo>
                <a:lnTo>
                  <a:pt x="45900" y="370405"/>
                </a:lnTo>
                <a:lnTo>
                  <a:pt x="49449" y="363779"/>
                </a:lnTo>
                <a:lnTo>
                  <a:pt x="55428" y="353766"/>
                </a:lnTo>
                <a:lnTo>
                  <a:pt x="66244" y="336404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19">
            <a:extLst>
              <a:ext uri="{FF2B5EF4-FFF2-40B4-BE49-F238E27FC236}">
                <a16:creationId xmlns:a16="http://schemas.microsoft.com/office/drawing/2014/main" id="{EF469B70-CC60-4949-BE39-F25B20C13023}"/>
              </a:ext>
            </a:extLst>
          </p:cNvPr>
          <p:cNvSpPr/>
          <p:nvPr/>
        </p:nvSpPr>
        <p:spPr>
          <a:xfrm>
            <a:off x="6412702" y="3018356"/>
            <a:ext cx="1381766" cy="1167836"/>
          </a:xfrm>
          <a:custGeom>
            <a:avLst/>
            <a:gdLst/>
            <a:ahLst/>
            <a:cxnLst/>
            <a:rect l="0" t="0" r="0" b="0"/>
            <a:pathLst>
              <a:path w="1124246" h="950185">
                <a:moveTo>
                  <a:pt x="1073186" y="519836"/>
                </a:moveTo>
                <a:lnTo>
                  <a:pt x="1077013" y="515386"/>
                </a:lnTo>
                <a:lnTo>
                  <a:pt x="1076447" y="509092"/>
                </a:lnTo>
                <a:lnTo>
                  <a:pt x="1079307" y="501564"/>
                </a:lnTo>
                <a:lnTo>
                  <a:pt x="1081339" y="494487"/>
                </a:lnTo>
                <a:lnTo>
                  <a:pt x="1083221" y="474272"/>
                </a:lnTo>
                <a:lnTo>
                  <a:pt x="1086833" y="454135"/>
                </a:lnTo>
                <a:lnTo>
                  <a:pt x="1088099" y="423358"/>
                </a:lnTo>
                <a:lnTo>
                  <a:pt x="1086807" y="387176"/>
                </a:lnTo>
                <a:lnTo>
                  <a:pt x="1088386" y="371239"/>
                </a:lnTo>
                <a:lnTo>
                  <a:pt x="1086545" y="350314"/>
                </a:lnTo>
                <a:lnTo>
                  <a:pt x="1082772" y="333041"/>
                </a:lnTo>
                <a:lnTo>
                  <a:pt x="1075324" y="318404"/>
                </a:lnTo>
                <a:lnTo>
                  <a:pt x="1070589" y="310241"/>
                </a:lnTo>
                <a:lnTo>
                  <a:pt x="1050525" y="292304"/>
                </a:lnTo>
                <a:lnTo>
                  <a:pt x="1048620" y="286811"/>
                </a:lnTo>
                <a:lnTo>
                  <a:pt x="1028930" y="264848"/>
                </a:lnTo>
                <a:lnTo>
                  <a:pt x="978656" y="233923"/>
                </a:lnTo>
                <a:lnTo>
                  <a:pt x="942140" y="216722"/>
                </a:lnTo>
                <a:lnTo>
                  <a:pt x="928597" y="212642"/>
                </a:lnTo>
                <a:lnTo>
                  <a:pt x="881258" y="201308"/>
                </a:lnTo>
                <a:lnTo>
                  <a:pt x="854023" y="195508"/>
                </a:lnTo>
                <a:lnTo>
                  <a:pt x="836335" y="186716"/>
                </a:lnTo>
                <a:lnTo>
                  <a:pt x="826213" y="182583"/>
                </a:lnTo>
                <a:lnTo>
                  <a:pt x="817366" y="176235"/>
                </a:lnTo>
                <a:lnTo>
                  <a:pt x="790694" y="166048"/>
                </a:lnTo>
                <a:lnTo>
                  <a:pt x="776823" y="152738"/>
                </a:lnTo>
                <a:lnTo>
                  <a:pt x="771929" y="145173"/>
                </a:lnTo>
                <a:lnTo>
                  <a:pt x="755507" y="131315"/>
                </a:lnTo>
                <a:lnTo>
                  <a:pt x="740250" y="112268"/>
                </a:lnTo>
                <a:lnTo>
                  <a:pt x="739170" y="109742"/>
                </a:lnTo>
                <a:lnTo>
                  <a:pt x="736717" y="102229"/>
                </a:lnTo>
                <a:lnTo>
                  <a:pt x="735038" y="98393"/>
                </a:lnTo>
                <a:lnTo>
                  <a:pt x="732908" y="96232"/>
                </a:lnTo>
                <a:lnTo>
                  <a:pt x="718126" y="84216"/>
                </a:lnTo>
                <a:lnTo>
                  <a:pt x="698653" y="65779"/>
                </a:lnTo>
                <a:lnTo>
                  <a:pt x="682552" y="48265"/>
                </a:lnTo>
                <a:lnTo>
                  <a:pt x="666432" y="33897"/>
                </a:lnTo>
                <a:lnTo>
                  <a:pt x="640850" y="17429"/>
                </a:lnTo>
                <a:lnTo>
                  <a:pt x="612115" y="5867"/>
                </a:lnTo>
                <a:lnTo>
                  <a:pt x="596506" y="0"/>
                </a:lnTo>
                <a:lnTo>
                  <a:pt x="597084" y="4715"/>
                </a:lnTo>
                <a:lnTo>
                  <a:pt x="596658" y="9162"/>
                </a:lnTo>
                <a:lnTo>
                  <a:pt x="589877" y="21116"/>
                </a:lnTo>
                <a:lnTo>
                  <a:pt x="567732" y="58408"/>
                </a:lnTo>
                <a:lnTo>
                  <a:pt x="560374" y="76621"/>
                </a:lnTo>
                <a:lnTo>
                  <a:pt x="553195" y="89196"/>
                </a:lnTo>
                <a:lnTo>
                  <a:pt x="459679" y="251579"/>
                </a:lnTo>
                <a:lnTo>
                  <a:pt x="427731" y="307061"/>
                </a:lnTo>
                <a:lnTo>
                  <a:pt x="412016" y="333115"/>
                </a:lnTo>
                <a:lnTo>
                  <a:pt x="372409" y="328356"/>
                </a:lnTo>
                <a:lnTo>
                  <a:pt x="116312" y="314275"/>
                </a:lnTo>
                <a:lnTo>
                  <a:pt x="38295" y="308756"/>
                </a:lnTo>
                <a:lnTo>
                  <a:pt x="0" y="304641"/>
                </a:lnTo>
                <a:lnTo>
                  <a:pt x="488" y="319762"/>
                </a:lnTo>
                <a:lnTo>
                  <a:pt x="1697" y="336710"/>
                </a:lnTo>
                <a:lnTo>
                  <a:pt x="2124" y="339997"/>
                </a:lnTo>
                <a:lnTo>
                  <a:pt x="3536" y="345888"/>
                </a:lnTo>
                <a:lnTo>
                  <a:pt x="6359" y="357322"/>
                </a:lnTo>
                <a:lnTo>
                  <a:pt x="7616" y="361811"/>
                </a:lnTo>
                <a:lnTo>
                  <a:pt x="17339" y="345888"/>
                </a:lnTo>
                <a:lnTo>
                  <a:pt x="30460" y="353827"/>
                </a:lnTo>
                <a:lnTo>
                  <a:pt x="65179" y="374410"/>
                </a:lnTo>
                <a:lnTo>
                  <a:pt x="54301" y="394268"/>
                </a:lnTo>
                <a:lnTo>
                  <a:pt x="24942" y="402507"/>
                </a:lnTo>
                <a:lnTo>
                  <a:pt x="76267" y="427650"/>
                </a:lnTo>
                <a:lnTo>
                  <a:pt x="74887" y="430690"/>
                </a:lnTo>
                <a:lnTo>
                  <a:pt x="83825" y="434385"/>
                </a:lnTo>
                <a:lnTo>
                  <a:pt x="98332" y="440746"/>
                </a:lnTo>
                <a:lnTo>
                  <a:pt x="114514" y="447843"/>
                </a:lnTo>
                <a:lnTo>
                  <a:pt x="136002" y="460124"/>
                </a:lnTo>
                <a:lnTo>
                  <a:pt x="161443" y="472074"/>
                </a:lnTo>
                <a:lnTo>
                  <a:pt x="175422" y="479495"/>
                </a:lnTo>
                <a:lnTo>
                  <a:pt x="188613" y="485669"/>
                </a:lnTo>
                <a:lnTo>
                  <a:pt x="293746" y="530728"/>
                </a:lnTo>
                <a:lnTo>
                  <a:pt x="297281" y="523880"/>
                </a:lnTo>
                <a:lnTo>
                  <a:pt x="300940" y="525797"/>
                </a:lnTo>
                <a:lnTo>
                  <a:pt x="318627" y="495812"/>
                </a:lnTo>
                <a:lnTo>
                  <a:pt x="324290" y="498687"/>
                </a:lnTo>
                <a:lnTo>
                  <a:pt x="312615" y="521090"/>
                </a:lnTo>
                <a:lnTo>
                  <a:pt x="311077" y="542595"/>
                </a:lnTo>
                <a:lnTo>
                  <a:pt x="373285" y="569283"/>
                </a:lnTo>
                <a:lnTo>
                  <a:pt x="353749" y="620595"/>
                </a:lnTo>
                <a:lnTo>
                  <a:pt x="364397" y="627324"/>
                </a:lnTo>
                <a:lnTo>
                  <a:pt x="398920" y="651102"/>
                </a:lnTo>
                <a:lnTo>
                  <a:pt x="408972" y="657297"/>
                </a:lnTo>
                <a:lnTo>
                  <a:pt x="441978" y="677639"/>
                </a:lnTo>
                <a:lnTo>
                  <a:pt x="463751" y="735732"/>
                </a:lnTo>
                <a:lnTo>
                  <a:pt x="484256" y="722098"/>
                </a:lnTo>
                <a:lnTo>
                  <a:pt x="507883" y="713980"/>
                </a:lnTo>
                <a:lnTo>
                  <a:pt x="525982" y="709608"/>
                </a:lnTo>
                <a:lnTo>
                  <a:pt x="538732" y="707199"/>
                </a:lnTo>
                <a:lnTo>
                  <a:pt x="548780" y="707190"/>
                </a:lnTo>
                <a:lnTo>
                  <a:pt x="547821" y="716737"/>
                </a:lnTo>
                <a:lnTo>
                  <a:pt x="547137" y="724457"/>
                </a:lnTo>
                <a:lnTo>
                  <a:pt x="532163" y="747845"/>
                </a:lnTo>
                <a:lnTo>
                  <a:pt x="555712" y="762276"/>
                </a:lnTo>
                <a:lnTo>
                  <a:pt x="549059" y="780260"/>
                </a:lnTo>
                <a:lnTo>
                  <a:pt x="561879" y="788780"/>
                </a:lnTo>
                <a:lnTo>
                  <a:pt x="579471" y="799612"/>
                </a:lnTo>
                <a:lnTo>
                  <a:pt x="587217" y="810645"/>
                </a:lnTo>
                <a:lnTo>
                  <a:pt x="591264" y="815555"/>
                </a:lnTo>
                <a:lnTo>
                  <a:pt x="602890" y="819411"/>
                </a:lnTo>
                <a:lnTo>
                  <a:pt x="613660" y="814985"/>
                </a:lnTo>
                <a:lnTo>
                  <a:pt x="615073" y="813409"/>
                </a:lnTo>
                <a:lnTo>
                  <a:pt x="620728" y="812630"/>
                </a:lnTo>
                <a:lnTo>
                  <a:pt x="621879" y="815400"/>
                </a:lnTo>
                <a:lnTo>
                  <a:pt x="622897" y="820534"/>
                </a:lnTo>
                <a:lnTo>
                  <a:pt x="622987" y="824606"/>
                </a:lnTo>
                <a:lnTo>
                  <a:pt x="623749" y="831627"/>
                </a:lnTo>
                <a:lnTo>
                  <a:pt x="623928" y="834530"/>
                </a:lnTo>
                <a:lnTo>
                  <a:pt x="624931" y="843063"/>
                </a:lnTo>
                <a:lnTo>
                  <a:pt x="625173" y="847448"/>
                </a:lnTo>
                <a:lnTo>
                  <a:pt x="625889" y="849709"/>
                </a:lnTo>
                <a:lnTo>
                  <a:pt x="627952" y="852793"/>
                </a:lnTo>
                <a:lnTo>
                  <a:pt x="631572" y="857180"/>
                </a:lnTo>
                <a:lnTo>
                  <a:pt x="632106" y="860986"/>
                </a:lnTo>
                <a:lnTo>
                  <a:pt x="650047" y="856105"/>
                </a:lnTo>
                <a:lnTo>
                  <a:pt x="656790" y="854573"/>
                </a:lnTo>
                <a:lnTo>
                  <a:pt x="663892" y="853927"/>
                </a:lnTo>
                <a:lnTo>
                  <a:pt x="677254" y="853888"/>
                </a:lnTo>
                <a:lnTo>
                  <a:pt x="683300" y="853729"/>
                </a:lnTo>
                <a:lnTo>
                  <a:pt x="687998" y="858264"/>
                </a:lnTo>
                <a:lnTo>
                  <a:pt x="690112" y="859259"/>
                </a:lnTo>
                <a:lnTo>
                  <a:pt x="689616" y="873324"/>
                </a:lnTo>
                <a:lnTo>
                  <a:pt x="689388" y="879761"/>
                </a:lnTo>
                <a:lnTo>
                  <a:pt x="692588" y="879844"/>
                </a:lnTo>
                <a:lnTo>
                  <a:pt x="697459" y="879970"/>
                </a:lnTo>
                <a:lnTo>
                  <a:pt x="697459" y="885913"/>
                </a:lnTo>
                <a:lnTo>
                  <a:pt x="697459" y="901717"/>
                </a:lnTo>
                <a:lnTo>
                  <a:pt x="708944" y="901820"/>
                </a:lnTo>
                <a:lnTo>
                  <a:pt x="709048" y="929782"/>
                </a:lnTo>
                <a:lnTo>
                  <a:pt x="697148" y="943451"/>
                </a:lnTo>
                <a:lnTo>
                  <a:pt x="697459" y="950185"/>
                </a:lnTo>
                <a:lnTo>
                  <a:pt x="762185" y="949723"/>
                </a:lnTo>
                <a:lnTo>
                  <a:pt x="796630" y="949478"/>
                </a:lnTo>
                <a:lnTo>
                  <a:pt x="1046683" y="947697"/>
                </a:lnTo>
                <a:lnTo>
                  <a:pt x="1056823" y="947491"/>
                </a:lnTo>
                <a:lnTo>
                  <a:pt x="1028897" y="916642"/>
                </a:lnTo>
                <a:lnTo>
                  <a:pt x="1013361" y="899480"/>
                </a:lnTo>
                <a:lnTo>
                  <a:pt x="1027276" y="899519"/>
                </a:lnTo>
                <a:lnTo>
                  <a:pt x="1030043" y="899589"/>
                </a:lnTo>
                <a:lnTo>
                  <a:pt x="1062746" y="900224"/>
                </a:lnTo>
                <a:lnTo>
                  <a:pt x="1068872" y="898211"/>
                </a:lnTo>
                <a:lnTo>
                  <a:pt x="1124246" y="874072"/>
                </a:lnTo>
                <a:lnTo>
                  <a:pt x="1093547" y="799583"/>
                </a:lnTo>
                <a:lnTo>
                  <a:pt x="1025501" y="779853"/>
                </a:lnTo>
                <a:lnTo>
                  <a:pt x="1019242" y="761595"/>
                </a:lnTo>
                <a:lnTo>
                  <a:pt x="1014671" y="748258"/>
                </a:lnTo>
                <a:lnTo>
                  <a:pt x="1005650" y="729495"/>
                </a:lnTo>
                <a:lnTo>
                  <a:pt x="1005937" y="726814"/>
                </a:lnTo>
                <a:lnTo>
                  <a:pt x="1007063" y="716324"/>
                </a:lnTo>
                <a:lnTo>
                  <a:pt x="1008156" y="706918"/>
                </a:lnTo>
                <a:lnTo>
                  <a:pt x="1010505" y="699754"/>
                </a:lnTo>
                <a:lnTo>
                  <a:pt x="1012967" y="696172"/>
                </a:lnTo>
                <a:lnTo>
                  <a:pt x="1019912" y="672912"/>
                </a:lnTo>
                <a:lnTo>
                  <a:pt x="1021206" y="668083"/>
                </a:lnTo>
                <a:lnTo>
                  <a:pt x="1030580" y="635467"/>
                </a:lnTo>
                <a:lnTo>
                  <a:pt x="1034287" y="619476"/>
                </a:lnTo>
                <a:lnTo>
                  <a:pt x="1037295" y="605864"/>
                </a:lnTo>
                <a:lnTo>
                  <a:pt x="1040442" y="594699"/>
                </a:lnTo>
                <a:lnTo>
                  <a:pt x="1044325" y="580948"/>
                </a:lnTo>
                <a:lnTo>
                  <a:pt x="1049267" y="563618"/>
                </a:lnTo>
                <a:lnTo>
                  <a:pt x="1050661" y="558369"/>
                </a:lnTo>
                <a:lnTo>
                  <a:pt x="1051550" y="555912"/>
                </a:lnTo>
                <a:lnTo>
                  <a:pt x="1055100" y="549285"/>
                </a:lnTo>
                <a:lnTo>
                  <a:pt x="1061078" y="539272"/>
                </a:lnTo>
                <a:lnTo>
                  <a:pt x="1071895" y="521910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20">
            <a:extLst>
              <a:ext uri="{FF2B5EF4-FFF2-40B4-BE49-F238E27FC236}">
                <a16:creationId xmlns:a16="http://schemas.microsoft.com/office/drawing/2014/main" id="{0E5A0218-5895-4940-825C-587C27792CF0}"/>
              </a:ext>
            </a:extLst>
          </p:cNvPr>
          <p:cNvSpPr/>
          <p:nvPr/>
        </p:nvSpPr>
        <p:spPr>
          <a:xfrm>
            <a:off x="6376872" y="3469699"/>
            <a:ext cx="1032252" cy="946216"/>
          </a:xfrm>
          <a:custGeom>
            <a:avLst/>
            <a:gdLst/>
            <a:ahLst/>
            <a:cxnLst/>
            <a:rect l="0" t="0" r="0" b="0"/>
            <a:pathLst>
              <a:path w="839872" h="769869">
                <a:moveTo>
                  <a:pt x="477371" y="226607"/>
                </a:moveTo>
                <a:lnTo>
                  <a:pt x="467320" y="220411"/>
                </a:lnTo>
                <a:lnTo>
                  <a:pt x="432797" y="196633"/>
                </a:lnTo>
                <a:lnTo>
                  <a:pt x="422148" y="189904"/>
                </a:lnTo>
                <a:lnTo>
                  <a:pt x="441685" y="138592"/>
                </a:lnTo>
                <a:lnTo>
                  <a:pt x="379476" y="111905"/>
                </a:lnTo>
                <a:lnTo>
                  <a:pt x="381015" y="90399"/>
                </a:lnTo>
                <a:lnTo>
                  <a:pt x="392689" y="67997"/>
                </a:lnTo>
                <a:lnTo>
                  <a:pt x="387027" y="65122"/>
                </a:lnTo>
                <a:lnTo>
                  <a:pt x="369340" y="95106"/>
                </a:lnTo>
                <a:lnTo>
                  <a:pt x="365681" y="93189"/>
                </a:lnTo>
                <a:lnTo>
                  <a:pt x="362146" y="100038"/>
                </a:lnTo>
                <a:lnTo>
                  <a:pt x="257013" y="54978"/>
                </a:lnTo>
                <a:lnTo>
                  <a:pt x="243822" y="48804"/>
                </a:lnTo>
                <a:lnTo>
                  <a:pt x="229842" y="41383"/>
                </a:lnTo>
                <a:lnTo>
                  <a:pt x="204402" y="29433"/>
                </a:lnTo>
                <a:lnTo>
                  <a:pt x="182913" y="17153"/>
                </a:lnTo>
                <a:lnTo>
                  <a:pt x="166732" y="10056"/>
                </a:lnTo>
                <a:lnTo>
                  <a:pt x="152224" y="3695"/>
                </a:lnTo>
                <a:lnTo>
                  <a:pt x="143287" y="0"/>
                </a:lnTo>
                <a:lnTo>
                  <a:pt x="142464" y="2622"/>
                </a:lnTo>
                <a:lnTo>
                  <a:pt x="141157" y="5945"/>
                </a:lnTo>
                <a:lnTo>
                  <a:pt x="140598" y="9764"/>
                </a:lnTo>
                <a:lnTo>
                  <a:pt x="139927" y="16604"/>
                </a:lnTo>
                <a:lnTo>
                  <a:pt x="139591" y="25094"/>
                </a:lnTo>
                <a:lnTo>
                  <a:pt x="139663" y="28709"/>
                </a:lnTo>
                <a:lnTo>
                  <a:pt x="140485" y="33640"/>
                </a:lnTo>
                <a:lnTo>
                  <a:pt x="140880" y="36038"/>
                </a:lnTo>
                <a:lnTo>
                  <a:pt x="141319" y="38528"/>
                </a:lnTo>
                <a:lnTo>
                  <a:pt x="141593" y="41059"/>
                </a:lnTo>
                <a:lnTo>
                  <a:pt x="141576" y="44519"/>
                </a:lnTo>
                <a:lnTo>
                  <a:pt x="141354" y="46804"/>
                </a:lnTo>
                <a:lnTo>
                  <a:pt x="140701" y="51592"/>
                </a:lnTo>
                <a:lnTo>
                  <a:pt x="137266" y="60876"/>
                </a:lnTo>
                <a:lnTo>
                  <a:pt x="136205" y="65394"/>
                </a:lnTo>
                <a:lnTo>
                  <a:pt x="135728" y="67420"/>
                </a:lnTo>
                <a:lnTo>
                  <a:pt x="134271" y="75942"/>
                </a:lnTo>
                <a:lnTo>
                  <a:pt x="134271" y="83792"/>
                </a:lnTo>
                <a:lnTo>
                  <a:pt x="132702" y="88501"/>
                </a:lnTo>
                <a:lnTo>
                  <a:pt x="130148" y="91977"/>
                </a:lnTo>
                <a:lnTo>
                  <a:pt x="129900" y="92314"/>
                </a:lnTo>
                <a:lnTo>
                  <a:pt x="127345" y="96399"/>
                </a:lnTo>
                <a:lnTo>
                  <a:pt x="126985" y="99827"/>
                </a:lnTo>
                <a:lnTo>
                  <a:pt x="128675" y="105191"/>
                </a:lnTo>
                <a:lnTo>
                  <a:pt x="140292" y="133920"/>
                </a:lnTo>
                <a:lnTo>
                  <a:pt x="141290" y="136388"/>
                </a:lnTo>
                <a:lnTo>
                  <a:pt x="143889" y="142938"/>
                </a:lnTo>
                <a:lnTo>
                  <a:pt x="153778" y="168050"/>
                </a:lnTo>
                <a:lnTo>
                  <a:pt x="156128" y="173682"/>
                </a:lnTo>
                <a:lnTo>
                  <a:pt x="163686" y="192707"/>
                </a:lnTo>
                <a:lnTo>
                  <a:pt x="168425" y="203665"/>
                </a:lnTo>
                <a:lnTo>
                  <a:pt x="174976" y="217062"/>
                </a:lnTo>
                <a:lnTo>
                  <a:pt x="173518" y="230916"/>
                </a:lnTo>
                <a:lnTo>
                  <a:pt x="171125" y="238552"/>
                </a:lnTo>
                <a:lnTo>
                  <a:pt x="154292" y="269838"/>
                </a:lnTo>
                <a:lnTo>
                  <a:pt x="147885" y="281403"/>
                </a:lnTo>
                <a:lnTo>
                  <a:pt x="140794" y="292563"/>
                </a:lnTo>
                <a:lnTo>
                  <a:pt x="123456" y="318643"/>
                </a:lnTo>
                <a:lnTo>
                  <a:pt x="117453" y="327161"/>
                </a:lnTo>
                <a:lnTo>
                  <a:pt x="112596" y="334051"/>
                </a:lnTo>
                <a:lnTo>
                  <a:pt x="106860" y="341363"/>
                </a:lnTo>
                <a:lnTo>
                  <a:pt x="81073" y="370390"/>
                </a:lnTo>
                <a:lnTo>
                  <a:pt x="44854" y="402912"/>
                </a:lnTo>
                <a:lnTo>
                  <a:pt x="24838" y="419621"/>
                </a:lnTo>
                <a:lnTo>
                  <a:pt x="10882" y="432126"/>
                </a:lnTo>
                <a:lnTo>
                  <a:pt x="12404" y="434529"/>
                </a:lnTo>
                <a:lnTo>
                  <a:pt x="0" y="444146"/>
                </a:lnTo>
                <a:lnTo>
                  <a:pt x="27093" y="480602"/>
                </a:lnTo>
                <a:lnTo>
                  <a:pt x="55084" y="504211"/>
                </a:lnTo>
                <a:lnTo>
                  <a:pt x="53688" y="507122"/>
                </a:lnTo>
                <a:lnTo>
                  <a:pt x="53077" y="509444"/>
                </a:lnTo>
                <a:lnTo>
                  <a:pt x="52790" y="512628"/>
                </a:lnTo>
                <a:lnTo>
                  <a:pt x="53103" y="514644"/>
                </a:lnTo>
                <a:lnTo>
                  <a:pt x="53633" y="516641"/>
                </a:lnTo>
                <a:lnTo>
                  <a:pt x="57753" y="522543"/>
                </a:lnTo>
                <a:lnTo>
                  <a:pt x="62265" y="528191"/>
                </a:lnTo>
                <a:lnTo>
                  <a:pt x="59951" y="531325"/>
                </a:lnTo>
                <a:lnTo>
                  <a:pt x="57107" y="535429"/>
                </a:lnTo>
                <a:lnTo>
                  <a:pt x="50837" y="545509"/>
                </a:lnTo>
                <a:lnTo>
                  <a:pt x="46460" y="554010"/>
                </a:lnTo>
                <a:lnTo>
                  <a:pt x="42729" y="563971"/>
                </a:lnTo>
                <a:lnTo>
                  <a:pt x="39886" y="572643"/>
                </a:lnTo>
                <a:lnTo>
                  <a:pt x="39091" y="576536"/>
                </a:lnTo>
                <a:lnTo>
                  <a:pt x="38318" y="584027"/>
                </a:lnTo>
                <a:lnTo>
                  <a:pt x="37332" y="599648"/>
                </a:lnTo>
                <a:lnTo>
                  <a:pt x="36211" y="600601"/>
                </a:lnTo>
                <a:lnTo>
                  <a:pt x="29209" y="610029"/>
                </a:lnTo>
                <a:lnTo>
                  <a:pt x="38478" y="619019"/>
                </a:lnTo>
                <a:lnTo>
                  <a:pt x="67240" y="634725"/>
                </a:lnTo>
                <a:lnTo>
                  <a:pt x="85817" y="648216"/>
                </a:lnTo>
                <a:lnTo>
                  <a:pt x="96134" y="642964"/>
                </a:lnTo>
                <a:lnTo>
                  <a:pt x="100094" y="640196"/>
                </a:lnTo>
                <a:lnTo>
                  <a:pt x="104949" y="638999"/>
                </a:lnTo>
                <a:lnTo>
                  <a:pt x="120562" y="640420"/>
                </a:lnTo>
                <a:lnTo>
                  <a:pt x="140734" y="638999"/>
                </a:lnTo>
                <a:lnTo>
                  <a:pt x="144171" y="639524"/>
                </a:lnTo>
                <a:lnTo>
                  <a:pt x="147532" y="643112"/>
                </a:lnTo>
                <a:lnTo>
                  <a:pt x="156053" y="652832"/>
                </a:lnTo>
                <a:lnTo>
                  <a:pt x="163168" y="660949"/>
                </a:lnTo>
                <a:lnTo>
                  <a:pt x="172501" y="668951"/>
                </a:lnTo>
                <a:lnTo>
                  <a:pt x="181835" y="672895"/>
                </a:lnTo>
                <a:lnTo>
                  <a:pt x="181857" y="674805"/>
                </a:lnTo>
                <a:lnTo>
                  <a:pt x="318095" y="708738"/>
                </a:lnTo>
                <a:lnTo>
                  <a:pt x="333082" y="712331"/>
                </a:lnTo>
                <a:lnTo>
                  <a:pt x="340991" y="714226"/>
                </a:lnTo>
                <a:lnTo>
                  <a:pt x="415582" y="732106"/>
                </a:lnTo>
                <a:lnTo>
                  <a:pt x="536435" y="761172"/>
                </a:lnTo>
                <a:lnTo>
                  <a:pt x="574966" y="769869"/>
                </a:lnTo>
                <a:lnTo>
                  <a:pt x="577593" y="758343"/>
                </a:lnTo>
                <a:lnTo>
                  <a:pt x="546001" y="750946"/>
                </a:lnTo>
                <a:lnTo>
                  <a:pt x="542062" y="747712"/>
                </a:lnTo>
                <a:lnTo>
                  <a:pt x="559563" y="736970"/>
                </a:lnTo>
                <a:lnTo>
                  <a:pt x="574758" y="726383"/>
                </a:lnTo>
                <a:lnTo>
                  <a:pt x="576131" y="725284"/>
                </a:lnTo>
                <a:lnTo>
                  <a:pt x="592675" y="708994"/>
                </a:lnTo>
                <a:lnTo>
                  <a:pt x="609237" y="693419"/>
                </a:lnTo>
                <a:lnTo>
                  <a:pt x="613266" y="689602"/>
                </a:lnTo>
                <a:lnTo>
                  <a:pt x="608837" y="685817"/>
                </a:lnTo>
                <a:lnTo>
                  <a:pt x="574218" y="655952"/>
                </a:lnTo>
                <a:lnTo>
                  <a:pt x="529019" y="617900"/>
                </a:lnTo>
                <a:lnTo>
                  <a:pt x="537222" y="615894"/>
                </a:lnTo>
                <a:lnTo>
                  <a:pt x="550680" y="613970"/>
                </a:lnTo>
                <a:lnTo>
                  <a:pt x="568440" y="613054"/>
                </a:lnTo>
                <a:lnTo>
                  <a:pt x="583226" y="613100"/>
                </a:lnTo>
                <a:lnTo>
                  <a:pt x="610690" y="614978"/>
                </a:lnTo>
                <a:lnTo>
                  <a:pt x="680179" y="622290"/>
                </a:lnTo>
                <a:lnTo>
                  <a:pt x="736474" y="625226"/>
                </a:lnTo>
                <a:lnTo>
                  <a:pt x="795976" y="621441"/>
                </a:lnTo>
                <a:lnTo>
                  <a:pt x="811209" y="620473"/>
                </a:lnTo>
                <a:lnTo>
                  <a:pt x="838735" y="617446"/>
                </a:lnTo>
                <a:lnTo>
                  <a:pt x="839872" y="585999"/>
                </a:lnTo>
                <a:lnTo>
                  <a:pt x="838742" y="546732"/>
                </a:lnTo>
                <a:lnTo>
                  <a:pt x="832354" y="546972"/>
                </a:lnTo>
                <a:lnTo>
                  <a:pt x="830585" y="519033"/>
                </a:lnTo>
                <a:lnTo>
                  <a:pt x="765859" y="519494"/>
                </a:lnTo>
                <a:lnTo>
                  <a:pt x="765548" y="512761"/>
                </a:lnTo>
                <a:lnTo>
                  <a:pt x="777447" y="499092"/>
                </a:lnTo>
                <a:lnTo>
                  <a:pt x="777344" y="471129"/>
                </a:lnTo>
                <a:lnTo>
                  <a:pt x="765859" y="471027"/>
                </a:lnTo>
                <a:lnTo>
                  <a:pt x="765859" y="455223"/>
                </a:lnTo>
                <a:lnTo>
                  <a:pt x="765859" y="449280"/>
                </a:lnTo>
                <a:lnTo>
                  <a:pt x="760988" y="449153"/>
                </a:lnTo>
                <a:lnTo>
                  <a:pt x="757788" y="449071"/>
                </a:lnTo>
                <a:lnTo>
                  <a:pt x="758015" y="442633"/>
                </a:lnTo>
                <a:lnTo>
                  <a:pt x="758512" y="428568"/>
                </a:lnTo>
                <a:lnTo>
                  <a:pt x="756397" y="427574"/>
                </a:lnTo>
                <a:lnTo>
                  <a:pt x="751700" y="423038"/>
                </a:lnTo>
                <a:lnTo>
                  <a:pt x="745654" y="423197"/>
                </a:lnTo>
                <a:lnTo>
                  <a:pt x="732292" y="423236"/>
                </a:lnTo>
                <a:lnTo>
                  <a:pt x="725190" y="423883"/>
                </a:lnTo>
                <a:lnTo>
                  <a:pt x="718446" y="425415"/>
                </a:lnTo>
                <a:lnTo>
                  <a:pt x="700506" y="430296"/>
                </a:lnTo>
                <a:lnTo>
                  <a:pt x="699972" y="426490"/>
                </a:lnTo>
                <a:lnTo>
                  <a:pt x="696352" y="422102"/>
                </a:lnTo>
                <a:lnTo>
                  <a:pt x="694288" y="419019"/>
                </a:lnTo>
                <a:lnTo>
                  <a:pt x="693573" y="416758"/>
                </a:lnTo>
                <a:lnTo>
                  <a:pt x="693331" y="412372"/>
                </a:lnTo>
                <a:lnTo>
                  <a:pt x="692328" y="403839"/>
                </a:lnTo>
                <a:lnTo>
                  <a:pt x="692149" y="400936"/>
                </a:lnTo>
                <a:lnTo>
                  <a:pt x="691387" y="393916"/>
                </a:lnTo>
                <a:lnTo>
                  <a:pt x="691296" y="389844"/>
                </a:lnTo>
                <a:lnTo>
                  <a:pt x="690279" y="384710"/>
                </a:lnTo>
                <a:lnTo>
                  <a:pt x="689127" y="381940"/>
                </a:lnTo>
                <a:lnTo>
                  <a:pt x="683473" y="382719"/>
                </a:lnTo>
                <a:lnTo>
                  <a:pt x="682060" y="384294"/>
                </a:lnTo>
                <a:lnTo>
                  <a:pt x="671290" y="388721"/>
                </a:lnTo>
                <a:lnTo>
                  <a:pt x="659663" y="384864"/>
                </a:lnTo>
                <a:lnTo>
                  <a:pt x="655616" y="379955"/>
                </a:lnTo>
                <a:lnTo>
                  <a:pt x="647871" y="368921"/>
                </a:lnTo>
                <a:lnTo>
                  <a:pt x="630279" y="358090"/>
                </a:lnTo>
                <a:lnTo>
                  <a:pt x="617459" y="349570"/>
                </a:lnTo>
                <a:lnTo>
                  <a:pt x="624111" y="331585"/>
                </a:lnTo>
                <a:lnTo>
                  <a:pt x="600563" y="317154"/>
                </a:lnTo>
                <a:lnTo>
                  <a:pt x="615537" y="293766"/>
                </a:lnTo>
                <a:lnTo>
                  <a:pt x="616221" y="286047"/>
                </a:lnTo>
                <a:lnTo>
                  <a:pt x="617179" y="276500"/>
                </a:lnTo>
                <a:lnTo>
                  <a:pt x="607132" y="276508"/>
                </a:lnTo>
                <a:lnTo>
                  <a:pt x="594382" y="278918"/>
                </a:lnTo>
                <a:lnTo>
                  <a:pt x="576282" y="283290"/>
                </a:lnTo>
                <a:lnTo>
                  <a:pt x="552656" y="291407"/>
                </a:lnTo>
                <a:lnTo>
                  <a:pt x="532150" y="305041"/>
                </a:lnTo>
                <a:lnTo>
                  <a:pt x="510378" y="246948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21">
            <a:extLst>
              <a:ext uri="{FF2B5EF4-FFF2-40B4-BE49-F238E27FC236}">
                <a16:creationId xmlns:a16="http://schemas.microsoft.com/office/drawing/2014/main" id="{00EEEBCB-7A4D-470E-A752-A26DCDA6738B}"/>
              </a:ext>
            </a:extLst>
          </p:cNvPr>
          <p:cNvSpPr/>
          <p:nvPr/>
        </p:nvSpPr>
        <p:spPr>
          <a:xfrm>
            <a:off x="4220046" y="2453866"/>
            <a:ext cx="1660614" cy="2061290"/>
          </a:xfrm>
          <a:custGeom>
            <a:avLst/>
            <a:gdLst/>
            <a:ahLst/>
            <a:cxnLst/>
            <a:rect l="0" t="0" r="0" b="0"/>
            <a:pathLst>
              <a:path w="1351126" h="1677127">
                <a:moveTo>
                  <a:pt x="533737" y="714459"/>
                </a:moveTo>
                <a:lnTo>
                  <a:pt x="542156" y="744833"/>
                </a:lnTo>
                <a:lnTo>
                  <a:pt x="543611" y="748452"/>
                </a:lnTo>
                <a:lnTo>
                  <a:pt x="546885" y="756604"/>
                </a:lnTo>
                <a:lnTo>
                  <a:pt x="565341" y="762482"/>
                </a:lnTo>
                <a:lnTo>
                  <a:pt x="597196" y="768091"/>
                </a:lnTo>
                <a:lnTo>
                  <a:pt x="620712" y="771098"/>
                </a:lnTo>
                <a:lnTo>
                  <a:pt x="661862" y="774380"/>
                </a:lnTo>
                <a:lnTo>
                  <a:pt x="695768" y="776979"/>
                </a:lnTo>
                <a:lnTo>
                  <a:pt x="722975" y="782038"/>
                </a:lnTo>
                <a:lnTo>
                  <a:pt x="773560" y="793113"/>
                </a:lnTo>
                <a:lnTo>
                  <a:pt x="827152" y="812121"/>
                </a:lnTo>
                <a:lnTo>
                  <a:pt x="858732" y="824565"/>
                </a:lnTo>
                <a:lnTo>
                  <a:pt x="906446" y="848906"/>
                </a:lnTo>
                <a:lnTo>
                  <a:pt x="921211" y="859300"/>
                </a:lnTo>
                <a:lnTo>
                  <a:pt x="922853" y="861898"/>
                </a:lnTo>
                <a:lnTo>
                  <a:pt x="921758" y="864360"/>
                </a:lnTo>
                <a:lnTo>
                  <a:pt x="920938" y="865863"/>
                </a:lnTo>
                <a:lnTo>
                  <a:pt x="946504" y="883504"/>
                </a:lnTo>
                <a:lnTo>
                  <a:pt x="951836" y="888292"/>
                </a:lnTo>
                <a:lnTo>
                  <a:pt x="957304" y="896634"/>
                </a:lnTo>
                <a:lnTo>
                  <a:pt x="962363" y="905661"/>
                </a:lnTo>
                <a:lnTo>
                  <a:pt x="962910" y="912771"/>
                </a:lnTo>
                <a:lnTo>
                  <a:pt x="962765" y="924764"/>
                </a:lnTo>
                <a:lnTo>
                  <a:pt x="961910" y="931388"/>
                </a:lnTo>
                <a:lnTo>
                  <a:pt x="803673" y="1107687"/>
                </a:lnTo>
                <a:lnTo>
                  <a:pt x="789070" y="1130647"/>
                </a:lnTo>
                <a:lnTo>
                  <a:pt x="781143" y="1149434"/>
                </a:lnTo>
                <a:lnTo>
                  <a:pt x="775302" y="1171560"/>
                </a:lnTo>
                <a:lnTo>
                  <a:pt x="773633" y="1184918"/>
                </a:lnTo>
                <a:lnTo>
                  <a:pt x="765852" y="1190894"/>
                </a:lnTo>
                <a:lnTo>
                  <a:pt x="764871" y="1194938"/>
                </a:lnTo>
                <a:lnTo>
                  <a:pt x="822448" y="1333555"/>
                </a:lnTo>
                <a:lnTo>
                  <a:pt x="818275" y="1335224"/>
                </a:lnTo>
                <a:lnTo>
                  <a:pt x="832044" y="1354432"/>
                </a:lnTo>
                <a:lnTo>
                  <a:pt x="832878" y="1413726"/>
                </a:lnTo>
                <a:lnTo>
                  <a:pt x="837468" y="1416233"/>
                </a:lnTo>
                <a:lnTo>
                  <a:pt x="896233" y="1489603"/>
                </a:lnTo>
                <a:lnTo>
                  <a:pt x="1033427" y="1564193"/>
                </a:lnTo>
                <a:lnTo>
                  <a:pt x="1054063" y="1573661"/>
                </a:lnTo>
                <a:lnTo>
                  <a:pt x="1053660" y="1578316"/>
                </a:lnTo>
                <a:lnTo>
                  <a:pt x="1062520" y="1585870"/>
                </a:lnTo>
                <a:lnTo>
                  <a:pt x="1062891" y="1586684"/>
                </a:lnTo>
                <a:lnTo>
                  <a:pt x="1075473" y="1614316"/>
                </a:lnTo>
                <a:lnTo>
                  <a:pt x="1084189" y="1615002"/>
                </a:lnTo>
                <a:lnTo>
                  <a:pt x="1112045" y="1613803"/>
                </a:lnTo>
                <a:lnTo>
                  <a:pt x="1120932" y="1609356"/>
                </a:lnTo>
                <a:lnTo>
                  <a:pt x="1160579" y="1584891"/>
                </a:lnTo>
                <a:lnTo>
                  <a:pt x="1161091" y="1599946"/>
                </a:lnTo>
                <a:lnTo>
                  <a:pt x="1164339" y="1631937"/>
                </a:lnTo>
                <a:lnTo>
                  <a:pt x="1175195" y="1677127"/>
                </a:lnTo>
                <a:lnTo>
                  <a:pt x="1181049" y="1675351"/>
                </a:lnTo>
                <a:lnTo>
                  <a:pt x="1329935" y="1628003"/>
                </a:lnTo>
                <a:lnTo>
                  <a:pt x="1336429" y="1625609"/>
                </a:lnTo>
                <a:lnTo>
                  <a:pt x="1343436" y="1622016"/>
                </a:lnTo>
                <a:lnTo>
                  <a:pt x="1350272" y="1613974"/>
                </a:lnTo>
                <a:lnTo>
                  <a:pt x="1351126" y="1600460"/>
                </a:lnTo>
                <a:lnTo>
                  <a:pt x="1350442" y="1578904"/>
                </a:lnTo>
                <a:lnTo>
                  <a:pt x="1349441" y="1562216"/>
                </a:lnTo>
                <a:lnTo>
                  <a:pt x="1345518" y="1543142"/>
                </a:lnTo>
                <a:lnTo>
                  <a:pt x="1340811" y="1533605"/>
                </a:lnTo>
                <a:lnTo>
                  <a:pt x="1295752" y="1474478"/>
                </a:lnTo>
                <a:lnTo>
                  <a:pt x="1266021" y="1434531"/>
                </a:lnTo>
                <a:lnTo>
                  <a:pt x="1242615" y="1402784"/>
                </a:lnTo>
                <a:lnTo>
                  <a:pt x="1226099" y="1375857"/>
                </a:lnTo>
                <a:lnTo>
                  <a:pt x="1197116" y="1336012"/>
                </a:lnTo>
                <a:lnTo>
                  <a:pt x="1182132" y="1313792"/>
                </a:lnTo>
                <a:lnTo>
                  <a:pt x="1180054" y="1296280"/>
                </a:lnTo>
                <a:lnTo>
                  <a:pt x="1177210" y="1277455"/>
                </a:lnTo>
                <a:lnTo>
                  <a:pt x="1181039" y="1253703"/>
                </a:lnTo>
                <a:lnTo>
                  <a:pt x="1185414" y="1242539"/>
                </a:lnTo>
                <a:lnTo>
                  <a:pt x="1193726" y="1230611"/>
                </a:lnTo>
                <a:lnTo>
                  <a:pt x="1200288" y="1224263"/>
                </a:lnTo>
                <a:lnTo>
                  <a:pt x="1212756" y="1216383"/>
                </a:lnTo>
                <a:lnTo>
                  <a:pt x="1235724" y="1198106"/>
                </a:lnTo>
                <a:lnTo>
                  <a:pt x="1242286" y="1192524"/>
                </a:lnTo>
                <a:lnTo>
                  <a:pt x="1247975" y="1184207"/>
                </a:lnTo>
                <a:lnTo>
                  <a:pt x="1253443" y="1172279"/>
                </a:lnTo>
                <a:lnTo>
                  <a:pt x="1255302" y="1161663"/>
                </a:lnTo>
                <a:lnTo>
                  <a:pt x="1255193" y="1151593"/>
                </a:lnTo>
                <a:lnTo>
                  <a:pt x="1253333" y="1143058"/>
                </a:lnTo>
                <a:lnTo>
                  <a:pt x="1251802" y="1138242"/>
                </a:lnTo>
                <a:lnTo>
                  <a:pt x="1246771" y="1127628"/>
                </a:lnTo>
                <a:lnTo>
                  <a:pt x="1239224" y="1115589"/>
                </a:lnTo>
                <a:lnTo>
                  <a:pt x="1228944" y="1099505"/>
                </a:lnTo>
                <a:lnTo>
                  <a:pt x="1174987" y="1007632"/>
                </a:lnTo>
                <a:lnTo>
                  <a:pt x="1154159" y="974507"/>
                </a:lnTo>
                <a:lnTo>
                  <a:pt x="1134132" y="972903"/>
                </a:lnTo>
                <a:lnTo>
                  <a:pt x="1121230" y="955536"/>
                </a:lnTo>
                <a:lnTo>
                  <a:pt x="1119447" y="953136"/>
                </a:lnTo>
                <a:lnTo>
                  <a:pt x="1136566" y="938629"/>
                </a:lnTo>
                <a:lnTo>
                  <a:pt x="1156915" y="922244"/>
                </a:lnTo>
                <a:lnTo>
                  <a:pt x="1183788" y="961356"/>
                </a:lnTo>
                <a:lnTo>
                  <a:pt x="1218671" y="1019571"/>
                </a:lnTo>
                <a:lnTo>
                  <a:pt x="1284283" y="981871"/>
                </a:lnTo>
                <a:lnTo>
                  <a:pt x="1284898" y="978263"/>
                </a:lnTo>
                <a:lnTo>
                  <a:pt x="1284574" y="962846"/>
                </a:lnTo>
                <a:lnTo>
                  <a:pt x="1284414" y="955160"/>
                </a:lnTo>
                <a:lnTo>
                  <a:pt x="1286690" y="952531"/>
                </a:lnTo>
                <a:lnTo>
                  <a:pt x="1288276" y="949832"/>
                </a:lnTo>
                <a:lnTo>
                  <a:pt x="1289057" y="947549"/>
                </a:lnTo>
                <a:lnTo>
                  <a:pt x="1289381" y="943821"/>
                </a:lnTo>
                <a:lnTo>
                  <a:pt x="1289270" y="943099"/>
                </a:lnTo>
                <a:lnTo>
                  <a:pt x="1284762" y="911282"/>
                </a:lnTo>
                <a:lnTo>
                  <a:pt x="1280432" y="891482"/>
                </a:lnTo>
                <a:lnTo>
                  <a:pt x="1280269" y="884033"/>
                </a:lnTo>
                <a:lnTo>
                  <a:pt x="1280182" y="882323"/>
                </a:lnTo>
                <a:lnTo>
                  <a:pt x="1285674" y="882608"/>
                </a:lnTo>
                <a:lnTo>
                  <a:pt x="1285594" y="879748"/>
                </a:lnTo>
                <a:lnTo>
                  <a:pt x="1285652" y="865200"/>
                </a:lnTo>
                <a:lnTo>
                  <a:pt x="1289917" y="850451"/>
                </a:lnTo>
                <a:lnTo>
                  <a:pt x="1290809" y="847270"/>
                </a:lnTo>
                <a:lnTo>
                  <a:pt x="1291416" y="843833"/>
                </a:lnTo>
                <a:lnTo>
                  <a:pt x="1292655" y="837043"/>
                </a:lnTo>
                <a:lnTo>
                  <a:pt x="1294784" y="823361"/>
                </a:lnTo>
                <a:lnTo>
                  <a:pt x="1301323" y="783159"/>
                </a:lnTo>
                <a:lnTo>
                  <a:pt x="1303070" y="764609"/>
                </a:lnTo>
                <a:lnTo>
                  <a:pt x="1302958" y="742846"/>
                </a:lnTo>
                <a:lnTo>
                  <a:pt x="1301153" y="734502"/>
                </a:lnTo>
                <a:lnTo>
                  <a:pt x="1299349" y="728583"/>
                </a:lnTo>
                <a:lnTo>
                  <a:pt x="1296382" y="720098"/>
                </a:lnTo>
                <a:lnTo>
                  <a:pt x="1289125" y="706289"/>
                </a:lnTo>
                <a:lnTo>
                  <a:pt x="1260912" y="675149"/>
                </a:lnTo>
                <a:lnTo>
                  <a:pt x="1229175" y="653106"/>
                </a:lnTo>
                <a:lnTo>
                  <a:pt x="1183411" y="621041"/>
                </a:lnTo>
                <a:lnTo>
                  <a:pt x="1172403" y="607864"/>
                </a:lnTo>
                <a:lnTo>
                  <a:pt x="1163507" y="597328"/>
                </a:lnTo>
                <a:lnTo>
                  <a:pt x="1149670" y="586127"/>
                </a:lnTo>
                <a:lnTo>
                  <a:pt x="1076125" y="541161"/>
                </a:lnTo>
                <a:lnTo>
                  <a:pt x="1025274" y="518260"/>
                </a:lnTo>
                <a:lnTo>
                  <a:pt x="994594" y="500400"/>
                </a:lnTo>
                <a:lnTo>
                  <a:pt x="972951" y="478550"/>
                </a:lnTo>
                <a:lnTo>
                  <a:pt x="950194" y="431467"/>
                </a:lnTo>
                <a:lnTo>
                  <a:pt x="943533" y="434851"/>
                </a:lnTo>
                <a:lnTo>
                  <a:pt x="936438" y="422068"/>
                </a:lnTo>
                <a:lnTo>
                  <a:pt x="925228" y="412895"/>
                </a:lnTo>
                <a:lnTo>
                  <a:pt x="909265" y="403774"/>
                </a:lnTo>
                <a:lnTo>
                  <a:pt x="902768" y="403337"/>
                </a:lnTo>
                <a:lnTo>
                  <a:pt x="893458" y="414536"/>
                </a:lnTo>
                <a:lnTo>
                  <a:pt x="874920" y="406629"/>
                </a:lnTo>
                <a:lnTo>
                  <a:pt x="862265" y="400211"/>
                </a:lnTo>
                <a:lnTo>
                  <a:pt x="845750" y="384516"/>
                </a:lnTo>
                <a:lnTo>
                  <a:pt x="844141" y="385583"/>
                </a:lnTo>
                <a:lnTo>
                  <a:pt x="838001" y="389998"/>
                </a:lnTo>
                <a:lnTo>
                  <a:pt x="828023" y="400388"/>
                </a:lnTo>
                <a:lnTo>
                  <a:pt x="814715" y="388353"/>
                </a:lnTo>
                <a:lnTo>
                  <a:pt x="803060" y="379583"/>
                </a:lnTo>
                <a:lnTo>
                  <a:pt x="797168" y="376871"/>
                </a:lnTo>
                <a:lnTo>
                  <a:pt x="791573" y="374582"/>
                </a:lnTo>
                <a:lnTo>
                  <a:pt x="779791" y="371998"/>
                </a:lnTo>
                <a:lnTo>
                  <a:pt x="770297" y="372040"/>
                </a:lnTo>
                <a:lnTo>
                  <a:pt x="764080" y="373106"/>
                </a:lnTo>
                <a:lnTo>
                  <a:pt x="759528" y="374264"/>
                </a:lnTo>
                <a:lnTo>
                  <a:pt x="752408" y="377409"/>
                </a:lnTo>
                <a:lnTo>
                  <a:pt x="746531" y="380967"/>
                </a:lnTo>
                <a:lnTo>
                  <a:pt x="742889" y="384029"/>
                </a:lnTo>
                <a:lnTo>
                  <a:pt x="738997" y="388416"/>
                </a:lnTo>
                <a:lnTo>
                  <a:pt x="735853" y="392140"/>
                </a:lnTo>
                <a:lnTo>
                  <a:pt x="732459" y="398346"/>
                </a:lnTo>
                <a:lnTo>
                  <a:pt x="728651" y="405961"/>
                </a:lnTo>
                <a:lnTo>
                  <a:pt x="724429" y="414486"/>
                </a:lnTo>
                <a:lnTo>
                  <a:pt x="720869" y="423672"/>
                </a:lnTo>
                <a:lnTo>
                  <a:pt x="716234" y="435343"/>
                </a:lnTo>
                <a:lnTo>
                  <a:pt x="697360" y="487321"/>
                </a:lnTo>
                <a:lnTo>
                  <a:pt x="693291" y="486145"/>
                </a:lnTo>
                <a:lnTo>
                  <a:pt x="692704" y="485908"/>
                </a:lnTo>
                <a:lnTo>
                  <a:pt x="688466" y="484198"/>
                </a:lnTo>
                <a:lnTo>
                  <a:pt x="717758" y="399236"/>
                </a:lnTo>
                <a:lnTo>
                  <a:pt x="732960" y="356449"/>
                </a:lnTo>
                <a:lnTo>
                  <a:pt x="756186" y="364279"/>
                </a:lnTo>
                <a:lnTo>
                  <a:pt x="787067" y="354743"/>
                </a:lnTo>
                <a:lnTo>
                  <a:pt x="797575" y="360077"/>
                </a:lnTo>
                <a:lnTo>
                  <a:pt x="802911" y="358945"/>
                </a:lnTo>
                <a:lnTo>
                  <a:pt x="800324" y="342621"/>
                </a:lnTo>
                <a:lnTo>
                  <a:pt x="798231" y="326334"/>
                </a:lnTo>
                <a:lnTo>
                  <a:pt x="796605" y="313690"/>
                </a:lnTo>
                <a:lnTo>
                  <a:pt x="795797" y="297042"/>
                </a:lnTo>
                <a:lnTo>
                  <a:pt x="794184" y="261973"/>
                </a:lnTo>
                <a:lnTo>
                  <a:pt x="784780" y="260354"/>
                </a:lnTo>
                <a:lnTo>
                  <a:pt x="772622" y="254796"/>
                </a:lnTo>
                <a:lnTo>
                  <a:pt x="767319" y="251952"/>
                </a:lnTo>
                <a:lnTo>
                  <a:pt x="730812" y="215834"/>
                </a:lnTo>
                <a:lnTo>
                  <a:pt x="707434" y="190799"/>
                </a:lnTo>
                <a:lnTo>
                  <a:pt x="689334" y="172196"/>
                </a:lnTo>
                <a:lnTo>
                  <a:pt x="651400" y="157051"/>
                </a:lnTo>
                <a:lnTo>
                  <a:pt x="565522" y="123951"/>
                </a:lnTo>
                <a:lnTo>
                  <a:pt x="503568" y="100073"/>
                </a:lnTo>
                <a:lnTo>
                  <a:pt x="475026" y="89059"/>
                </a:lnTo>
                <a:lnTo>
                  <a:pt x="255641" y="2480"/>
                </a:lnTo>
                <a:lnTo>
                  <a:pt x="247159" y="0"/>
                </a:lnTo>
                <a:lnTo>
                  <a:pt x="242932" y="1005"/>
                </a:lnTo>
                <a:lnTo>
                  <a:pt x="234273" y="4224"/>
                </a:lnTo>
                <a:lnTo>
                  <a:pt x="229976" y="7144"/>
                </a:lnTo>
                <a:lnTo>
                  <a:pt x="228326" y="9040"/>
                </a:lnTo>
                <a:lnTo>
                  <a:pt x="225722" y="17027"/>
                </a:lnTo>
                <a:lnTo>
                  <a:pt x="200505" y="81407"/>
                </a:lnTo>
                <a:lnTo>
                  <a:pt x="138448" y="242015"/>
                </a:lnTo>
                <a:lnTo>
                  <a:pt x="133744" y="250478"/>
                </a:lnTo>
                <a:lnTo>
                  <a:pt x="126813" y="258237"/>
                </a:lnTo>
                <a:lnTo>
                  <a:pt x="109231" y="267144"/>
                </a:lnTo>
                <a:lnTo>
                  <a:pt x="87796" y="274848"/>
                </a:lnTo>
                <a:lnTo>
                  <a:pt x="71418" y="284959"/>
                </a:lnTo>
                <a:lnTo>
                  <a:pt x="65397" y="294108"/>
                </a:lnTo>
                <a:lnTo>
                  <a:pt x="34157" y="373232"/>
                </a:lnTo>
                <a:lnTo>
                  <a:pt x="8967" y="438483"/>
                </a:lnTo>
                <a:lnTo>
                  <a:pt x="1483" y="457589"/>
                </a:lnTo>
                <a:lnTo>
                  <a:pt x="0" y="469588"/>
                </a:lnTo>
                <a:lnTo>
                  <a:pt x="4603" y="478052"/>
                </a:lnTo>
                <a:lnTo>
                  <a:pt x="26097" y="517396"/>
                </a:lnTo>
                <a:lnTo>
                  <a:pt x="22649" y="534034"/>
                </a:lnTo>
                <a:lnTo>
                  <a:pt x="16630" y="563089"/>
                </a:lnTo>
                <a:lnTo>
                  <a:pt x="101085" y="577735"/>
                </a:lnTo>
                <a:lnTo>
                  <a:pt x="176226" y="588643"/>
                </a:lnTo>
                <a:lnTo>
                  <a:pt x="218546" y="602310"/>
                </a:lnTo>
                <a:lnTo>
                  <a:pt x="271968" y="620305"/>
                </a:lnTo>
                <a:lnTo>
                  <a:pt x="457396" y="696107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22">
            <a:extLst>
              <a:ext uri="{FF2B5EF4-FFF2-40B4-BE49-F238E27FC236}">
                <a16:creationId xmlns:a16="http://schemas.microsoft.com/office/drawing/2014/main" id="{AF12A658-8B80-4B3D-9B64-FFEE799296F1}"/>
              </a:ext>
            </a:extLst>
          </p:cNvPr>
          <p:cNvSpPr/>
          <p:nvPr/>
        </p:nvSpPr>
        <p:spPr>
          <a:xfrm>
            <a:off x="5811675" y="4032042"/>
            <a:ext cx="372554" cy="332332"/>
          </a:xfrm>
          <a:custGeom>
            <a:avLst/>
            <a:gdLst/>
            <a:ahLst/>
            <a:cxnLst/>
            <a:rect l="0" t="0" r="0" b="0"/>
            <a:pathLst>
              <a:path w="303122" h="270395">
                <a:moveTo>
                  <a:pt x="26028" y="0"/>
                </a:moveTo>
                <a:lnTo>
                  <a:pt x="66122" y="41509"/>
                </a:lnTo>
                <a:lnTo>
                  <a:pt x="123796" y="93318"/>
                </a:lnTo>
                <a:lnTo>
                  <a:pt x="143587" y="107711"/>
                </a:lnTo>
                <a:lnTo>
                  <a:pt x="160258" y="116889"/>
                </a:lnTo>
                <a:lnTo>
                  <a:pt x="166890" y="120540"/>
                </a:lnTo>
                <a:lnTo>
                  <a:pt x="172491" y="123221"/>
                </a:lnTo>
                <a:lnTo>
                  <a:pt x="178857" y="125474"/>
                </a:lnTo>
                <a:lnTo>
                  <a:pt x="190980" y="129324"/>
                </a:lnTo>
                <a:lnTo>
                  <a:pt x="219135" y="137123"/>
                </a:lnTo>
                <a:lnTo>
                  <a:pt x="277170" y="148810"/>
                </a:lnTo>
                <a:lnTo>
                  <a:pt x="303122" y="156769"/>
                </a:lnTo>
                <a:lnTo>
                  <a:pt x="302559" y="158031"/>
                </a:lnTo>
                <a:lnTo>
                  <a:pt x="296777" y="171014"/>
                </a:lnTo>
                <a:lnTo>
                  <a:pt x="279022" y="210877"/>
                </a:lnTo>
                <a:lnTo>
                  <a:pt x="256612" y="265734"/>
                </a:lnTo>
                <a:lnTo>
                  <a:pt x="253952" y="270395"/>
                </a:lnTo>
                <a:lnTo>
                  <a:pt x="252392" y="269218"/>
                </a:lnTo>
                <a:lnTo>
                  <a:pt x="240559" y="259534"/>
                </a:lnTo>
                <a:lnTo>
                  <a:pt x="235946" y="252937"/>
                </a:lnTo>
                <a:lnTo>
                  <a:pt x="228283" y="242518"/>
                </a:lnTo>
                <a:lnTo>
                  <a:pt x="222533" y="234237"/>
                </a:lnTo>
                <a:lnTo>
                  <a:pt x="214818" y="221338"/>
                </a:lnTo>
                <a:lnTo>
                  <a:pt x="211447" y="216289"/>
                </a:lnTo>
                <a:lnTo>
                  <a:pt x="207541" y="210753"/>
                </a:lnTo>
                <a:lnTo>
                  <a:pt x="202883" y="207497"/>
                </a:lnTo>
                <a:lnTo>
                  <a:pt x="191604" y="200553"/>
                </a:lnTo>
                <a:lnTo>
                  <a:pt x="174404" y="191373"/>
                </a:lnTo>
                <a:lnTo>
                  <a:pt x="161329" y="184209"/>
                </a:lnTo>
                <a:lnTo>
                  <a:pt x="155531" y="182144"/>
                </a:lnTo>
                <a:lnTo>
                  <a:pt x="149831" y="180033"/>
                </a:lnTo>
                <a:lnTo>
                  <a:pt x="145294" y="177336"/>
                </a:lnTo>
                <a:lnTo>
                  <a:pt x="137676" y="172187"/>
                </a:lnTo>
                <a:lnTo>
                  <a:pt x="128973" y="166538"/>
                </a:lnTo>
                <a:lnTo>
                  <a:pt x="128604" y="161600"/>
                </a:lnTo>
                <a:lnTo>
                  <a:pt x="127513" y="155674"/>
                </a:lnTo>
                <a:lnTo>
                  <a:pt x="125595" y="147054"/>
                </a:lnTo>
                <a:lnTo>
                  <a:pt x="110312" y="134379"/>
                </a:lnTo>
                <a:lnTo>
                  <a:pt x="101483" y="127530"/>
                </a:lnTo>
                <a:lnTo>
                  <a:pt x="87510" y="121655"/>
                </a:lnTo>
                <a:lnTo>
                  <a:pt x="78049" y="117622"/>
                </a:lnTo>
                <a:lnTo>
                  <a:pt x="65497" y="110451"/>
                </a:lnTo>
                <a:lnTo>
                  <a:pt x="59220" y="104523"/>
                </a:lnTo>
                <a:lnTo>
                  <a:pt x="40386" y="85198"/>
                </a:lnTo>
                <a:lnTo>
                  <a:pt x="36833" y="80811"/>
                </a:lnTo>
                <a:lnTo>
                  <a:pt x="32496" y="75072"/>
                </a:lnTo>
                <a:lnTo>
                  <a:pt x="29193" y="70732"/>
                </a:lnTo>
                <a:lnTo>
                  <a:pt x="20368" y="58164"/>
                </a:lnTo>
                <a:lnTo>
                  <a:pt x="10359" y="41270"/>
                </a:lnTo>
                <a:lnTo>
                  <a:pt x="5799" y="33801"/>
                </a:lnTo>
                <a:lnTo>
                  <a:pt x="4022" y="29534"/>
                </a:lnTo>
                <a:lnTo>
                  <a:pt x="0" y="19268"/>
                </a:lnTo>
                <a:lnTo>
                  <a:pt x="578" y="12670"/>
                </a:lnTo>
                <a:lnTo>
                  <a:pt x="4974" y="8039"/>
                </a:lnTo>
                <a:lnTo>
                  <a:pt x="8423" y="5575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g23">
            <a:extLst>
              <a:ext uri="{FF2B5EF4-FFF2-40B4-BE49-F238E27FC236}">
                <a16:creationId xmlns:a16="http://schemas.microsoft.com/office/drawing/2014/main" id="{2B465B69-A48E-49D4-859F-0405A8C5F2F5}"/>
              </a:ext>
            </a:extLst>
          </p:cNvPr>
          <p:cNvSpPr/>
          <p:nvPr/>
        </p:nvSpPr>
        <p:spPr>
          <a:xfrm>
            <a:off x="5424820" y="3460380"/>
            <a:ext cx="744942" cy="1156952"/>
          </a:xfrm>
          <a:custGeom>
            <a:avLst/>
            <a:gdLst/>
            <a:ahLst/>
            <a:cxnLst/>
            <a:rect l="0" t="0" r="0" b="0"/>
            <a:pathLst>
              <a:path w="606105" h="941330">
                <a:moveTo>
                  <a:pt x="61602" y="753107"/>
                </a:moveTo>
                <a:lnTo>
                  <a:pt x="210487" y="705758"/>
                </a:lnTo>
                <a:lnTo>
                  <a:pt x="216982" y="703364"/>
                </a:lnTo>
                <a:lnTo>
                  <a:pt x="223988" y="699771"/>
                </a:lnTo>
                <a:lnTo>
                  <a:pt x="230824" y="691730"/>
                </a:lnTo>
                <a:lnTo>
                  <a:pt x="231679" y="678216"/>
                </a:lnTo>
                <a:lnTo>
                  <a:pt x="230994" y="656660"/>
                </a:lnTo>
                <a:lnTo>
                  <a:pt x="229994" y="639972"/>
                </a:lnTo>
                <a:lnTo>
                  <a:pt x="226071" y="620897"/>
                </a:lnTo>
                <a:lnTo>
                  <a:pt x="221363" y="611361"/>
                </a:lnTo>
                <a:lnTo>
                  <a:pt x="176304" y="552234"/>
                </a:lnTo>
                <a:lnTo>
                  <a:pt x="146574" y="512287"/>
                </a:lnTo>
                <a:lnTo>
                  <a:pt x="123168" y="480539"/>
                </a:lnTo>
                <a:lnTo>
                  <a:pt x="106652" y="453612"/>
                </a:lnTo>
                <a:lnTo>
                  <a:pt x="77669" y="413767"/>
                </a:lnTo>
                <a:lnTo>
                  <a:pt x="62685" y="391548"/>
                </a:lnTo>
                <a:lnTo>
                  <a:pt x="60607" y="374035"/>
                </a:lnTo>
                <a:lnTo>
                  <a:pt x="57763" y="355211"/>
                </a:lnTo>
                <a:lnTo>
                  <a:pt x="61591" y="331459"/>
                </a:lnTo>
                <a:lnTo>
                  <a:pt x="65966" y="320295"/>
                </a:lnTo>
                <a:lnTo>
                  <a:pt x="74278" y="308367"/>
                </a:lnTo>
                <a:lnTo>
                  <a:pt x="80841" y="302019"/>
                </a:lnTo>
                <a:lnTo>
                  <a:pt x="93308" y="294138"/>
                </a:lnTo>
                <a:lnTo>
                  <a:pt x="116276" y="275862"/>
                </a:lnTo>
                <a:lnTo>
                  <a:pt x="122839" y="270280"/>
                </a:lnTo>
                <a:lnTo>
                  <a:pt x="128527" y="261962"/>
                </a:lnTo>
                <a:lnTo>
                  <a:pt x="133995" y="250034"/>
                </a:lnTo>
                <a:lnTo>
                  <a:pt x="135855" y="239419"/>
                </a:lnTo>
                <a:lnTo>
                  <a:pt x="135745" y="229349"/>
                </a:lnTo>
                <a:lnTo>
                  <a:pt x="133885" y="220814"/>
                </a:lnTo>
                <a:lnTo>
                  <a:pt x="132355" y="215998"/>
                </a:lnTo>
                <a:lnTo>
                  <a:pt x="127323" y="205384"/>
                </a:lnTo>
                <a:lnTo>
                  <a:pt x="119776" y="193345"/>
                </a:lnTo>
                <a:lnTo>
                  <a:pt x="109496" y="177260"/>
                </a:lnTo>
                <a:lnTo>
                  <a:pt x="55540" y="85387"/>
                </a:lnTo>
                <a:lnTo>
                  <a:pt x="34712" y="52262"/>
                </a:lnTo>
                <a:lnTo>
                  <a:pt x="14684" y="50658"/>
                </a:lnTo>
                <a:lnTo>
                  <a:pt x="1782" y="33292"/>
                </a:lnTo>
                <a:lnTo>
                  <a:pt x="0" y="30892"/>
                </a:lnTo>
                <a:lnTo>
                  <a:pt x="17119" y="16385"/>
                </a:lnTo>
                <a:lnTo>
                  <a:pt x="37467" y="0"/>
                </a:lnTo>
                <a:lnTo>
                  <a:pt x="64340" y="39111"/>
                </a:lnTo>
                <a:lnTo>
                  <a:pt x="99224" y="97326"/>
                </a:lnTo>
                <a:lnTo>
                  <a:pt x="263690" y="315910"/>
                </a:lnTo>
                <a:lnTo>
                  <a:pt x="315954" y="384629"/>
                </a:lnTo>
                <a:lnTo>
                  <a:pt x="356844" y="459467"/>
                </a:lnTo>
                <a:lnTo>
                  <a:pt x="378181" y="494818"/>
                </a:lnTo>
                <a:lnTo>
                  <a:pt x="360480" y="500424"/>
                </a:lnTo>
                <a:lnTo>
                  <a:pt x="357127" y="502857"/>
                </a:lnTo>
                <a:lnTo>
                  <a:pt x="352731" y="507488"/>
                </a:lnTo>
                <a:lnTo>
                  <a:pt x="352153" y="514086"/>
                </a:lnTo>
                <a:lnTo>
                  <a:pt x="356175" y="524352"/>
                </a:lnTo>
                <a:lnTo>
                  <a:pt x="357952" y="528619"/>
                </a:lnTo>
                <a:lnTo>
                  <a:pt x="362512" y="536088"/>
                </a:lnTo>
                <a:lnTo>
                  <a:pt x="372521" y="552983"/>
                </a:lnTo>
                <a:lnTo>
                  <a:pt x="381346" y="565551"/>
                </a:lnTo>
                <a:lnTo>
                  <a:pt x="384649" y="569890"/>
                </a:lnTo>
                <a:lnTo>
                  <a:pt x="388986" y="575629"/>
                </a:lnTo>
                <a:lnTo>
                  <a:pt x="392539" y="580016"/>
                </a:lnTo>
                <a:lnTo>
                  <a:pt x="411373" y="599341"/>
                </a:lnTo>
                <a:lnTo>
                  <a:pt x="417651" y="605269"/>
                </a:lnTo>
                <a:lnTo>
                  <a:pt x="430202" y="612440"/>
                </a:lnTo>
                <a:lnTo>
                  <a:pt x="439663" y="616473"/>
                </a:lnTo>
                <a:lnTo>
                  <a:pt x="453636" y="622349"/>
                </a:lnTo>
                <a:lnTo>
                  <a:pt x="462466" y="629197"/>
                </a:lnTo>
                <a:lnTo>
                  <a:pt x="477749" y="641872"/>
                </a:lnTo>
                <a:lnTo>
                  <a:pt x="479666" y="650492"/>
                </a:lnTo>
                <a:lnTo>
                  <a:pt x="480757" y="656418"/>
                </a:lnTo>
                <a:lnTo>
                  <a:pt x="481126" y="661356"/>
                </a:lnTo>
                <a:lnTo>
                  <a:pt x="489830" y="667006"/>
                </a:lnTo>
                <a:lnTo>
                  <a:pt x="497447" y="672155"/>
                </a:lnTo>
                <a:lnTo>
                  <a:pt x="501984" y="674851"/>
                </a:lnTo>
                <a:lnTo>
                  <a:pt x="507684" y="676962"/>
                </a:lnTo>
                <a:lnTo>
                  <a:pt x="513482" y="679027"/>
                </a:lnTo>
                <a:lnTo>
                  <a:pt x="526557" y="686192"/>
                </a:lnTo>
                <a:lnTo>
                  <a:pt x="543757" y="695371"/>
                </a:lnTo>
                <a:lnTo>
                  <a:pt x="555036" y="702315"/>
                </a:lnTo>
                <a:lnTo>
                  <a:pt x="559695" y="705571"/>
                </a:lnTo>
                <a:lnTo>
                  <a:pt x="563601" y="711108"/>
                </a:lnTo>
                <a:lnTo>
                  <a:pt x="566971" y="716156"/>
                </a:lnTo>
                <a:lnTo>
                  <a:pt x="574686" y="729055"/>
                </a:lnTo>
                <a:lnTo>
                  <a:pt x="580436" y="737336"/>
                </a:lnTo>
                <a:lnTo>
                  <a:pt x="588099" y="747756"/>
                </a:lnTo>
                <a:lnTo>
                  <a:pt x="592712" y="754352"/>
                </a:lnTo>
                <a:lnTo>
                  <a:pt x="604545" y="764036"/>
                </a:lnTo>
                <a:lnTo>
                  <a:pt x="606105" y="765214"/>
                </a:lnTo>
                <a:lnTo>
                  <a:pt x="603055" y="771853"/>
                </a:lnTo>
                <a:lnTo>
                  <a:pt x="596944" y="779399"/>
                </a:lnTo>
                <a:lnTo>
                  <a:pt x="575251" y="808077"/>
                </a:lnTo>
                <a:lnTo>
                  <a:pt x="559482" y="824012"/>
                </a:lnTo>
                <a:lnTo>
                  <a:pt x="544192" y="836987"/>
                </a:lnTo>
                <a:lnTo>
                  <a:pt x="531719" y="848258"/>
                </a:lnTo>
                <a:lnTo>
                  <a:pt x="500921" y="867202"/>
                </a:lnTo>
                <a:lnTo>
                  <a:pt x="486927" y="873567"/>
                </a:lnTo>
                <a:lnTo>
                  <a:pt x="439640" y="893343"/>
                </a:lnTo>
                <a:lnTo>
                  <a:pt x="391342" y="915003"/>
                </a:lnTo>
                <a:lnTo>
                  <a:pt x="332605" y="941330"/>
                </a:lnTo>
                <a:lnTo>
                  <a:pt x="318283" y="924250"/>
                </a:lnTo>
                <a:lnTo>
                  <a:pt x="309614" y="912940"/>
                </a:lnTo>
                <a:lnTo>
                  <a:pt x="303524" y="907317"/>
                </a:lnTo>
                <a:lnTo>
                  <a:pt x="293985" y="899313"/>
                </a:lnTo>
                <a:lnTo>
                  <a:pt x="285730" y="892416"/>
                </a:lnTo>
                <a:lnTo>
                  <a:pt x="276964" y="890708"/>
                </a:lnTo>
                <a:lnTo>
                  <a:pt x="251454" y="890629"/>
                </a:lnTo>
                <a:lnTo>
                  <a:pt x="242687" y="893334"/>
                </a:lnTo>
                <a:lnTo>
                  <a:pt x="229434" y="890997"/>
                </a:lnTo>
                <a:lnTo>
                  <a:pt x="225338" y="887291"/>
                </a:lnTo>
                <a:lnTo>
                  <a:pt x="221140" y="880142"/>
                </a:lnTo>
                <a:lnTo>
                  <a:pt x="217307" y="877252"/>
                </a:lnTo>
                <a:lnTo>
                  <a:pt x="210772" y="874703"/>
                </a:lnTo>
                <a:lnTo>
                  <a:pt x="210379" y="869341"/>
                </a:lnTo>
                <a:lnTo>
                  <a:pt x="208147" y="861039"/>
                </a:lnTo>
                <a:lnTo>
                  <a:pt x="205812" y="856070"/>
                </a:lnTo>
                <a:lnTo>
                  <a:pt x="201324" y="852234"/>
                </a:lnTo>
                <a:lnTo>
                  <a:pt x="194754" y="843596"/>
                </a:lnTo>
                <a:lnTo>
                  <a:pt x="194164" y="838702"/>
                </a:lnTo>
                <a:lnTo>
                  <a:pt x="192226" y="836197"/>
                </a:lnTo>
                <a:lnTo>
                  <a:pt x="192282" y="833862"/>
                </a:lnTo>
                <a:lnTo>
                  <a:pt x="193827" y="830401"/>
                </a:lnTo>
                <a:lnTo>
                  <a:pt x="195288" y="828488"/>
                </a:lnTo>
                <a:lnTo>
                  <a:pt x="196721" y="826660"/>
                </a:lnTo>
                <a:lnTo>
                  <a:pt x="199026" y="820976"/>
                </a:lnTo>
                <a:lnTo>
                  <a:pt x="200711" y="818108"/>
                </a:lnTo>
                <a:lnTo>
                  <a:pt x="198828" y="813409"/>
                </a:lnTo>
                <a:lnTo>
                  <a:pt x="198997" y="810791"/>
                </a:lnTo>
                <a:lnTo>
                  <a:pt x="199447" y="808711"/>
                </a:lnTo>
                <a:lnTo>
                  <a:pt x="200963" y="807107"/>
                </a:lnTo>
                <a:lnTo>
                  <a:pt x="197059" y="794867"/>
                </a:lnTo>
                <a:lnTo>
                  <a:pt x="201751" y="796641"/>
                </a:lnTo>
                <a:lnTo>
                  <a:pt x="209871" y="786400"/>
                </a:lnTo>
                <a:lnTo>
                  <a:pt x="198042" y="779227"/>
                </a:lnTo>
                <a:lnTo>
                  <a:pt x="195315" y="776807"/>
                </a:lnTo>
                <a:lnTo>
                  <a:pt x="189330" y="777623"/>
                </a:lnTo>
                <a:lnTo>
                  <a:pt x="177304" y="780493"/>
                </a:lnTo>
                <a:lnTo>
                  <a:pt x="167469" y="780746"/>
                </a:lnTo>
                <a:lnTo>
                  <a:pt x="163985" y="779930"/>
                </a:lnTo>
                <a:lnTo>
                  <a:pt x="153504" y="777903"/>
                </a:lnTo>
                <a:lnTo>
                  <a:pt x="141703" y="776104"/>
                </a:lnTo>
                <a:lnTo>
                  <a:pt x="129338" y="774191"/>
                </a:lnTo>
                <a:lnTo>
                  <a:pt x="118886" y="770702"/>
                </a:lnTo>
                <a:lnTo>
                  <a:pt x="113265" y="769549"/>
                </a:lnTo>
                <a:lnTo>
                  <a:pt x="105847" y="769914"/>
                </a:lnTo>
                <a:lnTo>
                  <a:pt x="100508" y="769211"/>
                </a:lnTo>
                <a:lnTo>
                  <a:pt x="75865" y="758550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g24">
            <a:extLst>
              <a:ext uri="{FF2B5EF4-FFF2-40B4-BE49-F238E27FC236}">
                <a16:creationId xmlns:a16="http://schemas.microsoft.com/office/drawing/2014/main" id="{03505A70-50E8-42AF-9346-9F634AFCAA1B}"/>
              </a:ext>
            </a:extLst>
          </p:cNvPr>
          <p:cNvSpPr/>
          <p:nvPr/>
        </p:nvSpPr>
        <p:spPr>
          <a:xfrm>
            <a:off x="4396643" y="3646642"/>
            <a:ext cx="1441822" cy="853298"/>
          </a:xfrm>
          <a:custGeom>
            <a:avLst/>
            <a:gdLst/>
            <a:ahLst/>
            <a:cxnLst/>
            <a:rect l="0" t="0" r="0" b="0"/>
            <a:pathLst>
              <a:path w="1173108" h="694268">
                <a:moveTo>
                  <a:pt x="65393" y="6726"/>
                </a:moveTo>
                <a:lnTo>
                  <a:pt x="70508" y="0"/>
                </a:lnTo>
                <a:lnTo>
                  <a:pt x="79370" y="5675"/>
                </a:lnTo>
                <a:lnTo>
                  <a:pt x="82405" y="7592"/>
                </a:lnTo>
                <a:lnTo>
                  <a:pt x="85879" y="11958"/>
                </a:lnTo>
                <a:lnTo>
                  <a:pt x="86384" y="14848"/>
                </a:lnTo>
                <a:lnTo>
                  <a:pt x="89837" y="17475"/>
                </a:lnTo>
                <a:lnTo>
                  <a:pt x="118517" y="40430"/>
                </a:lnTo>
                <a:lnTo>
                  <a:pt x="130171" y="42863"/>
                </a:lnTo>
                <a:lnTo>
                  <a:pt x="142716" y="44593"/>
                </a:lnTo>
                <a:lnTo>
                  <a:pt x="157373" y="49627"/>
                </a:lnTo>
                <a:lnTo>
                  <a:pt x="172666" y="55729"/>
                </a:lnTo>
                <a:lnTo>
                  <a:pt x="290016" y="120536"/>
                </a:lnTo>
                <a:lnTo>
                  <a:pt x="375320" y="167376"/>
                </a:lnTo>
                <a:lnTo>
                  <a:pt x="378328" y="167752"/>
                </a:lnTo>
                <a:lnTo>
                  <a:pt x="498804" y="237501"/>
                </a:lnTo>
                <a:lnTo>
                  <a:pt x="608661" y="114728"/>
                </a:lnTo>
                <a:lnTo>
                  <a:pt x="666237" y="253344"/>
                </a:lnTo>
                <a:lnTo>
                  <a:pt x="662065" y="255014"/>
                </a:lnTo>
                <a:lnTo>
                  <a:pt x="675833" y="274221"/>
                </a:lnTo>
                <a:lnTo>
                  <a:pt x="676668" y="333516"/>
                </a:lnTo>
                <a:lnTo>
                  <a:pt x="681258" y="336023"/>
                </a:lnTo>
                <a:lnTo>
                  <a:pt x="740023" y="409393"/>
                </a:lnTo>
                <a:lnTo>
                  <a:pt x="877216" y="483982"/>
                </a:lnTo>
                <a:lnTo>
                  <a:pt x="897852" y="493451"/>
                </a:lnTo>
                <a:lnTo>
                  <a:pt x="897450" y="498106"/>
                </a:lnTo>
                <a:lnTo>
                  <a:pt x="906309" y="505660"/>
                </a:lnTo>
                <a:lnTo>
                  <a:pt x="906680" y="506474"/>
                </a:lnTo>
                <a:lnTo>
                  <a:pt x="919263" y="534106"/>
                </a:lnTo>
                <a:lnTo>
                  <a:pt x="927978" y="534791"/>
                </a:lnTo>
                <a:lnTo>
                  <a:pt x="955835" y="533592"/>
                </a:lnTo>
                <a:lnTo>
                  <a:pt x="964721" y="529146"/>
                </a:lnTo>
                <a:lnTo>
                  <a:pt x="1004369" y="504681"/>
                </a:lnTo>
                <a:lnTo>
                  <a:pt x="1004881" y="519736"/>
                </a:lnTo>
                <a:lnTo>
                  <a:pt x="1008129" y="551727"/>
                </a:lnTo>
                <a:lnTo>
                  <a:pt x="1018985" y="596917"/>
                </a:lnTo>
                <a:lnTo>
                  <a:pt x="1024839" y="595141"/>
                </a:lnTo>
                <a:lnTo>
                  <a:pt x="1039102" y="600584"/>
                </a:lnTo>
                <a:lnTo>
                  <a:pt x="1063745" y="611245"/>
                </a:lnTo>
                <a:lnTo>
                  <a:pt x="1069085" y="611948"/>
                </a:lnTo>
                <a:lnTo>
                  <a:pt x="1076502" y="611583"/>
                </a:lnTo>
                <a:lnTo>
                  <a:pt x="1082123" y="612736"/>
                </a:lnTo>
                <a:lnTo>
                  <a:pt x="1092575" y="616225"/>
                </a:lnTo>
                <a:lnTo>
                  <a:pt x="1104940" y="618138"/>
                </a:lnTo>
                <a:lnTo>
                  <a:pt x="1116741" y="619937"/>
                </a:lnTo>
                <a:lnTo>
                  <a:pt x="1127222" y="621964"/>
                </a:lnTo>
                <a:lnTo>
                  <a:pt x="1130707" y="622780"/>
                </a:lnTo>
                <a:lnTo>
                  <a:pt x="1140541" y="622527"/>
                </a:lnTo>
                <a:lnTo>
                  <a:pt x="1152568" y="619657"/>
                </a:lnTo>
                <a:lnTo>
                  <a:pt x="1158553" y="618841"/>
                </a:lnTo>
                <a:lnTo>
                  <a:pt x="1161279" y="621261"/>
                </a:lnTo>
                <a:lnTo>
                  <a:pt x="1173108" y="628434"/>
                </a:lnTo>
                <a:lnTo>
                  <a:pt x="1164988" y="638675"/>
                </a:lnTo>
                <a:lnTo>
                  <a:pt x="1160296" y="636901"/>
                </a:lnTo>
                <a:lnTo>
                  <a:pt x="1164201" y="649141"/>
                </a:lnTo>
                <a:lnTo>
                  <a:pt x="1162684" y="650745"/>
                </a:lnTo>
                <a:lnTo>
                  <a:pt x="1162234" y="652825"/>
                </a:lnTo>
                <a:lnTo>
                  <a:pt x="1162065" y="655443"/>
                </a:lnTo>
                <a:lnTo>
                  <a:pt x="1163949" y="660142"/>
                </a:lnTo>
                <a:lnTo>
                  <a:pt x="1162263" y="663010"/>
                </a:lnTo>
                <a:lnTo>
                  <a:pt x="1159958" y="668694"/>
                </a:lnTo>
                <a:lnTo>
                  <a:pt x="1158525" y="670522"/>
                </a:lnTo>
                <a:lnTo>
                  <a:pt x="1157064" y="672435"/>
                </a:lnTo>
                <a:lnTo>
                  <a:pt x="1155519" y="675896"/>
                </a:lnTo>
                <a:lnTo>
                  <a:pt x="1155463" y="678231"/>
                </a:lnTo>
                <a:lnTo>
                  <a:pt x="1157401" y="680736"/>
                </a:lnTo>
                <a:lnTo>
                  <a:pt x="1157991" y="685630"/>
                </a:lnTo>
                <a:lnTo>
                  <a:pt x="1164561" y="694268"/>
                </a:lnTo>
                <a:lnTo>
                  <a:pt x="1159495" y="690905"/>
                </a:lnTo>
                <a:lnTo>
                  <a:pt x="1154985" y="690152"/>
                </a:lnTo>
                <a:lnTo>
                  <a:pt x="1129490" y="685872"/>
                </a:lnTo>
                <a:lnTo>
                  <a:pt x="1074738" y="676797"/>
                </a:lnTo>
                <a:lnTo>
                  <a:pt x="931715" y="655125"/>
                </a:lnTo>
                <a:lnTo>
                  <a:pt x="860242" y="643532"/>
                </a:lnTo>
                <a:lnTo>
                  <a:pt x="824079" y="637826"/>
                </a:lnTo>
                <a:lnTo>
                  <a:pt x="789037" y="629330"/>
                </a:lnTo>
                <a:lnTo>
                  <a:pt x="763759" y="612464"/>
                </a:lnTo>
                <a:lnTo>
                  <a:pt x="759090" y="618858"/>
                </a:lnTo>
                <a:lnTo>
                  <a:pt x="755038" y="629802"/>
                </a:lnTo>
                <a:lnTo>
                  <a:pt x="751844" y="633615"/>
                </a:lnTo>
                <a:lnTo>
                  <a:pt x="749142" y="638042"/>
                </a:lnTo>
                <a:lnTo>
                  <a:pt x="752089" y="642592"/>
                </a:lnTo>
                <a:lnTo>
                  <a:pt x="760442" y="647757"/>
                </a:lnTo>
                <a:lnTo>
                  <a:pt x="761548" y="649970"/>
                </a:lnTo>
                <a:lnTo>
                  <a:pt x="762530" y="656120"/>
                </a:lnTo>
                <a:lnTo>
                  <a:pt x="760612" y="657230"/>
                </a:lnTo>
                <a:lnTo>
                  <a:pt x="588148" y="672908"/>
                </a:lnTo>
                <a:lnTo>
                  <a:pt x="587688" y="669406"/>
                </a:lnTo>
                <a:lnTo>
                  <a:pt x="586317" y="661006"/>
                </a:lnTo>
                <a:lnTo>
                  <a:pt x="581042" y="630869"/>
                </a:lnTo>
                <a:lnTo>
                  <a:pt x="578587" y="618921"/>
                </a:lnTo>
                <a:lnTo>
                  <a:pt x="577764" y="612610"/>
                </a:lnTo>
                <a:lnTo>
                  <a:pt x="576315" y="612871"/>
                </a:lnTo>
                <a:lnTo>
                  <a:pt x="574709" y="612697"/>
                </a:lnTo>
                <a:lnTo>
                  <a:pt x="574395" y="603733"/>
                </a:lnTo>
                <a:lnTo>
                  <a:pt x="574382" y="590112"/>
                </a:lnTo>
                <a:lnTo>
                  <a:pt x="561195" y="589045"/>
                </a:lnTo>
                <a:lnTo>
                  <a:pt x="539154" y="585041"/>
                </a:lnTo>
                <a:lnTo>
                  <a:pt x="542353" y="568112"/>
                </a:lnTo>
                <a:lnTo>
                  <a:pt x="544808" y="562628"/>
                </a:lnTo>
                <a:lnTo>
                  <a:pt x="542562" y="555165"/>
                </a:lnTo>
                <a:lnTo>
                  <a:pt x="538814" y="547940"/>
                </a:lnTo>
                <a:lnTo>
                  <a:pt x="531529" y="542130"/>
                </a:lnTo>
                <a:lnTo>
                  <a:pt x="527390" y="535908"/>
                </a:lnTo>
                <a:lnTo>
                  <a:pt x="524374" y="531925"/>
                </a:lnTo>
                <a:lnTo>
                  <a:pt x="520195" y="525853"/>
                </a:lnTo>
                <a:lnTo>
                  <a:pt x="520411" y="520828"/>
                </a:lnTo>
                <a:lnTo>
                  <a:pt x="520691" y="514321"/>
                </a:lnTo>
                <a:lnTo>
                  <a:pt x="518655" y="505856"/>
                </a:lnTo>
                <a:lnTo>
                  <a:pt x="512987" y="502787"/>
                </a:lnTo>
                <a:lnTo>
                  <a:pt x="507595" y="496718"/>
                </a:lnTo>
                <a:lnTo>
                  <a:pt x="501472" y="488840"/>
                </a:lnTo>
                <a:lnTo>
                  <a:pt x="494720" y="486837"/>
                </a:lnTo>
                <a:lnTo>
                  <a:pt x="484562" y="482768"/>
                </a:lnTo>
                <a:lnTo>
                  <a:pt x="479992" y="481201"/>
                </a:lnTo>
                <a:lnTo>
                  <a:pt x="478503" y="466840"/>
                </a:lnTo>
                <a:lnTo>
                  <a:pt x="490086" y="466339"/>
                </a:lnTo>
                <a:lnTo>
                  <a:pt x="494002" y="467754"/>
                </a:lnTo>
                <a:lnTo>
                  <a:pt x="498494" y="472476"/>
                </a:lnTo>
                <a:lnTo>
                  <a:pt x="501993" y="473651"/>
                </a:lnTo>
                <a:lnTo>
                  <a:pt x="505989" y="472650"/>
                </a:lnTo>
                <a:lnTo>
                  <a:pt x="509006" y="469734"/>
                </a:lnTo>
                <a:lnTo>
                  <a:pt x="509879" y="468254"/>
                </a:lnTo>
                <a:lnTo>
                  <a:pt x="497659" y="458855"/>
                </a:lnTo>
                <a:lnTo>
                  <a:pt x="469520" y="437291"/>
                </a:lnTo>
                <a:lnTo>
                  <a:pt x="464363" y="438205"/>
                </a:lnTo>
                <a:lnTo>
                  <a:pt x="453917" y="432720"/>
                </a:lnTo>
                <a:lnTo>
                  <a:pt x="431433" y="420100"/>
                </a:lnTo>
                <a:lnTo>
                  <a:pt x="414485" y="413789"/>
                </a:lnTo>
                <a:lnTo>
                  <a:pt x="408400" y="411548"/>
                </a:lnTo>
                <a:lnTo>
                  <a:pt x="400696" y="408718"/>
                </a:lnTo>
                <a:lnTo>
                  <a:pt x="381867" y="402736"/>
                </a:lnTo>
                <a:lnTo>
                  <a:pt x="365585" y="397687"/>
                </a:lnTo>
                <a:lnTo>
                  <a:pt x="361826" y="396098"/>
                </a:lnTo>
                <a:lnTo>
                  <a:pt x="357934" y="394858"/>
                </a:lnTo>
                <a:lnTo>
                  <a:pt x="340294" y="387395"/>
                </a:lnTo>
                <a:lnTo>
                  <a:pt x="315080" y="380083"/>
                </a:lnTo>
                <a:lnTo>
                  <a:pt x="300880" y="375032"/>
                </a:lnTo>
                <a:lnTo>
                  <a:pt x="294751" y="373946"/>
                </a:lnTo>
                <a:lnTo>
                  <a:pt x="289097" y="372360"/>
                </a:lnTo>
                <a:lnTo>
                  <a:pt x="273050" y="370532"/>
                </a:lnTo>
                <a:lnTo>
                  <a:pt x="255253" y="370619"/>
                </a:lnTo>
                <a:lnTo>
                  <a:pt x="243790" y="372120"/>
                </a:lnTo>
                <a:lnTo>
                  <a:pt x="235185" y="372947"/>
                </a:lnTo>
                <a:lnTo>
                  <a:pt x="231450" y="372860"/>
                </a:lnTo>
                <a:lnTo>
                  <a:pt x="218132" y="372033"/>
                </a:lnTo>
                <a:lnTo>
                  <a:pt x="214410" y="368791"/>
                </a:lnTo>
                <a:lnTo>
                  <a:pt x="188897" y="368138"/>
                </a:lnTo>
                <a:lnTo>
                  <a:pt x="173660" y="367702"/>
                </a:lnTo>
                <a:lnTo>
                  <a:pt x="164219" y="366049"/>
                </a:lnTo>
                <a:lnTo>
                  <a:pt x="140899" y="362066"/>
                </a:lnTo>
                <a:lnTo>
                  <a:pt x="136590" y="360913"/>
                </a:lnTo>
                <a:lnTo>
                  <a:pt x="131315" y="358173"/>
                </a:lnTo>
                <a:lnTo>
                  <a:pt x="127136" y="365722"/>
                </a:lnTo>
                <a:lnTo>
                  <a:pt x="122907" y="358913"/>
                </a:lnTo>
                <a:lnTo>
                  <a:pt x="110998" y="339241"/>
                </a:lnTo>
                <a:lnTo>
                  <a:pt x="107930" y="336499"/>
                </a:lnTo>
                <a:lnTo>
                  <a:pt x="105188" y="333931"/>
                </a:lnTo>
                <a:lnTo>
                  <a:pt x="88044" y="319157"/>
                </a:lnTo>
                <a:lnTo>
                  <a:pt x="80223" y="312432"/>
                </a:lnTo>
                <a:lnTo>
                  <a:pt x="65390" y="299812"/>
                </a:lnTo>
                <a:lnTo>
                  <a:pt x="59305" y="294828"/>
                </a:lnTo>
                <a:lnTo>
                  <a:pt x="56655" y="292239"/>
                </a:lnTo>
                <a:lnTo>
                  <a:pt x="51405" y="287690"/>
                </a:lnTo>
                <a:lnTo>
                  <a:pt x="37330" y="272241"/>
                </a:lnTo>
                <a:lnTo>
                  <a:pt x="30657" y="262863"/>
                </a:lnTo>
                <a:lnTo>
                  <a:pt x="21505" y="247501"/>
                </a:lnTo>
                <a:lnTo>
                  <a:pt x="17287" y="237947"/>
                </a:lnTo>
                <a:lnTo>
                  <a:pt x="14062" y="229070"/>
                </a:lnTo>
                <a:lnTo>
                  <a:pt x="7507" y="210553"/>
                </a:lnTo>
                <a:lnTo>
                  <a:pt x="3080" y="192381"/>
                </a:lnTo>
                <a:lnTo>
                  <a:pt x="1619" y="186398"/>
                </a:lnTo>
                <a:lnTo>
                  <a:pt x="1305" y="184004"/>
                </a:lnTo>
                <a:lnTo>
                  <a:pt x="391" y="172712"/>
                </a:lnTo>
                <a:lnTo>
                  <a:pt x="0" y="161417"/>
                </a:lnTo>
                <a:lnTo>
                  <a:pt x="5078" y="157434"/>
                </a:lnTo>
                <a:lnTo>
                  <a:pt x="12886" y="151038"/>
                </a:lnTo>
                <a:lnTo>
                  <a:pt x="18135" y="121574"/>
                </a:lnTo>
                <a:lnTo>
                  <a:pt x="20224" y="109933"/>
                </a:lnTo>
                <a:lnTo>
                  <a:pt x="17052" y="107365"/>
                </a:lnTo>
                <a:lnTo>
                  <a:pt x="26334" y="93091"/>
                </a:lnTo>
                <a:lnTo>
                  <a:pt x="39614" y="80229"/>
                </a:lnTo>
                <a:lnTo>
                  <a:pt x="43160" y="76763"/>
                </a:lnTo>
                <a:lnTo>
                  <a:pt x="50072" y="70003"/>
                </a:lnTo>
                <a:lnTo>
                  <a:pt x="55844" y="48417"/>
                </a:lnTo>
                <a:lnTo>
                  <a:pt x="58964" y="41866"/>
                </a:lnTo>
                <a:lnTo>
                  <a:pt x="68927" y="20955"/>
                </a:lnTo>
                <a:lnTo>
                  <a:pt x="70703" y="17299"/>
                </a:lnTo>
                <a:lnTo>
                  <a:pt x="73067" y="12469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g25">
            <a:extLst>
              <a:ext uri="{FF2B5EF4-FFF2-40B4-BE49-F238E27FC236}">
                <a16:creationId xmlns:a16="http://schemas.microsoft.com/office/drawing/2014/main" id="{F6DA2406-8CA9-4138-A89B-56CF560E4F9F}"/>
              </a:ext>
            </a:extLst>
          </p:cNvPr>
          <p:cNvSpPr/>
          <p:nvPr/>
        </p:nvSpPr>
        <p:spPr>
          <a:xfrm>
            <a:off x="4143770" y="3080551"/>
            <a:ext cx="1316622" cy="973856"/>
          </a:xfrm>
          <a:custGeom>
            <a:avLst/>
            <a:gdLst/>
            <a:ahLst/>
            <a:cxnLst/>
            <a:rect l="0" t="0" r="0" b="0"/>
            <a:pathLst>
              <a:path w="1071241" h="792358">
                <a:moveTo>
                  <a:pt x="124961" y="37736"/>
                </a:moveTo>
                <a:lnTo>
                  <a:pt x="209415" y="52382"/>
                </a:lnTo>
                <a:lnTo>
                  <a:pt x="284556" y="63289"/>
                </a:lnTo>
                <a:lnTo>
                  <a:pt x="326877" y="76956"/>
                </a:lnTo>
                <a:lnTo>
                  <a:pt x="380299" y="94952"/>
                </a:lnTo>
                <a:lnTo>
                  <a:pt x="565727" y="170753"/>
                </a:lnTo>
                <a:lnTo>
                  <a:pt x="642067" y="189106"/>
                </a:lnTo>
                <a:lnTo>
                  <a:pt x="650487" y="219480"/>
                </a:lnTo>
                <a:lnTo>
                  <a:pt x="651941" y="223099"/>
                </a:lnTo>
                <a:lnTo>
                  <a:pt x="655215" y="231251"/>
                </a:lnTo>
                <a:lnTo>
                  <a:pt x="673672" y="237129"/>
                </a:lnTo>
                <a:lnTo>
                  <a:pt x="705527" y="242737"/>
                </a:lnTo>
                <a:lnTo>
                  <a:pt x="729042" y="245745"/>
                </a:lnTo>
                <a:lnTo>
                  <a:pt x="770193" y="249027"/>
                </a:lnTo>
                <a:lnTo>
                  <a:pt x="804098" y="251625"/>
                </a:lnTo>
                <a:lnTo>
                  <a:pt x="831306" y="256685"/>
                </a:lnTo>
                <a:lnTo>
                  <a:pt x="881890" y="267760"/>
                </a:lnTo>
                <a:lnTo>
                  <a:pt x="935482" y="286767"/>
                </a:lnTo>
                <a:lnTo>
                  <a:pt x="967063" y="299211"/>
                </a:lnTo>
                <a:lnTo>
                  <a:pt x="1014777" y="323553"/>
                </a:lnTo>
                <a:lnTo>
                  <a:pt x="1029542" y="333947"/>
                </a:lnTo>
                <a:lnTo>
                  <a:pt x="1031183" y="336545"/>
                </a:lnTo>
                <a:lnTo>
                  <a:pt x="1030089" y="339006"/>
                </a:lnTo>
                <a:lnTo>
                  <a:pt x="1029269" y="340510"/>
                </a:lnTo>
                <a:lnTo>
                  <a:pt x="1054835" y="358151"/>
                </a:lnTo>
                <a:lnTo>
                  <a:pt x="1060167" y="362939"/>
                </a:lnTo>
                <a:lnTo>
                  <a:pt x="1065634" y="371280"/>
                </a:lnTo>
                <a:lnTo>
                  <a:pt x="1070693" y="380307"/>
                </a:lnTo>
                <a:lnTo>
                  <a:pt x="1071241" y="387417"/>
                </a:lnTo>
                <a:lnTo>
                  <a:pt x="1071096" y="399411"/>
                </a:lnTo>
                <a:lnTo>
                  <a:pt x="1070240" y="406035"/>
                </a:lnTo>
                <a:lnTo>
                  <a:pt x="912003" y="582334"/>
                </a:lnTo>
                <a:lnTo>
                  <a:pt x="897400" y="605293"/>
                </a:lnTo>
                <a:lnTo>
                  <a:pt x="889474" y="624081"/>
                </a:lnTo>
                <a:lnTo>
                  <a:pt x="883632" y="646207"/>
                </a:lnTo>
                <a:lnTo>
                  <a:pt x="881963" y="659565"/>
                </a:lnTo>
                <a:lnTo>
                  <a:pt x="874183" y="665541"/>
                </a:lnTo>
                <a:lnTo>
                  <a:pt x="873202" y="669584"/>
                </a:lnTo>
                <a:lnTo>
                  <a:pt x="763345" y="792358"/>
                </a:lnTo>
                <a:lnTo>
                  <a:pt x="642869" y="722609"/>
                </a:lnTo>
                <a:lnTo>
                  <a:pt x="639860" y="722233"/>
                </a:lnTo>
                <a:lnTo>
                  <a:pt x="554557" y="675393"/>
                </a:lnTo>
                <a:lnTo>
                  <a:pt x="437207" y="610586"/>
                </a:lnTo>
                <a:lnTo>
                  <a:pt x="421914" y="604484"/>
                </a:lnTo>
                <a:lnTo>
                  <a:pt x="407257" y="599450"/>
                </a:lnTo>
                <a:lnTo>
                  <a:pt x="394712" y="597720"/>
                </a:lnTo>
                <a:lnTo>
                  <a:pt x="383058" y="595287"/>
                </a:lnTo>
                <a:lnTo>
                  <a:pt x="354378" y="572332"/>
                </a:lnTo>
                <a:lnTo>
                  <a:pt x="350925" y="569705"/>
                </a:lnTo>
                <a:lnTo>
                  <a:pt x="350420" y="566815"/>
                </a:lnTo>
                <a:lnTo>
                  <a:pt x="346946" y="562449"/>
                </a:lnTo>
                <a:lnTo>
                  <a:pt x="343911" y="560532"/>
                </a:lnTo>
                <a:lnTo>
                  <a:pt x="335049" y="554856"/>
                </a:lnTo>
                <a:lnTo>
                  <a:pt x="329934" y="561583"/>
                </a:lnTo>
                <a:lnTo>
                  <a:pt x="308672" y="545675"/>
                </a:lnTo>
                <a:lnTo>
                  <a:pt x="292377" y="535207"/>
                </a:lnTo>
                <a:lnTo>
                  <a:pt x="243113" y="504831"/>
                </a:lnTo>
                <a:lnTo>
                  <a:pt x="235748" y="500087"/>
                </a:lnTo>
                <a:lnTo>
                  <a:pt x="215549" y="487140"/>
                </a:lnTo>
                <a:lnTo>
                  <a:pt x="204437" y="481090"/>
                </a:lnTo>
                <a:lnTo>
                  <a:pt x="204672" y="479588"/>
                </a:lnTo>
                <a:lnTo>
                  <a:pt x="200181" y="475760"/>
                </a:lnTo>
                <a:lnTo>
                  <a:pt x="196198" y="471451"/>
                </a:lnTo>
                <a:lnTo>
                  <a:pt x="178558" y="460246"/>
                </a:lnTo>
                <a:lnTo>
                  <a:pt x="148449" y="441075"/>
                </a:lnTo>
                <a:lnTo>
                  <a:pt x="137912" y="432522"/>
                </a:lnTo>
                <a:lnTo>
                  <a:pt x="133315" y="424383"/>
                </a:lnTo>
                <a:lnTo>
                  <a:pt x="125559" y="427110"/>
                </a:lnTo>
                <a:lnTo>
                  <a:pt x="122960" y="423058"/>
                </a:lnTo>
                <a:lnTo>
                  <a:pt x="117450" y="408934"/>
                </a:lnTo>
                <a:lnTo>
                  <a:pt x="115217" y="397641"/>
                </a:lnTo>
                <a:lnTo>
                  <a:pt x="115322" y="380799"/>
                </a:lnTo>
                <a:lnTo>
                  <a:pt x="116706" y="363435"/>
                </a:lnTo>
                <a:lnTo>
                  <a:pt x="122203" y="340521"/>
                </a:lnTo>
                <a:lnTo>
                  <a:pt x="134124" y="290972"/>
                </a:lnTo>
                <a:lnTo>
                  <a:pt x="141645" y="272128"/>
                </a:lnTo>
                <a:lnTo>
                  <a:pt x="145209" y="259094"/>
                </a:lnTo>
                <a:lnTo>
                  <a:pt x="147390" y="253871"/>
                </a:lnTo>
                <a:lnTo>
                  <a:pt x="149349" y="249368"/>
                </a:lnTo>
                <a:lnTo>
                  <a:pt x="152142" y="246713"/>
                </a:lnTo>
                <a:lnTo>
                  <a:pt x="155133" y="245059"/>
                </a:lnTo>
                <a:lnTo>
                  <a:pt x="164599" y="239662"/>
                </a:lnTo>
                <a:lnTo>
                  <a:pt x="165343" y="237834"/>
                </a:lnTo>
                <a:lnTo>
                  <a:pt x="161452" y="227369"/>
                </a:lnTo>
                <a:lnTo>
                  <a:pt x="140274" y="238248"/>
                </a:lnTo>
                <a:lnTo>
                  <a:pt x="136604" y="245799"/>
                </a:lnTo>
                <a:lnTo>
                  <a:pt x="141201" y="248541"/>
                </a:lnTo>
                <a:lnTo>
                  <a:pt x="130977" y="263316"/>
                </a:lnTo>
                <a:lnTo>
                  <a:pt x="127229" y="266058"/>
                </a:lnTo>
                <a:lnTo>
                  <a:pt x="124109" y="268387"/>
                </a:lnTo>
                <a:lnTo>
                  <a:pt x="118755" y="270387"/>
                </a:lnTo>
                <a:lnTo>
                  <a:pt x="118403" y="266733"/>
                </a:lnTo>
                <a:lnTo>
                  <a:pt x="104719" y="266820"/>
                </a:lnTo>
                <a:lnTo>
                  <a:pt x="99027" y="266145"/>
                </a:lnTo>
                <a:lnTo>
                  <a:pt x="95553" y="261575"/>
                </a:lnTo>
                <a:lnTo>
                  <a:pt x="89338" y="250631"/>
                </a:lnTo>
                <a:lnTo>
                  <a:pt x="84271" y="254350"/>
                </a:lnTo>
                <a:lnTo>
                  <a:pt x="74258" y="235506"/>
                </a:lnTo>
                <a:lnTo>
                  <a:pt x="70079" y="218751"/>
                </a:lnTo>
                <a:lnTo>
                  <a:pt x="72612" y="186372"/>
                </a:lnTo>
                <a:lnTo>
                  <a:pt x="78866" y="168355"/>
                </a:lnTo>
                <a:lnTo>
                  <a:pt x="88267" y="141132"/>
                </a:lnTo>
                <a:lnTo>
                  <a:pt x="84754" y="140044"/>
                </a:lnTo>
                <a:lnTo>
                  <a:pt x="80419" y="141611"/>
                </a:lnTo>
                <a:lnTo>
                  <a:pt x="67258" y="111975"/>
                </a:lnTo>
                <a:lnTo>
                  <a:pt x="60543" y="108617"/>
                </a:lnTo>
                <a:lnTo>
                  <a:pt x="56812" y="106752"/>
                </a:lnTo>
                <a:lnTo>
                  <a:pt x="49539" y="74373"/>
                </a:lnTo>
                <a:lnTo>
                  <a:pt x="11843" y="23412"/>
                </a:lnTo>
                <a:lnTo>
                  <a:pt x="2742" y="15925"/>
                </a:lnTo>
                <a:lnTo>
                  <a:pt x="0" y="13893"/>
                </a:lnTo>
                <a:lnTo>
                  <a:pt x="32825" y="0"/>
                </a:lnTo>
                <a:lnTo>
                  <a:pt x="39024" y="12123"/>
                </a:lnTo>
                <a:lnTo>
                  <a:pt x="83387" y="30489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g26">
            <a:extLst>
              <a:ext uri="{FF2B5EF4-FFF2-40B4-BE49-F238E27FC236}">
                <a16:creationId xmlns:a16="http://schemas.microsoft.com/office/drawing/2014/main" id="{D61B87C3-FE10-4115-AC9D-479746510CC7}"/>
              </a:ext>
            </a:extLst>
          </p:cNvPr>
          <p:cNvSpPr/>
          <p:nvPr/>
        </p:nvSpPr>
        <p:spPr>
          <a:xfrm>
            <a:off x="5711654" y="4097610"/>
            <a:ext cx="1236130" cy="1311036"/>
          </a:xfrm>
          <a:custGeom>
            <a:avLst/>
            <a:gdLst/>
            <a:ahLst/>
            <a:cxnLst/>
            <a:rect l="0" t="0" r="0" b="0"/>
            <a:pathLst>
              <a:path w="1005752" h="1066697">
                <a:moveTo>
                  <a:pt x="530133" y="172253"/>
                </a:moveTo>
                <a:lnTo>
                  <a:pt x="539328" y="164181"/>
                </a:lnTo>
                <a:lnTo>
                  <a:pt x="641569" y="229395"/>
                </a:lnTo>
                <a:lnTo>
                  <a:pt x="664307" y="242013"/>
                </a:lnTo>
                <a:lnTo>
                  <a:pt x="718290" y="259207"/>
                </a:lnTo>
                <a:lnTo>
                  <a:pt x="764438" y="272089"/>
                </a:lnTo>
                <a:lnTo>
                  <a:pt x="797130" y="272326"/>
                </a:lnTo>
                <a:lnTo>
                  <a:pt x="844734" y="273640"/>
                </a:lnTo>
                <a:lnTo>
                  <a:pt x="873369" y="277703"/>
                </a:lnTo>
                <a:lnTo>
                  <a:pt x="911071" y="300282"/>
                </a:lnTo>
                <a:lnTo>
                  <a:pt x="930161" y="325135"/>
                </a:lnTo>
                <a:lnTo>
                  <a:pt x="948058" y="360379"/>
                </a:lnTo>
                <a:lnTo>
                  <a:pt x="940425" y="367883"/>
                </a:lnTo>
                <a:lnTo>
                  <a:pt x="930204" y="377929"/>
                </a:lnTo>
                <a:lnTo>
                  <a:pt x="933304" y="387737"/>
                </a:lnTo>
                <a:lnTo>
                  <a:pt x="930555" y="394592"/>
                </a:lnTo>
                <a:lnTo>
                  <a:pt x="928987" y="399802"/>
                </a:lnTo>
                <a:lnTo>
                  <a:pt x="931149" y="419528"/>
                </a:lnTo>
                <a:lnTo>
                  <a:pt x="934595" y="433817"/>
                </a:lnTo>
                <a:lnTo>
                  <a:pt x="938261" y="445123"/>
                </a:lnTo>
                <a:lnTo>
                  <a:pt x="922057" y="456968"/>
                </a:lnTo>
                <a:lnTo>
                  <a:pt x="920219" y="458378"/>
                </a:lnTo>
                <a:lnTo>
                  <a:pt x="909672" y="444333"/>
                </a:lnTo>
                <a:lnTo>
                  <a:pt x="891832" y="452200"/>
                </a:lnTo>
                <a:lnTo>
                  <a:pt x="899896" y="509753"/>
                </a:lnTo>
                <a:lnTo>
                  <a:pt x="1005752" y="508483"/>
                </a:lnTo>
                <a:lnTo>
                  <a:pt x="964595" y="636647"/>
                </a:lnTo>
                <a:lnTo>
                  <a:pt x="953709" y="636623"/>
                </a:lnTo>
                <a:lnTo>
                  <a:pt x="944147" y="637387"/>
                </a:lnTo>
                <a:lnTo>
                  <a:pt x="940003" y="637718"/>
                </a:lnTo>
                <a:lnTo>
                  <a:pt x="925253" y="640788"/>
                </a:lnTo>
                <a:lnTo>
                  <a:pt x="885417" y="645165"/>
                </a:lnTo>
                <a:lnTo>
                  <a:pt x="873302" y="646501"/>
                </a:lnTo>
                <a:lnTo>
                  <a:pt x="837873" y="647574"/>
                </a:lnTo>
                <a:lnTo>
                  <a:pt x="837684" y="634730"/>
                </a:lnTo>
                <a:lnTo>
                  <a:pt x="829775" y="634457"/>
                </a:lnTo>
                <a:lnTo>
                  <a:pt x="818187" y="634980"/>
                </a:lnTo>
                <a:lnTo>
                  <a:pt x="798973" y="634138"/>
                </a:lnTo>
                <a:lnTo>
                  <a:pt x="777095" y="633295"/>
                </a:lnTo>
                <a:lnTo>
                  <a:pt x="764894" y="630625"/>
                </a:lnTo>
                <a:lnTo>
                  <a:pt x="744558" y="620371"/>
                </a:lnTo>
                <a:lnTo>
                  <a:pt x="729761" y="673434"/>
                </a:lnTo>
                <a:lnTo>
                  <a:pt x="720469" y="699258"/>
                </a:lnTo>
                <a:lnTo>
                  <a:pt x="718707" y="698524"/>
                </a:lnTo>
                <a:lnTo>
                  <a:pt x="717182" y="697889"/>
                </a:lnTo>
                <a:lnTo>
                  <a:pt x="710754" y="694799"/>
                </a:lnTo>
                <a:lnTo>
                  <a:pt x="704615" y="691880"/>
                </a:lnTo>
                <a:lnTo>
                  <a:pt x="694966" y="687349"/>
                </a:lnTo>
                <a:lnTo>
                  <a:pt x="690713" y="698102"/>
                </a:lnTo>
                <a:lnTo>
                  <a:pt x="682670" y="724692"/>
                </a:lnTo>
                <a:lnTo>
                  <a:pt x="690778" y="727984"/>
                </a:lnTo>
                <a:lnTo>
                  <a:pt x="676315" y="771453"/>
                </a:lnTo>
                <a:lnTo>
                  <a:pt x="634475" y="760996"/>
                </a:lnTo>
                <a:lnTo>
                  <a:pt x="628089" y="777422"/>
                </a:lnTo>
                <a:lnTo>
                  <a:pt x="619214" y="788138"/>
                </a:lnTo>
                <a:lnTo>
                  <a:pt x="568284" y="933706"/>
                </a:lnTo>
                <a:lnTo>
                  <a:pt x="609932" y="966507"/>
                </a:lnTo>
                <a:lnTo>
                  <a:pt x="593697" y="1008206"/>
                </a:lnTo>
                <a:lnTo>
                  <a:pt x="571251" y="1066697"/>
                </a:lnTo>
                <a:lnTo>
                  <a:pt x="562475" y="1061742"/>
                </a:lnTo>
                <a:lnTo>
                  <a:pt x="560869" y="1060741"/>
                </a:lnTo>
                <a:lnTo>
                  <a:pt x="544678" y="1052537"/>
                </a:lnTo>
                <a:lnTo>
                  <a:pt x="519935" y="1039916"/>
                </a:lnTo>
                <a:lnTo>
                  <a:pt x="500649" y="1030950"/>
                </a:lnTo>
                <a:lnTo>
                  <a:pt x="470080" y="1016600"/>
                </a:lnTo>
                <a:lnTo>
                  <a:pt x="468542" y="1015914"/>
                </a:lnTo>
                <a:lnTo>
                  <a:pt x="445196" y="1005209"/>
                </a:lnTo>
                <a:lnTo>
                  <a:pt x="389820" y="978189"/>
                </a:lnTo>
                <a:lnTo>
                  <a:pt x="384346" y="974988"/>
                </a:lnTo>
                <a:lnTo>
                  <a:pt x="379724" y="972237"/>
                </a:lnTo>
                <a:lnTo>
                  <a:pt x="377513" y="970933"/>
                </a:lnTo>
                <a:lnTo>
                  <a:pt x="367950" y="963277"/>
                </a:lnTo>
                <a:lnTo>
                  <a:pt x="361248" y="957719"/>
                </a:lnTo>
                <a:lnTo>
                  <a:pt x="351223" y="949504"/>
                </a:lnTo>
                <a:lnTo>
                  <a:pt x="338663" y="939125"/>
                </a:lnTo>
                <a:lnTo>
                  <a:pt x="335045" y="936383"/>
                </a:lnTo>
                <a:lnTo>
                  <a:pt x="333512" y="936133"/>
                </a:lnTo>
                <a:lnTo>
                  <a:pt x="330945" y="935737"/>
                </a:lnTo>
                <a:lnTo>
                  <a:pt x="326559" y="935032"/>
                </a:lnTo>
                <a:lnTo>
                  <a:pt x="321009" y="934555"/>
                </a:lnTo>
                <a:lnTo>
                  <a:pt x="319015" y="934461"/>
                </a:lnTo>
                <a:lnTo>
                  <a:pt x="316909" y="934229"/>
                </a:lnTo>
                <a:lnTo>
                  <a:pt x="314781" y="933140"/>
                </a:lnTo>
                <a:lnTo>
                  <a:pt x="302792" y="925045"/>
                </a:lnTo>
                <a:lnTo>
                  <a:pt x="296984" y="922348"/>
                </a:lnTo>
                <a:lnTo>
                  <a:pt x="292505" y="919367"/>
                </a:lnTo>
                <a:lnTo>
                  <a:pt x="290378" y="916037"/>
                </a:lnTo>
                <a:lnTo>
                  <a:pt x="287492" y="914057"/>
                </a:lnTo>
                <a:lnTo>
                  <a:pt x="283848" y="912316"/>
                </a:lnTo>
                <a:lnTo>
                  <a:pt x="278691" y="911989"/>
                </a:lnTo>
                <a:lnTo>
                  <a:pt x="273299" y="913643"/>
                </a:lnTo>
                <a:lnTo>
                  <a:pt x="269212" y="914470"/>
                </a:lnTo>
                <a:lnTo>
                  <a:pt x="263363" y="916951"/>
                </a:lnTo>
                <a:lnTo>
                  <a:pt x="257486" y="920194"/>
                </a:lnTo>
                <a:lnTo>
                  <a:pt x="253165" y="923197"/>
                </a:lnTo>
                <a:lnTo>
                  <a:pt x="249861" y="925003"/>
                </a:lnTo>
                <a:lnTo>
                  <a:pt x="246780" y="924938"/>
                </a:lnTo>
                <a:lnTo>
                  <a:pt x="245200" y="924938"/>
                </a:lnTo>
                <a:lnTo>
                  <a:pt x="241334" y="924176"/>
                </a:lnTo>
                <a:lnTo>
                  <a:pt x="233265" y="920781"/>
                </a:lnTo>
                <a:lnTo>
                  <a:pt x="230707" y="919780"/>
                </a:lnTo>
                <a:lnTo>
                  <a:pt x="228853" y="919040"/>
                </a:lnTo>
                <a:lnTo>
                  <a:pt x="225039" y="915972"/>
                </a:lnTo>
                <a:lnTo>
                  <a:pt x="207856" y="908834"/>
                </a:lnTo>
                <a:lnTo>
                  <a:pt x="191104" y="898869"/>
                </a:lnTo>
                <a:lnTo>
                  <a:pt x="184863" y="895125"/>
                </a:lnTo>
                <a:lnTo>
                  <a:pt x="179601" y="891143"/>
                </a:lnTo>
                <a:lnTo>
                  <a:pt x="177473" y="888577"/>
                </a:lnTo>
                <a:lnTo>
                  <a:pt x="175057" y="884246"/>
                </a:lnTo>
                <a:lnTo>
                  <a:pt x="173372" y="879023"/>
                </a:lnTo>
                <a:lnTo>
                  <a:pt x="172014" y="874714"/>
                </a:lnTo>
                <a:lnTo>
                  <a:pt x="170514" y="867143"/>
                </a:lnTo>
                <a:lnTo>
                  <a:pt x="169090" y="860005"/>
                </a:lnTo>
                <a:lnTo>
                  <a:pt x="168594" y="856849"/>
                </a:lnTo>
                <a:lnTo>
                  <a:pt x="167262" y="848147"/>
                </a:lnTo>
                <a:lnTo>
                  <a:pt x="164755" y="829542"/>
                </a:lnTo>
                <a:lnTo>
                  <a:pt x="163200" y="818747"/>
                </a:lnTo>
                <a:lnTo>
                  <a:pt x="161921" y="813679"/>
                </a:lnTo>
                <a:lnTo>
                  <a:pt x="161385" y="811699"/>
                </a:lnTo>
                <a:lnTo>
                  <a:pt x="158422" y="807041"/>
                </a:lnTo>
                <a:lnTo>
                  <a:pt x="155249" y="803233"/>
                </a:lnTo>
                <a:lnTo>
                  <a:pt x="150679" y="797488"/>
                </a:lnTo>
                <a:lnTo>
                  <a:pt x="149138" y="795681"/>
                </a:lnTo>
                <a:lnTo>
                  <a:pt x="140468" y="787784"/>
                </a:lnTo>
                <a:lnTo>
                  <a:pt x="135206" y="783540"/>
                </a:lnTo>
                <a:lnTo>
                  <a:pt x="133627" y="782299"/>
                </a:lnTo>
                <a:lnTo>
                  <a:pt x="129056" y="779906"/>
                </a:lnTo>
                <a:lnTo>
                  <a:pt x="127358" y="779079"/>
                </a:lnTo>
                <a:lnTo>
                  <a:pt x="121379" y="777166"/>
                </a:lnTo>
                <a:lnTo>
                  <a:pt x="117474" y="774924"/>
                </a:lnTo>
                <a:lnTo>
                  <a:pt x="114054" y="772334"/>
                </a:lnTo>
                <a:lnTo>
                  <a:pt x="112461" y="770354"/>
                </a:lnTo>
                <a:lnTo>
                  <a:pt x="111638" y="768265"/>
                </a:lnTo>
                <a:lnTo>
                  <a:pt x="111573" y="765457"/>
                </a:lnTo>
                <a:lnTo>
                  <a:pt x="111468" y="760561"/>
                </a:lnTo>
                <a:lnTo>
                  <a:pt x="111612" y="744459"/>
                </a:lnTo>
                <a:lnTo>
                  <a:pt x="110828" y="739475"/>
                </a:lnTo>
                <a:lnTo>
                  <a:pt x="108386" y="733580"/>
                </a:lnTo>
                <a:lnTo>
                  <a:pt x="103543" y="725114"/>
                </a:lnTo>
                <a:lnTo>
                  <a:pt x="100304" y="719871"/>
                </a:lnTo>
                <a:lnTo>
                  <a:pt x="98177" y="716476"/>
                </a:lnTo>
                <a:lnTo>
                  <a:pt x="97053" y="711819"/>
                </a:lnTo>
                <a:lnTo>
                  <a:pt x="96139" y="706422"/>
                </a:lnTo>
                <a:lnTo>
                  <a:pt x="95552" y="703027"/>
                </a:lnTo>
                <a:lnTo>
                  <a:pt x="95787" y="691321"/>
                </a:lnTo>
                <a:lnTo>
                  <a:pt x="95708" y="687752"/>
                </a:lnTo>
                <a:lnTo>
                  <a:pt x="95473" y="678113"/>
                </a:lnTo>
                <a:lnTo>
                  <a:pt x="93266" y="659530"/>
                </a:lnTo>
                <a:lnTo>
                  <a:pt x="87716" y="616510"/>
                </a:lnTo>
                <a:lnTo>
                  <a:pt x="83988" y="593407"/>
                </a:lnTo>
                <a:lnTo>
                  <a:pt x="80283" y="570417"/>
                </a:lnTo>
                <a:lnTo>
                  <a:pt x="78924" y="564149"/>
                </a:lnTo>
                <a:lnTo>
                  <a:pt x="75067" y="537677"/>
                </a:lnTo>
                <a:lnTo>
                  <a:pt x="72190" y="522606"/>
                </a:lnTo>
                <a:lnTo>
                  <a:pt x="70799" y="505540"/>
                </a:lnTo>
                <a:lnTo>
                  <a:pt x="66469" y="470333"/>
                </a:lnTo>
                <a:lnTo>
                  <a:pt x="62865" y="447569"/>
                </a:lnTo>
                <a:lnTo>
                  <a:pt x="61790" y="430853"/>
                </a:lnTo>
                <a:lnTo>
                  <a:pt x="62391" y="413219"/>
                </a:lnTo>
                <a:lnTo>
                  <a:pt x="61948" y="398118"/>
                </a:lnTo>
                <a:lnTo>
                  <a:pt x="59482" y="388969"/>
                </a:lnTo>
                <a:lnTo>
                  <a:pt x="57996" y="377635"/>
                </a:lnTo>
                <a:lnTo>
                  <a:pt x="54994" y="365163"/>
                </a:lnTo>
                <a:lnTo>
                  <a:pt x="52086" y="355635"/>
                </a:lnTo>
                <a:lnTo>
                  <a:pt x="50315" y="348227"/>
                </a:lnTo>
                <a:lnTo>
                  <a:pt x="46237" y="342623"/>
                </a:lnTo>
                <a:lnTo>
                  <a:pt x="40958" y="336229"/>
                </a:lnTo>
                <a:lnTo>
                  <a:pt x="33845" y="327587"/>
                </a:lnTo>
                <a:lnTo>
                  <a:pt x="18166" y="311507"/>
                </a:lnTo>
                <a:lnTo>
                  <a:pt x="13298" y="304606"/>
                </a:lnTo>
                <a:lnTo>
                  <a:pt x="0" y="289742"/>
                </a:lnTo>
                <a:lnTo>
                  <a:pt x="58737" y="263416"/>
                </a:lnTo>
                <a:lnTo>
                  <a:pt x="107035" y="241756"/>
                </a:lnTo>
                <a:lnTo>
                  <a:pt x="154322" y="221980"/>
                </a:lnTo>
                <a:lnTo>
                  <a:pt x="168316" y="215615"/>
                </a:lnTo>
                <a:lnTo>
                  <a:pt x="199114" y="196670"/>
                </a:lnTo>
                <a:lnTo>
                  <a:pt x="211587" y="185399"/>
                </a:lnTo>
                <a:lnTo>
                  <a:pt x="226877" y="172425"/>
                </a:lnTo>
                <a:lnTo>
                  <a:pt x="242646" y="156490"/>
                </a:lnTo>
                <a:lnTo>
                  <a:pt x="264339" y="127811"/>
                </a:lnTo>
                <a:lnTo>
                  <a:pt x="270450" y="120266"/>
                </a:lnTo>
                <a:lnTo>
                  <a:pt x="273500" y="113626"/>
                </a:lnTo>
                <a:lnTo>
                  <a:pt x="276160" y="108965"/>
                </a:lnTo>
                <a:lnTo>
                  <a:pt x="298570" y="54108"/>
                </a:lnTo>
                <a:lnTo>
                  <a:pt x="316325" y="14245"/>
                </a:lnTo>
                <a:lnTo>
                  <a:pt x="322108" y="1262"/>
                </a:lnTo>
                <a:lnTo>
                  <a:pt x="322670" y="0"/>
                </a:lnTo>
                <a:lnTo>
                  <a:pt x="351176" y="13172"/>
                </a:lnTo>
                <a:lnTo>
                  <a:pt x="352662" y="13949"/>
                </a:lnTo>
                <a:lnTo>
                  <a:pt x="411173" y="44548"/>
                </a:lnTo>
                <a:lnTo>
                  <a:pt x="441353" y="66713"/>
                </a:lnTo>
                <a:lnTo>
                  <a:pt x="447576" y="71688"/>
                </a:lnTo>
                <a:lnTo>
                  <a:pt x="454477" y="64003"/>
                </a:lnTo>
                <a:lnTo>
                  <a:pt x="479218" y="86264"/>
                </a:lnTo>
                <a:lnTo>
                  <a:pt x="498766" y="109444"/>
                </a:lnTo>
                <a:lnTo>
                  <a:pt x="522218" y="147182"/>
                </a:lnTo>
                <a:lnTo>
                  <a:pt x="523506" y="149258"/>
                </a:lnTo>
                <a:lnTo>
                  <a:pt x="531264" y="156964"/>
                </a:lnTo>
                <a:lnTo>
                  <a:pt x="522061" y="165184"/>
                </a:lnTo>
                <a:lnTo>
                  <a:pt x="518803" y="168096"/>
                </a:lnTo>
                <a:lnTo>
                  <a:pt x="525950" y="175924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27">
            <a:extLst>
              <a:ext uri="{FF2B5EF4-FFF2-40B4-BE49-F238E27FC236}">
                <a16:creationId xmlns:a16="http://schemas.microsoft.com/office/drawing/2014/main" id="{D04B1131-727D-409F-A149-515B2D8E64B1}"/>
              </a:ext>
            </a:extLst>
          </p:cNvPr>
          <p:cNvSpPr/>
          <p:nvPr/>
        </p:nvSpPr>
        <p:spPr>
          <a:xfrm>
            <a:off x="4983552" y="4235701"/>
            <a:ext cx="1022566" cy="1104480"/>
          </a:xfrm>
          <a:custGeom>
            <a:avLst/>
            <a:gdLst/>
            <a:ahLst/>
            <a:cxnLst/>
            <a:rect l="0" t="0" r="0" b="0"/>
            <a:pathLst>
              <a:path w="831990" h="898638">
                <a:moveTo>
                  <a:pt x="581650" y="73407"/>
                </a:moveTo>
                <a:lnTo>
                  <a:pt x="526898" y="64332"/>
                </a:lnTo>
                <a:lnTo>
                  <a:pt x="383875" y="42661"/>
                </a:lnTo>
                <a:lnTo>
                  <a:pt x="312402" y="31068"/>
                </a:lnTo>
                <a:lnTo>
                  <a:pt x="276239" y="25362"/>
                </a:lnTo>
                <a:lnTo>
                  <a:pt x="241197" y="16866"/>
                </a:lnTo>
                <a:lnTo>
                  <a:pt x="215919" y="0"/>
                </a:lnTo>
                <a:lnTo>
                  <a:pt x="211250" y="6393"/>
                </a:lnTo>
                <a:lnTo>
                  <a:pt x="207198" y="17338"/>
                </a:lnTo>
                <a:lnTo>
                  <a:pt x="204004" y="21151"/>
                </a:lnTo>
                <a:lnTo>
                  <a:pt x="201302" y="25577"/>
                </a:lnTo>
                <a:lnTo>
                  <a:pt x="204249" y="30128"/>
                </a:lnTo>
                <a:lnTo>
                  <a:pt x="212602" y="35292"/>
                </a:lnTo>
                <a:lnTo>
                  <a:pt x="213708" y="37505"/>
                </a:lnTo>
                <a:lnTo>
                  <a:pt x="214690" y="43655"/>
                </a:lnTo>
                <a:lnTo>
                  <a:pt x="212772" y="44765"/>
                </a:lnTo>
                <a:lnTo>
                  <a:pt x="40308" y="60443"/>
                </a:lnTo>
                <a:lnTo>
                  <a:pt x="42042" y="73631"/>
                </a:lnTo>
                <a:lnTo>
                  <a:pt x="44745" y="99938"/>
                </a:lnTo>
                <a:lnTo>
                  <a:pt x="46755" y="112984"/>
                </a:lnTo>
                <a:lnTo>
                  <a:pt x="47421" y="123520"/>
                </a:lnTo>
                <a:lnTo>
                  <a:pt x="46686" y="139639"/>
                </a:lnTo>
                <a:lnTo>
                  <a:pt x="43771" y="169578"/>
                </a:lnTo>
                <a:lnTo>
                  <a:pt x="40871" y="193989"/>
                </a:lnTo>
                <a:lnTo>
                  <a:pt x="37578" y="211480"/>
                </a:lnTo>
                <a:lnTo>
                  <a:pt x="34286" y="242452"/>
                </a:lnTo>
                <a:lnTo>
                  <a:pt x="29522" y="280876"/>
                </a:lnTo>
                <a:lnTo>
                  <a:pt x="25766" y="322367"/>
                </a:lnTo>
                <a:lnTo>
                  <a:pt x="24400" y="336168"/>
                </a:lnTo>
                <a:lnTo>
                  <a:pt x="20969" y="360303"/>
                </a:lnTo>
                <a:lnTo>
                  <a:pt x="20005" y="373280"/>
                </a:lnTo>
                <a:lnTo>
                  <a:pt x="21529" y="387367"/>
                </a:lnTo>
                <a:lnTo>
                  <a:pt x="19917" y="394825"/>
                </a:lnTo>
                <a:lnTo>
                  <a:pt x="13732" y="408366"/>
                </a:lnTo>
                <a:lnTo>
                  <a:pt x="5641" y="455913"/>
                </a:lnTo>
                <a:lnTo>
                  <a:pt x="2938" y="467706"/>
                </a:lnTo>
                <a:lnTo>
                  <a:pt x="0" y="488618"/>
                </a:lnTo>
                <a:lnTo>
                  <a:pt x="600" y="496430"/>
                </a:lnTo>
                <a:lnTo>
                  <a:pt x="2533" y="504067"/>
                </a:lnTo>
                <a:lnTo>
                  <a:pt x="3943" y="509464"/>
                </a:lnTo>
                <a:lnTo>
                  <a:pt x="12770" y="531050"/>
                </a:lnTo>
                <a:lnTo>
                  <a:pt x="17855" y="553342"/>
                </a:lnTo>
                <a:lnTo>
                  <a:pt x="19938" y="559100"/>
                </a:lnTo>
                <a:lnTo>
                  <a:pt x="22354" y="569326"/>
                </a:lnTo>
                <a:lnTo>
                  <a:pt x="25945" y="585102"/>
                </a:lnTo>
                <a:lnTo>
                  <a:pt x="30777" y="601396"/>
                </a:lnTo>
                <a:lnTo>
                  <a:pt x="31063" y="602358"/>
                </a:lnTo>
                <a:lnTo>
                  <a:pt x="31223" y="602836"/>
                </a:lnTo>
                <a:lnTo>
                  <a:pt x="32108" y="605513"/>
                </a:lnTo>
                <a:lnTo>
                  <a:pt x="34224" y="618460"/>
                </a:lnTo>
                <a:lnTo>
                  <a:pt x="36756" y="628014"/>
                </a:lnTo>
                <a:lnTo>
                  <a:pt x="40647" y="639045"/>
                </a:lnTo>
                <a:lnTo>
                  <a:pt x="45179" y="645443"/>
                </a:lnTo>
                <a:lnTo>
                  <a:pt x="53653" y="654823"/>
                </a:lnTo>
                <a:lnTo>
                  <a:pt x="59463" y="660305"/>
                </a:lnTo>
                <a:lnTo>
                  <a:pt x="62375" y="667944"/>
                </a:lnTo>
                <a:lnTo>
                  <a:pt x="71524" y="676279"/>
                </a:lnTo>
                <a:lnTo>
                  <a:pt x="106912" y="711854"/>
                </a:lnTo>
                <a:lnTo>
                  <a:pt x="129658" y="733767"/>
                </a:lnTo>
                <a:lnTo>
                  <a:pt x="156987" y="759771"/>
                </a:lnTo>
                <a:lnTo>
                  <a:pt x="168816" y="769975"/>
                </a:lnTo>
                <a:lnTo>
                  <a:pt x="172881" y="774794"/>
                </a:lnTo>
                <a:lnTo>
                  <a:pt x="181547" y="778027"/>
                </a:lnTo>
                <a:lnTo>
                  <a:pt x="186972" y="782646"/>
                </a:lnTo>
                <a:lnTo>
                  <a:pt x="192444" y="787773"/>
                </a:lnTo>
                <a:lnTo>
                  <a:pt x="202817" y="798613"/>
                </a:lnTo>
                <a:lnTo>
                  <a:pt x="222011" y="817218"/>
                </a:lnTo>
                <a:lnTo>
                  <a:pt x="226464" y="821527"/>
                </a:lnTo>
                <a:lnTo>
                  <a:pt x="234343" y="829851"/>
                </a:lnTo>
                <a:lnTo>
                  <a:pt x="234033" y="830747"/>
                </a:lnTo>
                <a:lnTo>
                  <a:pt x="235827" y="831361"/>
                </a:lnTo>
                <a:lnTo>
                  <a:pt x="240697" y="835561"/>
                </a:lnTo>
                <a:lnTo>
                  <a:pt x="245209" y="839250"/>
                </a:lnTo>
                <a:lnTo>
                  <a:pt x="248047" y="841461"/>
                </a:lnTo>
                <a:lnTo>
                  <a:pt x="257861" y="850001"/>
                </a:lnTo>
                <a:lnTo>
                  <a:pt x="259837" y="851624"/>
                </a:lnTo>
                <a:lnTo>
                  <a:pt x="259983" y="853526"/>
                </a:lnTo>
                <a:lnTo>
                  <a:pt x="261242" y="852780"/>
                </a:lnTo>
                <a:lnTo>
                  <a:pt x="262446" y="853770"/>
                </a:lnTo>
                <a:lnTo>
                  <a:pt x="267673" y="858109"/>
                </a:lnTo>
                <a:lnTo>
                  <a:pt x="275808" y="864710"/>
                </a:lnTo>
                <a:lnTo>
                  <a:pt x="286037" y="873994"/>
                </a:lnTo>
                <a:lnTo>
                  <a:pt x="286160" y="874897"/>
                </a:lnTo>
                <a:lnTo>
                  <a:pt x="286998" y="874703"/>
                </a:lnTo>
                <a:lnTo>
                  <a:pt x="294520" y="880255"/>
                </a:lnTo>
                <a:lnTo>
                  <a:pt x="303578" y="888488"/>
                </a:lnTo>
                <a:lnTo>
                  <a:pt x="303730" y="889609"/>
                </a:lnTo>
                <a:lnTo>
                  <a:pt x="304834" y="889439"/>
                </a:lnTo>
                <a:lnTo>
                  <a:pt x="311686" y="894377"/>
                </a:lnTo>
                <a:lnTo>
                  <a:pt x="312699" y="895001"/>
                </a:lnTo>
                <a:lnTo>
                  <a:pt x="313691" y="895391"/>
                </a:lnTo>
                <a:lnTo>
                  <a:pt x="315374" y="896026"/>
                </a:lnTo>
                <a:lnTo>
                  <a:pt x="320723" y="897215"/>
                </a:lnTo>
                <a:lnTo>
                  <a:pt x="327305" y="897563"/>
                </a:lnTo>
                <a:lnTo>
                  <a:pt x="331639" y="897924"/>
                </a:lnTo>
                <a:lnTo>
                  <a:pt x="348603" y="898638"/>
                </a:lnTo>
                <a:lnTo>
                  <a:pt x="354378" y="898377"/>
                </a:lnTo>
                <a:lnTo>
                  <a:pt x="357084" y="893482"/>
                </a:lnTo>
                <a:lnTo>
                  <a:pt x="361922" y="879137"/>
                </a:lnTo>
                <a:lnTo>
                  <a:pt x="366360" y="866797"/>
                </a:lnTo>
                <a:lnTo>
                  <a:pt x="365611" y="864492"/>
                </a:lnTo>
                <a:lnTo>
                  <a:pt x="364546" y="863689"/>
                </a:lnTo>
                <a:lnTo>
                  <a:pt x="360046" y="862288"/>
                </a:lnTo>
                <a:lnTo>
                  <a:pt x="354540" y="859165"/>
                </a:lnTo>
                <a:lnTo>
                  <a:pt x="350725" y="855888"/>
                </a:lnTo>
                <a:lnTo>
                  <a:pt x="343244" y="845082"/>
                </a:lnTo>
                <a:lnTo>
                  <a:pt x="332364" y="837975"/>
                </a:lnTo>
                <a:lnTo>
                  <a:pt x="334640" y="831494"/>
                </a:lnTo>
                <a:lnTo>
                  <a:pt x="335543" y="828924"/>
                </a:lnTo>
                <a:lnTo>
                  <a:pt x="338493" y="823679"/>
                </a:lnTo>
                <a:lnTo>
                  <a:pt x="342006" y="819696"/>
                </a:lnTo>
                <a:lnTo>
                  <a:pt x="344414" y="818567"/>
                </a:lnTo>
                <a:lnTo>
                  <a:pt x="346093" y="817781"/>
                </a:lnTo>
                <a:lnTo>
                  <a:pt x="350976" y="817716"/>
                </a:lnTo>
                <a:lnTo>
                  <a:pt x="353314" y="818543"/>
                </a:lnTo>
                <a:lnTo>
                  <a:pt x="367872" y="824092"/>
                </a:lnTo>
                <a:lnTo>
                  <a:pt x="371542" y="825507"/>
                </a:lnTo>
                <a:lnTo>
                  <a:pt x="375667" y="825355"/>
                </a:lnTo>
                <a:lnTo>
                  <a:pt x="379232" y="823766"/>
                </a:lnTo>
                <a:lnTo>
                  <a:pt x="383431" y="823176"/>
                </a:lnTo>
                <a:lnTo>
                  <a:pt x="384155" y="823074"/>
                </a:lnTo>
                <a:lnTo>
                  <a:pt x="389819" y="822856"/>
                </a:lnTo>
                <a:lnTo>
                  <a:pt x="395493" y="821801"/>
                </a:lnTo>
                <a:lnTo>
                  <a:pt x="400817" y="819833"/>
                </a:lnTo>
                <a:lnTo>
                  <a:pt x="404191" y="818079"/>
                </a:lnTo>
                <a:lnTo>
                  <a:pt x="406422" y="815609"/>
                </a:lnTo>
                <a:lnTo>
                  <a:pt x="406281" y="811355"/>
                </a:lnTo>
                <a:lnTo>
                  <a:pt x="405862" y="809011"/>
                </a:lnTo>
                <a:lnTo>
                  <a:pt x="405721" y="806515"/>
                </a:lnTo>
                <a:lnTo>
                  <a:pt x="405875" y="804088"/>
                </a:lnTo>
                <a:lnTo>
                  <a:pt x="408033" y="803037"/>
                </a:lnTo>
                <a:lnTo>
                  <a:pt x="410327" y="802391"/>
                </a:lnTo>
                <a:lnTo>
                  <a:pt x="413777" y="800889"/>
                </a:lnTo>
                <a:lnTo>
                  <a:pt x="416300" y="797797"/>
                </a:lnTo>
                <a:lnTo>
                  <a:pt x="419532" y="792802"/>
                </a:lnTo>
                <a:lnTo>
                  <a:pt x="423325" y="790561"/>
                </a:lnTo>
                <a:lnTo>
                  <a:pt x="427578" y="788730"/>
                </a:lnTo>
                <a:lnTo>
                  <a:pt x="429340" y="786239"/>
                </a:lnTo>
                <a:lnTo>
                  <a:pt x="429891" y="782493"/>
                </a:lnTo>
                <a:lnTo>
                  <a:pt x="429960" y="779977"/>
                </a:lnTo>
                <a:lnTo>
                  <a:pt x="430310" y="775677"/>
                </a:lnTo>
                <a:lnTo>
                  <a:pt x="431433" y="770054"/>
                </a:lnTo>
                <a:lnTo>
                  <a:pt x="425776" y="760415"/>
                </a:lnTo>
                <a:lnTo>
                  <a:pt x="423765" y="754689"/>
                </a:lnTo>
                <a:lnTo>
                  <a:pt x="424457" y="754900"/>
                </a:lnTo>
                <a:lnTo>
                  <a:pt x="455177" y="774258"/>
                </a:lnTo>
                <a:lnTo>
                  <a:pt x="459128" y="763904"/>
                </a:lnTo>
                <a:lnTo>
                  <a:pt x="461948" y="765666"/>
                </a:lnTo>
                <a:lnTo>
                  <a:pt x="473281" y="743318"/>
                </a:lnTo>
                <a:lnTo>
                  <a:pt x="500624" y="757131"/>
                </a:lnTo>
                <a:lnTo>
                  <a:pt x="545909" y="781653"/>
                </a:lnTo>
                <a:lnTo>
                  <a:pt x="549105" y="783612"/>
                </a:lnTo>
                <a:lnTo>
                  <a:pt x="552381" y="785357"/>
                </a:lnTo>
                <a:lnTo>
                  <a:pt x="554250" y="778360"/>
                </a:lnTo>
                <a:lnTo>
                  <a:pt x="555377" y="776504"/>
                </a:lnTo>
                <a:lnTo>
                  <a:pt x="556556" y="776604"/>
                </a:lnTo>
                <a:lnTo>
                  <a:pt x="556827" y="779031"/>
                </a:lnTo>
                <a:lnTo>
                  <a:pt x="559352" y="785472"/>
                </a:lnTo>
                <a:lnTo>
                  <a:pt x="561774" y="788824"/>
                </a:lnTo>
                <a:lnTo>
                  <a:pt x="567047" y="792141"/>
                </a:lnTo>
                <a:lnTo>
                  <a:pt x="579932" y="798667"/>
                </a:lnTo>
                <a:lnTo>
                  <a:pt x="585541" y="801159"/>
                </a:lnTo>
                <a:lnTo>
                  <a:pt x="586433" y="801570"/>
                </a:lnTo>
                <a:lnTo>
                  <a:pt x="588692" y="799718"/>
                </a:lnTo>
                <a:lnTo>
                  <a:pt x="608187" y="792626"/>
                </a:lnTo>
                <a:lnTo>
                  <a:pt x="613528" y="790319"/>
                </a:lnTo>
                <a:lnTo>
                  <a:pt x="615056" y="789557"/>
                </a:lnTo>
                <a:lnTo>
                  <a:pt x="620931" y="787163"/>
                </a:lnTo>
                <a:lnTo>
                  <a:pt x="627603" y="786162"/>
                </a:lnTo>
                <a:lnTo>
                  <a:pt x="638663" y="784663"/>
                </a:lnTo>
                <a:lnTo>
                  <a:pt x="641966" y="783749"/>
                </a:lnTo>
                <a:lnTo>
                  <a:pt x="643781" y="783248"/>
                </a:lnTo>
                <a:lnTo>
                  <a:pt x="647816" y="780528"/>
                </a:lnTo>
                <a:lnTo>
                  <a:pt x="650374" y="778700"/>
                </a:lnTo>
                <a:lnTo>
                  <a:pt x="651772" y="776110"/>
                </a:lnTo>
                <a:lnTo>
                  <a:pt x="653339" y="773129"/>
                </a:lnTo>
                <a:lnTo>
                  <a:pt x="655520" y="767079"/>
                </a:lnTo>
                <a:lnTo>
                  <a:pt x="656251" y="765077"/>
                </a:lnTo>
                <a:lnTo>
                  <a:pt x="657399" y="759595"/>
                </a:lnTo>
                <a:lnTo>
                  <a:pt x="657595" y="756765"/>
                </a:lnTo>
                <a:lnTo>
                  <a:pt x="656903" y="749214"/>
                </a:lnTo>
                <a:lnTo>
                  <a:pt x="657046" y="744820"/>
                </a:lnTo>
                <a:lnTo>
                  <a:pt x="657751" y="742252"/>
                </a:lnTo>
                <a:lnTo>
                  <a:pt x="658705" y="738335"/>
                </a:lnTo>
                <a:lnTo>
                  <a:pt x="658185" y="737342"/>
                </a:lnTo>
                <a:lnTo>
                  <a:pt x="657621" y="736267"/>
                </a:lnTo>
                <a:lnTo>
                  <a:pt x="656303" y="735027"/>
                </a:lnTo>
                <a:lnTo>
                  <a:pt x="652399" y="733025"/>
                </a:lnTo>
                <a:lnTo>
                  <a:pt x="649421" y="731545"/>
                </a:lnTo>
                <a:lnTo>
                  <a:pt x="647176" y="730283"/>
                </a:lnTo>
                <a:lnTo>
                  <a:pt x="645165" y="727062"/>
                </a:lnTo>
                <a:lnTo>
                  <a:pt x="639785" y="718163"/>
                </a:lnTo>
                <a:lnTo>
                  <a:pt x="636090" y="714180"/>
                </a:lnTo>
                <a:lnTo>
                  <a:pt x="632839" y="706957"/>
                </a:lnTo>
                <a:lnTo>
                  <a:pt x="632460" y="702561"/>
                </a:lnTo>
                <a:lnTo>
                  <a:pt x="628713" y="696990"/>
                </a:lnTo>
                <a:lnTo>
                  <a:pt x="632251" y="693269"/>
                </a:lnTo>
                <a:lnTo>
                  <a:pt x="636665" y="695010"/>
                </a:lnTo>
                <a:lnTo>
                  <a:pt x="638544" y="686873"/>
                </a:lnTo>
                <a:lnTo>
                  <a:pt x="639550" y="683304"/>
                </a:lnTo>
                <a:lnTo>
                  <a:pt x="640686" y="679321"/>
                </a:lnTo>
                <a:lnTo>
                  <a:pt x="643154" y="674577"/>
                </a:lnTo>
                <a:lnTo>
                  <a:pt x="645413" y="672009"/>
                </a:lnTo>
                <a:lnTo>
                  <a:pt x="648207" y="670594"/>
                </a:lnTo>
                <a:lnTo>
                  <a:pt x="651824" y="670507"/>
                </a:lnTo>
                <a:lnTo>
                  <a:pt x="659671" y="676078"/>
                </a:lnTo>
                <a:lnTo>
                  <a:pt x="663353" y="678581"/>
                </a:lnTo>
                <a:lnTo>
                  <a:pt x="667440" y="678146"/>
                </a:lnTo>
                <a:lnTo>
                  <a:pt x="670796" y="676340"/>
                </a:lnTo>
                <a:lnTo>
                  <a:pt x="673302" y="673663"/>
                </a:lnTo>
                <a:lnTo>
                  <a:pt x="674399" y="671682"/>
                </a:lnTo>
                <a:lnTo>
                  <a:pt x="676515" y="667852"/>
                </a:lnTo>
                <a:lnTo>
                  <a:pt x="682664" y="655820"/>
                </a:lnTo>
                <a:lnTo>
                  <a:pt x="684597" y="653099"/>
                </a:lnTo>
                <a:lnTo>
                  <a:pt x="688452" y="646856"/>
                </a:lnTo>
                <a:lnTo>
                  <a:pt x="696674" y="637976"/>
                </a:lnTo>
                <a:lnTo>
                  <a:pt x="698549" y="636799"/>
                </a:lnTo>
                <a:lnTo>
                  <a:pt x="697208" y="632941"/>
                </a:lnTo>
                <a:lnTo>
                  <a:pt x="705610" y="630864"/>
                </a:lnTo>
                <a:lnTo>
                  <a:pt x="713293" y="626843"/>
                </a:lnTo>
                <a:lnTo>
                  <a:pt x="717334" y="627709"/>
                </a:lnTo>
                <a:lnTo>
                  <a:pt x="722021" y="628240"/>
                </a:lnTo>
                <a:lnTo>
                  <a:pt x="727798" y="626982"/>
                </a:lnTo>
                <a:lnTo>
                  <a:pt x="732166" y="625030"/>
                </a:lnTo>
                <a:lnTo>
                  <a:pt x="733932" y="623826"/>
                </a:lnTo>
                <a:lnTo>
                  <a:pt x="738209" y="617304"/>
                </a:lnTo>
                <a:lnTo>
                  <a:pt x="745497" y="603629"/>
                </a:lnTo>
                <a:lnTo>
                  <a:pt x="728446" y="593485"/>
                </a:lnTo>
                <a:lnTo>
                  <a:pt x="727082" y="592234"/>
                </a:lnTo>
                <a:lnTo>
                  <a:pt x="725486" y="590255"/>
                </a:lnTo>
                <a:lnTo>
                  <a:pt x="720463" y="580782"/>
                </a:lnTo>
                <a:lnTo>
                  <a:pt x="717817" y="574521"/>
                </a:lnTo>
                <a:lnTo>
                  <a:pt x="719189" y="573886"/>
                </a:lnTo>
                <a:lnTo>
                  <a:pt x="712758" y="557494"/>
                </a:lnTo>
                <a:lnTo>
                  <a:pt x="706468" y="541990"/>
                </a:lnTo>
                <a:lnTo>
                  <a:pt x="704254" y="534635"/>
                </a:lnTo>
                <a:lnTo>
                  <a:pt x="709221" y="531503"/>
                </a:lnTo>
                <a:lnTo>
                  <a:pt x="714552" y="527749"/>
                </a:lnTo>
                <a:lnTo>
                  <a:pt x="718166" y="525159"/>
                </a:lnTo>
                <a:lnTo>
                  <a:pt x="722041" y="522454"/>
                </a:lnTo>
                <a:lnTo>
                  <a:pt x="725947" y="519616"/>
                </a:lnTo>
                <a:lnTo>
                  <a:pt x="761168" y="494230"/>
                </a:lnTo>
                <a:lnTo>
                  <a:pt x="773783" y="485079"/>
                </a:lnTo>
                <a:lnTo>
                  <a:pt x="776843" y="492877"/>
                </a:lnTo>
                <a:lnTo>
                  <a:pt x="783154" y="511945"/>
                </a:lnTo>
                <a:lnTo>
                  <a:pt x="796481" y="501984"/>
                </a:lnTo>
                <a:lnTo>
                  <a:pt x="806232" y="494385"/>
                </a:lnTo>
                <a:lnTo>
                  <a:pt x="812704" y="489088"/>
                </a:lnTo>
                <a:lnTo>
                  <a:pt x="819260" y="484021"/>
                </a:lnTo>
                <a:lnTo>
                  <a:pt x="831990" y="474563"/>
                </a:lnTo>
                <a:lnTo>
                  <a:pt x="828285" y="451573"/>
                </a:lnTo>
                <a:lnTo>
                  <a:pt x="826926" y="445306"/>
                </a:lnTo>
                <a:lnTo>
                  <a:pt x="823069" y="418834"/>
                </a:lnTo>
                <a:lnTo>
                  <a:pt x="820192" y="403763"/>
                </a:lnTo>
                <a:lnTo>
                  <a:pt x="818802" y="386697"/>
                </a:lnTo>
                <a:lnTo>
                  <a:pt x="814471" y="351489"/>
                </a:lnTo>
                <a:lnTo>
                  <a:pt x="810867" y="328726"/>
                </a:lnTo>
                <a:lnTo>
                  <a:pt x="809792" y="312010"/>
                </a:lnTo>
                <a:lnTo>
                  <a:pt x="810393" y="294376"/>
                </a:lnTo>
                <a:lnTo>
                  <a:pt x="809950" y="279275"/>
                </a:lnTo>
                <a:lnTo>
                  <a:pt x="807485" y="270126"/>
                </a:lnTo>
                <a:lnTo>
                  <a:pt x="805998" y="258792"/>
                </a:lnTo>
                <a:lnTo>
                  <a:pt x="802996" y="246319"/>
                </a:lnTo>
                <a:lnTo>
                  <a:pt x="800088" y="236792"/>
                </a:lnTo>
                <a:lnTo>
                  <a:pt x="798317" y="229384"/>
                </a:lnTo>
                <a:lnTo>
                  <a:pt x="794239" y="223780"/>
                </a:lnTo>
                <a:lnTo>
                  <a:pt x="788960" y="217386"/>
                </a:lnTo>
                <a:lnTo>
                  <a:pt x="781847" y="208744"/>
                </a:lnTo>
                <a:lnTo>
                  <a:pt x="766168" y="192664"/>
                </a:lnTo>
                <a:lnTo>
                  <a:pt x="761300" y="185763"/>
                </a:lnTo>
                <a:lnTo>
                  <a:pt x="748002" y="170899"/>
                </a:lnTo>
                <a:lnTo>
                  <a:pt x="733680" y="153820"/>
                </a:lnTo>
                <a:lnTo>
                  <a:pt x="725011" y="142510"/>
                </a:lnTo>
                <a:lnTo>
                  <a:pt x="718922" y="136886"/>
                </a:lnTo>
                <a:lnTo>
                  <a:pt x="709382" y="128882"/>
                </a:lnTo>
                <a:lnTo>
                  <a:pt x="701127" y="121985"/>
                </a:lnTo>
                <a:lnTo>
                  <a:pt x="692361" y="120277"/>
                </a:lnTo>
                <a:lnTo>
                  <a:pt x="666851" y="120199"/>
                </a:lnTo>
                <a:lnTo>
                  <a:pt x="658084" y="122904"/>
                </a:lnTo>
                <a:lnTo>
                  <a:pt x="644831" y="120566"/>
                </a:lnTo>
                <a:lnTo>
                  <a:pt x="640735" y="116860"/>
                </a:lnTo>
                <a:lnTo>
                  <a:pt x="636537" y="109711"/>
                </a:lnTo>
                <a:lnTo>
                  <a:pt x="632704" y="106821"/>
                </a:lnTo>
                <a:lnTo>
                  <a:pt x="626169" y="104273"/>
                </a:lnTo>
                <a:lnTo>
                  <a:pt x="625776" y="98910"/>
                </a:lnTo>
                <a:lnTo>
                  <a:pt x="623544" y="90608"/>
                </a:lnTo>
                <a:lnTo>
                  <a:pt x="621209" y="85640"/>
                </a:lnTo>
                <a:lnTo>
                  <a:pt x="616721" y="81803"/>
                </a:lnTo>
                <a:lnTo>
                  <a:pt x="611655" y="78441"/>
                </a:lnTo>
                <a:lnTo>
                  <a:pt x="607145" y="77688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g28">
            <a:extLst>
              <a:ext uri="{FF2B5EF4-FFF2-40B4-BE49-F238E27FC236}">
                <a16:creationId xmlns:a16="http://schemas.microsoft.com/office/drawing/2014/main" id="{96BB5144-5F0A-45AE-8525-445C536276AE}"/>
              </a:ext>
            </a:extLst>
          </p:cNvPr>
          <p:cNvSpPr/>
          <p:nvPr/>
        </p:nvSpPr>
        <p:spPr>
          <a:xfrm>
            <a:off x="6294322" y="4462404"/>
            <a:ext cx="1081774" cy="1263668"/>
          </a:xfrm>
          <a:custGeom>
            <a:avLst/>
            <a:gdLst/>
            <a:ahLst/>
            <a:cxnLst/>
            <a:rect l="0" t="0" r="0" b="0"/>
            <a:pathLst>
              <a:path w="880164" h="1028158">
                <a:moveTo>
                  <a:pt x="672643" y="102654"/>
                </a:moveTo>
                <a:lnTo>
                  <a:pt x="696097" y="107720"/>
                </a:lnTo>
                <a:lnTo>
                  <a:pt x="695751" y="109463"/>
                </a:lnTo>
                <a:lnTo>
                  <a:pt x="769056" y="128869"/>
                </a:lnTo>
                <a:lnTo>
                  <a:pt x="817838" y="144166"/>
                </a:lnTo>
                <a:lnTo>
                  <a:pt x="829643" y="150155"/>
                </a:lnTo>
                <a:lnTo>
                  <a:pt x="844744" y="163225"/>
                </a:lnTo>
                <a:lnTo>
                  <a:pt x="872522" y="167147"/>
                </a:lnTo>
                <a:lnTo>
                  <a:pt x="880164" y="213081"/>
                </a:lnTo>
                <a:lnTo>
                  <a:pt x="871030" y="267795"/>
                </a:lnTo>
                <a:lnTo>
                  <a:pt x="853133" y="317470"/>
                </a:lnTo>
                <a:lnTo>
                  <a:pt x="820136" y="380407"/>
                </a:lnTo>
                <a:lnTo>
                  <a:pt x="784156" y="454929"/>
                </a:lnTo>
                <a:lnTo>
                  <a:pt x="766717" y="502391"/>
                </a:lnTo>
                <a:lnTo>
                  <a:pt x="728660" y="504008"/>
                </a:lnTo>
                <a:lnTo>
                  <a:pt x="722112" y="525231"/>
                </a:lnTo>
                <a:lnTo>
                  <a:pt x="716528" y="559061"/>
                </a:lnTo>
                <a:lnTo>
                  <a:pt x="712416" y="584027"/>
                </a:lnTo>
                <a:lnTo>
                  <a:pt x="709758" y="612386"/>
                </a:lnTo>
                <a:lnTo>
                  <a:pt x="719495" y="644061"/>
                </a:lnTo>
                <a:lnTo>
                  <a:pt x="735491" y="659922"/>
                </a:lnTo>
                <a:lnTo>
                  <a:pt x="742751" y="714198"/>
                </a:lnTo>
                <a:lnTo>
                  <a:pt x="741237" y="723355"/>
                </a:lnTo>
                <a:lnTo>
                  <a:pt x="740961" y="726803"/>
                </a:lnTo>
                <a:lnTo>
                  <a:pt x="741089" y="731375"/>
                </a:lnTo>
                <a:lnTo>
                  <a:pt x="742322" y="746017"/>
                </a:lnTo>
                <a:lnTo>
                  <a:pt x="744164" y="764702"/>
                </a:lnTo>
                <a:lnTo>
                  <a:pt x="746847" y="778004"/>
                </a:lnTo>
                <a:lnTo>
                  <a:pt x="749187" y="784911"/>
                </a:lnTo>
                <a:lnTo>
                  <a:pt x="755942" y="796667"/>
                </a:lnTo>
                <a:lnTo>
                  <a:pt x="761856" y="807285"/>
                </a:lnTo>
                <a:lnTo>
                  <a:pt x="769692" y="814924"/>
                </a:lnTo>
                <a:lnTo>
                  <a:pt x="772720" y="820909"/>
                </a:lnTo>
                <a:lnTo>
                  <a:pt x="778296" y="828545"/>
                </a:lnTo>
                <a:lnTo>
                  <a:pt x="787996" y="836097"/>
                </a:lnTo>
                <a:lnTo>
                  <a:pt x="803366" y="849672"/>
                </a:lnTo>
                <a:lnTo>
                  <a:pt x="793642" y="874471"/>
                </a:lnTo>
                <a:lnTo>
                  <a:pt x="772589" y="914166"/>
                </a:lnTo>
                <a:lnTo>
                  <a:pt x="757792" y="912464"/>
                </a:lnTo>
                <a:lnTo>
                  <a:pt x="746385" y="910821"/>
                </a:lnTo>
                <a:lnTo>
                  <a:pt x="743917" y="910647"/>
                </a:lnTo>
                <a:lnTo>
                  <a:pt x="740783" y="910322"/>
                </a:lnTo>
                <a:lnTo>
                  <a:pt x="737624" y="909994"/>
                </a:lnTo>
                <a:lnTo>
                  <a:pt x="735051" y="910560"/>
                </a:lnTo>
                <a:lnTo>
                  <a:pt x="733497" y="910908"/>
                </a:lnTo>
                <a:lnTo>
                  <a:pt x="722155" y="916087"/>
                </a:lnTo>
                <a:lnTo>
                  <a:pt x="715550" y="918137"/>
                </a:lnTo>
                <a:lnTo>
                  <a:pt x="709574" y="919478"/>
                </a:lnTo>
                <a:lnTo>
                  <a:pt x="698496" y="920194"/>
                </a:lnTo>
                <a:lnTo>
                  <a:pt x="677587" y="918814"/>
                </a:lnTo>
                <a:lnTo>
                  <a:pt x="656000" y="916189"/>
                </a:lnTo>
                <a:lnTo>
                  <a:pt x="645659" y="918240"/>
                </a:lnTo>
                <a:lnTo>
                  <a:pt x="628930" y="924407"/>
                </a:lnTo>
                <a:lnTo>
                  <a:pt x="617362" y="929160"/>
                </a:lnTo>
                <a:lnTo>
                  <a:pt x="612985" y="932287"/>
                </a:lnTo>
                <a:lnTo>
                  <a:pt x="612651" y="936857"/>
                </a:lnTo>
                <a:lnTo>
                  <a:pt x="611761" y="939702"/>
                </a:lnTo>
                <a:lnTo>
                  <a:pt x="609148" y="939813"/>
                </a:lnTo>
                <a:lnTo>
                  <a:pt x="607924" y="938531"/>
                </a:lnTo>
                <a:lnTo>
                  <a:pt x="607313" y="937136"/>
                </a:lnTo>
                <a:lnTo>
                  <a:pt x="601196" y="938307"/>
                </a:lnTo>
                <a:lnTo>
                  <a:pt x="598139" y="941430"/>
                </a:lnTo>
                <a:lnTo>
                  <a:pt x="593412" y="942655"/>
                </a:lnTo>
                <a:lnTo>
                  <a:pt x="590020" y="943156"/>
                </a:lnTo>
                <a:lnTo>
                  <a:pt x="580068" y="959264"/>
                </a:lnTo>
                <a:lnTo>
                  <a:pt x="576731" y="963834"/>
                </a:lnTo>
                <a:lnTo>
                  <a:pt x="574564" y="970859"/>
                </a:lnTo>
                <a:lnTo>
                  <a:pt x="572451" y="977268"/>
                </a:lnTo>
                <a:lnTo>
                  <a:pt x="570792" y="993780"/>
                </a:lnTo>
                <a:lnTo>
                  <a:pt x="572904" y="1002892"/>
                </a:lnTo>
                <a:lnTo>
                  <a:pt x="564688" y="1026511"/>
                </a:lnTo>
                <a:lnTo>
                  <a:pt x="564457" y="1027018"/>
                </a:lnTo>
                <a:lnTo>
                  <a:pt x="564216" y="1027320"/>
                </a:lnTo>
                <a:lnTo>
                  <a:pt x="563661" y="1027455"/>
                </a:lnTo>
                <a:lnTo>
                  <a:pt x="526912" y="1028158"/>
                </a:lnTo>
                <a:lnTo>
                  <a:pt x="520035" y="1005214"/>
                </a:lnTo>
                <a:lnTo>
                  <a:pt x="517925" y="1000648"/>
                </a:lnTo>
                <a:lnTo>
                  <a:pt x="524905" y="998855"/>
                </a:lnTo>
                <a:lnTo>
                  <a:pt x="529570" y="975242"/>
                </a:lnTo>
                <a:lnTo>
                  <a:pt x="536298" y="960124"/>
                </a:lnTo>
                <a:lnTo>
                  <a:pt x="536778" y="944677"/>
                </a:lnTo>
                <a:lnTo>
                  <a:pt x="537830" y="934420"/>
                </a:lnTo>
                <a:lnTo>
                  <a:pt x="543120" y="923376"/>
                </a:lnTo>
                <a:lnTo>
                  <a:pt x="546356" y="916366"/>
                </a:lnTo>
                <a:lnTo>
                  <a:pt x="551465" y="893966"/>
                </a:lnTo>
                <a:lnTo>
                  <a:pt x="551712" y="885781"/>
                </a:lnTo>
                <a:lnTo>
                  <a:pt x="551064" y="879857"/>
                </a:lnTo>
                <a:lnTo>
                  <a:pt x="551220" y="876375"/>
                </a:lnTo>
                <a:lnTo>
                  <a:pt x="550097" y="872307"/>
                </a:lnTo>
                <a:lnTo>
                  <a:pt x="548204" y="867737"/>
                </a:lnTo>
                <a:lnTo>
                  <a:pt x="545030" y="864908"/>
                </a:lnTo>
                <a:lnTo>
                  <a:pt x="542955" y="863755"/>
                </a:lnTo>
                <a:lnTo>
                  <a:pt x="538032" y="862841"/>
                </a:lnTo>
                <a:lnTo>
                  <a:pt x="512030" y="856073"/>
                </a:lnTo>
                <a:lnTo>
                  <a:pt x="496710" y="859850"/>
                </a:lnTo>
                <a:lnTo>
                  <a:pt x="490607" y="871082"/>
                </a:lnTo>
                <a:lnTo>
                  <a:pt x="485896" y="871742"/>
                </a:lnTo>
                <a:lnTo>
                  <a:pt x="485597" y="871783"/>
                </a:lnTo>
                <a:lnTo>
                  <a:pt x="483602" y="874005"/>
                </a:lnTo>
                <a:lnTo>
                  <a:pt x="482578" y="879178"/>
                </a:lnTo>
                <a:lnTo>
                  <a:pt x="480571" y="882381"/>
                </a:lnTo>
                <a:lnTo>
                  <a:pt x="479424" y="885295"/>
                </a:lnTo>
                <a:lnTo>
                  <a:pt x="478809" y="888005"/>
                </a:lnTo>
                <a:lnTo>
                  <a:pt x="478318" y="892399"/>
                </a:lnTo>
                <a:lnTo>
                  <a:pt x="477908" y="898187"/>
                </a:lnTo>
                <a:lnTo>
                  <a:pt x="476475" y="900118"/>
                </a:lnTo>
                <a:lnTo>
                  <a:pt x="470126" y="906113"/>
                </a:lnTo>
                <a:lnTo>
                  <a:pt x="463646" y="917371"/>
                </a:lnTo>
                <a:lnTo>
                  <a:pt x="460396" y="919874"/>
                </a:lnTo>
                <a:lnTo>
                  <a:pt x="458907" y="921027"/>
                </a:lnTo>
                <a:lnTo>
                  <a:pt x="452926" y="923443"/>
                </a:lnTo>
                <a:lnTo>
                  <a:pt x="443894" y="926525"/>
                </a:lnTo>
                <a:lnTo>
                  <a:pt x="436717" y="932411"/>
                </a:lnTo>
                <a:lnTo>
                  <a:pt x="430902" y="936807"/>
                </a:lnTo>
                <a:lnTo>
                  <a:pt x="429739" y="938707"/>
                </a:lnTo>
                <a:lnTo>
                  <a:pt x="429362" y="950450"/>
                </a:lnTo>
                <a:lnTo>
                  <a:pt x="428841" y="951902"/>
                </a:lnTo>
                <a:lnTo>
                  <a:pt x="426176" y="954457"/>
                </a:lnTo>
                <a:lnTo>
                  <a:pt x="423279" y="957127"/>
                </a:lnTo>
                <a:lnTo>
                  <a:pt x="420212" y="961175"/>
                </a:lnTo>
                <a:lnTo>
                  <a:pt x="414891" y="968857"/>
                </a:lnTo>
                <a:lnTo>
                  <a:pt x="402501" y="988615"/>
                </a:lnTo>
                <a:lnTo>
                  <a:pt x="400450" y="991423"/>
                </a:lnTo>
                <a:lnTo>
                  <a:pt x="398894" y="993708"/>
                </a:lnTo>
                <a:lnTo>
                  <a:pt x="392773" y="991771"/>
                </a:lnTo>
                <a:lnTo>
                  <a:pt x="374454" y="980026"/>
                </a:lnTo>
                <a:lnTo>
                  <a:pt x="355915" y="968766"/>
                </a:lnTo>
                <a:lnTo>
                  <a:pt x="345264" y="961523"/>
                </a:lnTo>
                <a:lnTo>
                  <a:pt x="334484" y="953460"/>
                </a:lnTo>
                <a:lnTo>
                  <a:pt x="330451" y="947684"/>
                </a:lnTo>
                <a:lnTo>
                  <a:pt x="323505" y="936631"/>
                </a:lnTo>
                <a:lnTo>
                  <a:pt x="322330" y="935717"/>
                </a:lnTo>
                <a:lnTo>
                  <a:pt x="317472" y="931909"/>
                </a:lnTo>
                <a:lnTo>
                  <a:pt x="315292" y="930733"/>
                </a:lnTo>
                <a:lnTo>
                  <a:pt x="311191" y="928666"/>
                </a:lnTo>
                <a:lnTo>
                  <a:pt x="303932" y="926511"/>
                </a:lnTo>
                <a:lnTo>
                  <a:pt x="298409" y="925423"/>
                </a:lnTo>
                <a:lnTo>
                  <a:pt x="295667" y="924836"/>
                </a:lnTo>
                <a:lnTo>
                  <a:pt x="289870" y="924773"/>
                </a:lnTo>
                <a:lnTo>
                  <a:pt x="284463" y="925423"/>
                </a:lnTo>
                <a:lnTo>
                  <a:pt x="279907" y="926511"/>
                </a:lnTo>
                <a:lnTo>
                  <a:pt x="257841" y="931996"/>
                </a:lnTo>
                <a:lnTo>
                  <a:pt x="239274" y="935978"/>
                </a:lnTo>
                <a:lnTo>
                  <a:pt x="221686" y="939787"/>
                </a:lnTo>
                <a:lnTo>
                  <a:pt x="217033" y="941554"/>
                </a:lnTo>
                <a:lnTo>
                  <a:pt x="210934" y="940788"/>
                </a:lnTo>
                <a:lnTo>
                  <a:pt x="203766" y="938575"/>
                </a:lnTo>
                <a:lnTo>
                  <a:pt x="188655" y="934350"/>
                </a:lnTo>
                <a:lnTo>
                  <a:pt x="170750" y="923486"/>
                </a:lnTo>
                <a:lnTo>
                  <a:pt x="148683" y="910977"/>
                </a:lnTo>
                <a:lnTo>
                  <a:pt x="132318" y="899125"/>
                </a:lnTo>
                <a:lnTo>
                  <a:pt x="130619" y="893987"/>
                </a:lnTo>
                <a:lnTo>
                  <a:pt x="129618" y="888153"/>
                </a:lnTo>
                <a:lnTo>
                  <a:pt x="129649" y="877456"/>
                </a:lnTo>
                <a:lnTo>
                  <a:pt x="128139" y="875189"/>
                </a:lnTo>
                <a:lnTo>
                  <a:pt x="128079" y="873289"/>
                </a:lnTo>
                <a:lnTo>
                  <a:pt x="127772" y="870255"/>
                </a:lnTo>
                <a:lnTo>
                  <a:pt x="127321" y="865256"/>
                </a:lnTo>
                <a:lnTo>
                  <a:pt x="126682" y="856597"/>
                </a:lnTo>
                <a:lnTo>
                  <a:pt x="125611" y="850789"/>
                </a:lnTo>
                <a:lnTo>
                  <a:pt x="124919" y="846980"/>
                </a:lnTo>
                <a:lnTo>
                  <a:pt x="117228" y="834686"/>
                </a:lnTo>
                <a:lnTo>
                  <a:pt x="112083" y="826308"/>
                </a:lnTo>
                <a:lnTo>
                  <a:pt x="105124" y="814602"/>
                </a:lnTo>
                <a:lnTo>
                  <a:pt x="101691" y="810619"/>
                </a:lnTo>
                <a:lnTo>
                  <a:pt x="79937" y="795257"/>
                </a:lnTo>
                <a:lnTo>
                  <a:pt x="70810" y="788445"/>
                </a:lnTo>
                <a:lnTo>
                  <a:pt x="60939" y="780981"/>
                </a:lnTo>
                <a:lnTo>
                  <a:pt x="41053" y="764617"/>
                </a:lnTo>
                <a:lnTo>
                  <a:pt x="37044" y="761312"/>
                </a:lnTo>
                <a:lnTo>
                  <a:pt x="33819" y="755414"/>
                </a:lnTo>
                <a:lnTo>
                  <a:pt x="32578" y="747427"/>
                </a:lnTo>
                <a:lnTo>
                  <a:pt x="32408" y="739965"/>
                </a:lnTo>
                <a:lnTo>
                  <a:pt x="30190" y="732740"/>
                </a:lnTo>
                <a:lnTo>
                  <a:pt x="27212" y="726842"/>
                </a:lnTo>
                <a:lnTo>
                  <a:pt x="25266" y="724037"/>
                </a:lnTo>
                <a:lnTo>
                  <a:pt x="23882" y="722035"/>
                </a:lnTo>
                <a:lnTo>
                  <a:pt x="19591" y="716424"/>
                </a:lnTo>
                <a:lnTo>
                  <a:pt x="16809" y="714041"/>
                </a:lnTo>
                <a:lnTo>
                  <a:pt x="16142" y="713471"/>
                </a:lnTo>
                <a:lnTo>
                  <a:pt x="15562" y="713118"/>
                </a:lnTo>
                <a:lnTo>
                  <a:pt x="12464" y="711460"/>
                </a:lnTo>
                <a:lnTo>
                  <a:pt x="11461" y="710946"/>
                </a:lnTo>
                <a:lnTo>
                  <a:pt x="9373" y="709869"/>
                </a:lnTo>
                <a:lnTo>
                  <a:pt x="2967" y="706318"/>
                </a:lnTo>
                <a:lnTo>
                  <a:pt x="25413" y="647826"/>
                </a:lnTo>
                <a:lnTo>
                  <a:pt x="41648" y="606127"/>
                </a:lnTo>
                <a:lnTo>
                  <a:pt x="0" y="573326"/>
                </a:lnTo>
                <a:lnTo>
                  <a:pt x="50930" y="427759"/>
                </a:lnTo>
                <a:lnTo>
                  <a:pt x="59805" y="417043"/>
                </a:lnTo>
                <a:lnTo>
                  <a:pt x="66191" y="400616"/>
                </a:lnTo>
                <a:lnTo>
                  <a:pt x="108031" y="411073"/>
                </a:lnTo>
                <a:lnTo>
                  <a:pt x="122494" y="367605"/>
                </a:lnTo>
                <a:lnTo>
                  <a:pt x="114386" y="364312"/>
                </a:lnTo>
                <a:lnTo>
                  <a:pt x="122429" y="337722"/>
                </a:lnTo>
                <a:lnTo>
                  <a:pt x="126682" y="326969"/>
                </a:lnTo>
                <a:lnTo>
                  <a:pt x="136331" y="331500"/>
                </a:lnTo>
                <a:lnTo>
                  <a:pt x="142470" y="334419"/>
                </a:lnTo>
                <a:lnTo>
                  <a:pt x="148898" y="337509"/>
                </a:lnTo>
                <a:lnTo>
                  <a:pt x="150423" y="338145"/>
                </a:lnTo>
                <a:lnTo>
                  <a:pt x="152185" y="338878"/>
                </a:lnTo>
                <a:lnTo>
                  <a:pt x="161477" y="313054"/>
                </a:lnTo>
                <a:lnTo>
                  <a:pt x="176274" y="259991"/>
                </a:lnTo>
                <a:lnTo>
                  <a:pt x="196610" y="270245"/>
                </a:lnTo>
                <a:lnTo>
                  <a:pt x="208811" y="272915"/>
                </a:lnTo>
                <a:lnTo>
                  <a:pt x="230689" y="273758"/>
                </a:lnTo>
                <a:lnTo>
                  <a:pt x="249902" y="274600"/>
                </a:lnTo>
                <a:lnTo>
                  <a:pt x="261491" y="274078"/>
                </a:lnTo>
                <a:lnTo>
                  <a:pt x="269400" y="274350"/>
                </a:lnTo>
                <a:lnTo>
                  <a:pt x="269589" y="287194"/>
                </a:lnTo>
                <a:lnTo>
                  <a:pt x="305018" y="286121"/>
                </a:lnTo>
                <a:lnTo>
                  <a:pt x="317133" y="284785"/>
                </a:lnTo>
                <a:lnTo>
                  <a:pt x="356969" y="280408"/>
                </a:lnTo>
                <a:lnTo>
                  <a:pt x="371719" y="277338"/>
                </a:lnTo>
                <a:lnTo>
                  <a:pt x="375863" y="277007"/>
                </a:lnTo>
                <a:lnTo>
                  <a:pt x="385425" y="276243"/>
                </a:lnTo>
                <a:lnTo>
                  <a:pt x="396311" y="276267"/>
                </a:lnTo>
                <a:lnTo>
                  <a:pt x="437468" y="148103"/>
                </a:lnTo>
                <a:lnTo>
                  <a:pt x="331612" y="149374"/>
                </a:lnTo>
                <a:lnTo>
                  <a:pt x="323548" y="91820"/>
                </a:lnTo>
                <a:lnTo>
                  <a:pt x="341388" y="83953"/>
                </a:lnTo>
                <a:lnTo>
                  <a:pt x="351935" y="97999"/>
                </a:lnTo>
                <a:lnTo>
                  <a:pt x="353773" y="96588"/>
                </a:lnTo>
                <a:lnTo>
                  <a:pt x="369977" y="84743"/>
                </a:lnTo>
                <a:lnTo>
                  <a:pt x="366311" y="73437"/>
                </a:lnTo>
                <a:lnTo>
                  <a:pt x="362865" y="59148"/>
                </a:lnTo>
                <a:lnTo>
                  <a:pt x="360702" y="39422"/>
                </a:lnTo>
                <a:lnTo>
                  <a:pt x="362271" y="34212"/>
                </a:lnTo>
                <a:lnTo>
                  <a:pt x="365020" y="27357"/>
                </a:lnTo>
                <a:lnTo>
                  <a:pt x="361920" y="17549"/>
                </a:lnTo>
                <a:lnTo>
                  <a:pt x="372141" y="7503"/>
                </a:lnTo>
                <a:lnTo>
                  <a:pt x="379774" y="0"/>
                </a:lnTo>
                <a:lnTo>
                  <a:pt x="397789" y="27003"/>
                </a:lnTo>
                <a:lnTo>
                  <a:pt x="426544" y="59503"/>
                </a:lnTo>
                <a:lnTo>
                  <a:pt x="448259" y="76830"/>
                </a:lnTo>
                <a:lnTo>
                  <a:pt x="472001" y="87703"/>
                </a:lnTo>
                <a:lnTo>
                  <a:pt x="506758" y="97128"/>
                </a:lnTo>
                <a:lnTo>
                  <a:pt x="528197" y="98062"/>
                </a:lnTo>
                <a:lnTo>
                  <a:pt x="551932" y="96131"/>
                </a:lnTo>
                <a:lnTo>
                  <a:pt x="607240" y="86858"/>
                </a:lnTo>
                <a:lnTo>
                  <a:pt x="632034" y="85178"/>
                </a:lnTo>
                <a:lnTo>
                  <a:pt x="657757" y="85394"/>
                </a:lnTo>
                <a:lnTo>
                  <a:pt x="655710" y="98995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g29">
            <a:extLst>
              <a:ext uri="{FF2B5EF4-FFF2-40B4-BE49-F238E27FC236}">
                <a16:creationId xmlns:a16="http://schemas.microsoft.com/office/drawing/2014/main" id="{8BF342DC-11CA-47E4-9EC3-9EB06192C6E5}"/>
              </a:ext>
            </a:extLst>
          </p:cNvPr>
          <p:cNvSpPr/>
          <p:nvPr/>
        </p:nvSpPr>
        <p:spPr>
          <a:xfrm>
            <a:off x="5487434" y="3003930"/>
            <a:ext cx="1137818" cy="1340790"/>
          </a:xfrm>
          <a:custGeom>
            <a:avLst/>
            <a:gdLst/>
            <a:ahLst/>
            <a:cxnLst/>
            <a:rect l="0" t="0" r="0" b="0"/>
            <a:pathLst>
              <a:path w="925762" h="1090906">
                <a:moveTo>
                  <a:pt x="725244" y="624930"/>
                </a:moveTo>
                <a:lnTo>
                  <a:pt x="698781" y="639128"/>
                </a:lnTo>
                <a:lnTo>
                  <a:pt x="686193" y="650253"/>
                </a:lnTo>
                <a:lnTo>
                  <a:pt x="674026" y="662742"/>
                </a:lnTo>
                <a:lnTo>
                  <a:pt x="657976" y="692655"/>
                </a:lnTo>
                <a:lnTo>
                  <a:pt x="652165" y="708104"/>
                </a:lnTo>
                <a:lnTo>
                  <a:pt x="649563" y="727419"/>
                </a:lnTo>
                <a:lnTo>
                  <a:pt x="650655" y="746563"/>
                </a:lnTo>
                <a:lnTo>
                  <a:pt x="653959" y="766265"/>
                </a:lnTo>
                <a:lnTo>
                  <a:pt x="656986" y="774846"/>
                </a:lnTo>
                <a:lnTo>
                  <a:pt x="659111" y="779109"/>
                </a:lnTo>
                <a:lnTo>
                  <a:pt x="661174" y="784341"/>
                </a:lnTo>
                <a:lnTo>
                  <a:pt x="668799" y="796243"/>
                </a:lnTo>
                <a:lnTo>
                  <a:pt x="677119" y="807871"/>
                </a:lnTo>
                <a:lnTo>
                  <a:pt x="708055" y="849280"/>
                </a:lnTo>
                <a:lnTo>
                  <a:pt x="708784" y="850332"/>
                </a:lnTo>
                <a:lnTo>
                  <a:pt x="684772" y="867221"/>
                </a:lnTo>
                <a:lnTo>
                  <a:pt x="679943" y="870614"/>
                </a:lnTo>
                <a:lnTo>
                  <a:pt x="682762" y="877848"/>
                </a:lnTo>
                <a:lnTo>
                  <a:pt x="685546" y="883905"/>
                </a:lnTo>
                <a:lnTo>
                  <a:pt x="688738" y="895206"/>
                </a:lnTo>
                <a:lnTo>
                  <a:pt x="689577" y="910821"/>
                </a:lnTo>
                <a:lnTo>
                  <a:pt x="688150" y="922747"/>
                </a:lnTo>
                <a:lnTo>
                  <a:pt x="686429" y="928921"/>
                </a:lnTo>
                <a:lnTo>
                  <a:pt x="684312" y="932733"/>
                </a:lnTo>
                <a:lnTo>
                  <a:pt x="683016" y="935071"/>
                </a:lnTo>
                <a:lnTo>
                  <a:pt x="681428" y="937930"/>
                </a:lnTo>
                <a:lnTo>
                  <a:pt x="671450" y="950217"/>
                </a:lnTo>
                <a:lnTo>
                  <a:pt x="660792" y="962069"/>
                </a:lnTo>
                <a:lnTo>
                  <a:pt x="651053" y="973967"/>
                </a:lnTo>
                <a:lnTo>
                  <a:pt x="640133" y="984896"/>
                </a:lnTo>
                <a:lnTo>
                  <a:pt x="630705" y="995170"/>
                </a:lnTo>
                <a:lnTo>
                  <a:pt x="624399" y="1002809"/>
                </a:lnTo>
                <a:lnTo>
                  <a:pt x="617706" y="1010302"/>
                </a:lnTo>
                <a:lnTo>
                  <a:pt x="613370" y="1015155"/>
                </a:lnTo>
                <a:lnTo>
                  <a:pt x="612926" y="1015653"/>
                </a:lnTo>
                <a:lnTo>
                  <a:pt x="602432" y="1027399"/>
                </a:lnTo>
                <a:lnTo>
                  <a:pt x="576906" y="1052032"/>
                </a:lnTo>
                <a:lnTo>
                  <a:pt x="572761" y="1056815"/>
                </a:lnTo>
                <a:lnTo>
                  <a:pt x="569113" y="1062859"/>
                </a:lnTo>
                <a:lnTo>
                  <a:pt x="564500" y="1072765"/>
                </a:lnTo>
                <a:lnTo>
                  <a:pt x="556562" y="1089809"/>
                </a:lnTo>
                <a:lnTo>
                  <a:pt x="556051" y="1090906"/>
                </a:lnTo>
                <a:lnTo>
                  <a:pt x="530099" y="1082948"/>
                </a:lnTo>
                <a:lnTo>
                  <a:pt x="472064" y="1071261"/>
                </a:lnTo>
                <a:lnTo>
                  <a:pt x="443909" y="1063461"/>
                </a:lnTo>
                <a:lnTo>
                  <a:pt x="431786" y="1059612"/>
                </a:lnTo>
                <a:lnTo>
                  <a:pt x="425420" y="1057359"/>
                </a:lnTo>
                <a:lnTo>
                  <a:pt x="419818" y="1054678"/>
                </a:lnTo>
                <a:lnTo>
                  <a:pt x="413187" y="1051026"/>
                </a:lnTo>
                <a:lnTo>
                  <a:pt x="396516" y="1041849"/>
                </a:lnTo>
                <a:lnTo>
                  <a:pt x="376725" y="1027455"/>
                </a:lnTo>
                <a:lnTo>
                  <a:pt x="319050" y="975647"/>
                </a:lnTo>
                <a:lnTo>
                  <a:pt x="278956" y="934137"/>
                </a:lnTo>
                <a:lnTo>
                  <a:pt x="257619" y="898786"/>
                </a:lnTo>
                <a:lnTo>
                  <a:pt x="216730" y="823949"/>
                </a:lnTo>
                <a:lnTo>
                  <a:pt x="164466" y="755229"/>
                </a:lnTo>
                <a:lnTo>
                  <a:pt x="0" y="536645"/>
                </a:lnTo>
                <a:lnTo>
                  <a:pt x="65611" y="498946"/>
                </a:lnTo>
                <a:lnTo>
                  <a:pt x="66226" y="495338"/>
                </a:lnTo>
                <a:lnTo>
                  <a:pt x="65902" y="479921"/>
                </a:lnTo>
                <a:lnTo>
                  <a:pt x="65742" y="472235"/>
                </a:lnTo>
                <a:lnTo>
                  <a:pt x="68018" y="469606"/>
                </a:lnTo>
                <a:lnTo>
                  <a:pt x="69605" y="466907"/>
                </a:lnTo>
                <a:lnTo>
                  <a:pt x="70385" y="464624"/>
                </a:lnTo>
                <a:lnTo>
                  <a:pt x="70709" y="460896"/>
                </a:lnTo>
                <a:lnTo>
                  <a:pt x="70598" y="460174"/>
                </a:lnTo>
                <a:lnTo>
                  <a:pt x="66090" y="428357"/>
                </a:lnTo>
                <a:lnTo>
                  <a:pt x="61760" y="408557"/>
                </a:lnTo>
                <a:lnTo>
                  <a:pt x="61597" y="401108"/>
                </a:lnTo>
                <a:lnTo>
                  <a:pt x="61511" y="399398"/>
                </a:lnTo>
                <a:lnTo>
                  <a:pt x="67002" y="399683"/>
                </a:lnTo>
                <a:lnTo>
                  <a:pt x="68168" y="399733"/>
                </a:lnTo>
                <a:lnTo>
                  <a:pt x="69083" y="403646"/>
                </a:lnTo>
                <a:lnTo>
                  <a:pt x="72996" y="412137"/>
                </a:lnTo>
                <a:lnTo>
                  <a:pt x="81235" y="421711"/>
                </a:lnTo>
                <a:lnTo>
                  <a:pt x="89392" y="428122"/>
                </a:lnTo>
                <a:lnTo>
                  <a:pt x="116112" y="429830"/>
                </a:lnTo>
                <a:lnTo>
                  <a:pt x="165842" y="440657"/>
                </a:lnTo>
                <a:lnTo>
                  <a:pt x="176923" y="444196"/>
                </a:lnTo>
                <a:lnTo>
                  <a:pt x="202192" y="455876"/>
                </a:lnTo>
                <a:lnTo>
                  <a:pt x="212527" y="460988"/>
                </a:lnTo>
                <a:lnTo>
                  <a:pt x="217726" y="464733"/>
                </a:lnTo>
                <a:lnTo>
                  <a:pt x="223573" y="470618"/>
                </a:lnTo>
                <a:lnTo>
                  <a:pt x="239523" y="490404"/>
                </a:lnTo>
                <a:lnTo>
                  <a:pt x="255996" y="511664"/>
                </a:lnTo>
                <a:lnTo>
                  <a:pt x="260994" y="517333"/>
                </a:lnTo>
                <a:lnTo>
                  <a:pt x="261445" y="505636"/>
                </a:lnTo>
                <a:lnTo>
                  <a:pt x="259125" y="477120"/>
                </a:lnTo>
                <a:lnTo>
                  <a:pt x="273247" y="452107"/>
                </a:lnTo>
                <a:lnTo>
                  <a:pt x="280047" y="457284"/>
                </a:lnTo>
                <a:lnTo>
                  <a:pt x="284121" y="454052"/>
                </a:lnTo>
                <a:lnTo>
                  <a:pt x="289295" y="449743"/>
                </a:lnTo>
                <a:lnTo>
                  <a:pt x="307598" y="435506"/>
                </a:lnTo>
                <a:lnTo>
                  <a:pt x="341628" y="465225"/>
                </a:lnTo>
                <a:lnTo>
                  <a:pt x="343688" y="463247"/>
                </a:lnTo>
                <a:lnTo>
                  <a:pt x="349964" y="457754"/>
                </a:lnTo>
                <a:lnTo>
                  <a:pt x="354860" y="461904"/>
                </a:lnTo>
                <a:lnTo>
                  <a:pt x="365853" y="450468"/>
                </a:lnTo>
                <a:lnTo>
                  <a:pt x="372303" y="442818"/>
                </a:lnTo>
                <a:lnTo>
                  <a:pt x="362687" y="434692"/>
                </a:lnTo>
                <a:lnTo>
                  <a:pt x="357448" y="430287"/>
                </a:lnTo>
                <a:lnTo>
                  <a:pt x="363282" y="415985"/>
                </a:lnTo>
                <a:lnTo>
                  <a:pt x="382788" y="368159"/>
                </a:lnTo>
                <a:lnTo>
                  <a:pt x="437820" y="333350"/>
                </a:lnTo>
                <a:lnTo>
                  <a:pt x="409907" y="266916"/>
                </a:lnTo>
                <a:lnTo>
                  <a:pt x="455079" y="165086"/>
                </a:lnTo>
                <a:lnTo>
                  <a:pt x="493154" y="4380"/>
                </a:lnTo>
                <a:lnTo>
                  <a:pt x="494193" y="0"/>
                </a:lnTo>
                <a:lnTo>
                  <a:pt x="539633" y="15582"/>
                </a:lnTo>
                <a:lnTo>
                  <a:pt x="583762" y="34217"/>
                </a:lnTo>
                <a:lnTo>
                  <a:pt x="602159" y="43945"/>
                </a:lnTo>
                <a:lnTo>
                  <a:pt x="604054" y="43836"/>
                </a:lnTo>
                <a:lnTo>
                  <a:pt x="608259" y="43597"/>
                </a:lnTo>
                <a:lnTo>
                  <a:pt x="622010" y="41688"/>
                </a:lnTo>
                <a:lnTo>
                  <a:pt x="670639" y="36245"/>
                </a:lnTo>
                <a:lnTo>
                  <a:pt x="681460" y="34413"/>
                </a:lnTo>
                <a:lnTo>
                  <a:pt x="686071" y="37355"/>
                </a:lnTo>
                <a:lnTo>
                  <a:pt x="690805" y="41076"/>
                </a:lnTo>
                <a:lnTo>
                  <a:pt x="697657" y="49296"/>
                </a:lnTo>
                <a:lnTo>
                  <a:pt x="700960" y="51625"/>
                </a:lnTo>
                <a:lnTo>
                  <a:pt x="706743" y="55359"/>
                </a:lnTo>
                <a:lnTo>
                  <a:pt x="713230" y="60336"/>
                </a:lnTo>
                <a:lnTo>
                  <a:pt x="717020" y="61309"/>
                </a:lnTo>
                <a:lnTo>
                  <a:pt x="721434" y="62032"/>
                </a:lnTo>
                <a:lnTo>
                  <a:pt x="725802" y="64001"/>
                </a:lnTo>
                <a:lnTo>
                  <a:pt x="735464" y="71672"/>
                </a:lnTo>
                <a:lnTo>
                  <a:pt x="738982" y="75089"/>
                </a:lnTo>
                <a:lnTo>
                  <a:pt x="742279" y="78852"/>
                </a:lnTo>
                <a:lnTo>
                  <a:pt x="743227" y="84173"/>
                </a:lnTo>
                <a:lnTo>
                  <a:pt x="743238" y="90079"/>
                </a:lnTo>
                <a:lnTo>
                  <a:pt x="743693" y="93135"/>
                </a:lnTo>
                <a:lnTo>
                  <a:pt x="747897" y="97485"/>
                </a:lnTo>
                <a:lnTo>
                  <a:pt x="755306" y="103951"/>
                </a:lnTo>
                <a:lnTo>
                  <a:pt x="762851" y="110506"/>
                </a:lnTo>
                <a:lnTo>
                  <a:pt x="771874" y="115705"/>
                </a:lnTo>
                <a:lnTo>
                  <a:pt x="775923" y="118288"/>
                </a:lnTo>
                <a:lnTo>
                  <a:pt x="779543" y="122251"/>
                </a:lnTo>
                <a:lnTo>
                  <a:pt x="783458" y="128262"/>
                </a:lnTo>
                <a:lnTo>
                  <a:pt x="787765" y="146401"/>
                </a:lnTo>
                <a:lnTo>
                  <a:pt x="790224" y="162660"/>
                </a:lnTo>
                <a:lnTo>
                  <a:pt x="790312" y="172932"/>
                </a:lnTo>
                <a:lnTo>
                  <a:pt x="791082" y="177347"/>
                </a:lnTo>
                <a:lnTo>
                  <a:pt x="794062" y="184733"/>
                </a:lnTo>
                <a:lnTo>
                  <a:pt x="799295" y="194603"/>
                </a:lnTo>
                <a:lnTo>
                  <a:pt x="800322" y="198198"/>
                </a:lnTo>
                <a:lnTo>
                  <a:pt x="800045" y="205691"/>
                </a:lnTo>
                <a:lnTo>
                  <a:pt x="800536" y="208287"/>
                </a:lnTo>
                <a:lnTo>
                  <a:pt x="803451" y="212087"/>
                </a:lnTo>
                <a:lnTo>
                  <a:pt x="805925" y="214629"/>
                </a:lnTo>
                <a:lnTo>
                  <a:pt x="809541" y="216516"/>
                </a:lnTo>
                <a:lnTo>
                  <a:pt x="815132" y="218790"/>
                </a:lnTo>
                <a:lnTo>
                  <a:pt x="829232" y="222657"/>
                </a:lnTo>
                <a:lnTo>
                  <a:pt x="832345" y="223958"/>
                </a:lnTo>
                <a:lnTo>
                  <a:pt x="837613" y="225390"/>
                </a:lnTo>
                <a:lnTo>
                  <a:pt x="837887" y="225464"/>
                </a:lnTo>
                <a:lnTo>
                  <a:pt x="845266" y="226154"/>
                </a:lnTo>
                <a:lnTo>
                  <a:pt x="849946" y="227904"/>
                </a:lnTo>
                <a:lnTo>
                  <a:pt x="856666" y="232315"/>
                </a:lnTo>
                <a:lnTo>
                  <a:pt x="861538" y="238278"/>
                </a:lnTo>
                <a:lnTo>
                  <a:pt x="872958" y="250909"/>
                </a:lnTo>
                <a:lnTo>
                  <a:pt x="887336" y="261938"/>
                </a:lnTo>
                <a:lnTo>
                  <a:pt x="901107" y="273000"/>
                </a:lnTo>
                <a:lnTo>
                  <a:pt x="903200" y="274702"/>
                </a:lnTo>
                <a:lnTo>
                  <a:pt x="903564" y="274998"/>
                </a:lnTo>
                <a:lnTo>
                  <a:pt x="906042" y="279671"/>
                </a:lnTo>
                <a:lnTo>
                  <a:pt x="908522" y="282613"/>
                </a:lnTo>
                <a:lnTo>
                  <a:pt x="914017" y="286835"/>
                </a:lnTo>
                <a:lnTo>
                  <a:pt x="920157" y="290933"/>
                </a:lnTo>
                <a:lnTo>
                  <a:pt x="924092" y="295392"/>
                </a:lnTo>
                <a:lnTo>
                  <a:pt x="925120" y="298711"/>
                </a:lnTo>
                <a:lnTo>
                  <a:pt x="925762" y="300785"/>
                </a:lnTo>
                <a:lnTo>
                  <a:pt x="917017" y="300010"/>
                </a:lnTo>
                <a:lnTo>
                  <a:pt x="903678" y="297309"/>
                </a:lnTo>
                <a:lnTo>
                  <a:pt x="892924" y="290537"/>
                </a:lnTo>
                <a:lnTo>
                  <a:pt x="887460" y="284628"/>
                </a:lnTo>
                <a:lnTo>
                  <a:pt x="881775" y="277209"/>
                </a:lnTo>
                <a:lnTo>
                  <a:pt x="875939" y="273536"/>
                </a:lnTo>
                <a:lnTo>
                  <a:pt x="871009" y="273042"/>
                </a:lnTo>
                <a:lnTo>
                  <a:pt x="865895" y="275205"/>
                </a:lnTo>
                <a:lnTo>
                  <a:pt x="865596" y="275488"/>
                </a:lnTo>
                <a:lnTo>
                  <a:pt x="862252" y="278661"/>
                </a:lnTo>
                <a:lnTo>
                  <a:pt x="858529" y="288659"/>
                </a:lnTo>
                <a:lnTo>
                  <a:pt x="857568" y="293207"/>
                </a:lnTo>
                <a:lnTo>
                  <a:pt x="856158" y="305766"/>
                </a:lnTo>
                <a:lnTo>
                  <a:pt x="850168" y="358758"/>
                </a:lnTo>
                <a:lnTo>
                  <a:pt x="848774" y="368906"/>
                </a:lnTo>
                <a:lnTo>
                  <a:pt x="845822" y="378070"/>
                </a:lnTo>
                <a:lnTo>
                  <a:pt x="841966" y="387008"/>
                </a:lnTo>
                <a:lnTo>
                  <a:pt x="834743" y="398901"/>
                </a:lnTo>
                <a:lnTo>
                  <a:pt x="833075" y="401123"/>
                </a:lnTo>
                <a:lnTo>
                  <a:pt x="830668" y="404303"/>
                </a:lnTo>
                <a:lnTo>
                  <a:pt x="825942" y="409722"/>
                </a:lnTo>
                <a:lnTo>
                  <a:pt x="820531" y="414810"/>
                </a:lnTo>
                <a:lnTo>
                  <a:pt x="797116" y="436794"/>
                </a:lnTo>
                <a:lnTo>
                  <a:pt x="786645" y="445976"/>
                </a:lnTo>
                <a:lnTo>
                  <a:pt x="759667" y="473356"/>
                </a:lnTo>
                <a:lnTo>
                  <a:pt x="749229" y="491001"/>
                </a:lnTo>
                <a:lnTo>
                  <a:pt x="736961" y="529555"/>
                </a:lnTo>
                <a:lnTo>
                  <a:pt x="726135" y="565498"/>
                </a:lnTo>
                <a:lnTo>
                  <a:pt x="724948" y="568415"/>
                </a:lnTo>
                <a:lnTo>
                  <a:pt x="720848" y="578025"/>
                </a:lnTo>
                <a:lnTo>
                  <a:pt x="712985" y="590854"/>
                </a:lnTo>
                <a:lnTo>
                  <a:pt x="713136" y="592967"/>
                </a:lnTo>
                <a:lnTo>
                  <a:pt x="745394" y="607563"/>
                </a:lnTo>
                <a:lnTo>
                  <a:pt x="761458" y="612399"/>
                </a:lnTo>
                <a:lnTo>
                  <a:pt x="776583" y="614425"/>
                </a:lnTo>
                <a:lnTo>
                  <a:pt x="765074" y="616353"/>
                </a:lnTo>
                <a:lnTo>
                  <a:pt x="744096" y="620131"/>
                </a:lnTo>
                <a:lnTo>
                  <a:pt x="741157" y="620656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g30">
            <a:extLst>
              <a:ext uri="{FF2B5EF4-FFF2-40B4-BE49-F238E27FC236}">
                <a16:creationId xmlns:a16="http://schemas.microsoft.com/office/drawing/2014/main" id="{65F01D16-5D7F-488D-92CB-4296B3733491}"/>
              </a:ext>
            </a:extLst>
          </p:cNvPr>
          <p:cNvSpPr/>
          <p:nvPr/>
        </p:nvSpPr>
        <p:spPr>
          <a:xfrm>
            <a:off x="5048852" y="4676043"/>
            <a:ext cx="1256308" cy="1471728"/>
          </a:xfrm>
          <a:custGeom>
            <a:avLst/>
            <a:gdLst/>
            <a:ahLst/>
            <a:cxnLst/>
            <a:rect l="0" t="0" r="0" b="0"/>
            <a:pathLst>
              <a:path w="1022170" h="1197441">
                <a:moveTo>
                  <a:pt x="0" y="1000944"/>
                </a:moveTo>
                <a:lnTo>
                  <a:pt x="144368" y="952722"/>
                </a:lnTo>
                <a:lnTo>
                  <a:pt x="174243" y="943367"/>
                </a:lnTo>
                <a:lnTo>
                  <a:pt x="179910" y="905410"/>
                </a:lnTo>
                <a:lnTo>
                  <a:pt x="156510" y="896679"/>
                </a:lnTo>
                <a:lnTo>
                  <a:pt x="159163" y="883478"/>
                </a:lnTo>
                <a:lnTo>
                  <a:pt x="188834" y="894679"/>
                </a:lnTo>
                <a:lnTo>
                  <a:pt x="232015" y="842982"/>
                </a:lnTo>
                <a:lnTo>
                  <a:pt x="232953" y="837853"/>
                </a:lnTo>
                <a:lnTo>
                  <a:pt x="232764" y="824911"/>
                </a:lnTo>
                <a:lnTo>
                  <a:pt x="232580" y="818188"/>
                </a:lnTo>
                <a:lnTo>
                  <a:pt x="239344" y="818791"/>
                </a:lnTo>
                <a:lnTo>
                  <a:pt x="240927" y="815487"/>
                </a:lnTo>
                <a:lnTo>
                  <a:pt x="254749" y="804140"/>
                </a:lnTo>
                <a:lnTo>
                  <a:pt x="283084" y="745427"/>
                </a:lnTo>
                <a:lnTo>
                  <a:pt x="321532" y="714209"/>
                </a:lnTo>
                <a:lnTo>
                  <a:pt x="346448" y="670290"/>
                </a:lnTo>
                <a:lnTo>
                  <a:pt x="353930" y="645217"/>
                </a:lnTo>
                <a:lnTo>
                  <a:pt x="378603" y="618277"/>
                </a:lnTo>
                <a:lnTo>
                  <a:pt x="350870" y="602377"/>
                </a:lnTo>
                <a:lnTo>
                  <a:pt x="366156" y="575953"/>
                </a:lnTo>
                <a:lnTo>
                  <a:pt x="379616" y="579006"/>
                </a:lnTo>
                <a:lnTo>
                  <a:pt x="381973" y="578410"/>
                </a:lnTo>
                <a:lnTo>
                  <a:pt x="385935" y="574053"/>
                </a:lnTo>
                <a:lnTo>
                  <a:pt x="395325" y="571250"/>
                </a:lnTo>
                <a:lnTo>
                  <a:pt x="403841" y="570193"/>
                </a:lnTo>
                <a:lnTo>
                  <a:pt x="404727" y="549629"/>
                </a:lnTo>
                <a:lnTo>
                  <a:pt x="413096" y="532846"/>
                </a:lnTo>
                <a:lnTo>
                  <a:pt x="421900" y="506744"/>
                </a:lnTo>
                <a:lnTo>
                  <a:pt x="426112" y="470644"/>
                </a:lnTo>
                <a:lnTo>
                  <a:pt x="458200" y="347013"/>
                </a:lnTo>
                <a:lnTo>
                  <a:pt x="465301" y="310793"/>
                </a:lnTo>
                <a:lnTo>
                  <a:pt x="467169" y="303797"/>
                </a:lnTo>
                <a:lnTo>
                  <a:pt x="468296" y="301940"/>
                </a:lnTo>
                <a:lnTo>
                  <a:pt x="469476" y="302040"/>
                </a:lnTo>
                <a:lnTo>
                  <a:pt x="469746" y="304467"/>
                </a:lnTo>
                <a:lnTo>
                  <a:pt x="472272" y="310909"/>
                </a:lnTo>
                <a:lnTo>
                  <a:pt x="474693" y="314260"/>
                </a:lnTo>
                <a:lnTo>
                  <a:pt x="479966" y="317577"/>
                </a:lnTo>
                <a:lnTo>
                  <a:pt x="492852" y="324103"/>
                </a:lnTo>
                <a:lnTo>
                  <a:pt x="498460" y="326595"/>
                </a:lnTo>
                <a:lnTo>
                  <a:pt x="499352" y="327006"/>
                </a:lnTo>
                <a:lnTo>
                  <a:pt x="501612" y="325154"/>
                </a:lnTo>
                <a:lnTo>
                  <a:pt x="521106" y="318062"/>
                </a:lnTo>
                <a:lnTo>
                  <a:pt x="526447" y="315755"/>
                </a:lnTo>
                <a:lnTo>
                  <a:pt x="527975" y="314993"/>
                </a:lnTo>
                <a:lnTo>
                  <a:pt x="533851" y="312600"/>
                </a:lnTo>
                <a:lnTo>
                  <a:pt x="540522" y="311599"/>
                </a:lnTo>
                <a:lnTo>
                  <a:pt x="551582" y="310099"/>
                </a:lnTo>
                <a:lnTo>
                  <a:pt x="554885" y="309185"/>
                </a:lnTo>
                <a:lnTo>
                  <a:pt x="556700" y="308684"/>
                </a:lnTo>
                <a:lnTo>
                  <a:pt x="560735" y="305964"/>
                </a:lnTo>
                <a:lnTo>
                  <a:pt x="563294" y="304136"/>
                </a:lnTo>
                <a:lnTo>
                  <a:pt x="564691" y="301546"/>
                </a:lnTo>
                <a:lnTo>
                  <a:pt x="566258" y="298565"/>
                </a:lnTo>
                <a:lnTo>
                  <a:pt x="568439" y="292515"/>
                </a:lnTo>
                <a:lnTo>
                  <a:pt x="569170" y="290513"/>
                </a:lnTo>
                <a:lnTo>
                  <a:pt x="570318" y="285031"/>
                </a:lnTo>
                <a:lnTo>
                  <a:pt x="570514" y="282202"/>
                </a:lnTo>
                <a:lnTo>
                  <a:pt x="569822" y="274650"/>
                </a:lnTo>
                <a:lnTo>
                  <a:pt x="569966" y="270256"/>
                </a:lnTo>
                <a:lnTo>
                  <a:pt x="570671" y="267688"/>
                </a:lnTo>
                <a:lnTo>
                  <a:pt x="571624" y="263771"/>
                </a:lnTo>
                <a:lnTo>
                  <a:pt x="571104" y="262778"/>
                </a:lnTo>
                <a:lnTo>
                  <a:pt x="570540" y="261703"/>
                </a:lnTo>
                <a:lnTo>
                  <a:pt x="569222" y="260463"/>
                </a:lnTo>
                <a:lnTo>
                  <a:pt x="565318" y="258461"/>
                </a:lnTo>
                <a:lnTo>
                  <a:pt x="562340" y="256981"/>
                </a:lnTo>
                <a:lnTo>
                  <a:pt x="560095" y="255719"/>
                </a:lnTo>
                <a:lnTo>
                  <a:pt x="558084" y="252498"/>
                </a:lnTo>
                <a:lnTo>
                  <a:pt x="552704" y="243599"/>
                </a:lnTo>
                <a:lnTo>
                  <a:pt x="549010" y="239617"/>
                </a:lnTo>
                <a:lnTo>
                  <a:pt x="545758" y="232394"/>
                </a:lnTo>
                <a:lnTo>
                  <a:pt x="545379" y="227997"/>
                </a:lnTo>
                <a:lnTo>
                  <a:pt x="541632" y="222426"/>
                </a:lnTo>
                <a:lnTo>
                  <a:pt x="545170" y="218705"/>
                </a:lnTo>
                <a:lnTo>
                  <a:pt x="549584" y="220446"/>
                </a:lnTo>
                <a:lnTo>
                  <a:pt x="551463" y="212309"/>
                </a:lnTo>
                <a:lnTo>
                  <a:pt x="552469" y="208740"/>
                </a:lnTo>
                <a:lnTo>
                  <a:pt x="553605" y="204757"/>
                </a:lnTo>
                <a:lnTo>
                  <a:pt x="556073" y="200013"/>
                </a:lnTo>
                <a:lnTo>
                  <a:pt x="558332" y="197445"/>
                </a:lnTo>
                <a:lnTo>
                  <a:pt x="561126" y="196030"/>
                </a:lnTo>
                <a:lnTo>
                  <a:pt x="564743" y="195943"/>
                </a:lnTo>
                <a:lnTo>
                  <a:pt x="572590" y="201515"/>
                </a:lnTo>
                <a:lnTo>
                  <a:pt x="576272" y="204017"/>
                </a:lnTo>
                <a:lnTo>
                  <a:pt x="580359" y="203582"/>
                </a:lnTo>
                <a:lnTo>
                  <a:pt x="583715" y="201776"/>
                </a:lnTo>
                <a:lnTo>
                  <a:pt x="586222" y="199099"/>
                </a:lnTo>
                <a:lnTo>
                  <a:pt x="587318" y="197119"/>
                </a:lnTo>
                <a:lnTo>
                  <a:pt x="589434" y="193288"/>
                </a:lnTo>
                <a:lnTo>
                  <a:pt x="595584" y="181256"/>
                </a:lnTo>
                <a:lnTo>
                  <a:pt x="597516" y="178535"/>
                </a:lnTo>
                <a:lnTo>
                  <a:pt x="601371" y="172292"/>
                </a:lnTo>
                <a:lnTo>
                  <a:pt x="609593" y="163413"/>
                </a:lnTo>
                <a:lnTo>
                  <a:pt x="611469" y="162235"/>
                </a:lnTo>
                <a:lnTo>
                  <a:pt x="610128" y="158377"/>
                </a:lnTo>
                <a:lnTo>
                  <a:pt x="618530" y="156301"/>
                </a:lnTo>
                <a:lnTo>
                  <a:pt x="626212" y="152279"/>
                </a:lnTo>
                <a:lnTo>
                  <a:pt x="630253" y="153145"/>
                </a:lnTo>
                <a:lnTo>
                  <a:pt x="634940" y="153676"/>
                </a:lnTo>
                <a:lnTo>
                  <a:pt x="640717" y="152418"/>
                </a:lnTo>
                <a:lnTo>
                  <a:pt x="645085" y="150466"/>
                </a:lnTo>
                <a:lnTo>
                  <a:pt x="646851" y="149263"/>
                </a:lnTo>
                <a:lnTo>
                  <a:pt x="651128" y="142740"/>
                </a:lnTo>
                <a:lnTo>
                  <a:pt x="658416" y="129065"/>
                </a:lnTo>
                <a:lnTo>
                  <a:pt x="641365" y="118921"/>
                </a:lnTo>
                <a:lnTo>
                  <a:pt x="640002" y="117670"/>
                </a:lnTo>
                <a:lnTo>
                  <a:pt x="638406" y="115692"/>
                </a:lnTo>
                <a:lnTo>
                  <a:pt x="633382" y="106218"/>
                </a:lnTo>
                <a:lnTo>
                  <a:pt x="630736" y="99957"/>
                </a:lnTo>
                <a:lnTo>
                  <a:pt x="632109" y="99322"/>
                </a:lnTo>
                <a:lnTo>
                  <a:pt x="625677" y="82930"/>
                </a:lnTo>
                <a:lnTo>
                  <a:pt x="619388" y="67427"/>
                </a:lnTo>
                <a:lnTo>
                  <a:pt x="617173" y="60071"/>
                </a:lnTo>
                <a:lnTo>
                  <a:pt x="622141" y="56939"/>
                </a:lnTo>
                <a:lnTo>
                  <a:pt x="627471" y="53185"/>
                </a:lnTo>
                <a:lnTo>
                  <a:pt x="631085" y="50595"/>
                </a:lnTo>
                <a:lnTo>
                  <a:pt x="634961" y="47890"/>
                </a:lnTo>
                <a:lnTo>
                  <a:pt x="638867" y="45052"/>
                </a:lnTo>
                <a:lnTo>
                  <a:pt x="674087" y="19666"/>
                </a:lnTo>
                <a:lnTo>
                  <a:pt x="686702" y="10515"/>
                </a:lnTo>
                <a:lnTo>
                  <a:pt x="689762" y="18313"/>
                </a:lnTo>
                <a:lnTo>
                  <a:pt x="696073" y="37381"/>
                </a:lnTo>
                <a:lnTo>
                  <a:pt x="709400" y="27420"/>
                </a:lnTo>
                <a:lnTo>
                  <a:pt x="719151" y="19821"/>
                </a:lnTo>
                <a:lnTo>
                  <a:pt x="725624" y="14524"/>
                </a:lnTo>
                <a:lnTo>
                  <a:pt x="732179" y="9458"/>
                </a:lnTo>
                <a:lnTo>
                  <a:pt x="744909" y="0"/>
                </a:lnTo>
                <a:lnTo>
                  <a:pt x="748638" y="23103"/>
                </a:lnTo>
                <a:lnTo>
                  <a:pt x="754188" y="66123"/>
                </a:lnTo>
                <a:lnTo>
                  <a:pt x="756395" y="84706"/>
                </a:lnTo>
                <a:lnTo>
                  <a:pt x="756630" y="94345"/>
                </a:lnTo>
                <a:lnTo>
                  <a:pt x="756708" y="97914"/>
                </a:lnTo>
                <a:lnTo>
                  <a:pt x="756473" y="109620"/>
                </a:lnTo>
                <a:lnTo>
                  <a:pt x="757061" y="113015"/>
                </a:lnTo>
                <a:lnTo>
                  <a:pt x="757975" y="118412"/>
                </a:lnTo>
                <a:lnTo>
                  <a:pt x="759098" y="123069"/>
                </a:lnTo>
                <a:lnTo>
                  <a:pt x="761225" y="126464"/>
                </a:lnTo>
                <a:lnTo>
                  <a:pt x="764464" y="131707"/>
                </a:lnTo>
                <a:lnTo>
                  <a:pt x="769308" y="140172"/>
                </a:lnTo>
                <a:lnTo>
                  <a:pt x="771750" y="146068"/>
                </a:lnTo>
                <a:lnTo>
                  <a:pt x="772533" y="151051"/>
                </a:lnTo>
                <a:lnTo>
                  <a:pt x="772390" y="167154"/>
                </a:lnTo>
                <a:lnTo>
                  <a:pt x="772494" y="172050"/>
                </a:lnTo>
                <a:lnTo>
                  <a:pt x="772559" y="174858"/>
                </a:lnTo>
                <a:lnTo>
                  <a:pt x="773382" y="176947"/>
                </a:lnTo>
                <a:lnTo>
                  <a:pt x="774975" y="178927"/>
                </a:lnTo>
                <a:lnTo>
                  <a:pt x="778395" y="181517"/>
                </a:lnTo>
                <a:lnTo>
                  <a:pt x="782300" y="183758"/>
                </a:lnTo>
                <a:lnTo>
                  <a:pt x="788280" y="185671"/>
                </a:lnTo>
                <a:lnTo>
                  <a:pt x="789978" y="186498"/>
                </a:lnTo>
                <a:lnTo>
                  <a:pt x="794548" y="188892"/>
                </a:lnTo>
                <a:lnTo>
                  <a:pt x="796127" y="190133"/>
                </a:lnTo>
                <a:lnTo>
                  <a:pt x="801390" y="194376"/>
                </a:lnTo>
                <a:lnTo>
                  <a:pt x="810060" y="202274"/>
                </a:lnTo>
                <a:lnTo>
                  <a:pt x="811601" y="204080"/>
                </a:lnTo>
                <a:lnTo>
                  <a:pt x="816170" y="209826"/>
                </a:lnTo>
                <a:lnTo>
                  <a:pt x="819344" y="213634"/>
                </a:lnTo>
                <a:lnTo>
                  <a:pt x="822307" y="218291"/>
                </a:lnTo>
                <a:lnTo>
                  <a:pt x="822842" y="220272"/>
                </a:lnTo>
                <a:lnTo>
                  <a:pt x="824122" y="225340"/>
                </a:lnTo>
                <a:lnTo>
                  <a:pt x="825676" y="236135"/>
                </a:lnTo>
                <a:lnTo>
                  <a:pt x="828183" y="254739"/>
                </a:lnTo>
                <a:lnTo>
                  <a:pt x="829515" y="263442"/>
                </a:lnTo>
                <a:lnTo>
                  <a:pt x="830012" y="266598"/>
                </a:lnTo>
                <a:lnTo>
                  <a:pt x="831435" y="273736"/>
                </a:lnTo>
                <a:lnTo>
                  <a:pt x="832935" y="281307"/>
                </a:lnTo>
                <a:lnTo>
                  <a:pt x="834294" y="285616"/>
                </a:lnTo>
                <a:lnTo>
                  <a:pt x="835978" y="290839"/>
                </a:lnTo>
                <a:lnTo>
                  <a:pt x="838394" y="295170"/>
                </a:lnTo>
                <a:lnTo>
                  <a:pt x="840523" y="297736"/>
                </a:lnTo>
                <a:lnTo>
                  <a:pt x="845784" y="301718"/>
                </a:lnTo>
                <a:lnTo>
                  <a:pt x="852025" y="305461"/>
                </a:lnTo>
                <a:lnTo>
                  <a:pt x="868777" y="315427"/>
                </a:lnTo>
                <a:lnTo>
                  <a:pt x="885961" y="322565"/>
                </a:lnTo>
                <a:lnTo>
                  <a:pt x="889774" y="325633"/>
                </a:lnTo>
                <a:lnTo>
                  <a:pt x="891628" y="326373"/>
                </a:lnTo>
                <a:lnTo>
                  <a:pt x="894187" y="327374"/>
                </a:lnTo>
                <a:lnTo>
                  <a:pt x="902256" y="330769"/>
                </a:lnTo>
                <a:lnTo>
                  <a:pt x="906121" y="331531"/>
                </a:lnTo>
                <a:lnTo>
                  <a:pt x="907701" y="331531"/>
                </a:lnTo>
                <a:lnTo>
                  <a:pt x="910782" y="331596"/>
                </a:lnTo>
                <a:lnTo>
                  <a:pt x="914086" y="329790"/>
                </a:lnTo>
                <a:lnTo>
                  <a:pt x="918407" y="326787"/>
                </a:lnTo>
                <a:lnTo>
                  <a:pt x="924284" y="323544"/>
                </a:lnTo>
                <a:lnTo>
                  <a:pt x="930133" y="321063"/>
                </a:lnTo>
                <a:lnTo>
                  <a:pt x="934221" y="320236"/>
                </a:lnTo>
                <a:lnTo>
                  <a:pt x="939613" y="318582"/>
                </a:lnTo>
                <a:lnTo>
                  <a:pt x="944770" y="318909"/>
                </a:lnTo>
                <a:lnTo>
                  <a:pt x="948413" y="320650"/>
                </a:lnTo>
                <a:lnTo>
                  <a:pt x="951299" y="322630"/>
                </a:lnTo>
                <a:lnTo>
                  <a:pt x="953427" y="325960"/>
                </a:lnTo>
                <a:lnTo>
                  <a:pt x="957906" y="328941"/>
                </a:lnTo>
                <a:lnTo>
                  <a:pt x="963713" y="331638"/>
                </a:lnTo>
                <a:lnTo>
                  <a:pt x="975703" y="339733"/>
                </a:lnTo>
                <a:lnTo>
                  <a:pt x="977830" y="340821"/>
                </a:lnTo>
                <a:lnTo>
                  <a:pt x="979937" y="341054"/>
                </a:lnTo>
                <a:lnTo>
                  <a:pt x="981931" y="341148"/>
                </a:lnTo>
                <a:lnTo>
                  <a:pt x="987481" y="341624"/>
                </a:lnTo>
                <a:lnTo>
                  <a:pt x="991866" y="342329"/>
                </a:lnTo>
                <a:lnTo>
                  <a:pt x="994434" y="342726"/>
                </a:lnTo>
                <a:lnTo>
                  <a:pt x="995967" y="342976"/>
                </a:lnTo>
                <a:lnTo>
                  <a:pt x="999584" y="345718"/>
                </a:lnTo>
                <a:lnTo>
                  <a:pt x="1012144" y="356096"/>
                </a:lnTo>
                <a:lnTo>
                  <a:pt x="1022170" y="364312"/>
                </a:lnTo>
                <a:lnTo>
                  <a:pt x="1021659" y="365124"/>
                </a:lnTo>
                <a:lnTo>
                  <a:pt x="1020002" y="368358"/>
                </a:lnTo>
                <a:lnTo>
                  <a:pt x="1012369" y="374823"/>
                </a:lnTo>
                <a:lnTo>
                  <a:pt x="1006872" y="378960"/>
                </a:lnTo>
                <a:lnTo>
                  <a:pt x="999408" y="397961"/>
                </a:lnTo>
                <a:lnTo>
                  <a:pt x="992378" y="416044"/>
                </a:lnTo>
                <a:lnTo>
                  <a:pt x="990298" y="422233"/>
                </a:lnTo>
                <a:lnTo>
                  <a:pt x="985923" y="443628"/>
                </a:lnTo>
                <a:lnTo>
                  <a:pt x="985017" y="447869"/>
                </a:lnTo>
                <a:lnTo>
                  <a:pt x="977939" y="466394"/>
                </a:lnTo>
                <a:lnTo>
                  <a:pt x="969877" y="479088"/>
                </a:lnTo>
                <a:lnTo>
                  <a:pt x="967331" y="483493"/>
                </a:lnTo>
                <a:lnTo>
                  <a:pt x="949162" y="504328"/>
                </a:lnTo>
                <a:lnTo>
                  <a:pt x="942876" y="509290"/>
                </a:lnTo>
                <a:lnTo>
                  <a:pt x="933224" y="516750"/>
                </a:lnTo>
                <a:lnTo>
                  <a:pt x="915345" y="530619"/>
                </a:lnTo>
                <a:lnTo>
                  <a:pt x="905224" y="540780"/>
                </a:lnTo>
                <a:lnTo>
                  <a:pt x="880882" y="582419"/>
                </a:lnTo>
                <a:lnTo>
                  <a:pt x="875341" y="594436"/>
                </a:lnTo>
                <a:lnTo>
                  <a:pt x="850597" y="660573"/>
                </a:lnTo>
                <a:lnTo>
                  <a:pt x="847763" y="669184"/>
                </a:lnTo>
                <a:lnTo>
                  <a:pt x="837048" y="695737"/>
                </a:lnTo>
                <a:lnTo>
                  <a:pt x="832074" y="707110"/>
                </a:lnTo>
                <a:lnTo>
                  <a:pt x="830569" y="709384"/>
                </a:lnTo>
                <a:lnTo>
                  <a:pt x="828420" y="714690"/>
                </a:lnTo>
                <a:lnTo>
                  <a:pt x="814550" y="729943"/>
                </a:lnTo>
                <a:lnTo>
                  <a:pt x="811247" y="732574"/>
                </a:lnTo>
                <a:lnTo>
                  <a:pt x="807004" y="735125"/>
                </a:lnTo>
                <a:lnTo>
                  <a:pt x="800489" y="737231"/>
                </a:lnTo>
                <a:lnTo>
                  <a:pt x="791299" y="741057"/>
                </a:lnTo>
                <a:lnTo>
                  <a:pt x="775149" y="748406"/>
                </a:lnTo>
                <a:lnTo>
                  <a:pt x="769490" y="750095"/>
                </a:lnTo>
                <a:lnTo>
                  <a:pt x="760775" y="751634"/>
                </a:lnTo>
                <a:lnTo>
                  <a:pt x="759030" y="752700"/>
                </a:lnTo>
                <a:lnTo>
                  <a:pt x="757027" y="754587"/>
                </a:lnTo>
                <a:lnTo>
                  <a:pt x="753646" y="756920"/>
                </a:lnTo>
                <a:lnTo>
                  <a:pt x="747819" y="759558"/>
                </a:lnTo>
                <a:lnTo>
                  <a:pt x="742765" y="763129"/>
                </a:lnTo>
                <a:lnTo>
                  <a:pt x="739213" y="765510"/>
                </a:lnTo>
                <a:lnTo>
                  <a:pt x="737075" y="766487"/>
                </a:lnTo>
                <a:lnTo>
                  <a:pt x="733169" y="767708"/>
                </a:lnTo>
                <a:lnTo>
                  <a:pt x="729106" y="768587"/>
                </a:lnTo>
                <a:lnTo>
                  <a:pt x="725885" y="769679"/>
                </a:lnTo>
                <a:lnTo>
                  <a:pt x="723364" y="771227"/>
                </a:lnTo>
                <a:lnTo>
                  <a:pt x="717281" y="775829"/>
                </a:lnTo>
                <a:lnTo>
                  <a:pt x="698687" y="784489"/>
                </a:lnTo>
                <a:lnTo>
                  <a:pt x="695074" y="785514"/>
                </a:lnTo>
                <a:lnTo>
                  <a:pt x="693823" y="786491"/>
                </a:lnTo>
                <a:lnTo>
                  <a:pt x="692840" y="788654"/>
                </a:lnTo>
                <a:lnTo>
                  <a:pt x="692439" y="791072"/>
                </a:lnTo>
                <a:lnTo>
                  <a:pt x="687452" y="804980"/>
                </a:lnTo>
                <a:lnTo>
                  <a:pt x="683730" y="814771"/>
                </a:lnTo>
                <a:lnTo>
                  <a:pt x="623296" y="864806"/>
                </a:lnTo>
                <a:lnTo>
                  <a:pt x="568158" y="891580"/>
                </a:lnTo>
                <a:lnTo>
                  <a:pt x="479098" y="951608"/>
                </a:lnTo>
                <a:lnTo>
                  <a:pt x="496828" y="1069344"/>
                </a:lnTo>
                <a:lnTo>
                  <a:pt x="510510" y="1162764"/>
                </a:lnTo>
                <a:lnTo>
                  <a:pt x="375534" y="1197441"/>
                </a:lnTo>
                <a:lnTo>
                  <a:pt x="352016" y="1105948"/>
                </a:lnTo>
                <a:lnTo>
                  <a:pt x="286345" y="1122945"/>
                </a:lnTo>
                <a:lnTo>
                  <a:pt x="25446" y="1187634"/>
                </a:lnTo>
                <a:lnTo>
                  <a:pt x="23322" y="1176446"/>
                </a:lnTo>
                <a:lnTo>
                  <a:pt x="23156" y="1170831"/>
                </a:lnTo>
                <a:lnTo>
                  <a:pt x="13512" y="1168825"/>
                </a:lnTo>
                <a:lnTo>
                  <a:pt x="15617" y="1167341"/>
                </a:lnTo>
                <a:lnTo>
                  <a:pt x="16480" y="1163806"/>
                </a:lnTo>
                <a:lnTo>
                  <a:pt x="16594" y="1160020"/>
                </a:lnTo>
                <a:lnTo>
                  <a:pt x="21004" y="1155661"/>
                </a:lnTo>
                <a:lnTo>
                  <a:pt x="21988" y="1152002"/>
                </a:lnTo>
                <a:lnTo>
                  <a:pt x="21238" y="1147854"/>
                </a:lnTo>
                <a:lnTo>
                  <a:pt x="16983" y="1142283"/>
                </a:lnTo>
                <a:lnTo>
                  <a:pt x="16561" y="1140053"/>
                </a:lnTo>
                <a:lnTo>
                  <a:pt x="17236" y="1136396"/>
                </a:lnTo>
                <a:lnTo>
                  <a:pt x="17264" y="1135023"/>
                </a:lnTo>
                <a:lnTo>
                  <a:pt x="9514" y="1116231"/>
                </a:lnTo>
                <a:lnTo>
                  <a:pt x="9343" y="1113870"/>
                </a:lnTo>
                <a:lnTo>
                  <a:pt x="10016" y="1111581"/>
                </a:lnTo>
                <a:lnTo>
                  <a:pt x="14476" y="1107121"/>
                </a:lnTo>
                <a:lnTo>
                  <a:pt x="15003" y="1104976"/>
                </a:lnTo>
                <a:lnTo>
                  <a:pt x="14558" y="1102982"/>
                </a:lnTo>
                <a:lnTo>
                  <a:pt x="8171" y="1093986"/>
                </a:lnTo>
                <a:lnTo>
                  <a:pt x="8169" y="1091270"/>
                </a:lnTo>
                <a:lnTo>
                  <a:pt x="9466" y="1088789"/>
                </a:lnTo>
                <a:lnTo>
                  <a:pt x="10585" y="1087183"/>
                </a:lnTo>
                <a:lnTo>
                  <a:pt x="10567" y="1085272"/>
                </a:lnTo>
                <a:lnTo>
                  <a:pt x="10103" y="1083309"/>
                </a:lnTo>
                <a:lnTo>
                  <a:pt x="9083" y="1080852"/>
                </a:lnTo>
                <a:lnTo>
                  <a:pt x="6547" y="1078321"/>
                </a:lnTo>
                <a:lnTo>
                  <a:pt x="6144" y="1075300"/>
                </a:lnTo>
                <a:lnTo>
                  <a:pt x="5951" y="1069910"/>
                </a:lnTo>
                <a:lnTo>
                  <a:pt x="7932" y="1060016"/>
                </a:lnTo>
                <a:lnTo>
                  <a:pt x="5890" y="1043233"/>
                </a:lnTo>
                <a:lnTo>
                  <a:pt x="4180" y="1037966"/>
                </a:lnTo>
                <a:lnTo>
                  <a:pt x="3207" y="1032141"/>
                </a:lnTo>
                <a:lnTo>
                  <a:pt x="1187" y="1020617"/>
                </a:lnTo>
                <a:lnTo>
                  <a:pt x="1505" y="1015525"/>
                </a:lnTo>
                <a:lnTo>
                  <a:pt x="1484" y="1011407"/>
                </a:lnTo>
                <a:close/>
              </a:path>
            </a:pathLst>
          </a:custGeom>
          <a:solidFill>
            <a:srgbClr val="203864"/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A01CC619-AD09-4CB6-B8A4-01EE72ACD4DA}"/>
              </a:ext>
            </a:extLst>
          </p:cNvPr>
          <p:cNvGrpSpPr/>
          <p:nvPr/>
        </p:nvGrpSpPr>
        <p:grpSpPr>
          <a:xfrm>
            <a:off x="6090096" y="4333228"/>
            <a:ext cx="1459246" cy="233752"/>
            <a:chOff x="6090096" y="4333228"/>
            <a:chExt cx="1459246" cy="233752"/>
          </a:xfrm>
        </p:grpSpPr>
        <p:sp>
          <p:nvSpPr>
            <p:cNvPr id="59" name="pg48">
              <a:extLst>
                <a:ext uri="{FF2B5EF4-FFF2-40B4-BE49-F238E27FC236}">
                  <a16:creationId xmlns:a16="http://schemas.microsoft.com/office/drawing/2014/main" id="{43619CF7-A765-4276-856B-0CFE5C0AE8D7}"/>
                </a:ext>
              </a:extLst>
            </p:cNvPr>
            <p:cNvSpPr/>
            <p:nvPr/>
          </p:nvSpPr>
          <p:spPr>
            <a:xfrm>
              <a:off x="6090096" y="4333228"/>
              <a:ext cx="1459246" cy="233752"/>
            </a:xfrm>
            <a:custGeom>
              <a:avLst/>
              <a:gdLst/>
              <a:ahLst/>
              <a:cxnLst/>
              <a:rect l="0" t="0" r="0" b="0"/>
              <a:pathLst>
                <a:path w="1187288" h="190188">
                  <a:moveTo>
                    <a:pt x="26017" y="190188"/>
                  </a:moveTo>
                  <a:lnTo>
                    <a:pt x="1161271" y="190188"/>
                  </a:lnTo>
                  <a:lnTo>
                    <a:pt x="1160224" y="190167"/>
                  </a:lnTo>
                  <a:lnTo>
                    <a:pt x="1164407" y="189998"/>
                  </a:lnTo>
                  <a:lnTo>
                    <a:pt x="1168510" y="189161"/>
                  </a:lnTo>
                  <a:lnTo>
                    <a:pt x="1172425" y="187676"/>
                  </a:lnTo>
                  <a:lnTo>
                    <a:pt x="1176051" y="185583"/>
                  </a:lnTo>
                  <a:lnTo>
                    <a:pt x="1179294" y="182935"/>
                  </a:lnTo>
                  <a:lnTo>
                    <a:pt x="1182070" y="179801"/>
                  </a:lnTo>
                  <a:lnTo>
                    <a:pt x="1184308" y="176262"/>
                  </a:lnTo>
                  <a:lnTo>
                    <a:pt x="1185949" y="172410"/>
                  </a:lnTo>
                  <a:lnTo>
                    <a:pt x="1186951" y="168344"/>
                  </a:lnTo>
                  <a:lnTo>
                    <a:pt x="1187288" y="164171"/>
                  </a:lnTo>
                  <a:lnTo>
                    <a:pt x="1187288" y="26017"/>
                  </a:lnTo>
                  <a:lnTo>
                    <a:pt x="1186951" y="21843"/>
                  </a:lnTo>
                  <a:lnTo>
                    <a:pt x="1185949" y="17778"/>
                  </a:lnTo>
                  <a:lnTo>
                    <a:pt x="1184308" y="13926"/>
                  </a:lnTo>
                  <a:lnTo>
                    <a:pt x="1182070" y="10387"/>
                  </a:lnTo>
                  <a:lnTo>
                    <a:pt x="1179294" y="7253"/>
                  </a:lnTo>
                  <a:lnTo>
                    <a:pt x="1176051" y="4605"/>
                  </a:lnTo>
                  <a:lnTo>
                    <a:pt x="1172425" y="2511"/>
                  </a:lnTo>
                  <a:lnTo>
                    <a:pt x="1168510" y="1027"/>
                  </a:lnTo>
                  <a:lnTo>
                    <a:pt x="1164407" y="189"/>
                  </a:lnTo>
                  <a:lnTo>
                    <a:pt x="1161271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49">
              <a:extLst>
                <a:ext uri="{FF2B5EF4-FFF2-40B4-BE49-F238E27FC236}">
                  <a16:creationId xmlns:a16="http://schemas.microsoft.com/office/drawing/2014/main" id="{A10C1080-91B0-4306-BDD4-30D06EE351C6}"/>
                </a:ext>
              </a:extLst>
            </p:cNvPr>
            <p:cNvSpPr/>
            <p:nvPr/>
          </p:nvSpPr>
          <p:spPr>
            <a:xfrm>
              <a:off x="6143394" y="4361352"/>
              <a:ext cx="1352650" cy="1549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Östliche</a:t>
              </a: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Vorstadt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43B0AF67-C7C8-4DB1-9E91-E64612B14870}"/>
              </a:ext>
            </a:extLst>
          </p:cNvPr>
          <p:cNvGrpSpPr/>
          <p:nvPr/>
        </p:nvGrpSpPr>
        <p:grpSpPr>
          <a:xfrm>
            <a:off x="6171839" y="4122056"/>
            <a:ext cx="491552" cy="233752"/>
            <a:chOff x="6171839" y="4122056"/>
            <a:chExt cx="491552" cy="233752"/>
          </a:xfrm>
        </p:grpSpPr>
        <p:sp>
          <p:nvSpPr>
            <p:cNvPr id="57" name="pg46">
              <a:extLst>
                <a:ext uri="{FF2B5EF4-FFF2-40B4-BE49-F238E27FC236}">
                  <a16:creationId xmlns:a16="http://schemas.microsoft.com/office/drawing/2014/main" id="{D9CB520D-5057-4C9F-ACE3-E56F7CB87A22}"/>
                </a:ext>
              </a:extLst>
            </p:cNvPr>
            <p:cNvSpPr/>
            <p:nvPr/>
          </p:nvSpPr>
          <p:spPr>
            <a:xfrm>
              <a:off x="6171839" y="4122056"/>
              <a:ext cx="491552" cy="233752"/>
            </a:xfrm>
            <a:custGeom>
              <a:avLst/>
              <a:gdLst/>
              <a:ahLst/>
              <a:cxnLst/>
              <a:rect l="0" t="0" r="0" b="0"/>
              <a:pathLst>
                <a:path w="399941" h="190188">
                  <a:moveTo>
                    <a:pt x="26017" y="190188"/>
                  </a:moveTo>
                  <a:lnTo>
                    <a:pt x="373923" y="190188"/>
                  </a:lnTo>
                  <a:lnTo>
                    <a:pt x="372876" y="190167"/>
                  </a:lnTo>
                  <a:lnTo>
                    <a:pt x="377059" y="189998"/>
                  </a:lnTo>
                  <a:lnTo>
                    <a:pt x="381162" y="189161"/>
                  </a:lnTo>
                  <a:lnTo>
                    <a:pt x="385077" y="187676"/>
                  </a:lnTo>
                  <a:lnTo>
                    <a:pt x="388703" y="185583"/>
                  </a:lnTo>
                  <a:lnTo>
                    <a:pt x="391946" y="182935"/>
                  </a:lnTo>
                  <a:lnTo>
                    <a:pt x="394723" y="179801"/>
                  </a:lnTo>
                  <a:lnTo>
                    <a:pt x="396960" y="176262"/>
                  </a:lnTo>
                  <a:lnTo>
                    <a:pt x="398602" y="172410"/>
                  </a:lnTo>
                  <a:lnTo>
                    <a:pt x="399604" y="168344"/>
                  </a:lnTo>
                  <a:lnTo>
                    <a:pt x="399941" y="164171"/>
                  </a:lnTo>
                  <a:lnTo>
                    <a:pt x="399941" y="26017"/>
                  </a:lnTo>
                  <a:lnTo>
                    <a:pt x="399604" y="21843"/>
                  </a:lnTo>
                  <a:lnTo>
                    <a:pt x="398602" y="17778"/>
                  </a:lnTo>
                  <a:lnTo>
                    <a:pt x="396960" y="13926"/>
                  </a:lnTo>
                  <a:lnTo>
                    <a:pt x="394723" y="10387"/>
                  </a:lnTo>
                  <a:lnTo>
                    <a:pt x="391946" y="7253"/>
                  </a:lnTo>
                  <a:lnTo>
                    <a:pt x="388703" y="4605"/>
                  </a:lnTo>
                  <a:lnTo>
                    <a:pt x="385077" y="2511"/>
                  </a:lnTo>
                  <a:lnTo>
                    <a:pt x="381162" y="1027"/>
                  </a:lnTo>
                  <a:lnTo>
                    <a:pt x="377059" y="189"/>
                  </a:lnTo>
                  <a:lnTo>
                    <a:pt x="373923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47">
              <a:extLst>
                <a:ext uri="{FF2B5EF4-FFF2-40B4-BE49-F238E27FC236}">
                  <a16:creationId xmlns:a16="http://schemas.microsoft.com/office/drawing/2014/main" id="{09EE7B59-61FF-4756-B304-2BD05315D7E4}"/>
                </a:ext>
              </a:extLst>
            </p:cNvPr>
            <p:cNvSpPr/>
            <p:nvPr/>
          </p:nvSpPr>
          <p:spPr>
            <a:xfrm>
              <a:off x="6225132" y="4173462"/>
              <a:ext cx="384966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Mitte</a:t>
              </a:r>
            </a:p>
          </p:txBody>
        </p: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8A2665DA-3C86-4894-80B6-8D5C53AF3C13}"/>
              </a:ext>
            </a:extLst>
          </p:cNvPr>
          <p:cNvGrpSpPr/>
          <p:nvPr/>
        </p:nvGrpSpPr>
        <p:grpSpPr>
          <a:xfrm>
            <a:off x="7155827" y="4190325"/>
            <a:ext cx="481834" cy="233752"/>
            <a:chOff x="7155827" y="4190325"/>
            <a:chExt cx="481834" cy="233752"/>
          </a:xfrm>
        </p:grpSpPr>
        <p:sp>
          <p:nvSpPr>
            <p:cNvPr id="65" name="pg54">
              <a:extLst>
                <a:ext uri="{FF2B5EF4-FFF2-40B4-BE49-F238E27FC236}">
                  <a16:creationId xmlns:a16="http://schemas.microsoft.com/office/drawing/2014/main" id="{06E5E945-8B89-46E8-8EDD-38E704985FC5}"/>
                </a:ext>
              </a:extLst>
            </p:cNvPr>
            <p:cNvSpPr/>
            <p:nvPr/>
          </p:nvSpPr>
          <p:spPr>
            <a:xfrm>
              <a:off x="7155827" y="4190325"/>
              <a:ext cx="481834" cy="233752"/>
            </a:xfrm>
            <a:custGeom>
              <a:avLst/>
              <a:gdLst/>
              <a:ahLst/>
              <a:cxnLst/>
              <a:rect l="0" t="0" r="0" b="0"/>
              <a:pathLst>
                <a:path w="392036" h="190188">
                  <a:moveTo>
                    <a:pt x="26017" y="190188"/>
                  </a:moveTo>
                  <a:lnTo>
                    <a:pt x="366019" y="190188"/>
                  </a:lnTo>
                  <a:lnTo>
                    <a:pt x="364971" y="190167"/>
                  </a:lnTo>
                  <a:lnTo>
                    <a:pt x="369155" y="189998"/>
                  </a:lnTo>
                  <a:lnTo>
                    <a:pt x="373257" y="189161"/>
                  </a:lnTo>
                  <a:lnTo>
                    <a:pt x="377172" y="187676"/>
                  </a:lnTo>
                  <a:lnTo>
                    <a:pt x="380798" y="185583"/>
                  </a:lnTo>
                  <a:lnTo>
                    <a:pt x="384042" y="182935"/>
                  </a:lnTo>
                  <a:lnTo>
                    <a:pt x="386818" y="179801"/>
                  </a:lnTo>
                  <a:lnTo>
                    <a:pt x="389056" y="176262"/>
                  </a:lnTo>
                  <a:lnTo>
                    <a:pt x="390697" y="172410"/>
                  </a:lnTo>
                  <a:lnTo>
                    <a:pt x="391699" y="168344"/>
                  </a:lnTo>
                  <a:lnTo>
                    <a:pt x="392036" y="164171"/>
                  </a:lnTo>
                  <a:lnTo>
                    <a:pt x="392036" y="26017"/>
                  </a:lnTo>
                  <a:lnTo>
                    <a:pt x="391699" y="21843"/>
                  </a:lnTo>
                  <a:lnTo>
                    <a:pt x="390697" y="17778"/>
                  </a:lnTo>
                  <a:lnTo>
                    <a:pt x="389056" y="13926"/>
                  </a:lnTo>
                  <a:lnTo>
                    <a:pt x="386818" y="10387"/>
                  </a:lnTo>
                  <a:lnTo>
                    <a:pt x="384042" y="7253"/>
                  </a:lnTo>
                  <a:lnTo>
                    <a:pt x="380798" y="4605"/>
                  </a:lnTo>
                  <a:lnTo>
                    <a:pt x="377172" y="2511"/>
                  </a:lnTo>
                  <a:lnTo>
                    <a:pt x="373257" y="1027"/>
                  </a:lnTo>
                  <a:lnTo>
                    <a:pt x="369155" y="189"/>
                  </a:lnTo>
                  <a:lnTo>
                    <a:pt x="366019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55">
              <a:extLst>
                <a:ext uri="{FF2B5EF4-FFF2-40B4-BE49-F238E27FC236}">
                  <a16:creationId xmlns:a16="http://schemas.microsoft.com/office/drawing/2014/main" id="{AEB1ED3D-DCD7-47A0-8C1E-09B6F7382B39}"/>
                </a:ext>
              </a:extLst>
            </p:cNvPr>
            <p:cNvSpPr/>
            <p:nvPr/>
          </p:nvSpPr>
          <p:spPr>
            <a:xfrm>
              <a:off x="7209120" y="4241731"/>
              <a:ext cx="375248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Vahr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18810281-3A83-49C7-A469-191FF2527791}"/>
              </a:ext>
            </a:extLst>
          </p:cNvPr>
          <p:cNvGrpSpPr/>
          <p:nvPr/>
        </p:nvGrpSpPr>
        <p:grpSpPr>
          <a:xfrm>
            <a:off x="7695157" y="4499377"/>
            <a:ext cx="866798" cy="233752"/>
            <a:chOff x="7695157" y="4499377"/>
            <a:chExt cx="866798" cy="233752"/>
          </a:xfrm>
        </p:grpSpPr>
        <p:sp>
          <p:nvSpPr>
            <p:cNvPr id="63" name="pg52">
              <a:extLst>
                <a:ext uri="{FF2B5EF4-FFF2-40B4-BE49-F238E27FC236}">
                  <a16:creationId xmlns:a16="http://schemas.microsoft.com/office/drawing/2014/main" id="{0CCC03DF-CFBF-4090-B838-F16F427A05A3}"/>
                </a:ext>
              </a:extLst>
            </p:cNvPr>
            <p:cNvSpPr/>
            <p:nvPr/>
          </p:nvSpPr>
          <p:spPr>
            <a:xfrm>
              <a:off x="7695157" y="4499377"/>
              <a:ext cx="866798" cy="233752"/>
            </a:xfrm>
            <a:custGeom>
              <a:avLst/>
              <a:gdLst/>
              <a:ahLst/>
              <a:cxnLst/>
              <a:rect l="0" t="0" r="0" b="0"/>
              <a:pathLst>
                <a:path w="705253" h="190188">
                  <a:moveTo>
                    <a:pt x="26017" y="190188"/>
                  </a:moveTo>
                  <a:lnTo>
                    <a:pt x="679236" y="190188"/>
                  </a:lnTo>
                  <a:lnTo>
                    <a:pt x="678188" y="190167"/>
                  </a:lnTo>
                  <a:lnTo>
                    <a:pt x="682372" y="189998"/>
                  </a:lnTo>
                  <a:lnTo>
                    <a:pt x="686474" y="189161"/>
                  </a:lnTo>
                  <a:lnTo>
                    <a:pt x="690389" y="187676"/>
                  </a:lnTo>
                  <a:lnTo>
                    <a:pt x="694015" y="185583"/>
                  </a:lnTo>
                  <a:lnTo>
                    <a:pt x="697259" y="182935"/>
                  </a:lnTo>
                  <a:lnTo>
                    <a:pt x="700035" y="179801"/>
                  </a:lnTo>
                  <a:lnTo>
                    <a:pt x="702273" y="176262"/>
                  </a:lnTo>
                  <a:lnTo>
                    <a:pt x="703914" y="172410"/>
                  </a:lnTo>
                  <a:lnTo>
                    <a:pt x="704916" y="168344"/>
                  </a:lnTo>
                  <a:lnTo>
                    <a:pt x="705253" y="164171"/>
                  </a:lnTo>
                  <a:lnTo>
                    <a:pt x="705253" y="26017"/>
                  </a:lnTo>
                  <a:lnTo>
                    <a:pt x="704916" y="21843"/>
                  </a:lnTo>
                  <a:lnTo>
                    <a:pt x="703914" y="17778"/>
                  </a:lnTo>
                  <a:lnTo>
                    <a:pt x="702273" y="13926"/>
                  </a:lnTo>
                  <a:lnTo>
                    <a:pt x="700035" y="10387"/>
                  </a:lnTo>
                  <a:lnTo>
                    <a:pt x="697259" y="7253"/>
                  </a:lnTo>
                  <a:lnTo>
                    <a:pt x="694015" y="4605"/>
                  </a:lnTo>
                  <a:lnTo>
                    <a:pt x="690389" y="2511"/>
                  </a:lnTo>
                  <a:lnTo>
                    <a:pt x="686474" y="1027"/>
                  </a:lnTo>
                  <a:lnTo>
                    <a:pt x="682372" y="189"/>
                  </a:lnTo>
                  <a:lnTo>
                    <a:pt x="679236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53">
              <a:extLst>
                <a:ext uri="{FF2B5EF4-FFF2-40B4-BE49-F238E27FC236}">
                  <a16:creationId xmlns:a16="http://schemas.microsoft.com/office/drawing/2014/main" id="{E393EF04-9667-4088-A0D0-E759335AB196}"/>
                </a:ext>
              </a:extLst>
            </p:cNvPr>
            <p:cNvSpPr/>
            <p:nvPr/>
          </p:nvSpPr>
          <p:spPr>
            <a:xfrm>
              <a:off x="7748451" y="4548659"/>
              <a:ext cx="760210" cy="1315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Osterholz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AA6F397E-A60C-40EE-87D1-5D6719C94F7B}"/>
              </a:ext>
            </a:extLst>
          </p:cNvPr>
          <p:cNvGrpSpPr/>
          <p:nvPr/>
        </p:nvGrpSpPr>
        <p:grpSpPr>
          <a:xfrm>
            <a:off x="7524003" y="3711863"/>
            <a:ext cx="1133790" cy="233752"/>
            <a:chOff x="7524003" y="3711863"/>
            <a:chExt cx="1133790" cy="233752"/>
          </a:xfrm>
        </p:grpSpPr>
        <p:sp>
          <p:nvSpPr>
            <p:cNvPr id="67" name="pg56">
              <a:extLst>
                <a:ext uri="{FF2B5EF4-FFF2-40B4-BE49-F238E27FC236}">
                  <a16:creationId xmlns:a16="http://schemas.microsoft.com/office/drawing/2014/main" id="{4070BDAC-A303-44EC-93E7-7E25E2D7D08A}"/>
                </a:ext>
              </a:extLst>
            </p:cNvPr>
            <p:cNvSpPr/>
            <p:nvPr/>
          </p:nvSpPr>
          <p:spPr>
            <a:xfrm>
              <a:off x="7524003" y="3711863"/>
              <a:ext cx="1133790" cy="233752"/>
            </a:xfrm>
            <a:custGeom>
              <a:avLst/>
              <a:gdLst/>
              <a:ahLst/>
              <a:cxnLst/>
              <a:rect l="0" t="0" r="0" b="0"/>
              <a:pathLst>
                <a:path w="922487" h="190188">
                  <a:moveTo>
                    <a:pt x="26017" y="190188"/>
                  </a:moveTo>
                  <a:lnTo>
                    <a:pt x="896469" y="190188"/>
                  </a:lnTo>
                  <a:lnTo>
                    <a:pt x="895422" y="190167"/>
                  </a:lnTo>
                  <a:lnTo>
                    <a:pt x="899605" y="189998"/>
                  </a:lnTo>
                  <a:lnTo>
                    <a:pt x="903708" y="189161"/>
                  </a:lnTo>
                  <a:lnTo>
                    <a:pt x="907623" y="187676"/>
                  </a:lnTo>
                  <a:lnTo>
                    <a:pt x="911249" y="185583"/>
                  </a:lnTo>
                  <a:lnTo>
                    <a:pt x="914492" y="182935"/>
                  </a:lnTo>
                  <a:lnTo>
                    <a:pt x="917269" y="179801"/>
                  </a:lnTo>
                  <a:lnTo>
                    <a:pt x="919506" y="176262"/>
                  </a:lnTo>
                  <a:lnTo>
                    <a:pt x="921148" y="172410"/>
                  </a:lnTo>
                  <a:lnTo>
                    <a:pt x="922150" y="168344"/>
                  </a:lnTo>
                  <a:lnTo>
                    <a:pt x="922487" y="164171"/>
                  </a:lnTo>
                  <a:lnTo>
                    <a:pt x="922487" y="26017"/>
                  </a:lnTo>
                  <a:lnTo>
                    <a:pt x="922150" y="21843"/>
                  </a:lnTo>
                  <a:lnTo>
                    <a:pt x="921148" y="17778"/>
                  </a:lnTo>
                  <a:lnTo>
                    <a:pt x="919506" y="13926"/>
                  </a:lnTo>
                  <a:lnTo>
                    <a:pt x="917269" y="10387"/>
                  </a:lnTo>
                  <a:lnTo>
                    <a:pt x="914492" y="7253"/>
                  </a:lnTo>
                  <a:lnTo>
                    <a:pt x="911249" y="4605"/>
                  </a:lnTo>
                  <a:lnTo>
                    <a:pt x="907623" y="2511"/>
                  </a:lnTo>
                  <a:lnTo>
                    <a:pt x="903708" y="1027"/>
                  </a:lnTo>
                  <a:lnTo>
                    <a:pt x="899605" y="189"/>
                  </a:lnTo>
                  <a:lnTo>
                    <a:pt x="896469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57">
              <a:extLst>
                <a:ext uri="{FF2B5EF4-FFF2-40B4-BE49-F238E27FC236}">
                  <a16:creationId xmlns:a16="http://schemas.microsoft.com/office/drawing/2014/main" id="{A8F6DADC-94F7-44E7-AD56-C86E52C67B7D}"/>
                </a:ext>
              </a:extLst>
            </p:cNvPr>
            <p:cNvSpPr/>
            <p:nvPr/>
          </p:nvSpPr>
          <p:spPr>
            <a:xfrm>
              <a:off x="7577296" y="3761146"/>
              <a:ext cx="1027204" cy="1315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Oberneuland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34A7456-C540-4D86-B8AB-0ED978A62510}"/>
              </a:ext>
            </a:extLst>
          </p:cNvPr>
          <p:cNvGrpSpPr/>
          <p:nvPr/>
        </p:nvGrpSpPr>
        <p:grpSpPr>
          <a:xfrm>
            <a:off x="7534460" y="3035968"/>
            <a:ext cx="768260" cy="233752"/>
            <a:chOff x="7534460" y="3035968"/>
            <a:chExt cx="768260" cy="233752"/>
          </a:xfrm>
        </p:grpSpPr>
        <p:sp>
          <p:nvSpPr>
            <p:cNvPr id="51" name="pg40">
              <a:extLst>
                <a:ext uri="{FF2B5EF4-FFF2-40B4-BE49-F238E27FC236}">
                  <a16:creationId xmlns:a16="http://schemas.microsoft.com/office/drawing/2014/main" id="{2DB7323C-F6D0-4CD9-9DFB-91E67AC4E932}"/>
                </a:ext>
              </a:extLst>
            </p:cNvPr>
            <p:cNvSpPr/>
            <p:nvPr/>
          </p:nvSpPr>
          <p:spPr>
            <a:xfrm>
              <a:off x="7534460" y="3035968"/>
              <a:ext cx="768260" cy="233752"/>
            </a:xfrm>
            <a:custGeom>
              <a:avLst/>
              <a:gdLst/>
              <a:ahLst/>
              <a:cxnLst/>
              <a:rect l="0" t="0" r="0" b="0"/>
              <a:pathLst>
                <a:path w="625079" h="190188">
                  <a:moveTo>
                    <a:pt x="26017" y="190188"/>
                  </a:moveTo>
                  <a:lnTo>
                    <a:pt x="599061" y="190188"/>
                  </a:lnTo>
                  <a:lnTo>
                    <a:pt x="598014" y="190167"/>
                  </a:lnTo>
                  <a:lnTo>
                    <a:pt x="602197" y="189998"/>
                  </a:lnTo>
                  <a:lnTo>
                    <a:pt x="606300" y="189161"/>
                  </a:lnTo>
                  <a:lnTo>
                    <a:pt x="610215" y="187676"/>
                  </a:lnTo>
                  <a:lnTo>
                    <a:pt x="613841" y="185583"/>
                  </a:lnTo>
                  <a:lnTo>
                    <a:pt x="617084" y="182935"/>
                  </a:lnTo>
                  <a:lnTo>
                    <a:pt x="619861" y="179801"/>
                  </a:lnTo>
                  <a:lnTo>
                    <a:pt x="622098" y="176262"/>
                  </a:lnTo>
                  <a:lnTo>
                    <a:pt x="623740" y="172410"/>
                  </a:lnTo>
                  <a:lnTo>
                    <a:pt x="624742" y="168344"/>
                  </a:lnTo>
                  <a:lnTo>
                    <a:pt x="625079" y="164171"/>
                  </a:lnTo>
                  <a:lnTo>
                    <a:pt x="625079" y="26017"/>
                  </a:lnTo>
                  <a:lnTo>
                    <a:pt x="624742" y="21843"/>
                  </a:lnTo>
                  <a:lnTo>
                    <a:pt x="623740" y="17778"/>
                  </a:lnTo>
                  <a:lnTo>
                    <a:pt x="622098" y="13926"/>
                  </a:lnTo>
                  <a:lnTo>
                    <a:pt x="619861" y="10387"/>
                  </a:lnTo>
                  <a:lnTo>
                    <a:pt x="617084" y="7253"/>
                  </a:lnTo>
                  <a:lnTo>
                    <a:pt x="613841" y="4605"/>
                  </a:lnTo>
                  <a:lnTo>
                    <a:pt x="610215" y="2511"/>
                  </a:lnTo>
                  <a:lnTo>
                    <a:pt x="606300" y="1027"/>
                  </a:lnTo>
                  <a:lnTo>
                    <a:pt x="602197" y="189"/>
                  </a:lnTo>
                  <a:lnTo>
                    <a:pt x="599061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tx41">
              <a:extLst>
                <a:ext uri="{FF2B5EF4-FFF2-40B4-BE49-F238E27FC236}">
                  <a16:creationId xmlns:a16="http://schemas.microsoft.com/office/drawing/2014/main" id="{86A6DC4F-17E2-497A-9C96-6226AB9052A7}"/>
                </a:ext>
              </a:extLst>
            </p:cNvPr>
            <p:cNvSpPr/>
            <p:nvPr/>
          </p:nvSpPr>
          <p:spPr>
            <a:xfrm>
              <a:off x="7587753" y="3053394"/>
              <a:ext cx="661674" cy="1667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Borgfeld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6342487A-C290-4FA5-936F-3381AC3ED5C0}"/>
              </a:ext>
            </a:extLst>
          </p:cNvPr>
          <p:cNvGrpSpPr/>
          <p:nvPr/>
        </p:nvGrpSpPr>
        <p:grpSpPr>
          <a:xfrm>
            <a:off x="6106599" y="3667080"/>
            <a:ext cx="708840" cy="233752"/>
            <a:chOff x="6106599" y="3667080"/>
            <a:chExt cx="708840" cy="233752"/>
          </a:xfrm>
        </p:grpSpPr>
        <p:sp>
          <p:nvSpPr>
            <p:cNvPr id="55" name="pg44">
              <a:extLst>
                <a:ext uri="{FF2B5EF4-FFF2-40B4-BE49-F238E27FC236}">
                  <a16:creationId xmlns:a16="http://schemas.microsoft.com/office/drawing/2014/main" id="{BD8131B2-081E-4446-9304-6A7B7B34ACAC}"/>
                </a:ext>
              </a:extLst>
            </p:cNvPr>
            <p:cNvSpPr/>
            <p:nvPr/>
          </p:nvSpPr>
          <p:spPr>
            <a:xfrm>
              <a:off x="6106599" y="3667080"/>
              <a:ext cx="708840" cy="233752"/>
            </a:xfrm>
            <a:custGeom>
              <a:avLst/>
              <a:gdLst/>
              <a:ahLst/>
              <a:cxnLst/>
              <a:rect l="0" t="0" r="0" b="0"/>
              <a:pathLst>
                <a:path w="576734" h="190188">
                  <a:moveTo>
                    <a:pt x="26017" y="190188"/>
                  </a:moveTo>
                  <a:lnTo>
                    <a:pt x="550717" y="190188"/>
                  </a:lnTo>
                  <a:lnTo>
                    <a:pt x="549669" y="190167"/>
                  </a:lnTo>
                  <a:lnTo>
                    <a:pt x="553853" y="189998"/>
                  </a:lnTo>
                  <a:lnTo>
                    <a:pt x="557955" y="189161"/>
                  </a:lnTo>
                  <a:lnTo>
                    <a:pt x="561870" y="187676"/>
                  </a:lnTo>
                  <a:lnTo>
                    <a:pt x="565496" y="185583"/>
                  </a:lnTo>
                  <a:lnTo>
                    <a:pt x="568739" y="182935"/>
                  </a:lnTo>
                  <a:lnTo>
                    <a:pt x="571516" y="179801"/>
                  </a:lnTo>
                  <a:lnTo>
                    <a:pt x="573754" y="176262"/>
                  </a:lnTo>
                  <a:lnTo>
                    <a:pt x="575395" y="172410"/>
                  </a:lnTo>
                  <a:lnTo>
                    <a:pt x="576397" y="168344"/>
                  </a:lnTo>
                  <a:lnTo>
                    <a:pt x="576734" y="164171"/>
                  </a:lnTo>
                  <a:lnTo>
                    <a:pt x="576734" y="26017"/>
                  </a:lnTo>
                  <a:lnTo>
                    <a:pt x="576397" y="21843"/>
                  </a:lnTo>
                  <a:lnTo>
                    <a:pt x="575395" y="17778"/>
                  </a:lnTo>
                  <a:lnTo>
                    <a:pt x="573754" y="13926"/>
                  </a:lnTo>
                  <a:lnTo>
                    <a:pt x="571516" y="10387"/>
                  </a:lnTo>
                  <a:lnTo>
                    <a:pt x="568739" y="7253"/>
                  </a:lnTo>
                  <a:lnTo>
                    <a:pt x="565496" y="4605"/>
                  </a:lnTo>
                  <a:lnTo>
                    <a:pt x="561870" y="2511"/>
                  </a:lnTo>
                  <a:lnTo>
                    <a:pt x="557955" y="1027"/>
                  </a:lnTo>
                  <a:lnTo>
                    <a:pt x="553853" y="189"/>
                  </a:lnTo>
                  <a:lnTo>
                    <a:pt x="550717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x45">
              <a:extLst>
                <a:ext uri="{FF2B5EF4-FFF2-40B4-BE49-F238E27FC236}">
                  <a16:creationId xmlns:a16="http://schemas.microsoft.com/office/drawing/2014/main" id="{3E9FB4B8-A3E1-45A8-9309-86120ADB30A2}"/>
                </a:ext>
              </a:extLst>
            </p:cNvPr>
            <p:cNvSpPr/>
            <p:nvPr/>
          </p:nvSpPr>
          <p:spPr>
            <a:xfrm>
              <a:off x="6159892" y="3716520"/>
              <a:ext cx="602254" cy="1314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Findorff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2ED60B68-E63A-4C7C-B1A4-F55CD4B2287A}"/>
              </a:ext>
            </a:extLst>
          </p:cNvPr>
          <p:cNvGrpSpPr/>
          <p:nvPr/>
        </p:nvGrpSpPr>
        <p:grpSpPr>
          <a:xfrm>
            <a:off x="6695206" y="3487189"/>
            <a:ext cx="945994" cy="233752"/>
            <a:chOff x="6695206" y="3487189"/>
            <a:chExt cx="945994" cy="233752"/>
          </a:xfrm>
        </p:grpSpPr>
        <p:sp>
          <p:nvSpPr>
            <p:cNvPr id="69" name="pg58">
              <a:extLst>
                <a:ext uri="{FF2B5EF4-FFF2-40B4-BE49-F238E27FC236}">
                  <a16:creationId xmlns:a16="http://schemas.microsoft.com/office/drawing/2014/main" id="{C77EA8AD-8415-4BCD-95AA-D84CB3F98AD9}"/>
                </a:ext>
              </a:extLst>
            </p:cNvPr>
            <p:cNvSpPr/>
            <p:nvPr/>
          </p:nvSpPr>
          <p:spPr>
            <a:xfrm>
              <a:off x="6695206" y="3487189"/>
              <a:ext cx="945994" cy="233752"/>
            </a:xfrm>
            <a:custGeom>
              <a:avLst/>
              <a:gdLst/>
              <a:ahLst/>
              <a:cxnLst/>
              <a:rect l="0" t="0" r="0" b="0"/>
              <a:pathLst>
                <a:path w="769689" h="190188">
                  <a:moveTo>
                    <a:pt x="26017" y="190188"/>
                  </a:moveTo>
                  <a:lnTo>
                    <a:pt x="743672" y="190188"/>
                  </a:lnTo>
                  <a:lnTo>
                    <a:pt x="742624" y="190167"/>
                  </a:lnTo>
                  <a:lnTo>
                    <a:pt x="746808" y="189998"/>
                  </a:lnTo>
                  <a:lnTo>
                    <a:pt x="750910" y="189161"/>
                  </a:lnTo>
                  <a:lnTo>
                    <a:pt x="754825" y="187676"/>
                  </a:lnTo>
                  <a:lnTo>
                    <a:pt x="758451" y="185583"/>
                  </a:lnTo>
                  <a:lnTo>
                    <a:pt x="761695" y="182935"/>
                  </a:lnTo>
                  <a:lnTo>
                    <a:pt x="764471" y="179801"/>
                  </a:lnTo>
                  <a:lnTo>
                    <a:pt x="766709" y="176262"/>
                  </a:lnTo>
                  <a:lnTo>
                    <a:pt x="768350" y="172410"/>
                  </a:lnTo>
                  <a:lnTo>
                    <a:pt x="769352" y="168344"/>
                  </a:lnTo>
                  <a:lnTo>
                    <a:pt x="769689" y="164171"/>
                  </a:lnTo>
                  <a:lnTo>
                    <a:pt x="769689" y="26017"/>
                  </a:lnTo>
                  <a:lnTo>
                    <a:pt x="769352" y="21843"/>
                  </a:lnTo>
                  <a:lnTo>
                    <a:pt x="768350" y="17778"/>
                  </a:lnTo>
                  <a:lnTo>
                    <a:pt x="766709" y="13926"/>
                  </a:lnTo>
                  <a:lnTo>
                    <a:pt x="764471" y="10387"/>
                  </a:lnTo>
                  <a:lnTo>
                    <a:pt x="761695" y="7253"/>
                  </a:lnTo>
                  <a:lnTo>
                    <a:pt x="758451" y="4605"/>
                  </a:lnTo>
                  <a:lnTo>
                    <a:pt x="754825" y="2511"/>
                  </a:lnTo>
                  <a:lnTo>
                    <a:pt x="750910" y="1027"/>
                  </a:lnTo>
                  <a:lnTo>
                    <a:pt x="746808" y="189"/>
                  </a:lnTo>
                  <a:lnTo>
                    <a:pt x="743672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59">
              <a:extLst>
                <a:ext uri="{FF2B5EF4-FFF2-40B4-BE49-F238E27FC236}">
                  <a16:creationId xmlns:a16="http://schemas.microsoft.com/office/drawing/2014/main" id="{502E26AF-99D8-4F1F-98E7-478CCA8B66C9}"/>
                </a:ext>
              </a:extLst>
            </p:cNvPr>
            <p:cNvSpPr/>
            <p:nvPr/>
          </p:nvSpPr>
          <p:spPr>
            <a:xfrm>
              <a:off x="6748498" y="3538595"/>
              <a:ext cx="839410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Horn-Lehe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16CF22CD-587A-4645-922C-B68F9A9CFCE5}"/>
              </a:ext>
            </a:extLst>
          </p:cNvPr>
          <p:cNvGrpSpPr/>
          <p:nvPr/>
        </p:nvGrpSpPr>
        <p:grpSpPr>
          <a:xfrm>
            <a:off x="6132085" y="3827788"/>
            <a:ext cx="1410238" cy="233752"/>
            <a:chOff x="6132085" y="3827788"/>
            <a:chExt cx="1410238" cy="233752"/>
          </a:xfrm>
        </p:grpSpPr>
        <p:sp>
          <p:nvSpPr>
            <p:cNvPr id="71" name="pg60">
              <a:extLst>
                <a:ext uri="{FF2B5EF4-FFF2-40B4-BE49-F238E27FC236}">
                  <a16:creationId xmlns:a16="http://schemas.microsoft.com/office/drawing/2014/main" id="{6A08A64D-28E1-4474-8B64-C114B01A32C7}"/>
                </a:ext>
              </a:extLst>
            </p:cNvPr>
            <p:cNvSpPr/>
            <p:nvPr/>
          </p:nvSpPr>
          <p:spPr>
            <a:xfrm>
              <a:off x="6132085" y="3827788"/>
              <a:ext cx="1410238" cy="233752"/>
            </a:xfrm>
            <a:custGeom>
              <a:avLst/>
              <a:gdLst/>
              <a:ahLst/>
              <a:cxnLst/>
              <a:rect l="0" t="0" r="0" b="0"/>
              <a:pathLst>
                <a:path w="1147413" h="190188">
                  <a:moveTo>
                    <a:pt x="26017" y="190188"/>
                  </a:moveTo>
                  <a:lnTo>
                    <a:pt x="1121396" y="190188"/>
                  </a:lnTo>
                  <a:lnTo>
                    <a:pt x="1120348" y="190167"/>
                  </a:lnTo>
                  <a:lnTo>
                    <a:pt x="1124532" y="189998"/>
                  </a:lnTo>
                  <a:lnTo>
                    <a:pt x="1128634" y="189161"/>
                  </a:lnTo>
                  <a:lnTo>
                    <a:pt x="1132549" y="187676"/>
                  </a:lnTo>
                  <a:lnTo>
                    <a:pt x="1136175" y="185583"/>
                  </a:lnTo>
                  <a:lnTo>
                    <a:pt x="1139418" y="182935"/>
                  </a:lnTo>
                  <a:lnTo>
                    <a:pt x="1142195" y="179801"/>
                  </a:lnTo>
                  <a:lnTo>
                    <a:pt x="1144433" y="176262"/>
                  </a:lnTo>
                  <a:lnTo>
                    <a:pt x="1146074" y="172410"/>
                  </a:lnTo>
                  <a:lnTo>
                    <a:pt x="1147076" y="168344"/>
                  </a:lnTo>
                  <a:lnTo>
                    <a:pt x="1147413" y="164171"/>
                  </a:lnTo>
                  <a:lnTo>
                    <a:pt x="1147413" y="26017"/>
                  </a:lnTo>
                  <a:lnTo>
                    <a:pt x="1147076" y="21843"/>
                  </a:lnTo>
                  <a:lnTo>
                    <a:pt x="1146074" y="17778"/>
                  </a:lnTo>
                  <a:lnTo>
                    <a:pt x="1144433" y="13926"/>
                  </a:lnTo>
                  <a:lnTo>
                    <a:pt x="1142195" y="10387"/>
                  </a:lnTo>
                  <a:lnTo>
                    <a:pt x="1139418" y="7253"/>
                  </a:lnTo>
                  <a:lnTo>
                    <a:pt x="1136175" y="4605"/>
                  </a:lnTo>
                  <a:lnTo>
                    <a:pt x="1132549" y="2511"/>
                  </a:lnTo>
                  <a:lnTo>
                    <a:pt x="1128634" y="1027"/>
                  </a:lnTo>
                  <a:lnTo>
                    <a:pt x="1124532" y="189"/>
                  </a:lnTo>
                  <a:lnTo>
                    <a:pt x="1121396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61">
              <a:extLst>
                <a:ext uri="{FF2B5EF4-FFF2-40B4-BE49-F238E27FC236}">
                  <a16:creationId xmlns:a16="http://schemas.microsoft.com/office/drawing/2014/main" id="{AC011907-9D2B-48EB-980E-66E2BF7AD558}"/>
                </a:ext>
              </a:extLst>
            </p:cNvPr>
            <p:cNvSpPr/>
            <p:nvPr/>
          </p:nvSpPr>
          <p:spPr>
            <a:xfrm>
              <a:off x="6185378" y="3877150"/>
              <a:ext cx="1303652" cy="1315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Schwachhausen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61B69F6-8B2C-4FE5-9C6E-A9C771098958}"/>
              </a:ext>
            </a:extLst>
          </p:cNvPr>
          <p:cNvGrpSpPr/>
          <p:nvPr/>
        </p:nvGrpSpPr>
        <p:grpSpPr>
          <a:xfrm>
            <a:off x="4220063" y="2458665"/>
            <a:ext cx="955708" cy="233752"/>
            <a:chOff x="4220063" y="2458665"/>
            <a:chExt cx="955708" cy="233752"/>
          </a:xfrm>
        </p:grpSpPr>
        <p:sp>
          <p:nvSpPr>
            <p:cNvPr id="43" name="pg32">
              <a:extLst>
                <a:ext uri="{FF2B5EF4-FFF2-40B4-BE49-F238E27FC236}">
                  <a16:creationId xmlns:a16="http://schemas.microsoft.com/office/drawing/2014/main" id="{7B13565C-4E75-4EA4-BC78-39527CBDAA70}"/>
                </a:ext>
              </a:extLst>
            </p:cNvPr>
            <p:cNvSpPr/>
            <p:nvPr/>
          </p:nvSpPr>
          <p:spPr>
            <a:xfrm>
              <a:off x="4220063" y="2458665"/>
              <a:ext cx="955708" cy="233752"/>
            </a:xfrm>
            <a:custGeom>
              <a:avLst/>
              <a:gdLst/>
              <a:ahLst/>
              <a:cxnLst/>
              <a:rect l="0" t="0" r="0" b="0"/>
              <a:pathLst>
                <a:path w="777594" h="190188">
                  <a:moveTo>
                    <a:pt x="26017" y="190188"/>
                  </a:moveTo>
                  <a:lnTo>
                    <a:pt x="751576" y="190188"/>
                  </a:lnTo>
                  <a:lnTo>
                    <a:pt x="750529" y="190167"/>
                  </a:lnTo>
                  <a:lnTo>
                    <a:pt x="754712" y="189998"/>
                  </a:lnTo>
                  <a:lnTo>
                    <a:pt x="758815" y="189161"/>
                  </a:lnTo>
                  <a:lnTo>
                    <a:pt x="762730" y="187676"/>
                  </a:lnTo>
                  <a:lnTo>
                    <a:pt x="766356" y="185583"/>
                  </a:lnTo>
                  <a:lnTo>
                    <a:pt x="769599" y="182935"/>
                  </a:lnTo>
                  <a:lnTo>
                    <a:pt x="772376" y="179801"/>
                  </a:lnTo>
                  <a:lnTo>
                    <a:pt x="774614" y="176262"/>
                  </a:lnTo>
                  <a:lnTo>
                    <a:pt x="776255" y="172410"/>
                  </a:lnTo>
                  <a:lnTo>
                    <a:pt x="777257" y="168344"/>
                  </a:lnTo>
                  <a:lnTo>
                    <a:pt x="777594" y="164171"/>
                  </a:lnTo>
                  <a:lnTo>
                    <a:pt x="777594" y="26017"/>
                  </a:lnTo>
                  <a:lnTo>
                    <a:pt x="777257" y="21843"/>
                  </a:lnTo>
                  <a:lnTo>
                    <a:pt x="776255" y="17778"/>
                  </a:lnTo>
                  <a:lnTo>
                    <a:pt x="774614" y="13926"/>
                  </a:lnTo>
                  <a:lnTo>
                    <a:pt x="772376" y="10387"/>
                  </a:lnTo>
                  <a:lnTo>
                    <a:pt x="769599" y="7253"/>
                  </a:lnTo>
                  <a:lnTo>
                    <a:pt x="766356" y="4605"/>
                  </a:lnTo>
                  <a:lnTo>
                    <a:pt x="762730" y="2511"/>
                  </a:lnTo>
                  <a:lnTo>
                    <a:pt x="758815" y="1027"/>
                  </a:lnTo>
                  <a:lnTo>
                    <a:pt x="754712" y="189"/>
                  </a:lnTo>
                  <a:lnTo>
                    <a:pt x="751576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33">
              <a:extLst>
                <a:ext uri="{FF2B5EF4-FFF2-40B4-BE49-F238E27FC236}">
                  <a16:creationId xmlns:a16="http://schemas.microsoft.com/office/drawing/2014/main" id="{C52DBB92-FDB5-4FFC-99B5-D5CADA78FD25}"/>
                </a:ext>
              </a:extLst>
            </p:cNvPr>
            <p:cNvSpPr/>
            <p:nvPr/>
          </p:nvSpPr>
          <p:spPr>
            <a:xfrm>
              <a:off x="4273354" y="2478057"/>
              <a:ext cx="849126" cy="164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Burglesum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A512876-7682-47E6-827D-148498B99CB4}"/>
              </a:ext>
            </a:extLst>
          </p:cNvPr>
          <p:cNvGrpSpPr/>
          <p:nvPr/>
        </p:nvGrpSpPr>
        <p:grpSpPr>
          <a:xfrm>
            <a:off x="3568895" y="1956874"/>
            <a:ext cx="886748" cy="233752"/>
            <a:chOff x="3568895" y="1956874"/>
            <a:chExt cx="886748" cy="233752"/>
          </a:xfrm>
        </p:grpSpPr>
        <p:sp>
          <p:nvSpPr>
            <p:cNvPr id="45" name="pg34">
              <a:extLst>
                <a:ext uri="{FF2B5EF4-FFF2-40B4-BE49-F238E27FC236}">
                  <a16:creationId xmlns:a16="http://schemas.microsoft.com/office/drawing/2014/main" id="{A2A131BD-0E84-4221-9370-2B4C1E6A69E3}"/>
                </a:ext>
              </a:extLst>
            </p:cNvPr>
            <p:cNvSpPr/>
            <p:nvPr/>
          </p:nvSpPr>
          <p:spPr>
            <a:xfrm>
              <a:off x="3568895" y="1956874"/>
              <a:ext cx="886748" cy="233752"/>
            </a:xfrm>
            <a:custGeom>
              <a:avLst/>
              <a:gdLst/>
              <a:ahLst/>
              <a:cxnLst/>
              <a:rect l="0" t="0" r="0" b="0"/>
              <a:pathLst>
                <a:path w="721486" h="190188">
                  <a:moveTo>
                    <a:pt x="26017" y="190188"/>
                  </a:moveTo>
                  <a:lnTo>
                    <a:pt x="695468" y="190188"/>
                  </a:lnTo>
                  <a:lnTo>
                    <a:pt x="694421" y="190167"/>
                  </a:lnTo>
                  <a:lnTo>
                    <a:pt x="698604" y="189998"/>
                  </a:lnTo>
                  <a:lnTo>
                    <a:pt x="702707" y="189161"/>
                  </a:lnTo>
                  <a:lnTo>
                    <a:pt x="706622" y="187676"/>
                  </a:lnTo>
                  <a:lnTo>
                    <a:pt x="710248" y="185583"/>
                  </a:lnTo>
                  <a:lnTo>
                    <a:pt x="713491" y="182935"/>
                  </a:lnTo>
                  <a:lnTo>
                    <a:pt x="716268" y="179801"/>
                  </a:lnTo>
                  <a:lnTo>
                    <a:pt x="718505" y="176262"/>
                  </a:lnTo>
                  <a:lnTo>
                    <a:pt x="720147" y="172410"/>
                  </a:lnTo>
                  <a:lnTo>
                    <a:pt x="721149" y="168344"/>
                  </a:lnTo>
                  <a:lnTo>
                    <a:pt x="721486" y="164171"/>
                  </a:lnTo>
                  <a:lnTo>
                    <a:pt x="721486" y="26017"/>
                  </a:lnTo>
                  <a:lnTo>
                    <a:pt x="721149" y="21843"/>
                  </a:lnTo>
                  <a:lnTo>
                    <a:pt x="720147" y="17778"/>
                  </a:lnTo>
                  <a:lnTo>
                    <a:pt x="718505" y="13926"/>
                  </a:lnTo>
                  <a:lnTo>
                    <a:pt x="716268" y="10387"/>
                  </a:lnTo>
                  <a:lnTo>
                    <a:pt x="713491" y="7253"/>
                  </a:lnTo>
                  <a:lnTo>
                    <a:pt x="710248" y="4605"/>
                  </a:lnTo>
                  <a:lnTo>
                    <a:pt x="706622" y="2511"/>
                  </a:lnTo>
                  <a:lnTo>
                    <a:pt x="702707" y="1027"/>
                  </a:lnTo>
                  <a:lnTo>
                    <a:pt x="698604" y="189"/>
                  </a:lnTo>
                  <a:lnTo>
                    <a:pt x="695468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tx35">
              <a:extLst>
                <a:ext uri="{FF2B5EF4-FFF2-40B4-BE49-F238E27FC236}">
                  <a16:creationId xmlns:a16="http://schemas.microsoft.com/office/drawing/2014/main" id="{CEE275B8-57B4-4554-A99D-703611D5864E}"/>
                </a:ext>
              </a:extLst>
            </p:cNvPr>
            <p:cNvSpPr/>
            <p:nvPr/>
          </p:nvSpPr>
          <p:spPr>
            <a:xfrm>
              <a:off x="3622186" y="1976266"/>
              <a:ext cx="780166" cy="164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Vegesack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9E035B3-1F10-42EC-BB37-F6DCBF6CE66A}"/>
              </a:ext>
            </a:extLst>
          </p:cNvPr>
          <p:cNvGrpSpPr/>
          <p:nvPr/>
        </p:nvGrpSpPr>
        <p:grpSpPr>
          <a:xfrm>
            <a:off x="2459169" y="1480438"/>
            <a:ext cx="995350" cy="233752"/>
            <a:chOff x="2459169" y="1480438"/>
            <a:chExt cx="995350" cy="233752"/>
          </a:xfrm>
        </p:grpSpPr>
        <p:sp>
          <p:nvSpPr>
            <p:cNvPr id="47" name="pg36">
              <a:extLst>
                <a:ext uri="{FF2B5EF4-FFF2-40B4-BE49-F238E27FC236}">
                  <a16:creationId xmlns:a16="http://schemas.microsoft.com/office/drawing/2014/main" id="{84D2BAB4-C69D-4777-9F57-F2B33C521F7A}"/>
                </a:ext>
              </a:extLst>
            </p:cNvPr>
            <p:cNvSpPr/>
            <p:nvPr/>
          </p:nvSpPr>
          <p:spPr>
            <a:xfrm>
              <a:off x="2459169" y="1480438"/>
              <a:ext cx="995350" cy="233752"/>
            </a:xfrm>
            <a:custGeom>
              <a:avLst/>
              <a:gdLst/>
              <a:ahLst/>
              <a:cxnLst/>
              <a:rect l="0" t="0" r="0" b="0"/>
              <a:pathLst>
                <a:path w="809847" h="190188">
                  <a:moveTo>
                    <a:pt x="26017" y="190188"/>
                  </a:moveTo>
                  <a:lnTo>
                    <a:pt x="783830" y="190188"/>
                  </a:lnTo>
                  <a:lnTo>
                    <a:pt x="782782" y="190167"/>
                  </a:lnTo>
                  <a:lnTo>
                    <a:pt x="786966" y="189998"/>
                  </a:lnTo>
                  <a:lnTo>
                    <a:pt x="791068" y="189161"/>
                  </a:lnTo>
                  <a:lnTo>
                    <a:pt x="794983" y="187676"/>
                  </a:lnTo>
                  <a:lnTo>
                    <a:pt x="798609" y="185583"/>
                  </a:lnTo>
                  <a:lnTo>
                    <a:pt x="801853" y="182935"/>
                  </a:lnTo>
                  <a:lnTo>
                    <a:pt x="804629" y="179801"/>
                  </a:lnTo>
                  <a:lnTo>
                    <a:pt x="806867" y="176262"/>
                  </a:lnTo>
                  <a:lnTo>
                    <a:pt x="808508" y="172410"/>
                  </a:lnTo>
                  <a:lnTo>
                    <a:pt x="809510" y="168344"/>
                  </a:lnTo>
                  <a:lnTo>
                    <a:pt x="809847" y="164171"/>
                  </a:lnTo>
                  <a:lnTo>
                    <a:pt x="809847" y="26017"/>
                  </a:lnTo>
                  <a:lnTo>
                    <a:pt x="809510" y="21843"/>
                  </a:lnTo>
                  <a:lnTo>
                    <a:pt x="808508" y="17778"/>
                  </a:lnTo>
                  <a:lnTo>
                    <a:pt x="806867" y="13926"/>
                  </a:lnTo>
                  <a:lnTo>
                    <a:pt x="804629" y="10387"/>
                  </a:lnTo>
                  <a:lnTo>
                    <a:pt x="801853" y="7253"/>
                  </a:lnTo>
                  <a:lnTo>
                    <a:pt x="798609" y="4605"/>
                  </a:lnTo>
                  <a:lnTo>
                    <a:pt x="794983" y="2511"/>
                  </a:lnTo>
                  <a:lnTo>
                    <a:pt x="791068" y="1027"/>
                  </a:lnTo>
                  <a:lnTo>
                    <a:pt x="786966" y="189"/>
                  </a:lnTo>
                  <a:lnTo>
                    <a:pt x="783830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x37">
              <a:extLst>
                <a:ext uri="{FF2B5EF4-FFF2-40B4-BE49-F238E27FC236}">
                  <a16:creationId xmlns:a16="http://schemas.microsoft.com/office/drawing/2014/main" id="{2EA8BE41-8BB6-45A4-B07D-E9D86FC2A3C8}"/>
                </a:ext>
              </a:extLst>
            </p:cNvPr>
            <p:cNvSpPr/>
            <p:nvPr/>
          </p:nvSpPr>
          <p:spPr>
            <a:xfrm>
              <a:off x="2512461" y="1531844"/>
              <a:ext cx="888766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Blumenthal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6818627-89C4-46FB-BB1A-27044CB797B7}"/>
              </a:ext>
            </a:extLst>
          </p:cNvPr>
          <p:cNvGrpSpPr/>
          <p:nvPr/>
        </p:nvGrpSpPr>
        <p:grpSpPr>
          <a:xfrm>
            <a:off x="5213802" y="3058782"/>
            <a:ext cx="1074456" cy="233752"/>
            <a:chOff x="5213802" y="3058782"/>
            <a:chExt cx="1074456" cy="233752"/>
          </a:xfrm>
        </p:grpSpPr>
        <p:sp>
          <p:nvSpPr>
            <p:cNvPr id="49" name="pg38">
              <a:extLst>
                <a:ext uri="{FF2B5EF4-FFF2-40B4-BE49-F238E27FC236}">
                  <a16:creationId xmlns:a16="http://schemas.microsoft.com/office/drawing/2014/main" id="{9D9BD4ED-47BA-4CF3-8282-A612BE7ACD9C}"/>
                </a:ext>
              </a:extLst>
            </p:cNvPr>
            <p:cNvSpPr/>
            <p:nvPr/>
          </p:nvSpPr>
          <p:spPr>
            <a:xfrm>
              <a:off x="5213802" y="3058782"/>
              <a:ext cx="1074456" cy="233752"/>
            </a:xfrm>
            <a:custGeom>
              <a:avLst/>
              <a:gdLst/>
              <a:ahLst/>
              <a:cxnLst/>
              <a:rect l="0" t="0" r="0" b="0"/>
              <a:pathLst>
                <a:path w="874212" h="190188">
                  <a:moveTo>
                    <a:pt x="26017" y="190188"/>
                  </a:moveTo>
                  <a:lnTo>
                    <a:pt x="848195" y="190188"/>
                  </a:lnTo>
                  <a:lnTo>
                    <a:pt x="847148" y="190167"/>
                  </a:lnTo>
                  <a:lnTo>
                    <a:pt x="851331" y="189998"/>
                  </a:lnTo>
                  <a:lnTo>
                    <a:pt x="855434" y="189161"/>
                  </a:lnTo>
                  <a:lnTo>
                    <a:pt x="859349" y="187676"/>
                  </a:lnTo>
                  <a:lnTo>
                    <a:pt x="862975" y="185583"/>
                  </a:lnTo>
                  <a:lnTo>
                    <a:pt x="866218" y="182935"/>
                  </a:lnTo>
                  <a:lnTo>
                    <a:pt x="868994" y="179801"/>
                  </a:lnTo>
                  <a:lnTo>
                    <a:pt x="871232" y="176262"/>
                  </a:lnTo>
                  <a:lnTo>
                    <a:pt x="872873" y="172410"/>
                  </a:lnTo>
                  <a:lnTo>
                    <a:pt x="873876" y="168344"/>
                  </a:lnTo>
                  <a:lnTo>
                    <a:pt x="874212" y="164171"/>
                  </a:lnTo>
                  <a:lnTo>
                    <a:pt x="874212" y="26017"/>
                  </a:lnTo>
                  <a:lnTo>
                    <a:pt x="873876" y="21843"/>
                  </a:lnTo>
                  <a:lnTo>
                    <a:pt x="872873" y="17778"/>
                  </a:lnTo>
                  <a:lnTo>
                    <a:pt x="871232" y="13926"/>
                  </a:lnTo>
                  <a:lnTo>
                    <a:pt x="868994" y="10387"/>
                  </a:lnTo>
                  <a:lnTo>
                    <a:pt x="866218" y="7253"/>
                  </a:lnTo>
                  <a:lnTo>
                    <a:pt x="862975" y="4605"/>
                  </a:lnTo>
                  <a:lnTo>
                    <a:pt x="859349" y="2511"/>
                  </a:lnTo>
                  <a:lnTo>
                    <a:pt x="855434" y="1027"/>
                  </a:lnTo>
                  <a:lnTo>
                    <a:pt x="851331" y="189"/>
                  </a:lnTo>
                  <a:lnTo>
                    <a:pt x="848195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39">
              <a:extLst>
                <a:ext uri="{FF2B5EF4-FFF2-40B4-BE49-F238E27FC236}">
                  <a16:creationId xmlns:a16="http://schemas.microsoft.com/office/drawing/2014/main" id="{F7FA2DBC-F701-4136-9CF3-65B2D439F10B}"/>
                </a:ext>
              </a:extLst>
            </p:cNvPr>
            <p:cNvSpPr/>
            <p:nvPr/>
          </p:nvSpPr>
          <p:spPr>
            <a:xfrm>
              <a:off x="5267094" y="3076207"/>
              <a:ext cx="967872" cy="1667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Gröpelingen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245EB34-F429-4D91-AB0F-7738E538C4F1}"/>
              </a:ext>
            </a:extLst>
          </p:cNvPr>
          <p:cNvGrpSpPr/>
          <p:nvPr/>
        </p:nvGrpSpPr>
        <p:grpSpPr>
          <a:xfrm>
            <a:off x="5849829" y="2744817"/>
            <a:ext cx="876858" cy="233752"/>
            <a:chOff x="5838016" y="2725767"/>
            <a:chExt cx="876858" cy="233752"/>
          </a:xfrm>
        </p:grpSpPr>
        <p:sp>
          <p:nvSpPr>
            <p:cNvPr id="53" name="pg42">
              <a:extLst>
                <a:ext uri="{FF2B5EF4-FFF2-40B4-BE49-F238E27FC236}">
                  <a16:creationId xmlns:a16="http://schemas.microsoft.com/office/drawing/2014/main" id="{A75AC1D1-464D-4A4E-88C9-1ABCE496B635}"/>
                </a:ext>
              </a:extLst>
            </p:cNvPr>
            <p:cNvSpPr/>
            <p:nvPr/>
          </p:nvSpPr>
          <p:spPr>
            <a:xfrm>
              <a:off x="5838016" y="2725767"/>
              <a:ext cx="876858" cy="233752"/>
            </a:xfrm>
            <a:custGeom>
              <a:avLst/>
              <a:gdLst/>
              <a:ahLst/>
              <a:cxnLst/>
              <a:rect l="0" t="0" r="0" b="0"/>
              <a:pathLst>
                <a:path w="713440" h="190188">
                  <a:moveTo>
                    <a:pt x="26017" y="190188"/>
                  </a:moveTo>
                  <a:lnTo>
                    <a:pt x="687423" y="190188"/>
                  </a:lnTo>
                  <a:lnTo>
                    <a:pt x="686375" y="190167"/>
                  </a:lnTo>
                  <a:lnTo>
                    <a:pt x="690559" y="189998"/>
                  </a:lnTo>
                  <a:lnTo>
                    <a:pt x="694661" y="189161"/>
                  </a:lnTo>
                  <a:lnTo>
                    <a:pt x="698576" y="187676"/>
                  </a:lnTo>
                  <a:lnTo>
                    <a:pt x="702202" y="185583"/>
                  </a:lnTo>
                  <a:lnTo>
                    <a:pt x="705445" y="182935"/>
                  </a:lnTo>
                  <a:lnTo>
                    <a:pt x="708222" y="179801"/>
                  </a:lnTo>
                  <a:lnTo>
                    <a:pt x="710460" y="176262"/>
                  </a:lnTo>
                  <a:lnTo>
                    <a:pt x="712101" y="172410"/>
                  </a:lnTo>
                  <a:lnTo>
                    <a:pt x="713103" y="168344"/>
                  </a:lnTo>
                  <a:lnTo>
                    <a:pt x="713440" y="164171"/>
                  </a:lnTo>
                  <a:lnTo>
                    <a:pt x="713440" y="26017"/>
                  </a:lnTo>
                  <a:lnTo>
                    <a:pt x="713103" y="21843"/>
                  </a:lnTo>
                  <a:lnTo>
                    <a:pt x="712101" y="17778"/>
                  </a:lnTo>
                  <a:lnTo>
                    <a:pt x="710460" y="13926"/>
                  </a:lnTo>
                  <a:lnTo>
                    <a:pt x="708222" y="10387"/>
                  </a:lnTo>
                  <a:lnTo>
                    <a:pt x="705445" y="7253"/>
                  </a:lnTo>
                  <a:lnTo>
                    <a:pt x="702202" y="4605"/>
                  </a:lnTo>
                  <a:lnTo>
                    <a:pt x="698576" y="2511"/>
                  </a:lnTo>
                  <a:lnTo>
                    <a:pt x="694661" y="1027"/>
                  </a:lnTo>
                  <a:lnTo>
                    <a:pt x="690559" y="189"/>
                  </a:lnTo>
                  <a:lnTo>
                    <a:pt x="687423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43">
              <a:extLst>
                <a:ext uri="{FF2B5EF4-FFF2-40B4-BE49-F238E27FC236}">
                  <a16:creationId xmlns:a16="http://schemas.microsoft.com/office/drawing/2014/main" id="{E079AC8E-7EAF-4B65-837C-451798C68267}"/>
                </a:ext>
              </a:extLst>
            </p:cNvPr>
            <p:cNvSpPr/>
            <p:nvPr/>
          </p:nvSpPr>
          <p:spPr>
            <a:xfrm>
              <a:off x="5891308" y="2777173"/>
              <a:ext cx="770274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Blockland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3CE5AF3D-DC58-4724-8888-E9C509A91BDE}"/>
              </a:ext>
            </a:extLst>
          </p:cNvPr>
          <p:cNvGrpSpPr/>
          <p:nvPr/>
        </p:nvGrpSpPr>
        <p:grpSpPr>
          <a:xfrm>
            <a:off x="7073182" y="4901334"/>
            <a:ext cx="1054592" cy="233752"/>
            <a:chOff x="7073182" y="4901334"/>
            <a:chExt cx="1054592" cy="233752"/>
          </a:xfrm>
        </p:grpSpPr>
        <p:sp>
          <p:nvSpPr>
            <p:cNvPr id="61" name="pg50">
              <a:extLst>
                <a:ext uri="{FF2B5EF4-FFF2-40B4-BE49-F238E27FC236}">
                  <a16:creationId xmlns:a16="http://schemas.microsoft.com/office/drawing/2014/main" id="{D7C13A49-DDA2-4829-AA92-9F22D325E95B}"/>
                </a:ext>
              </a:extLst>
            </p:cNvPr>
            <p:cNvSpPr/>
            <p:nvPr/>
          </p:nvSpPr>
          <p:spPr>
            <a:xfrm>
              <a:off x="7073182" y="4901334"/>
              <a:ext cx="1054592" cy="233752"/>
            </a:xfrm>
            <a:custGeom>
              <a:avLst/>
              <a:gdLst/>
              <a:ahLst/>
              <a:cxnLst/>
              <a:rect l="0" t="0" r="0" b="0"/>
              <a:pathLst>
                <a:path w="858050" h="190188">
                  <a:moveTo>
                    <a:pt x="26017" y="190188"/>
                  </a:moveTo>
                  <a:lnTo>
                    <a:pt x="832033" y="190188"/>
                  </a:lnTo>
                  <a:lnTo>
                    <a:pt x="830986" y="190167"/>
                  </a:lnTo>
                  <a:lnTo>
                    <a:pt x="835169" y="189998"/>
                  </a:lnTo>
                  <a:lnTo>
                    <a:pt x="839272" y="189161"/>
                  </a:lnTo>
                  <a:lnTo>
                    <a:pt x="843187" y="187676"/>
                  </a:lnTo>
                  <a:lnTo>
                    <a:pt x="846813" y="185583"/>
                  </a:lnTo>
                  <a:lnTo>
                    <a:pt x="850056" y="182935"/>
                  </a:lnTo>
                  <a:lnTo>
                    <a:pt x="852833" y="179801"/>
                  </a:lnTo>
                  <a:lnTo>
                    <a:pt x="855070" y="176262"/>
                  </a:lnTo>
                  <a:lnTo>
                    <a:pt x="856712" y="172410"/>
                  </a:lnTo>
                  <a:lnTo>
                    <a:pt x="857714" y="168344"/>
                  </a:lnTo>
                  <a:lnTo>
                    <a:pt x="858050" y="164171"/>
                  </a:lnTo>
                  <a:lnTo>
                    <a:pt x="858050" y="26017"/>
                  </a:lnTo>
                  <a:lnTo>
                    <a:pt x="857714" y="21843"/>
                  </a:lnTo>
                  <a:lnTo>
                    <a:pt x="856712" y="17778"/>
                  </a:lnTo>
                  <a:lnTo>
                    <a:pt x="855070" y="13926"/>
                  </a:lnTo>
                  <a:lnTo>
                    <a:pt x="852833" y="10387"/>
                  </a:lnTo>
                  <a:lnTo>
                    <a:pt x="850056" y="7253"/>
                  </a:lnTo>
                  <a:lnTo>
                    <a:pt x="846813" y="4605"/>
                  </a:lnTo>
                  <a:lnTo>
                    <a:pt x="843187" y="2511"/>
                  </a:lnTo>
                  <a:lnTo>
                    <a:pt x="839272" y="1027"/>
                  </a:lnTo>
                  <a:lnTo>
                    <a:pt x="835169" y="189"/>
                  </a:lnTo>
                  <a:lnTo>
                    <a:pt x="832033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51">
              <a:extLst>
                <a:ext uri="{FF2B5EF4-FFF2-40B4-BE49-F238E27FC236}">
                  <a16:creationId xmlns:a16="http://schemas.microsoft.com/office/drawing/2014/main" id="{B4E88E51-B404-439D-AB67-51DEEED83719}"/>
                </a:ext>
              </a:extLst>
            </p:cNvPr>
            <p:cNvSpPr/>
            <p:nvPr/>
          </p:nvSpPr>
          <p:spPr>
            <a:xfrm>
              <a:off x="7126472" y="4920726"/>
              <a:ext cx="948012" cy="164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Hemelingen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1575B76-4D3F-4924-8193-4A9F1BCCC841}"/>
              </a:ext>
            </a:extLst>
          </p:cNvPr>
          <p:cNvGrpSpPr/>
          <p:nvPr/>
        </p:nvGrpSpPr>
        <p:grpSpPr>
          <a:xfrm>
            <a:off x="5014457" y="3921319"/>
            <a:ext cx="1439470" cy="233752"/>
            <a:chOff x="5014457" y="3921319"/>
            <a:chExt cx="1439470" cy="233752"/>
          </a:xfrm>
        </p:grpSpPr>
        <p:sp>
          <p:nvSpPr>
            <p:cNvPr id="73" name="pg62">
              <a:extLst>
                <a:ext uri="{FF2B5EF4-FFF2-40B4-BE49-F238E27FC236}">
                  <a16:creationId xmlns:a16="http://schemas.microsoft.com/office/drawing/2014/main" id="{6F252CED-B663-4B8E-A1B3-0310D24939E3}"/>
                </a:ext>
              </a:extLst>
            </p:cNvPr>
            <p:cNvSpPr/>
            <p:nvPr/>
          </p:nvSpPr>
          <p:spPr>
            <a:xfrm>
              <a:off x="5014457" y="3921319"/>
              <a:ext cx="1439470" cy="233752"/>
            </a:xfrm>
            <a:custGeom>
              <a:avLst/>
              <a:gdLst/>
              <a:ahLst/>
              <a:cxnLst/>
              <a:rect l="0" t="0" r="0" b="0"/>
              <a:pathLst>
                <a:path w="1171197" h="190188">
                  <a:moveTo>
                    <a:pt x="26017" y="190188"/>
                  </a:moveTo>
                  <a:lnTo>
                    <a:pt x="1145180" y="190188"/>
                  </a:lnTo>
                  <a:lnTo>
                    <a:pt x="1144132" y="190167"/>
                  </a:lnTo>
                  <a:lnTo>
                    <a:pt x="1148316" y="189998"/>
                  </a:lnTo>
                  <a:lnTo>
                    <a:pt x="1152418" y="189161"/>
                  </a:lnTo>
                  <a:lnTo>
                    <a:pt x="1156333" y="187676"/>
                  </a:lnTo>
                  <a:lnTo>
                    <a:pt x="1159959" y="185583"/>
                  </a:lnTo>
                  <a:lnTo>
                    <a:pt x="1163203" y="182935"/>
                  </a:lnTo>
                  <a:lnTo>
                    <a:pt x="1165979" y="179801"/>
                  </a:lnTo>
                  <a:lnTo>
                    <a:pt x="1168217" y="176262"/>
                  </a:lnTo>
                  <a:lnTo>
                    <a:pt x="1169858" y="172410"/>
                  </a:lnTo>
                  <a:lnTo>
                    <a:pt x="1170860" y="168344"/>
                  </a:lnTo>
                  <a:lnTo>
                    <a:pt x="1171197" y="164171"/>
                  </a:lnTo>
                  <a:lnTo>
                    <a:pt x="1171197" y="26017"/>
                  </a:lnTo>
                  <a:lnTo>
                    <a:pt x="1170860" y="21843"/>
                  </a:lnTo>
                  <a:lnTo>
                    <a:pt x="1169858" y="17778"/>
                  </a:lnTo>
                  <a:lnTo>
                    <a:pt x="1168217" y="13926"/>
                  </a:lnTo>
                  <a:lnTo>
                    <a:pt x="1165979" y="10387"/>
                  </a:lnTo>
                  <a:lnTo>
                    <a:pt x="1163203" y="7253"/>
                  </a:lnTo>
                  <a:lnTo>
                    <a:pt x="1159959" y="4605"/>
                  </a:lnTo>
                  <a:lnTo>
                    <a:pt x="1156333" y="2511"/>
                  </a:lnTo>
                  <a:lnTo>
                    <a:pt x="1152418" y="1027"/>
                  </a:lnTo>
                  <a:lnTo>
                    <a:pt x="1148316" y="189"/>
                  </a:lnTo>
                  <a:lnTo>
                    <a:pt x="1145180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63">
              <a:extLst>
                <a:ext uri="{FF2B5EF4-FFF2-40B4-BE49-F238E27FC236}">
                  <a16:creationId xmlns:a16="http://schemas.microsoft.com/office/drawing/2014/main" id="{3807A4A6-1B03-4952-8CCD-864B12E424B6}"/>
                </a:ext>
              </a:extLst>
            </p:cNvPr>
            <p:cNvSpPr/>
            <p:nvPr/>
          </p:nvSpPr>
          <p:spPr>
            <a:xfrm>
              <a:off x="5067748" y="3972725"/>
              <a:ext cx="1332888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Woltmershausen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FA33BB8-14BB-446F-9B99-94739371A6D0}"/>
              </a:ext>
            </a:extLst>
          </p:cNvPr>
          <p:cNvGrpSpPr/>
          <p:nvPr/>
        </p:nvGrpSpPr>
        <p:grpSpPr>
          <a:xfrm>
            <a:off x="4644886" y="3957989"/>
            <a:ext cx="580376" cy="233752"/>
            <a:chOff x="4644886" y="3957989"/>
            <a:chExt cx="580376" cy="233752"/>
          </a:xfrm>
        </p:grpSpPr>
        <p:sp>
          <p:nvSpPr>
            <p:cNvPr id="75" name="pg64">
              <a:extLst>
                <a:ext uri="{FF2B5EF4-FFF2-40B4-BE49-F238E27FC236}">
                  <a16:creationId xmlns:a16="http://schemas.microsoft.com/office/drawing/2014/main" id="{A398D376-8938-4350-A32E-0D6C968E0875}"/>
                </a:ext>
              </a:extLst>
            </p:cNvPr>
            <p:cNvSpPr/>
            <p:nvPr/>
          </p:nvSpPr>
          <p:spPr>
            <a:xfrm>
              <a:off x="4644886" y="3957989"/>
              <a:ext cx="580376" cy="233752"/>
            </a:xfrm>
            <a:custGeom>
              <a:avLst/>
              <a:gdLst/>
              <a:ahLst/>
              <a:cxnLst/>
              <a:rect l="0" t="0" r="0" b="0"/>
              <a:pathLst>
                <a:path w="472211" h="190188">
                  <a:moveTo>
                    <a:pt x="26017" y="190188"/>
                  </a:moveTo>
                  <a:lnTo>
                    <a:pt x="446193" y="190188"/>
                  </a:lnTo>
                  <a:lnTo>
                    <a:pt x="445146" y="190167"/>
                  </a:lnTo>
                  <a:lnTo>
                    <a:pt x="449329" y="189998"/>
                  </a:lnTo>
                  <a:lnTo>
                    <a:pt x="453432" y="189161"/>
                  </a:lnTo>
                  <a:lnTo>
                    <a:pt x="457347" y="187676"/>
                  </a:lnTo>
                  <a:lnTo>
                    <a:pt x="460973" y="185583"/>
                  </a:lnTo>
                  <a:lnTo>
                    <a:pt x="464216" y="182935"/>
                  </a:lnTo>
                  <a:lnTo>
                    <a:pt x="466993" y="179801"/>
                  </a:lnTo>
                  <a:lnTo>
                    <a:pt x="469230" y="176262"/>
                  </a:lnTo>
                  <a:lnTo>
                    <a:pt x="470872" y="172410"/>
                  </a:lnTo>
                  <a:lnTo>
                    <a:pt x="471874" y="168344"/>
                  </a:lnTo>
                  <a:lnTo>
                    <a:pt x="472211" y="164171"/>
                  </a:lnTo>
                  <a:lnTo>
                    <a:pt x="472211" y="26017"/>
                  </a:lnTo>
                  <a:lnTo>
                    <a:pt x="471874" y="21843"/>
                  </a:lnTo>
                  <a:lnTo>
                    <a:pt x="470872" y="17778"/>
                  </a:lnTo>
                  <a:lnTo>
                    <a:pt x="469230" y="13926"/>
                  </a:lnTo>
                  <a:lnTo>
                    <a:pt x="466993" y="10387"/>
                  </a:lnTo>
                  <a:lnTo>
                    <a:pt x="464216" y="7253"/>
                  </a:lnTo>
                  <a:lnTo>
                    <a:pt x="460973" y="4605"/>
                  </a:lnTo>
                  <a:lnTo>
                    <a:pt x="457347" y="2511"/>
                  </a:lnTo>
                  <a:lnTo>
                    <a:pt x="453432" y="1027"/>
                  </a:lnTo>
                  <a:lnTo>
                    <a:pt x="449329" y="189"/>
                  </a:lnTo>
                  <a:lnTo>
                    <a:pt x="446193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65">
              <a:extLst>
                <a:ext uri="{FF2B5EF4-FFF2-40B4-BE49-F238E27FC236}">
                  <a16:creationId xmlns:a16="http://schemas.microsoft.com/office/drawing/2014/main" id="{8C58DC8A-361A-4544-A78A-646CB1109550}"/>
                </a:ext>
              </a:extLst>
            </p:cNvPr>
            <p:cNvSpPr/>
            <p:nvPr/>
          </p:nvSpPr>
          <p:spPr>
            <a:xfrm>
              <a:off x="4698180" y="4007350"/>
              <a:ext cx="473788" cy="1315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Strom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07D9926-B877-4E72-9D56-D96CB54A0212}"/>
              </a:ext>
            </a:extLst>
          </p:cNvPr>
          <p:cNvGrpSpPr/>
          <p:nvPr/>
        </p:nvGrpSpPr>
        <p:grpSpPr>
          <a:xfrm>
            <a:off x="4356926" y="3446954"/>
            <a:ext cx="1005496" cy="233752"/>
            <a:chOff x="4356926" y="3446954"/>
            <a:chExt cx="1005496" cy="233752"/>
          </a:xfrm>
        </p:grpSpPr>
        <p:sp>
          <p:nvSpPr>
            <p:cNvPr id="77" name="pg66">
              <a:extLst>
                <a:ext uri="{FF2B5EF4-FFF2-40B4-BE49-F238E27FC236}">
                  <a16:creationId xmlns:a16="http://schemas.microsoft.com/office/drawing/2014/main" id="{1F61E4A0-8B47-4EFA-844A-DCEAAAF53ED8}"/>
                </a:ext>
              </a:extLst>
            </p:cNvPr>
            <p:cNvSpPr/>
            <p:nvPr/>
          </p:nvSpPr>
          <p:spPr>
            <a:xfrm>
              <a:off x="4356926" y="3446954"/>
              <a:ext cx="1005496" cy="233752"/>
            </a:xfrm>
            <a:custGeom>
              <a:avLst/>
              <a:gdLst/>
              <a:ahLst/>
              <a:cxnLst/>
              <a:rect l="0" t="0" r="0" b="0"/>
              <a:pathLst>
                <a:path w="818104" h="190188">
                  <a:moveTo>
                    <a:pt x="26017" y="190188"/>
                  </a:moveTo>
                  <a:lnTo>
                    <a:pt x="792087" y="190188"/>
                  </a:lnTo>
                  <a:lnTo>
                    <a:pt x="791040" y="190167"/>
                  </a:lnTo>
                  <a:lnTo>
                    <a:pt x="795223" y="189998"/>
                  </a:lnTo>
                  <a:lnTo>
                    <a:pt x="799326" y="189161"/>
                  </a:lnTo>
                  <a:lnTo>
                    <a:pt x="803241" y="187676"/>
                  </a:lnTo>
                  <a:lnTo>
                    <a:pt x="806867" y="185583"/>
                  </a:lnTo>
                  <a:lnTo>
                    <a:pt x="810110" y="182935"/>
                  </a:lnTo>
                  <a:lnTo>
                    <a:pt x="812886" y="179801"/>
                  </a:lnTo>
                  <a:lnTo>
                    <a:pt x="815124" y="176262"/>
                  </a:lnTo>
                  <a:lnTo>
                    <a:pt x="816765" y="172410"/>
                  </a:lnTo>
                  <a:lnTo>
                    <a:pt x="817767" y="168344"/>
                  </a:lnTo>
                  <a:lnTo>
                    <a:pt x="818104" y="164171"/>
                  </a:lnTo>
                  <a:lnTo>
                    <a:pt x="818104" y="26017"/>
                  </a:lnTo>
                  <a:lnTo>
                    <a:pt x="817767" y="21843"/>
                  </a:lnTo>
                  <a:lnTo>
                    <a:pt x="816765" y="17778"/>
                  </a:lnTo>
                  <a:lnTo>
                    <a:pt x="815124" y="13926"/>
                  </a:lnTo>
                  <a:lnTo>
                    <a:pt x="812886" y="10387"/>
                  </a:lnTo>
                  <a:lnTo>
                    <a:pt x="810110" y="7253"/>
                  </a:lnTo>
                  <a:lnTo>
                    <a:pt x="806867" y="4605"/>
                  </a:lnTo>
                  <a:lnTo>
                    <a:pt x="803241" y="2511"/>
                  </a:lnTo>
                  <a:lnTo>
                    <a:pt x="799326" y="1027"/>
                  </a:lnTo>
                  <a:lnTo>
                    <a:pt x="795223" y="189"/>
                  </a:lnTo>
                  <a:lnTo>
                    <a:pt x="792087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tx67">
              <a:extLst>
                <a:ext uri="{FF2B5EF4-FFF2-40B4-BE49-F238E27FC236}">
                  <a16:creationId xmlns:a16="http://schemas.microsoft.com/office/drawing/2014/main" id="{2A95783E-9DA6-4AC6-9CE4-301942A959A4}"/>
                </a:ext>
              </a:extLst>
            </p:cNvPr>
            <p:cNvSpPr/>
            <p:nvPr/>
          </p:nvSpPr>
          <p:spPr>
            <a:xfrm>
              <a:off x="4410219" y="3496315"/>
              <a:ext cx="898910" cy="1315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Seehausen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6F22E2F2-41AD-4AEC-8ABA-83FDF4C170EE}"/>
              </a:ext>
            </a:extLst>
          </p:cNvPr>
          <p:cNvGrpSpPr/>
          <p:nvPr/>
        </p:nvGrpSpPr>
        <p:grpSpPr>
          <a:xfrm>
            <a:off x="5954248" y="4633045"/>
            <a:ext cx="817614" cy="233752"/>
            <a:chOff x="5954248" y="4633045"/>
            <a:chExt cx="817614" cy="233752"/>
          </a:xfrm>
        </p:grpSpPr>
        <p:sp>
          <p:nvSpPr>
            <p:cNvPr id="79" name="pg68">
              <a:extLst>
                <a:ext uri="{FF2B5EF4-FFF2-40B4-BE49-F238E27FC236}">
                  <a16:creationId xmlns:a16="http://schemas.microsoft.com/office/drawing/2014/main" id="{067518FD-24AC-43B4-8E77-5631D4C9476E}"/>
                </a:ext>
              </a:extLst>
            </p:cNvPr>
            <p:cNvSpPr/>
            <p:nvPr/>
          </p:nvSpPr>
          <p:spPr>
            <a:xfrm>
              <a:off x="5954248" y="4633045"/>
              <a:ext cx="817614" cy="233752"/>
            </a:xfrm>
            <a:custGeom>
              <a:avLst/>
              <a:gdLst/>
              <a:ahLst/>
              <a:cxnLst/>
              <a:rect l="0" t="0" r="0" b="0"/>
              <a:pathLst>
                <a:path w="665236" h="190188">
                  <a:moveTo>
                    <a:pt x="26017" y="190188"/>
                  </a:moveTo>
                  <a:lnTo>
                    <a:pt x="639219" y="190188"/>
                  </a:lnTo>
                  <a:lnTo>
                    <a:pt x="638172" y="190167"/>
                  </a:lnTo>
                  <a:lnTo>
                    <a:pt x="642355" y="189998"/>
                  </a:lnTo>
                  <a:lnTo>
                    <a:pt x="646458" y="189161"/>
                  </a:lnTo>
                  <a:lnTo>
                    <a:pt x="650373" y="187676"/>
                  </a:lnTo>
                  <a:lnTo>
                    <a:pt x="653999" y="185583"/>
                  </a:lnTo>
                  <a:lnTo>
                    <a:pt x="657242" y="182935"/>
                  </a:lnTo>
                  <a:lnTo>
                    <a:pt x="660018" y="179801"/>
                  </a:lnTo>
                  <a:lnTo>
                    <a:pt x="662256" y="176262"/>
                  </a:lnTo>
                  <a:lnTo>
                    <a:pt x="663897" y="172410"/>
                  </a:lnTo>
                  <a:lnTo>
                    <a:pt x="664899" y="168344"/>
                  </a:lnTo>
                  <a:lnTo>
                    <a:pt x="665236" y="164171"/>
                  </a:lnTo>
                  <a:lnTo>
                    <a:pt x="665236" y="26017"/>
                  </a:lnTo>
                  <a:lnTo>
                    <a:pt x="664899" y="21843"/>
                  </a:lnTo>
                  <a:lnTo>
                    <a:pt x="663897" y="17778"/>
                  </a:lnTo>
                  <a:lnTo>
                    <a:pt x="662256" y="13926"/>
                  </a:lnTo>
                  <a:lnTo>
                    <a:pt x="660018" y="10387"/>
                  </a:lnTo>
                  <a:lnTo>
                    <a:pt x="657242" y="7253"/>
                  </a:lnTo>
                  <a:lnTo>
                    <a:pt x="653999" y="4605"/>
                  </a:lnTo>
                  <a:lnTo>
                    <a:pt x="650373" y="2511"/>
                  </a:lnTo>
                  <a:lnTo>
                    <a:pt x="646458" y="1027"/>
                  </a:lnTo>
                  <a:lnTo>
                    <a:pt x="642355" y="189"/>
                  </a:lnTo>
                  <a:lnTo>
                    <a:pt x="639219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69">
              <a:extLst>
                <a:ext uri="{FF2B5EF4-FFF2-40B4-BE49-F238E27FC236}">
                  <a16:creationId xmlns:a16="http://schemas.microsoft.com/office/drawing/2014/main" id="{6BBB721F-BFE0-45A2-BF44-4D2EE884CC5F}"/>
                </a:ext>
              </a:extLst>
            </p:cNvPr>
            <p:cNvSpPr/>
            <p:nvPr/>
          </p:nvSpPr>
          <p:spPr>
            <a:xfrm>
              <a:off x="6007541" y="4684451"/>
              <a:ext cx="711028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Neustadt</a:t>
              </a:r>
            </a:p>
          </p:txBody>
        </p: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6B309349-9C53-4BD0-854B-9C94CEF1C364}"/>
              </a:ext>
            </a:extLst>
          </p:cNvPr>
          <p:cNvGrpSpPr/>
          <p:nvPr/>
        </p:nvGrpSpPr>
        <p:grpSpPr>
          <a:xfrm>
            <a:off x="5092237" y="4670186"/>
            <a:ext cx="807726" cy="233752"/>
            <a:chOff x="5092237" y="4670186"/>
            <a:chExt cx="807726" cy="233752"/>
          </a:xfrm>
        </p:grpSpPr>
        <p:sp>
          <p:nvSpPr>
            <p:cNvPr id="81" name="pg70">
              <a:extLst>
                <a:ext uri="{FF2B5EF4-FFF2-40B4-BE49-F238E27FC236}">
                  <a16:creationId xmlns:a16="http://schemas.microsoft.com/office/drawing/2014/main" id="{211ABF74-AE3F-4A76-9B5A-B0B2CFEBE7B8}"/>
                </a:ext>
              </a:extLst>
            </p:cNvPr>
            <p:cNvSpPr/>
            <p:nvPr/>
          </p:nvSpPr>
          <p:spPr>
            <a:xfrm>
              <a:off x="5092237" y="4670186"/>
              <a:ext cx="807726" cy="233752"/>
            </a:xfrm>
            <a:custGeom>
              <a:avLst/>
              <a:gdLst/>
              <a:ahLst/>
              <a:cxnLst/>
              <a:rect l="0" t="0" r="0" b="0"/>
              <a:pathLst>
                <a:path w="657191" h="190188">
                  <a:moveTo>
                    <a:pt x="26017" y="190188"/>
                  </a:moveTo>
                  <a:lnTo>
                    <a:pt x="631173" y="190188"/>
                  </a:lnTo>
                  <a:lnTo>
                    <a:pt x="630126" y="190167"/>
                  </a:lnTo>
                  <a:lnTo>
                    <a:pt x="634310" y="189998"/>
                  </a:lnTo>
                  <a:lnTo>
                    <a:pt x="638412" y="189161"/>
                  </a:lnTo>
                  <a:lnTo>
                    <a:pt x="642327" y="187676"/>
                  </a:lnTo>
                  <a:lnTo>
                    <a:pt x="645953" y="185583"/>
                  </a:lnTo>
                  <a:lnTo>
                    <a:pt x="649196" y="182935"/>
                  </a:lnTo>
                  <a:lnTo>
                    <a:pt x="651973" y="179801"/>
                  </a:lnTo>
                  <a:lnTo>
                    <a:pt x="654211" y="176262"/>
                  </a:lnTo>
                  <a:lnTo>
                    <a:pt x="655852" y="172410"/>
                  </a:lnTo>
                  <a:lnTo>
                    <a:pt x="656854" y="168344"/>
                  </a:lnTo>
                  <a:lnTo>
                    <a:pt x="657191" y="164171"/>
                  </a:lnTo>
                  <a:lnTo>
                    <a:pt x="657191" y="26017"/>
                  </a:lnTo>
                  <a:lnTo>
                    <a:pt x="656854" y="21843"/>
                  </a:lnTo>
                  <a:lnTo>
                    <a:pt x="655852" y="17778"/>
                  </a:lnTo>
                  <a:lnTo>
                    <a:pt x="654211" y="13926"/>
                  </a:lnTo>
                  <a:lnTo>
                    <a:pt x="651973" y="10387"/>
                  </a:lnTo>
                  <a:lnTo>
                    <a:pt x="649196" y="7253"/>
                  </a:lnTo>
                  <a:lnTo>
                    <a:pt x="645953" y="4605"/>
                  </a:lnTo>
                  <a:lnTo>
                    <a:pt x="642327" y="2511"/>
                  </a:lnTo>
                  <a:lnTo>
                    <a:pt x="638412" y="1027"/>
                  </a:lnTo>
                  <a:lnTo>
                    <a:pt x="634310" y="189"/>
                  </a:lnTo>
                  <a:lnTo>
                    <a:pt x="631173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tx71">
              <a:extLst>
                <a:ext uri="{FF2B5EF4-FFF2-40B4-BE49-F238E27FC236}">
                  <a16:creationId xmlns:a16="http://schemas.microsoft.com/office/drawing/2014/main" id="{512CB1E1-1F8B-4E78-9256-A639186290FB}"/>
                </a:ext>
              </a:extLst>
            </p:cNvPr>
            <p:cNvSpPr/>
            <p:nvPr/>
          </p:nvSpPr>
          <p:spPr>
            <a:xfrm>
              <a:off x="5145528" y="4689577"/>
              <a:ext cx="701144" cy="164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Huchting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552B2686-0133-4883-84D0-3646EE2DCB79}"/>
              </a:ext>
            </a:extLst>
          </p:cNvPr>
          <p:cNvGrpSpPr/>
          <p:nvPr/>
        </p:nvGrpSpPr>
        <p:grpSpPr>
          <a:xfrm>
            <a:off x="6235848" y="4977902"/>
            <a:ext cx="1064482" cy="233752"/>
            <a:chOff x="6235848" y="4977902"/>
            <a:chExt cx="1064482" cy="233752"/>
          </a:xfrm>
        </p:grpSpPr>
        <p:sp>
          <p:nvSpPr>
            <p:cNvPr id="83" name="pg72">
              <a:extLst>
                <a:ext uri="{FF2B5EF4-FFF2-40B4-BE49-F238E27FC236}">
                  <a16:creationId xmlns:a16="http://schemas.microsoft.com/office/drawing/2014/main" id="{0293D5FC-EE21-4AF4-A79A-945C2ACCDFB9}"/>
                </a:ext>
              </a:extLst>
            </p:cNvPr>
            <p:cNvSpPr/>
            <p:nvPr/>
          </p:nvSpPr>
          <p:spPr>
            <a:xfrm>
              <a:off x="6235848" y="4977902"/>
              <a:ext cx="1064482" cy="233752"/>
            </a:xfrm>
            <a:custGeom>
              <a:avLst/>
              <a:gdLst/>
              <a:ahLst/>
              <a:cxnLst/>
              <a:rect l="0" t="0" r="0" b="0"/>
              <a:pathLst>
                <a:path w="866096" h="190188">
                  <a:moveTo>
                    <a:pt x="26017" y="190188"/>
                  </a:moveTo>
                  <a:lnTo>
                    <a:pt x="840079" y="190188"/>
                  </a:lnTo>
                  <a:lnTo>
                    <a:pt x="839031" y="190167"/>
                  </a:lnTo>
                  <a:lnTo>
                    <a:pt x="843215" y="189998"/>
                  </a:lnTo>
                  <a:lnTo>
                    <a:pt x="847317" y="189161"/>
                  </a:lnTo>
                  <a:lnTo>
                    <a:pt x="851232" y="187676"/>
                  </a:lnTo>
                  <a:lnTo>
                    <a:pt x="854858" y="185583"/>
                  </a:lnTo>
                  <a:lnTo>
                    <a:pt x="858102" y="182935"/>
                  </a:lnTo>
                  <a:lnTo>
                    <a:pt x="860878" y="179801"/>
                  </a:lnTo>
                  <a:lnTo>
                    <a:pt x="863116" y="176262"/>
                  </a:lnTo>
                  <a:lnTo>
                    <a:pt x="864757" y="172410"/>
                  </a:lnTo>
                  <a:lnTo>
                    <a:pt x="865759" y="168344"/>
                  </a:lnTo>
                  <a:lnTo>
                    <a:pt x="866096" y="164171"/>
                  </a:lnTo>
                  <a:lnTo>
                    <a:pt x="866096" y="26017"/>
                  </a:lnTo>
                  <a:lnTo>
                    <a:pt x="865759" y="21843"/>
                  </a:lnTo>
                  <a:lnTo>
                    <a:pt x="864757" y="17778"/>
                  </a:lnTo>
                  <a:lnTo>
                    <a:pt x="863116" y="13926"/>
                  </a:lnTo>
                  <a:lnTo>
                    <a:pt x="860878" y="10387"/>
                  </a:lnTo>
                  <a:lnTo>
                    <a:pt x="858102" y="7253"/>
                  </a:lnTo>
                  <a:lnTo>
                    <a:pt x="854858" y="4605"/>
                  </a:lnTo>
                  <a:lnTo>
                    <a:pt x="851232" y="2511"/>
                  </a:lnTo>
                  <a:lnTo>
                    <a:pt x="847317" y="1027"/>
                  </a:lnTo>
                  <a:lnTo>
                    <a:pt x="843215" y="189"/>
                  </a:lnTo>
                  <a:lnTo>
                    <a:pt x="840079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tx73">
              <a:extLst>
                <a:ext uri="{FF2B5EF4-FFF2-40B4-BE49-F238E27FC236}">
                  <a16:creationId xmlns:a16="http://schemas.microsoft.com/office/drawing/2014/main" id="{8BD9111C-E1FB-4FC0-8BB0-A5B3F9CC845A}"/>
                </a:ext>
              </a:extLst>
            </p:cNvPr>
            <p:cNvSpPr/>
            <p:nvPr/>
          </p:nvSpPr>
          <p:spPr>
            <a:xfrm>
              <a:off x="6289142" y="5027185"/>
              <a:ext cx="957894" cy="1315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Obervieland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5171EE0C-352C-4D24-81F3-AD3123B0C193}"/>
              </a:ext>
            </a:extLst>
          </p:cNvPr>
          <p:cNvGrpSpPr/>
          <p:nvPr/>
        </p:nvGrpSpPr>
        <p:grpSpPr>
          <a:xfrm>
            <a:off x="5688733" y="3563068"/>
            <a:ext cx="550794" cy="233752"/>
            <a:chOff x="5688733" y="3563068"/>
            <a:chExt cx="550794" cy="233752"/>
          </a:xfrm>
        </p:grpSpPr>
        <p:sp>
          <p:nvSpPr>
            <p:cNvPr id="85" name="pg74">
              <a:extLst>
                <a:ext uri="{FF2B5EF4-FFF2-40B4-BE49-F238E27FC236}">
                  <a16:creationId xmlns:a16="http://schemas.microsoft.com/office/drawing/2014/main" id="{AFF27BB4-B57C-4FB0-A449-16F827552628}"/>
                </a:ext>
              </a:extLst>
            </p:cNvPr>
            <p:cNvSpPr/>
            <p:nvPr/>
          </p:nvSpPr>
          <p:spPr>
            <a:xfrm>
              <a:off x="5688733" y="3563068"/>
              <a:ext cx="550794" cy="233752"/>
            </a:xfrm>
            <a:custGeom>
              <a:avLst/>
              <a:gdLst/>
              <a:ahLst/>
              <a:cxnLst/>
              <a:rect l="0" t="0" r="0" b="0"/>
              <a:pathLst>
                <a:path w="448144" h="190188">
                  <a:moveTo>
                    <a:pt x="26017" y="190188"/>
                  </a:moveTo>
                  <a:lnTo>
                    <a:pt x="422127" y="190188"/>
                  </a:lnTo>
                  <a:lnTo>
                    <a:pt x="421079" y="190167"/>
                  </a:lnTo>
                  <a:lnTo>
                    <a:pt x="425263" y="189998"/>
                  </a:lnTo>
                  <a:lnTo>
                    <a:pt x="429365" y="189161"/>
                  </a:lnTo>
                  <a:lnTo>
                    <a:pt x="433280" y="187676"/>
                  </a:lnTo>
                  <a:lnTo>
                    <a:pt x="436906" y="185583"/>
                  </a:lnTo>
                  <a:lnTo>
                    <a:pt x="440150" y="182935"/>
                  </a:lnTo>
                  <a:lnTo>
                    <a:pt x="442926" y="179801"/>
                  </a:lnTo>
                  <a:lnTo>
                    <a:pt x="445164" y="176262"/>
                  </a:lnTo>
                  <a:lnTo>
                    <a:pt x="446805" y="172410"/>
                  </a:lnTo>
                  <a:lnTo>
                    <a:pt x="447807" y="168344"/>
                  </a:lnTo>
                  <a:lnTo>
                    <a:pt x="448144" y="164171"/>
                  </a:lnTo>
                  <a:lnTo>
                    <a:pt x="448144" y="26017"/>
                  </a:lnTo>
                  <a:lnTo>
                    <a:pt x="447807" y="21843"/>
                  </a:lnTo>
                  <a:lnTo>
                    <a:pt x="446805" y="17778"/>
                  </a:lnTo>
                  <a:lnTo>
                    <a:pt x="445164" y="13926"/>
                  </a:lnTo>
                  <a:lnTo>
                    <a:pt x="442926" y="10387"/>
                  </a:lnTo>
                  <a:lnTo>
                    <a:pt x="440150" y="7253"/>
                  </a:lnTo>
                  <a:lnTo>
                    <a:pt x="436906" y="4605"/>
                  </a:lnTo>
                  <a:lnTo>
                    <a:pt x="433280" y="2511"/>
                  </a:lnTo>
                  <a:lnTo>
                    <a:pt x="429365" y="1027"/>
                  </a:lnTo>
                  <a:lnTo>
                    <a:pt x="425263" y="189"/>
                  </a:lnTo>
                  <a:lnTo>
                    <a:pt x="422127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tx75">
              <a:extLst>
                <a:ext uri="{FF2B5EF4-FFF2-40B4-BE49-F238E27FC236}">
                  <a16:creationId xmlns:a16="http://schemas.microsoft.com/office/drawing/2014/main" id="{D3FF2D60-EFBE-475F-95E4-156387628E71}"/>
                </a:ext>
              </a:extLst>
            </p:cNvPr>
            <p:cNvSpPr/>
            <p:nvPr/>
          </p:nvSpPr>
          <p:spPr>
            <a:xfrm>
              <a:off x="5742026" y="3614474"/>
              <a:ext cx="444208" cy="1292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Walle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0C0C4054-467E-4695-9D52-403ED39CF32F}"/>
              </a:ext>
            </a:extLst>
          </p:cNvPr>
          <p:cNvGrpSpPr/>
          <p:nvPr/>
        </p:nvGrpSpPr>
        <p:grpSpPr>
          <a:xfrm>
            <a:off x="5513837" y="5294717"/>
            <a:ext cx="531192" cy="233752"/>
            <a:chOff x="5513837" y="5294717"/>
            <a:chExt cx="531192" cy="233752"/>
          </a:xfrm>
        </p:grpSpPr>
        <p:sp>
          <p:nvSpPr>
            <p:cNvPr id="87" name="pg76">
              <a:extLst>
                <a:ext uri="{FF2B5EF4-FFF2-40B4-BE49-F238E27FC236}">
                  <a16:creationId xmlns:a16="http://schemas.microsoft.com/office/drawing/2014/main" id="{BBCBBA7F-17F7-4F61-BD64-A54CBE3B9C3D}"/>
                </a:ext>
              </a:extLst>
            </p:cNvPr>
            <p:cNvSpPr/>
            <p:nvPr/>
          </p:nvSpPr>
          <p:spPr>
            <a:xfrm>
              <a:off x="5513837" y="5294717"/>
              <a:ext cx="531192" cy="233752"/>
            </a:xfrm>
            <a:custGeom>
              <a:avLst/>
              <a:gdLst/>
              <a:ahLst/>
              <a:cxnLst/>
              <a:rect l="0" t="0" r="0" b="0"/>
              <a:pathLst>
                <a:path w="432194" h="190188">
                  <a:moveTo>
                    <a:pt x="26017" y="190188"/>
                  </a:moveTo>
                  <a:lnTo>
                    <a:pt x="406177" y="190188"/>
                  </a:lnTo>
                  <a:lnTo>
                    <a:pt x="405129" y="190167"/>
                  </a:lnTo>
                  <a:lnTo>
                    <a:pt x="409313" y="189998"/>
                  </a:lnTo>
                  <a:lnTo>
                    <a:pt x="413415" y="189161"/>
                  </a:lnTo>
                  <a:lnTo>
                    <a:pt x="417330" y="187676"/>
                  </a:lnTo>
                  <a:lnTo>
                    <a:pt x="420956" y="185583"/>
                  </a:lnTo>
                  <a:lnTo>
                    <a:pt x="424199" y="182935"/>
                  </a:lnTo>
                  <a:lnTo>
                    <a:pt x="426976" y="179801"/>
                  </a:lnTo>
                  <a:lnTo>
                    <a:pt x="429214" y="176262"/>
                  </a:lnTo>
                  <a:lnTo>
                    <a:pt x="430855" y="172410"/>
                  </a:lnTo>
                  <a:lnTo>
                    <a:pt x="431857" y="168344"/>
                  </a:lnTo>
                  <a:lnTo>
                    <a:pt x="432194" y="164171"/>
                  </a:lnTo>
                  <a:lnTo>
                    <a:pt x="432194" y="26017"/>
                  </a:lnTo>
                  <a:lnTo>
                    <a:pt x="431857" y="21843"/>
                  </a:lnTo>
                  <a:lnTo>
                    <a:pt x="430855" y="17778"/>
                  </a:lnTo>
                  <a:lnTo>
                    <a:pt x="429214" y="13926"/>
                  </a:lnTo>
                  <a:lnTo>
                    <a:pt x="426976" y="10387"/>
                  </a:lnTo>
                  <a:lnTo>
                    <a:pt x="424199" y="7253"/>
                  </a:lnTo>
                  <a:lnTo>
                    <a:pt x="420956" y="4605"/>
                  </a:lnTo>
                  <a:lnTo>
                    <a:pt x="417330" y="2511"/>
                  </a:lnTo>
                  <a:lnTo>
                    <a:pt x="413415" y="1027"/>
                  </a:lnTo>
                  <a:lnTo>
                    <a:pt x="409313" y="189"/>
                  </a:lnTo>
                  <a:lnTo>
                    <a:pt x="406177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4171"/>
                  </a:lnTo>
                  <a:lnTo>
                    <a:pt x="84" y="162077"/>
                  </a:lnTo>
                  <a:lnTo>
                    <a:pt x="84" y="166264"/>
                  </a:lnTo>
                  <a:lnTo>
                    <a:pt x="756" y="170397"/>
                  </a:lnTo>
                  <a:lnTo>
                    <a:pt x="2081" y="174369"/>
                  </a:lnTo>
                  <a:lnTo>
                    <a:pt x="4027" y="178076"/>
                  </a:lnTo>
                  <a:lnTo>
                    <a:pt x="6543" y="181424"/>
                  </a:lnTo>
                  <a:lnTo>
                    <a:pt x="9562" y="184324"/>
                  </a:lnTo>
                  <a:lnTo>
                    <a:pt x="13008" y="186703"/>
                  </a:lnTo>
                  <a:lnTo>
                    <a:pt x="16791" y="188497"/>
                  </a:lnTo>
                  <a:lnTo>
                    <a:pt x="20813" y="189662"/>
                  </a:lnTo>
                  <a:lnTo>
                    <a:pt x="24969" y="190167"/>
                  </a:lnTo>
                  <a:close/>
                </a:path>
              </a:pathLst>
            </a:custGeom>
            <a:solidFill>
              <a:srgbClr val="FFFFFF">
                <a:alpha val="74901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tx77">
              <a:extLst>
                <a:ext uri="{FF2B5EF4-FFF2-40B4-BE49-F238E27FC236}">
                  <a16:creationId xmlns:a16="http://schemas.microsoft.com/office/drawing/2014/main" id="{F5CC1C08-3249-4037-AEE5-8BCF718BAD0E}"/>
                </a:ext>
              </a:extLst>
            </p:cNvPr>
            <p:cNvSpPr/>
            <p:nvPr/>
          </p:nvSpPr>
          <p:spPr>
            <a:xfrm>
              <a:off x="5567131" y="5344078"/>
              <a:ext cx="424604" cy="1315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Stuhr</a:t>
              </a:r>
              <a:endParaRPr sz="1138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B206223F-EEBC-4F25-91A3-9510E861390A}"/>
              </a:ext>
            </a:extLst>
          </p:cNvPr>
          <p:cNvGrpSpPr/>
          <p:nvPr/>
        </p:nvGrpSpPr>
        <p:grpSpPr>
          <a:xfrm>
            <a:off x="9732831" y="288149"/>
            <a:ext cx="1409050" cy="1668725"/>
            <a:chOff x="2587514" y="1493575"/>
            <a:chExt cx="1409050" cy="1668725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BBE7F330-C08E-47F2-91F3-664878402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041" b="96684" l="2417" r="98792">
                          <a14:foregroundMark x1="4532" y1="3316" x2="31722" y2="1531"/>
                          <a14:foregroundMark x1="31722" y1="1531" x2="63746" y2="4592"/>
                          <a14:foregroundMark x1="63746" y1="4592" x2="45921" y2="7653"/>
                          <a14:foregroundMark x1="45921" y1="7653" x2="61934" y2="3061"/>
                          <a14:foregroundMark x1="61934" y1="3061" x2="89426" y2="3316"/>
                          <a14:foregroundMark x1="89426" y1="3316" x2="93353" y2="2041"/>
                          <a14:foregroundMark x1="67674" y1="18622" x2="89124" y2="11480"/>
                          <a14:foregroundMark x1="89124" y1="11480" x2="82175" y2="6378"/>
                          <a14:foregroundMark x1="39879" y1="22194" x2="53474" y2="31122"/>
                          <a14:foregroundMark x1="53474" y1="31122" x2="41390" y2="46684"/>
                          <a14:foregroundMark x1="41390" y1="46684" x2="51360" y2="64286"/>
                          <a14:foregroundMark x1="51360" y1="64286" x2="55287" y2="56122"/>
                          <a14:foregroundMark x1="62236" y1="46939" x2="47734" y2="40306"/>
                          <a14:foregroundMark x1="47734" y1="40306" x2="43505" y2="27296"/>
                          <a14:foregroundMark x1="43505" y1="27296" x2="32628" y2="19133"/>
                          <a14:foregroundMark x1="17825" y1="16582" x2="7553" y2="4337"/>
                          <a14:foregroundMark x1="7553" y1="4337" x2="2417" y2="2806"/>
                          <a14:foregroundMark x1="6949" y1="4082" x2="12085" y2="23469"/>
                          <a14:foregroundMark x1="12085" y1="23469" x2="30514" y2="42092"/>
                          <a14:foregroundMark x1="30514" y1="42092" x2="45619" y2="45153"/>
                          <a14:foregroundMark x1="45619" y1="45153" x2="11178" y2="24745"/>
                          <a14:foregroundMark x1="35952" y1="33163" x2="51360" y2="26020"/>
                          <a14:foregroundMark x1="51360" y1="26020" x2="45921" y2="16327"/>
                          <a14:foregroundMark x1="33233" y1="15306" x2="38973" y2="49490"/>
                          <a14:foregroundMark x1="38973" y1="49490" x2="31420" y2="66582"/>
                          <a14:foregroundMark x1="28701" y1="92602" x2="50151" y2="96429"/>
                          <a14:foregroundMark x1="71903" y1="65816" x2="54683" y2="62245"/>
                          <a14:foregroundMark x1="54683" y1="62245" x2="50453" y2="47959"/>
                          <a14:foregroundMark x1="52266" y1="60969" x2="52266" y2="60969"/>
                          <a14:foregroundMark x1="54683" y1="64286" x2="64653" y2="70918"/>
                          <a14:foregroundMark x1="64350" y1="70663" x2="53776" y2="72704"/>
                          <a14:foregroundMark x1="41692" y1="70918" x2="61329" y2="71939"/>
                          <a14:foregroundMark x1="61329" y1="71939" x2="48338" y2="65051"/>
                          <a14:foregroundMark x1="48338" y1="65051" x2="49849" y2="75000"/>
                          <a14:foregroundMark x1="59517" y1="59184" x2="45921" y2="73980"/>
                          <a14:foregroundMark x1="45921" y1="73980" x2="74924" y2="58673"/>
                          <a14:foregroundMark x1="74924" y1="58673" x2="58308" y2="68367"/>
                          <a14:foregroundMark x1="65257" y1="69898" x2="72810" y2="74490"/>
                          <a14:foregroundMark x1="95770" y1="67092" x2="97281" y2="8163"/>
                          <a14:foregroundMark x1="97281" y1="8163" x2="98792" y2="12500"/>
                          <a14:foregroundMark x1="4834" y1="8929" x2="67674" y2="5612"/>
                          <a14:foregroundMark x1="67674" y1="5612" x2="49849" y2="2551"/>
                          <a14:foregroundMark x1="49849" y1="2551" x2="64955" y2="6378"/>
                          <a14:foregroundMark x1="64955" y1="6378" x2="45619" y2="9439"/>
                          <a14:foregroundMark x1="45619" y1="9439" x2="45317" y2="9184"/>
                          <a14:foregroundMark x1="94562" y1="10969" x2="54683" y2="4082"/>
                          <a14:foregroundMark x1="54683" y1="4082" x2="79456" y2="8929"/>
                          <a14:foregroundMark x1="55287" y1="7653" x2="53474" y2="8673"/>
                          <a14:foregroundMark x1="52870" y1="8673" x2="52870" y2="8673"/>
                          <a14:foregroundMark x1="51057" y1="6888" x2="51057" y2="6888"/>
                          <a14:foregroundMark x1="51057" y1="6888" x2="51057" y2="6888"/>
                          <a14:foregroundMark x1="51057" y1="6888" x2="51057" y2="6888"/>
                          <a14:foregroundMark x1="49547" y1="6888" x2="49547" y2="6888"/>
                          <a14:foregroundMark x1="45015" y1="5102" x2="15408" y2="8418"/>
                          <a14:foregroundMark x1="21148" y1="9184" x2="8157" y2="17092"/>
                          <a14:foregroundMark x1="8157" y1="17092" x2="12689" y2="46173"/>
                          <a14:foregroundMark x1="12689" y1="46173" x2="9970" y2="62245"/>
                          <a14:foregroundMark x1="9970" y1="62245" x2="16314" y2="80867"/>
                          <a14:foregroundMark x1="16314" y1="80867" x2="28701" y2="88265"/>
                          <a14:foregroundMark x1="28701" y1="88265" x2="48338" y2="92347"/>
                          <a14:foregroundMark x1="48338" y1="92347" x2="64653" y2="89031"/>
                          <a14:foregroundMark x1="64653" y1="89031" x2="80060" y2="80867"/>
                          <a14:foregroundMark x1="80060" y1="80867" x2="91239" y2="68622"/>
                          <a14:foregroundMark x1="91239" y1="68622" x2="93958" y2="5612"/>
                          <a14:foregroundMark x1="9063" y1="20663" x2="8459" y2="41582"/>
                          <a14:foregroundMark x1="8459" y1="41582" x2="11480" y2="20663"/>
                          <a14:foregroundMark x1="11480" y1="20663" x2="10574" y2="40306"/>
                          <a14:foregroundMark x1="7251" y1="36990" x2="13897" y2="70153"/>
                          <a14:foregroundMark x1="13897" y1="70153" x2="19335" y2="80867"/>
                          <a14:foregroundMark x1="18127" y1="83418" x2="8761" y2="44898"/>
                          <a14:foregroundMark x1="8761" y1="44898" x2="9970" y2="39286"/>
                          <a14:foregroundMark x1="6647" y1="43878" x2="6949" y2="48214"/>
                          <a14:foregroundMark x1="6647" y1="49745" x2="6949" y2="52806"/>
                          <a14:foregroundMark x1="7251" y1="53571" x2="8459" y2="57143"/>
                          <a14:foregroundMark x1="7855" y1="58163" x2="8157" y2="59184"/>
                          <a14:foregroundMark x1="8157" y1="59184" x2="8761" y2="61480"/>
                          <a14:foregroundMark x1="8459" y1="63010" x2="8761" y2="64031"/>
                          <a14:foregroundMark x1="8761" y1="64031" x2="8761" y2="64031"/>
                          <a14:foregroundMark x1="9970" y1="64031" x2="9970" y2="64031"/>
                          <a14:foregroundMark x1="19637" y1="80612" x2="19940" y2="81888"/>
                          <a14:foregroundMark x1="21450" y1="82398" x2="22961" y2="83673"/>
                          <a14:foregroundMark x1="26586" y1="86224" x2="26586" y2="86224"/>
                          <a14:foregroundMark x1="24773" y1="88776" x2="24471" y2="89541"/>
                          <a14:foregroundMark x1="23867" y1="88520" x2="23867" y2="88520"/>
                          <a14:foregroundMark x1="22961" y1="87500" x2="22961" y2="87500"/>
                          <a14:foregroundMark x1="22659" y1="87755" x2="22659" y2="87755"/>
                          <a14:foregroundMark x1="26888" y1="86224" x2="26888" y2="86224"/>
                          <a14:foregroundMark x1="27190" y1="86480" x2="27190" y2="86480"/>
                          <a14:foregroundMark x1="22054" y1="82653" x2="22054" y2="82653"/>
                          <a14:foregroundMark x1="22054" y1="82398" x2="22054" y2="82398"/>
                          <a14:foregroundMark x1="22659" y1="82398" x2="25982" y2="86224"/>
                          <a14:foregroundMark x1="21148" y1="86990" x2="21148" y2="86990"/>
                          <a14:foregroundMark x1="21148" y1="86990" x2="22659" y2="87755"/>
                          <a14:foregroundMark x1="25076" y1="88776" x2="26284" y2="90051"/>
                          <a14:foregroundMark x1="26284" y1="90051" x2="29003" y2="91582"/>
                          <a14:foregroundMark x1="30816" y1="92092" x2="30816" y2="92092"/>
                          <a14:foregroundMark x1="31420" y1="91071" x2="31420" y2="91071"/>
                          <a14:foregroundMark x1="31420" y1="90561" x2="31420" y2="90561"/>
                          <a14:foregroundMark x1="33535" y1="92347" x2="36556" y2="92092"/>
                          <a14:foregroundMark x1="36858" y1="90816" x2="36858" y2="90816"/>
                          <a14:foregroundMark x1="38369" y1="90051" x2="43202" y2="89796"/>
                          <a14:foregroundMark x1="40785" y1="94388" x2="40483" y2="95918"/>
                          <a14:foregroundMark x1="43505" y1="95408" x2="43505" y2="95408"/>
                          <a14:foregroundMark x1="43807" y1="95663" x2="45317" y2="96429"/>
                          <a14:foregroundMark x1="47734" y1="96684" x2="47734" y2="96684"/>
                          <a14:foregroundMark x1="47734" y1="94388" x2="48036" y2="93622"/>
                          <a14:foregroundMark x1="48036" y1="93367" x2="48036" y2="93367"/>
                          <a14:foregroundMark x1="29003" y1="26020" x2="29003" y2="26020"/>
                          <a14:foregroundMark x1="29909" y1="27551" x2="25378" y2="23469"/>
                          <a14:foregroundMark x1="65559" y1="76276" x2="68580" y2="71684"/>
                          <a14:foregroundMark x1="64048" y1="88265" x2="64350" y2="89031"/>
                          <a14:foregroundMark x1="69789" y1="76531" x2="69184" y2="74235"/>
                          <a14:foregroundMark x1="50151" y1="93367" x2="65861" y2="91071"/>
                          <a14:foregroundMark x1="65861" y1="91071" x2="81873" y2="79847"/>
                          <a14:foregroundMark x1="81873" y1="79847" x2="90030" y2="67602"/>
                          <a14:foregroundMark x1="90030" y1="72449" x2="90030" y2="72449"/>
                          <a14:foregroundMark x1="88822" y1="73724" x2="86707" y2="77551"/>
                          <a14:foregroundMark x1="86707" y1="77551" x2="85498" y2="79082"/>
                          <a14:foregroundMark x1="83384" y1="81122" x2="83384" y2="81888"/>
                          <a14:foregroundMark x1="82477" y1="83163" x2="80363" y2="86224"/>
                          <a14:foregroundMark x1="77341" y1="87755" x2="77341" y2="87755"/>
                          <a14:foregroundMark x1="76737" y1="88010" x2="75529" y2="89541"/>
                          <a14:foregroundMark x1="74018" y1="90306" x2="74018" y2="90306"/>
                          <a14:foregroundMark x1="50151" y1="92602" x2="65257" y2="92857"/>
                          <a14:foregroundMark x1="65257" y1="92857" x2="71903" y2="90816"/>
                          <a14:foregroundMark x1="12689" y1="5612" x2="28399" y2="7653"/>
                          <a14:foregroundMark x1="81873" y1="8929" x2="83686" y2="7653"/>
                          <a14:foregroundMark x1="84592" y1="5357" x2="95468" y2="943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87514" y="1493575"/>
              <a:ext cx="1409050" cy="1668725"/>
            </a:xfrm>
            <a:prstGeom prst="rect">
              <a:avLst/>
            </a:prstGeom>
          </p:spPr>
        </p:pic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DFD51779-0B2F-425C-94F2-A3D769345303}"/>
                </a:ext>
              </a:extLst>
            </p:cNvPr>
            <p:cNvCxnSpPr/>
            <p:nvPr/>
          </p:nvCxnSpPr>
          <p:spPr>
            <a:xfrm>
              <a:off x="3996564" y="1527175"/>
              <a:ext cx="0" cy="63817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959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9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2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4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4A5474E-9702-41B1-9BA2-09970AED00CE}"/>
              </a:ext>
            </a:extLst>
          </p:cNvPr>
          <p:cNvSpPr txBox="1"/>
          <p:nvPr/>
        </p:nvSpPr>
        <p:spPr>
          <a:xfrm>
            <a:off x="191424" y="5645949"/>
            <a:ext cx="3948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https://www.presseportal.de/blaulicht/nr/35235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C91B4BC-16AE-48EC-B627-A86BD97B3C53}"/>
              </a:ext>
            </a:extLst>
          </p:cNvPr>
          <p:cNvSpPr txBox="1"/>
          <p:nvPr/>
        </p:nvSpPr>
        <p:spPr>
          <a:xfrm>
            <a:off x="250955" y="195391"/>
            <a:ext cx="7646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Bremen Press Portal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releases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daily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b="1" u="sng" err="1">
                <a:solidFill>
                  <a:srgbClr val="FFCB56"/>
                </a:solidFill>
                <a:latin typeface="Roboto" pitchFamily="2" charset="0"/>
                <a:ea typeface="Roboto" pitchFamily="2" charset="0"/>
              </a:rPr>
              <a:t>crime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reports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but …</a:t>
            </a:r>
            <a:endParaRPr lang="de-DE" sz="2400" u="sng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C88DBF3-0425-4A5B-B742-1BA6119B4423}"/>
              </a:ext>
            </a:extLst>
          </p:cNvPr>
          <p:cNvSpPr txBox="1"/>
          <p:nvPr/>
        </p:nvSpPr>
        <p:spPr>
          <a:xfrm>
            <a:off x="8181047" y="626278"/>
            <a:ext cx="37599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No API</a:t>
            </a:r>
          </a:p>
          <a:p>
            <a:pPr marL="285750" indent="-285750">
              <a:buFontTx/>
              <a:buChar char="-"/>
            </a:pPr>
            <a:r>
              <a:rPr lang="en-US" sz="2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Information scattered</a:t>
            </a:r>
          </a:p>
          <a:p>
            <a:pPr marL="285750" indent="-285750">
              <a:buFontTx/>
              <a:buChar char="-"/>
            </a:pPr>
            <a:r>
              <a:rPr lang="en-US" sz="2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No search function</a:t>
            </a:r>
          </a:p>
          <a:p>
            <a:pPr marL="285750" indent="-285750">
              <a:buFontTx/>
              <a:buChar char="-"/>
            </a:pPr>
            <a:r>
              <a:rPr lang="en-US" sz="2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German only </a:t>
            </a:r>
            <a:r>
              <a:rPr lang="en-US" sz="1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lol.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787B962-493D-4C53-B2EB-189DD6DC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5" y="762400"/>
            <a:ext cx="7574302" cy="4811228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CBDEE47-ED25-4E48-B15E-8021996215E0}"/>
              </a:ext>
            </a:extLst>
          </p:cNvPr>
          <p:cNvSpPr/>
          <p:nvPr/>
        </p:nvSpPr>
        <p:spPr>
          <a:xfrm>
            <a:off x="1171576" y="1392570"/>
            <a:ext cx="1200150" cy="202868"/>
          </a:xfrm>
          <a:prstGeom prst="rect">
            <a:avLst/>
          </a:prstGeom>
          <a:noFill/>
          <a:ln w="28575">
            <a:solidFill>
              <a:srgbClr val="FFC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2D460F5-E9AB-4870-B388-C93BFD55812E}"/>
              </a:ext>
            </a:extLst>
          </p:cNvPr>
          <p:cNvSpPr/>
          <p:nvPr/>
        </p:nvSpPr>
        <p:spPr>
          <a:xfrm>
            <a:off x="404813" y="773183"/>
            <a:ext cx="771525" cy="202868"/>
          </a:xfrm>
          <a:prstGeom prst="rect">
            <a:avLst/>
          </a:prstGeom>
          <a:noFill/>
          <a:ln w="28575">
            <a:solidFill>
              <a:srgbClr val="FFC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3C827D4-F2BB-4CC8-BFB4-5F8370F041CD}"/>
              </a:ext>
            </a:extLst>
          </p:cNvPr>
          <p:cNvSpPr/>
          <p:nvPr/>
        </p:nvSpPr>
        <p:spPr>
          <a:xfrm>
            <a:off x="404813" y="1711395"/>
            <a:ext cx="2309812" cy="1250879"/>
          </a:xfrm>
          <a:prstGeom prst="rect">
            <a:avLst/>
          </a:prstGeom>
          <a:noFill/>
          <a:ln w="28575">
            <a:solidFill>
              <a:srgbClr val="FFC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296DB82-9A29-4578-A8EE-C2C527135A17}"/>
              </a:ext>
            </a:extLst>
          </p:cNvPr>
          <p:cNvSpPr/>
          <p:nvPr/>
        </p:nvSpPr>
        <p:spPr>
          <a:xfrm>
            <a:off x="404813" y="978233"/>
            <a:ext cx="2190749" cy="383842"/>
          </a:xfrm>
          <a:prstGeom prst="rect">
            <a:avLst/>
          </a:prstGeom>
          <a:noFill/>
          <a:ln w="28575">
            <a:solidFill>
              <a:srgbClr val="FFC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54FED5C-7CE9-4017-84F7-03E6732CC6D3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FD728AE-186E-46DA-B381-88EFA641E068}"/>
              </a:ext>
            </a:extLst>
          </p:cNvPr>
          <p:cNvSpPr/>
          <p:nvPr/>
        </p:nvSpPr>
        <p:spPr>
          <a:xfrm>
            <a:off x="11338651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4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3" grpId="0"/>
      <p:bldP spid="8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9DA8929-16AD-45B9-A34C-8B0A088652B1}"/>
              </a:ext>
            </a:extLst>
          </p:cNvPr>
          <p:cNvGrpSpPr/>
          <p:nvPr/>
        </p:nvGrpSpPr>
        <p:grpSpPr>
          <a:xfrm>
            <a:off x="159844" y="718546"/>
            <a:ext cx="9011635" cy="5288769"/>
            <a:chOff x="159844" y="718546"/>
            <a:chExt cx="9011635" cy="5288769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BAD1A7D7-8E4D-429C-9EC4-FFA75745D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44" y="905814"/>
              <a:ext cx="8954997" cy="5101501"/>
            </a:xfrm>
            <a:prstGeom prst="rect">
              <a:avLst/>
            </a:prstGeom>
          </p:spPr>
        </p:pic>
        <p:sp>
          <p:nvSpPr>
            <p:cNvPr id="5" name="Shape 5157">
              <a:extLst>
                <a:ext uri="{FF2B5EF4-FFF2-40B4-BE49-F238E27FC236}">
                  <a16:creationId xmlns:a16="http://schemas.microsoft.com/office/drawing/2014/main" id="{133E465F-77FE-4998-BF70-8BA5C9A6325D}"/>
                </a:ext>
              </a:extLst>
            </p:cNvPr>
            <p:cNvSpPr/>
            <p:nvPr/>
          </p:nvSpPr>
          <p:spPr>
            <a:xfrm>
              <a:off x="8396807" y="718546"/>
              <a:ext cx="774672" cy="9436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57" y="78068"/>
                  </a:moveTo>
                  <a:lnTo>
                    <a:pt x="116957" y="78068"/>
                  </a:lnTo>
                  <a:cubicBezTo>
                    <a:pt x="110873" y="88000"/>
                    <a:pt x="86873" y="95172"/>
                    <a:pt x="60169" y="95172"/>
                  </a:cubicBezTo>
                  <a:cubicBezTo>
                    <a:pt x="32788" y="95172"/>
                    <a:pt x="12169" y="88000"/>
                    <a:pt x="3042" y="78068"/>
                  </a:cubicBezTo>
                  <a:cubicBezTo>
                    <a:pt x="3042" y="75862"/>
                    <a:pt x="0" y="78068"/>
                    <a:pt x="0" y="78068"/>
                  </a:cubicBezTo>
                  <a:cubicBezTo>
                    <a:pt x="0" y="80551"/>
                    <a:pt x="0" y="92689"/>
                    <a:pt x="0" y="92689"/>
                  </a:cubicBezTo>
                  <a:cubicBezTo>
                    <a:pt x="0" y="105103"/>
                    <a:pt x="27042" y="119724"/>
                    <a:pt x="60169" y="119724"/>
                  </a:cubicBezTo>
                  <a:cubicBezTo>
                    <a:pt x="92957" y="119724"/>
                    <a:pt x="119661" y="105103"/>
                    <a:pt x="119661" y="92689"/>
                  </a:cubicBezTo>
                  <a:cubicBezTo>
                    <a:pt x="119661" y="92689"/>
                    <a:pt x="119661" y="80551"/>
                    <a:pt x="119661" y="78068"/>
                  </a:cubicBezTo>
                  <a:cubicBezTo>
                    <a:pt x="119661" y="78068"/>
                    <a:pt x="116957" y="75862"/>
                    <a:pt x="116957" y="78068"/>
                  </a:cubicBezTo>
                  <a:close/>
                  <a:moveTo>
                    <a:pt x="116957" y="44137"/>
                  </a:moveTo>
                  <a:lnTo>
                    <a:pt x="116957" y="44137"/>
                  </a:lnTo>
                  <a:cubicBezTo>
                    <a:pt x="110873" y="51310"/>
                    <a:pt x="86873" y="58758"/>
                    <a:pt x="60169" y="58758"/>
                  </a:cubicBezTo>
                  <a:cubicBezTo>
                    <a:pt x="32788" y="58758"/>
                    <a:pt x="12169" y="51310"/>
                    <a:pt x="3042" y="44137"/>
                  </a:cubicBezTo>
                  <a:cubicBezTo>
                    <a:pt x="3042" y="41655"/>
                    <a:pt x="0" y="44137"/>
                    <a:pt x="0" y="44137"/>
                  </a:cubicBezTo>
                  <a:lnTo>
                    <a:pt x="0" y="61241"/>
                  </a:lnTo>
                  <a:cubicBezTo>
                    <a:pt x="0" y="70896"/>
                    <a:pt x="27042" y="80551"/>
                    <a:pt x="60169" y="80551"/>
                  </a:cubicBezTo>
                  <a:cubicBezTo>
                    <a:pt x="92957" y="80551"/>
                    <a:pt x="119661" y="70896"/>
                    <a:pt x="119661" y="61241"/>
                  </a:cubicBezTo>
                  <a:lnTo>
                    <a:pt x="119661" y="44137"/>
                  </a:lnTo>
                  <a:cubicBezTo>
                    <a:pt x="119661" y="44137"/>
                    <a:pt x="116957" y="41655"/>
                    <a:pt x="116957" y="44137"/>
                  </a:cubicBezTo>
                  <a:close/>
                  <a:moveTo>
                    <a:pt x="60169" y="0"/>
                  </a:moveTo>
                  <a:lnTo>
                    <a:pt x="60169" y="0"/>
                  </a:lnTo>
                  <a:cubicBezTo>
                    <a:pt x="27042" y="0"/>
                    <a:pt x="0" y="7172"/>
                    <a:pt x="0" y="17103"/>
                  </a:cubicBezTo>
                  <a:cubicBezTo>
                    <a:pt x="0" y="26758"/>
                    <a:pt x="0" y="26758"/>
                    <a:pt x="0" y="26758"/>
                  </a:cubicBezTo>
                  <a:cubicBezTo>
                    <a:pt x="0" y="36689"/>
                    <a:pt x="27042" y="44137"/>
                    <a:pt x="60169" y="44137"/>
                  </a:cubicBezTo>
                  <a:cubicBezTo>
                    <a:pt x="92957" y="44137"/>
                    <a:pt x="119661" y="36689"/>
                    <a:pt x="119661" y="26758"/>
                  </a:cubicBezTo>
                  <a:cubicBezTo>
                    <a:pt x="119661" y="17103"/>
                    <a:pt x="119661" y="17103"/>
                    <a:pt x="119661" y="17103"/>
                  </a:cubicBezTo>
                  <a:cubicBezTo>
                    <a:pt x="119661" y="7172"/>
                    <a:pt x="92957" y="0"/>
                    <a:pt x="60169" y="0"/>
                  </a:cubicBezTo>
                  <a:close/>
                </a:path>
              </a:pathLst>
            </a:custGeom>
            <a:solidFill>
              <a:srgbClr val="FFCB56"/>
            </a:solidFill>
            <a:ln>
              <a:solidFill>
                <a:schemeClr val="tx1"/>
              </a:solidFill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239409FA-A2DA-4DC0-9806-E5EF24DD1C92}"/>
              </a:ext>
            </a:extLst>
          </p:cNvPr>
          <p:cNvSpPr txBox="1"/>
          <p:nvPr/>
        </p:nvSpPr>
        <p:spPr>
          <a:xfrm>
            <a:off x="83642" y="256881"/>
            <a:ext cx="12108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~ 5000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crime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reports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(2019 – 2026)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webscraped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turned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into a </a:t>
            </a:r>
            <a:r>
              <a:rPr lang="de-DE" sz="2400" u="sng">
                <a:solidFill>
                  <a:srgbClr val="FFCB56"/>
                </a:solidFill>
                <a:latin typeface="Roboto" pitchFamily="2" charset="0"/>
                <a:ea typeface="Roboto" pitchFamily="2" charset="0"/>
              </a:rPr>
              <a:t>PostgreSQL Database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76CF7D07-24A1-4E9C-B877-F33D47CC1D3B}"/>
              </a:ext>
            </a:extLst>
          </p:cNvPr>
          <p:cNvSpPr txBox="1"/>
          <p:nvPr/>
        </p:nvSpPr>
        <p:spPr>
          <a:xfrm>
            <a:off x="9228116" y="1002515"/>
            <a:ext cx="3508030" cy="2811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Including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Post date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Translated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title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Translated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description</a:t>
            </a:r>
            <a:endParaRPr lang="de-DE" sz="20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City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district</a:t>
            </a:r>
            <a:endParaRPr lang="de-DE" sz="20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Embeddings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(768)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F8132F6-15EC-45D5-A5FE-58FBCB625967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53926AD-B527-4556-A6DF-BF70755D1B08}"/>
              </a:ext>
            </a:extLst>
          </p:cNvPr>
          <p:cNvSpPr/>
          <p:nvPr/>
        </p:nvSpPr>
        <p:spPr>
          <a:xfrm>
            <a:off x="11338651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91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975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75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7666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Bremen Police Reports Project 1: </a:t>
            </a:r>
            <a:r>
              <a:rPr lang="de-DE" sz="2400" u="sng" err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Agentic</a:t>
            </a:r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 AI Chatbot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9D3919B-A0C1-437E-BB01-86F4B9D725A5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C0D6812-2E11-3D3C-747A-6962D85BB928}"/>
              </a:ext>
            </a:extLst>
          </p:cNvPr>
          <p:cNvSpPr txBox="1"/>
          <p:nvPr/>
        </p:nvSpPr>
        <p:spPr>
          <a:xfrm>
            <a:off x="2399485" y="2090172"/>
            <a:ext cx="73930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You’re data engineers for a Bremen newspaper. Journalists need to investigate local crime trends but don’t know SQL.</a:t>
            </a:r>
          </a:p>
          <a:p>
            <a:pPr algn="ctr"/>
            <a:r>
              <a:rPr lang="en-US" sz="2400" b="1" i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Your mission</a:t>
            </a:r>
            <a:r>
              <a:rPr lang="en-US" sz="2400" i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: build an </a:t>
            </a:r>
            <a:r>
              <a:rPr lang="en-US" sz="2400" b="1" i="1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AI agent </a:t>
            </a:r>
            <a:r>
              <a:rPr lang="en-US" sz="2400" i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that translates plain-text questions (e.g., “Are bike thefts rising in Neustadt?”), queries the police database, and writes an accurate investigative summary."</a:t>
            </a:r>
            <a:endParaRPr lang="en-DE" sz="2400" i="1">
              <a:solidFill>
                <a:srgbClr val="D7E219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03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7666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Bremen Police Reports Project 1: </a:t>
            </a:r>
            <a:r>
              <a:rPr lang="de-DE" sz="2400" u="sng" err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Agentic</a:t>
            </a:r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 AI Chatbot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41F155-B2BF-49F8-8523-C786A047281B}"/>
              </a:ext>
            </a:extLst>
          </p:cNvPr>
          <p:cNvSpPr txBox="1"/>
          <p:nvPr/>
        </p:nvSpPr>
        <p:spPr>
          <a:xfrm>
            <a:off x="373029" y="1173394"/>
            <a:ext cx="10037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Build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a 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Chatbot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which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is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able to answer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questions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about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crimes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in Bremen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41C227-155A-473E-BF01-974E120636D7}"/>
              </a:ext>
            </a:extLst>
          </p:cNvPr>
          <p:cNvSpPr txBox="1"/>
          <p:nvPr/>
        </p:nvSpPr>
        <p:spPr>
          <a:xfrm>
            <a:off x="373029" y="1894761"/>
            <a:ext cx="9790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You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need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to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build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an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Agentic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RAG 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(Retrieval </a:t>
            </a:r>
            <a:r>
              <a:rPr lang="de-DE" sz="2000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Augmented</a:t>
            </a:r>
            <a:r>
              <a:rPr lang="de-DE" sz="20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Generation) Application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incorporating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crime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2000" b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base</a:t>
            </a:r>
            <a:endParaRPr lang="de-DE" sz="2000" b="1">
              <a:solidFill>
                <a:srgbClr val="FFFF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752ADA4-39D4-44E2-9B4D-02A5473AB147}"/>
              </a:ext>
            </a:extLst>
          </p:cNvPr>
          <p:cNvSpPr txBox="1"/>
          <p:nvPr/>
        </p:nvSpPr>
        <p:spPr>
          <a:xfrm>
            <a:off x="373029" y="4376164"/>
            <a:ext cx="829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Bonus Points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a simple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user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interface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684CCF-7588-421E-B581-740D5E4CE883}"/>
              </a:ext>
            </a:extLst>
          </p:cNvPr>
          <p:cNvSpPr txBox="1"/>
          <p:nvPr/>
        </p:nvSpPr>
        <p:spPr>
          <a:xfrm>
            <a:off x="373029" y="5151815"/>
            <a:ext cx="8294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Suggested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Programming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Language / Frameworks:</a:t>
            </a:r>
          </a:p>
          <a:p>
            <a:pPr marL="285750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Python 3.12 +</a:t>
            </a:r>
          </a:p>
          <a:p>
            <a:pPr marL="742950" lvl="1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Pandas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or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Polars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wrangling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Psycopg2 (DB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querying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Langchain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(Agent)</a:t>
            </a:r>
          </a:p>
          <a:p>
            <a:pPr marL="742950" lvl="1" indent="-285750">
              <a:buFontTx/>
              <a:buChar char="-"/>
            </a:pP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Gradio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(Interface)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DEEBD7C-FD81-456C-BE3E-6A384623CCEC}"/>
              </a:ext>
            </a:extLst>
          </p:cNvPr>
          <p:cNvSpPr txBox="1"/>
          <p:nvPr/>
        </p:nvSpPr>
        <p:spPr>
          <a:xfrm>
            <a:off x="373029" y="2923904"/>
            <a:ext cx="97901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FFFF00"/>
                </a:solidFill>
                <a:latin typeface="Roboto"/>
                <a:ea typeface="Roboto"/>
                <a:cs typeface="Roboto"/>
              </a:rPr>
              <a:t>Answer the </a:t>
            </a:r>
            <a:r>
              <a:rPr lang="de-DE" sz="2000" err="1">
                <a:solidFill>
                  <a:srgbClr val="FFFF00"/>
                </a:solidFill>
                <a:latin typeface="Roboto"/>
                <a:ea typeface="Roboto"/>
                <a:cs typeface="Roboto"/>
              </a:rPr>
              <a:t>questions</a:t>
            </a:r>
            <a:r>
              <a:rPr lang="de-DE" sz="2000">
                <a:solidFill>
                  <a:srgbClr val="FFFF00"/>
                </a:solidFill>
                <a:latin typeface="Roboto"/>
                <a:ea typeface="Roboto"/>
                <a:cs typeface="Roboto"/>
              </a:rPr>
              <a:t> on </a:t>
            </a:r>
            <a:r>
              <a:rPr lang="de-DE" sz="2000" err="1">
                <a:solidFill>
                  <a:srgbClr val="FFFF00"/>
                </a:solidFill>
                <a:latin typeface="Roboto"/>
                <a:ea typeface="Roboto"/>
                <a:cs typeface="Roboto"/>
              </a:rPr>
              <a:t>slide</a:t>
            </a:r>
            <a:r>
              <a:rPr lang="de-DE" sz="2000">
                <a:solidFill>
                  <a:srgbClr val="FFFF00"/>
                </a:solidFill>
                <a:latin typeface="Roboto"/>
                <a:ea typeface="Roboto"/>
                <a:cs typeface="Roboto"/>
              </a:rPr>
              <a:t>  11</a:t>
            </a:r>
            <a:endParaRPr lang="de-DE" sz="2000">
              <a:solidFill>
                <a:srgbClr val="FFFF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44DE-8A9F-4BAF-8C1D-7D9D8E01D171}"/>
              </a:ext>
            </a:extLst>
          </p:cNvPr>
          <p:cNvSpPr txBox="1"/>
          <p:nvPr/>
        </p:nvSpPr>
        <p:spPr>
          <a:xfrm>
            <a:off x="373029" y="3654796"/>
            <a:ext cx="829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Put your code on GitHub and invite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me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b="1" i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rPr>
              <a:t>Stefanopinto@hotmail.de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9D3919B-A0C1-437E-BB01-86F4B9D725A5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1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7" grpId="0"/>
      <p:bldP spid="8" grpId="0"/>
      <p:bldP spid="9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F62EDA6-1B8D-4A24-BB49-A40553A7B7B5}"/>
              </a:ext>
            </a:extLst>
          </p:cNvPr>
          <p:cNvGrpSpPr/>
          <p:nvPr/>
        </p:nvGrpSpPr>
        <p:grpSpPr>
          <a:xfrm>
            <a:off x="371475" y="1406525"/>
            <a:ext cx="11487924" cy="5314950"/>
            <a:chOff x="371475" y="1406525"/>
            <a:chExt cx="11487924" cy="531495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4D995100-4288-4CEF-A9F7-E878FD5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029" y="1406525"/>
              <a:ext cx="11486370" cy="5314950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0175FB6A-8D81-42FB-889F-D529642E8DAB}"/>
                </a:ext>
              </a:extLst>
            </p:cNvPr>
            <p:cNvSpPr/>
            <p:nvPr/>
          </p:nvSpPr>
          <p:spPr>
            <a:xfrm>
              <a:off x="371475" y="1406525"/>
              <a:ext cx="11447496" cy="513715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4F1F6AFE-F2C2-4C8C-94B1-6BAE113DF7AC}"/>
              </a:ext>
            </a:extLst>
          </p:cNvPr>
          <p:cNvSpPr txBox="1"/>
          <p:nvPr/>
        </p:nvSpPr>
        <p:spPr>
          <a:xfrm>
            <a:off x="373029" y="495300"/>
            <a:ext cx="7666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Bremen Police Reports Project 1: </a:t>
            </a:r>
            <a:r>
              <a:rPr lang="de-DE" sz="2400" u="sng" err="1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Agentic</a:t>
            </a:r>
            <a:r>
              <a:rPr lang="de-DE" sz="2400" u="sng">
                <a:solidFill>
                  <a:srgbClr val="D7E219"/>
                </a:solidFill>
                <a:latin typeface="Roboto" pitchFamily="2" charset="0"/>
                <a:ea typeface="Roboto" pitchFamily="2" charset="0"/>
              </a:rPr>
              <a:t> AI Chatbot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8F59040-222C-4ECA-BE15-97866065DB5B}"/>
              </a:ext>
            </a:extLst>
          </p:cNvPr>
          <p:cNvSpPr/>
          <p:nvPr/>
        </p:nvSpPr>
        <p:spPr>
          <a:xfrm rot="1498537">
            <a:off x="8884474" y="1664134"/>
            <a:ext cx="2419350" cy="113347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EXAMPLE RESULT</a:t>
            </a:r>
          </a:p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(Made </a:t>
            </a:r>
            <a:r>
              <a:rPr lang="de-DE" sz="1600" err="1">
                <a:latin typeface="Roboto" pitchFamily="2" charset="0"/>
                <a:ea typeface="Roboto" pitchFamily="2" charset="0"/>
              </a:rPr>
              <a:t>up</a:t>
            </a:r>
            <a:r>
              <a:rPr lang="de-DE" sz="1600"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8C2A7AC-4262-4263-83D2-4A43B5B94090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38BF53C4-DC37-41CC-B883-A0B396C62922}"/>
              </a:ext>
            </a:extLst>
          </p:cNvPr>
          <p:cNvSpPr txBox="1">
            <a:spLocks/>
          </p:cNvSpPr>
          <p:nvPr/>
        </p:nvSpPr>
        <p:spPr>
          <a:xfrm flipH="1">
            <a:off x="11134531" y="6508750"/>
            <a:ext cx="447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pPr/>
              <a:t>7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29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7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7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8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8799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Bremen Police Reports Project 2: Data Analytics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DB8E93-0C39-43E5-9EEB-3B54102BD416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3CDBD92-A9BA-25ED-7230-178FBE446180}"/>
              </a:ext>
            </a:extLst>
          </p:cNvPr>
          <p:cNvSpPr txBox="1"/>
          <p:nvPr/>
        </p:nvSpPr>
        <p:spPr>
          <a:xfrm>
            <a:off x="2230995" y="2090172"/>
            <a:ext cx="77300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You are crime analysts for the Bremen Police strategic planning division.</a:t>
            </a:r>
          </a:p>
          <a:p>
            <a:pPr algn="ctr"/>
            <a:r>
              <a:rPr lang="en-US" sz="2400" b="1" i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Your mission</a:t>
            </a:r>
            <a:r>
              <a:rPr lang="en-US" sz="2400" i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: turn raw incident logs into</a:t>
            </a:r>
          </a:p>
          <a:p>
            <a:pPr algn="ctr"/>
            <a:r>
              <a:rPr lang="en-US" sz="2400" b="1" i="1" u="sng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actionable intelligence </a:t>
            </a:r>
            <a:r>
              <a:rPr lang="en-US" sz="2400" i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using tools from data science. Uncover seasonal spikes, map district hotspots, and identify threats to vulnerable populations so leadership can effectively deploy patrols."</a:t>
            </a:r>
            <a:endParaRPr lang="en-DE" sz="2400" i="1">
              <a:solidFill>
                <a:srgbClr val="FFA256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2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9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8799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Bremen Police Reports Project 2: Data Analytics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41F155-B2BF-49F8-8523-C786A047281B}"/>
              </a:ext>
            </a:extLst>
          </p:cNvPr>
          <p:cNvSpPr txBox="1"/>
          <p:nvPr/>
        </p:nvSpPr>
        <p:spPr>
          <a:xfrm>
            <a:off x="373028" y="1224007"/>
            <a:ext cx="1105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Use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methods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tools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from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science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in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order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to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analyze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crimes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in Bremen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41C227-155A-473E-BF01-974E120636D7}"/>
              </a:ext>
            </a:extLst>
          </p:cNvPr>
          <p:cNvSpPr txBox="1"/>
          <p:nvPr/>
        </p:nvSpPr>
        <p:spPr>
          <a:xfrm>
            <a:off x="373029" y="1908145"/>
            <a:ext cx="9911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You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need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to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get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familiar with a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range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of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methods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from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manipulation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statistics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time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series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analysis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and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natural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language</a:t>
            </a:r>
            <a:r>
              <a:rPr lang="de-DE" sz="2000" b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err="1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processing</a:t>
            </a:r>
            <a:endParaRPr lang="de-DE" sz="2000" b="1">
              <a:solidFill>
                <a:srgbClr val="FFA256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684CCF-7588-421E-B581-740D5E4CE883}"/>
              </a:ext>
            </a:extLst>
          </p:cNvPr>
          <p:cNvSpPr txBox="1"/>
          <p:nvPr/>
        </p:nvSpPr>
        <p:spPr>
          <a:xfrm>
            <a:off x="373029" y="5044753"/>
            <a:ext cx="8294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Suggested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Programming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Language / Frameworks:</a:t>
            </a:r>
          </a:p>
          <a:p>
            <a:pPr marL="285750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Python 3.12 +</a:t>
            </a:r>
          </a:p>
          <a:p>
            <a:pPr marL="742950" lvl="1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Pandas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or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Polars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wrangling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Psycopg2 (DB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querying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Bertopic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/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scikit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-learn (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topic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modeling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Streamlit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dashboard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1B27B18-4454-4A0A-9AFF-C59D8F078309}"/>
              </a:ext>
            </a:extLst>
          </p:cNvPr>
          <p:cNvSpPr txBox="1"/>
          <p:nvPr/>
        </p:nvSpPr>
        <p:spPr>
          <a:xfrm>
            <a:off x="373029" y="2900059"/>
            <a:ext cx="97901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FFA256"/>
                </a:solidFill>
                <a:latin typeface="Roboto"/>
                <a:ea typeface="Roboto"/>
                <a:cs typeface="Roboto"/>
              </a:rPr>
              <a:t>Answer the questions on </a:t>
            </a:r>
            <a:r>
              <a:rPr lang="de-DE" sz="2000" err="1">
                <a:solidFill>
                  <a:srgbClr val="FFA256"/>
                </a:solidFill>
                <a:latin typeface="Roboto"/>
                <a:ea typeface="Roboto"/>
                <a:cs typeface="Roboto"/>
              </a:rPr>
              <a:t>slide</a:t>
            </a:r>
            <a:r>
              <a:rPr lang="de-DE" sz="2000">
                <a:solidFill>
                  <a:srgbClr val="FFA256"/>
                </a:solidFill>
                <a:latin typeface="Roboto"/>
                <a:ea typeface="Roboto"/>
                <a:cs typeface="Roboto"/>
              </a:rPr>
              <a:t>  11</a:t>
            </a:r>
            <a:endParaRPr lang="de-DE" sz="2000">
              <a:solidFill>
                <a:srgbClr val="FFA256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377FB54-AC4C-47F8-A61C-19004DFF4C8F}"/>
              </a:ext>
            </a:extLst>
          </p:cNvPr>
          <p:cNvSpPr txBox="1"/>
          <p:nvPr/>
        </p:nvSpPr>
        <p:spPr>
          <a:xfrm>
            <a:off x="373029" y="4268336"/>
            <a:ext cx="829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Bonus Points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a simple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dashboard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static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interactive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D123A8-BA4A-4D82-9179-F2049737B5E1}"/>
              </a:ext>
            </a:extLst>
          </p:cNvPr>
          <p:cNvSpPr txBox="1"/>
          <p:nvPr/>
        </p:nvSpPr>
        <p:spPr>
          <a:xfrm>
            <a:off x="373029" y="3584197"/>
            <a:ext cx="829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Put your code on GitHub and invite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me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b="1" i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rPr>
              <a:t>Stefanopinto@hotmail.de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DB8E93-0C39-43E5-9EEB-3B54102BD416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47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0" grpId="0"/>
      <p:bldP spid="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10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7037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FA256"/>
                </a:solidFill>
                <a:latin typeface="Roboto" pitchFamily="2" charset="0"/>
                <a:ea typeface="Roboto" pitchFamily="2" charset="0"/>
              </a:rPr>
              <a:t>Bremen Police Reports Project 2: Data Analytics</a:t>
            </a: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A29ACA02-E57C-4946-A8D6-1AC7A877FD87}"/>
              </a:ext>
            </a:extLst>
          </p:cNvPr>
          <p:cNvGrpSpPr/>
          <p:nvPr/>
        </p:nvGrpSpPr>
        <p:grpSpPr>
          <a:xfrm>
            <a:off x="595487" y="1153816"/>
            <a:ext cx="3839494" cy="3514676"/>
            <a:chOff x="663292" y="1417067"/>
            <a:chExt cx="3394364" cy="3107205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E3A20AE9-AF8B-4EF2-BCE5-C05AE160F365}"/>
                </a:ext>
              </a:extLst>
            </p:cNvPr>
            <p:cNvGrpSpPr/>
            <p:nvPr/>
          </p:nvGrpSpPr>
          <p:grpSpPr>
            <a:xfrm>
              <a:off x="663292" y="1417067"/>
              <a:ext cx="3394364" cy="2564310"/>
              <a:chOff x="1198418" y="2156207"/>
              <a:chExt cx="3394364" cy="2564310"/>
            </a:xfrm>
          </p:grpSpPr>
          <p:sp>
            <p:nvSpPr>
              <p:cNvPr id="15" name="pg5">
                <a:extLst>
                  <a:ext uri="{FF2B5EF4-FFF2-40B4-BE49-F238E27FC236}">
                    <a16:creationId xmlns:a16="http://schemas.microsoft.com/office/drawing/2014/main" id="{945F7657-8889-4A14-86C3-1F0BF5EB7A1D}"/>
                  </a:ext>
                </a:extLst>
              </p:cNvPr>
              <p:cNvSpPr/>
              <p:nvPr/>
            </p:nvSpPr>
            <p:spPr>
              <a:xfrm>
                <a:off x="2125959" y="2638529"/>
                <a:ext cx="790365" cy="652010"/>
              </a:xfrm>
              <a:custGeom>
                <a:avLst/>
                <a:gdLst/>
                <a:ahLst/>
                <a:cxnLst/>
                <a:rect l="0" t="0" r="0" b="0"/>
                <a:pathLst>
                  <a:path w="1548470" h="1277407">
                    <a:moveTo>
                      <a:pt x="705199" y="143709"/>
                    </a:moveTo>
                    <a:lnTo>
                      <a:pt x="666049" y="141809"/>
                    </a:lnTo>
                    <a:lnTo>
                      <a:pt x="666111" y="142307"/>
                    </a:lnTo>
                    <a:lnTo>
                      <a:pt x="658999" y="141428"/>
                    </a:lnTo>
                    <a:lnTo>
                      <a:pt x="651969" y="167243"/>
                    </a:lnTo>
                    <a:lnTo>
                      <a:pt x="649648" y="175874"/>
                    </a:lnTo>
                    <a:lnTo>
                      <a:pt x="648107" y="181404"/>
                    </a:lnTo>
                    <a:lnTo>
                      <a:pt x="645682" y="181197"/>
                    </a:lnTo>
                    <a:lnTo>
                      <a:pt x="632971" y="180044"/>
                    </a:lnTo>
                    <a:lnTo>
                      <a:pt x="621194" y="179053"/>
                    </a:lnTo>
                    <a:lnTo>
                      <a:pt x="619030" y="178831"/>
                    </a:lnTo>
                    <a:lnTo>
                      <a:pt x="616338" y="178660"/>
                    </a:lnTo>
                    <a:lnTo>
                      <a:pt x="615235" y="183793"/>
                    </a:lnTo>
                    <a:lnTo>
                      <a:pt x="614517" y="183902"/>
                    </a:lnTo>
                    <a:lnTo>
                      <a:pt x="605209" y="183528"/>
                    </a:lnTo>
                    <a:lnTo>
                      <a:pt x="594740" y="183130"/>
                    </a:lnTo>
                    <a:lnTo>
                      <a:pt x="593463" y="195737"/>
                    </a:lnTo>
                    <a:lnTo>
                      <a:pt x="583778" y="196363"/>
                    </a:lnTo>
                    <a:lnTo>
                      <a:pt x="580807" y="196557"/>
                    </a:lnTo>
                    <a:lnTo>
                      <a:pt x="579177" y="196662"/>
                    </a:lnTo>
                    <a:lnTo>
                      <a:pt x="566850" y="177704"/>
                    </a:lnTo>
                    <a:lnTo>
                      <a:pt x="560001" y="168403"/>
                    </a:lnTo>
                    <a:lnTo>
                      <a:pt x="548785" y="158562"/>
                    </a:lnTo>
                    <a:lnTo>
                      <a:pt x="549592" y="167441"/>
                    </a:lnTo>
                    <a:lnTo>
                      <a:pt x="549909" y="169275"/>
                    </a:lnTo>
                    <a:lnTo>
                      <a:pt x="539948" y="171534"/>
                    </a:lnTo>
                    <a:lnTo>
                      <a:pt x="540321" y="175182"/>
                    </a:lnTo>
                    <a:lnTo>
                      <a:pt x="539277" y="175820"/>
                    </a:lnTo>
                    <a:lnTo>
                      <a:pt x="534594" y="172827"/>
                    </a:lnTo>
                    <a:lnTo>
                      <a:pt x="533365" y="170076"/>
                    </a:lnTo>
                    <a:lnTo>
                      <a:pt x="509166" y="172451"/>
                    </a:lnTo>
                    <a:lnTo>
                      <a:pt x="504405" y="180975"/>
                    </a:lnTo>
                    <a:lnTo>
                      <a:pt x="502302" y="179817"/>
                    </a:lnTo>
                    <a:lnTo>
                      <a:pt x="499001" y="176969"/>
                    </a:lnTo>
                    <a:lnTo>
                      <a:pt x="496977" y="180646"/>
                    </a:lnTo>
                    <a:lnTo>
                      <a:pt x="491880" y="178063"/>
                    </a:lnTo>
                    <a:lnTo>
                      <a:pt x="488956" y="187743"/>
                    </a:lnTo>
                    <a:lnTo>
                      <a:pt x="491236" y="189173"/>
                    </a:lnTo>
                    <a:lnTo>
                      <a:pt x="486900" y="205251"/>
                    </a:lnTo>
                    <a:lnTo>
                      <a:pt x="483633" y="214670"/>
                    </a:lnTo>
                    <a:lnTo>
                      <a:pt x="481984" y="219427"/>
                    </a:lnTo>
                    <a:lnTo>
                      <a:pt x="477775" y="219630"/>
                    </a:lnTo>
                    <a:lnTo>
                      <a:pt x="476543" y="229188"/>
                    </a:lnTo>
                    <a:lnTo>
                      <a:pt x="477818" y="235745"/>
                    </a:lnTo>
                    <a:lnTo>
                      <a:pt x="469739" y="237199"/>
                    </a:lnTo>
                    <a:lnTo>
                      <a:pt x="434244" y="243804"/>
                    </a:lnTo>
                    <a:lnTo>
                      <a:pt x="441400" y="255884"/>
                    </a:lnTo>
                    <a:lnTo>
                      <a:pt x="448756" y="263921"/>
                    </a:lnTo>
                    <a:lnTo>
                      <a:pt x="459213" y="272097"/>
                    </a:lnTo>
                    <a:lnTo>
                      <a:pt x="470600" y="275995"/>
                    </a:lnTo>
                    <a:lnTo>
                      <a:pt x="469898" y="287736"/>
                    </a:lnTo>
                    <a:lnTo>
                      <a:pt x="414187" y="282397"/>
                    </a:lnTo>
                    <a:lnTo>
                      <a:pt x="413788" y="287590"/>
                    </a:lnTo>
                    <a:lnTo>
                      <a:pt x="427224" y="289914"/>
                    </a:lnTo>
                    <a:lnTo>
                      <a:pt x="428023" y="326854"/>
                    </a:lnTo>
                    <a:lnTo>
                      <a:pt x="428423" y="349418"/>
                    </a:lnTo>
                    <a:lnTo>
                      <a:pt x="427224" y="356007"/>
                    </a:lnTo>
                    <a:lnTo>
                      <a:pt x="427624" y="363796"/>
                    </a:lnTo>
                    <a:lnTo>
                      <a:pt x="449412" y="369187"/>
                    </a:lnTo>
                    <a:lnTo>
                      <a:pt x="435620" y="451462"/>
                    </a:lnTo>
                    <a:lnTo>
                      <a:pt x="409634" y="447667"/>
                    </a:lnTo>
                    <a:lnTo>
                      <a:pt x="407040" y="462694"/>
                    </a:lnTo>
                    <a:lnTo>
                      <a:pt x="404595" y="462244"/>
                    </a:lnTo>
                    <a:lnTo>
                      <a:pt x="389738" y="458429"/>
                    </a:lnTo>
                    <a:lnTo>
                      <a:pt x="386804" y="475601"/>
                    </a:lnTo>
                    <a:lnTo>
                      <a:pt x="384197" y="498474"/>
                    </a:lnTo>
                    <a:lnTo>
                      <a:pt x="385639" y="499046"/>
                    </a:lnTo>
                    <a:lnTo>
                      <a:pt x="382036" y="517431"/>
                    </a:lnTo>
                    <a:lnTo>
                      <a:pt x="387658" y="517575"/>
                    </a:lnTo>
                    <a:lnTo>
                      <a:pt x="405736" y="520717"/>
                    </a:lnTo>
                    <a:lnTo>
                      <a:pt x="405244" y="547320"/>
                    </a:lnTo>
                    <a:lnTo>
                      <a:pt x="392649" y="547749"/>
                    </a:lnTo>
                    <a:lnTo>
                      <a:pt x="348727" y="553762"/>
                    </a:lnTo>
                    <a:lnTo>
                      <a:pt x="340200" y="554930"/>
                    </a:lnTo>
                    <a:lnTo>
                      <a:pt x="330813" y="556214"/>
                    </a:lnTo>
                    <a:lnTo>
                      <a:pt x="278170" y="562519"/>
                    </a:lnTo>
                    <a:lnTo>
                      <a:pt x="246802" y="555133"/>
                    </a:lnTo>
                    <a:lnTo>
                      <a:pt x="218678" y="533877"/>
                    </a:lnTo>
                    <a:lnTo>
                      <a:pt x="175591" y="501094"/>
                    </a:lnTo>
                    <a:lnTo>
                      <a:pt x="120786" y="465610"/>
                    </a:lnTo>
                    <a:lnTo>
                      <a:pt x="80041" y="432831"/>
                    </a:lnTo>
                    <a:lnTo>
                      <a:pt x="31101" y="388449"/>
                    </a:lnTo>
                    <a:lnTo>
                      <a:pt x="0" y="419894"/>
                    </a:lnTo>
                    <a:lnTo>
                      <a:pt x="4423" y="426879"/>
                    </a:lnTo>
                    <a:lnTo>
                      <a:pt x="11541" y="438020"/>
                    </a:lnTo>
                    <a:lnTo>
                      <a:pt x="20340" y="454766"/>
                    </a:lnTo>
                    <a:lnTo>
                      <a:pt x="27268" y="467950"/>
                    </a:lnTo>
                    <a:lnTo>
                      <a:pt x="34355" y="487856"/>
                    </a:lnTo>
                    <a:lnTo>
                      <a:pt x="41497" y="524870"/>
                    </a:lnTo>
                    <a:lnTo>
                      <a:pt x="45180" y="568216"/>
                    </a:lnTo>
                    <a:lnTo>
                      <a:pt x="47204" y="589890"/>
                    </a:lnTo>
                    <a:lnTo>
                      <a:pt x="51656" y="630473"/>
                    </a:lnTo>
                    <a:lnTo>
                      <a:pt x="55065" y="670163"/>
                    </a:lnTo>
                    <a:lnTo>
                      <a:pt x="58382" y="704783"/>
                    </a:lnTo>
                    <a:lnTo>
                      <a:pt x="61214" y="734420"/>
                    </a:lnTo>
                    <a:lnTo>
                      <a:pt x="61527" y="739490"/>
                    </a:lnTo>
                    <a:lnTo>
                      <a:pt x="63552" y="758487"/>
                    </a:lnTo>
                    <a:lnTo>
                      <a:pt x="70329" y="822745"/>
                    </a:lnTo>
                    <a:lnTo>
                      <a:pt x="72587" y="844245"/>
                    </a:lnTo>
                    <a:lnTo>
                      <a:pt x="75956" y="869898"/>
                    </a:lnTo>
                    <a:lnTo>
                      <a:pt x="92017" y="915900"/>
                    </a:lnTo>
                    <a:lnTo>
                      <a:pt x="97554" y="931741"/>
                    </a:lnTo>
                    <a:lnTo>
                      <a:pt x="97958" y="934157"/>
                    </a:lnTo>
                    <a:lnTo>
                      <a:pt x="109057" y="965534"/>
                    </a:lnTo>
                    <a:lnTo>
                      <a:pt x="121709" y="1002395"/>
                    </a:lnTo>
                    <a:lnTo>
                      <a:pt x="128851" y="1023481"/>
                    </a:lnTo>
                    <a:lnTo>
                      <a:pt x="142340" y="1047984"/>
                    </a:lnTo>
                    <a:lnTo>
                      <a:pt x="165686" y="1090395"/>
                    </a:lnTo>
                    <a:lnTo>
                      <a:pt x="170975" y="1099359"/>
                    </a:lnTo>
                    <a:lnTo>
                      <a:pt x="175688" y="1107324"/>
                    </a:lnTo>
                    <a:lnTo>
                      <a:pt x="182803" y="1119443"/>
                    </a:lnTo>
                    <a:lnTo>
                      <a:pt x="191134" y="1129258"/>
                    </a:lnTo>
                    <a:lnTo>
                      <a:pt x="216401" y="1159047"/>
                    </a:lnTo>
                    <a:lnTo>
                      <a:pt x="227564" y="1172168"/>
                    </a:lnTo>
                    <a:lnTo>
                      <a:pt x="237357" y="1182635"/>
                    </a:lnTo>
                    <a:lnTo>
                      <a:pt x="258066" y="1204788"/>
                    </a:lnTo>
                    <a:lnTo>
                      <a:pt x="265038" y="1211771"/>
                    </a:lnTo>
                    <a:lnTo>
                      <a:pt x="278212" y="1224959"/>
                    </a:lnTo>
                    <a:lnTo>
                      <a:pt x="296335" y="1240322"/>
                    </a:lnTo>
                    <a:lnTo>
                      <a:pt x="311690" y="1253564"/>
                    </a:lnTo>
                    <a:lnTo>
                      <a:pt x="344516" y="1239671"/>
                    </a:lnTo>
                    <a:lnTo>
                      <a:pt x="350715" y="1251795"/>
                    </a:lnTo>
                    <a:lnTo>
                      <a:pt x="395078" y="1270160"/>
                    </a:lnTo>
                    <a:lnTo>
                      <a:pt x="436652" y="1277407"/>
                    </a:lnTo>
                    <a:lnTo>
                      <a:pt x="442671" y="1248352"/>
                    </a:lnTo>
                    <a:lnTo>
                      <a:pt x="446118" y="1231714"/>
                    </a:lnTo>
                    <a:lnTo>
                      <a:pt x="424624" y="1192370"/>
                    </a:lnTo>
                    <a:lnTo>
                      <a:pt x="420021" y="1183906"/>
                    </a:lnTo>
                    <a:lnTo>
                      <a:pt x="421504" y="1171907"/>
                    </a:lnTo>
                    <a:lnTo>
                      <a:pt x="428989" y="1152801"/>
                    </a:lnTo>
                    <a:lnTo>
                      <a:pt x="454178" y="1087550"/>
                    </a:lnTo>
                    <a:lnTo>
                      <a:pt x="485418" y="1008426"/>
                    </a:lnTo>
                    <a:lnTo>
                      <a:pt x="491440" y="999277"/>
                    </a:lnTo>
                    <a:lnTo>
                      <a:pt x="507817" y="989166"/>
                    </a:lnTo>
                    <a:lnTo>
                      <a:pt x="529252" y="981462"/>
                    </a:lnTo>
                    <a:lnTo>
                      <a:pt x="546834" y="972555"/>
                    </a:lnTo>
                    <a:lnTo>
                      <a:pt x="553766" y="964796"/>
                    </a:lnTo>
                    <a:lnTo>
                      <a:pt x="558470" y="956333"/>
                    </a:lnTo>
                    <a:lnTo>
                      <a:pt x="620526" y="795725"/>
                    </a:lnTo>
                    <a:lnTo>
                      <a:pt x="645744" y="731345"/>
                    </a:lnTo>
                    <a:lnTo>
                      <a:pt x="648348" y="723358"/>
                    </a:lnTo>
                    <a:lnTo>
                      <a:pt x="649997" y="721462"/>
                    </a:lnTo>
                    <a:lnTo>
                      <a:pt x="654295" y="718542"/>
                    </a:lnTo>
                    <a:lnTo>
                      <a:pt x="662953" y="715323"/>
                    </a:lnTo>
                    <a:lnTo>
                      <a:pt x="667180" y="714317"/>
                    </a:lnTo>
                    <a:lnTo>
                      <a:pt x="675662" y="716798"/>
                    </a:lnTo>
                    <a:lnTo>
                      <a:pt x="895047" y="803377"/>
                    </a:lnTo>
                    <a:lnTo>
                      <a:pt x="923589" y="814391"/>
                    </a:lnTo>
                    <a:lnTo>
                      <a:pt x="985543" y="838269"/>
                    </a:lnTo>
                    <a:lnTo>
                      <a:pt x="1071421" y="871369"/>
                    </a:lnTo>
                    <a:lnTo>
                      <a:pt x="1109355" y="886514"/>
                    </a:lnTo>
                    <a:lnTo>
                      <a:pt x="1127455" y="905117"/>
                    </a:lnTo>
                    <a:lnTo>
                      <a:pt x="1150833" y="930152"/>
                    </a:lnTo>
                    <a:lnTo>
                      <a:pt x="1187340" y="966270"/>
                    </a:lnTo>
                    <a:lnTo>
                      <a:pt x="1192643" y="969114"/>
                    </a:lnTo>
                    <a:lnTo>
                      <a:pt x="1204801" y="974672"/>
                    </a:lnTo>
                    <a:lnTo>
                      <a:pt x="1214205" y="976291"/>
                    </a:lnTo>
                    <a:lnTo>
                      <a:pt x="1215818" y="1011359"/>
                    </a:lnTo>
                    <a:lnTo>
                      <a:pt x="1216626" y="1028008"/>
                    </a:lnTo>
                    <a:lnTo>
                      <a:pt x="1218252" y="1040652"/>
                    </a:lnTo>
                    <a:lnTo>
                      <a:pt x="1220346" y="1056939"/>
                    </a:lnTo>
                    <a:lnTo>
                      <a:pt x="1222933" y="1073263"/>
                    </a:lnTo>
                    <a:lnTo>
                      <a:pt x="1217597" y="1074395"/>
                    </a:lnTo>
                    <a:lnTo>
                      <a:pt x="1207088" y="1069061"/>
                    </a:lnTo>
                    <a:lnTo>
                      <a:pt x="1176207" y="1078597"/>
                    </a:lnTo>
                    <a:lnTo>
                      <a:pt x="1152982" y="1070767"/>
                    </a:lnTo>
                    <a:lnTo>
                      <a:pt x="1137779" y="1113554"/>
                    </a:lnTo>
                    <a:lnTo>
                      <a:pt x="1108488" y="1198516"/>
                    </a:lnTo>
                    <a:lnTo>
                      <a:pt x="1112726" y="1200226"/>
                    </a:lnTo>
                    <a:lnTo>
                      <a:pt x="1113312" y="1200463"/>
                    </a:lnTo>
                    <a:lnTo>
                      <a:pt x="1117381" y="1201639"/>
                    </a:lnTo>
                    <a:lnTo>
                      <a:pt x="1136255" y="1149661"/>
                    </a:lnTo>
                    <a:lnTo>
                      <a:pt x="1140890" y="1137990"/>
                    </a:lnTo>
                    <a:lnTo>
                      <a:pt x="1144450" y="1128804"/>
                    </a:lnTo>
                    <a:lnTo>
                      <a:pt x="1148672" y="1120279"/>
                    </a:lnTo>
                    <a:lnTo>
                      <a:pt x="1152480" y="1112664"/>
                    </a:lnTo>
                    <a:lnTo>
                      <a:pt x="1155874" y="1106458"/>
                    </a:lnTo>
                    <a:lnTo>
                      <a:pt x="1159019" y="1102734"/>
                    </a:lnTo>
                    <a:lnTo>
                      <a:pt x="1162910" y="1098347"/>
                    </a:lnTo>
                    <a:lnTo>
                      <a:pt x="1166553" y="1095285"/>
                    </a:lnTo>
                    <a:lnTo>
                      <a:pt x="1172429" y="1091727"/>
                    </a:lnTo>
                    <a:lnTo>
                      <a:pt x="1179549" y="1088582"/>
                    </a:lnTo>
                    <a:lnTo>
                      <a:pt x="1184101" y="1087424"/>
                    </a:lnTo>
                    <a:lnTo>
                      <a:pt x="1190319" y="1086358"/>
                    </a:lnTo>
                    <a:lnTo>
                      <a:pt x="1199813" y="1086316"/>
                    </a:lnTo>
                    <a:lnTo>
                      <a:pt x="1211595" y="1088900"/>
                    </a:lnTo>
                    <a:lnTo>
                      <a:pt x="1217189" y="1091189"/>
                    </a:lnTo>
                    <a:lnTo>
                      <a:pt x="1223082" y="1093901"/>
                    </a:lnTo>
                    <a:lnTo>
                      <a:pt x="1234737" y="1102671"/>
                    </a:lnTo>
                    <a:lnTo>
                      <a:pt x="1248044" y="1114706"/>
                    </a:lnTo>
                    <a:lnTo>
                      <a:pt x="1258022" y="1104316"/>
                    </a:lnTo>
                    <a:lnTo>
                      <a:pt x="1253701" y="1098878"/>
                    </a:lnTo>
                    <a:lnTo>
                      <a:pt x="1247418" y="1089979"/>
                    </a:lnTo>
                    <a:lnTo>
                      <a:pt x="1242866" y="1080828"/>
                    </a:lnTo>
                    <a:lnTo>
                      <a:pt x="1240438" y="1073914"/>
                    </a:lnTo>
                    <a:lnTo>
                      <a:pt x="1237879" y="1061640"/>
                    </a:lnTo>
                    <a:lnTo>
                      <a:pt x="1236616" y="1047592"/>
                    </a:lnTo>
                    <a:lnTo>
                      <a:pt x="1236163" y="1039105"/>
                    </a:lnTo>
                    <a:lnTo>
                      <a:pt x="1237149" y="1031183"/>
                    </a:lnTo>
                    <a:lnTo>
                      <a:pt x="1238751" y="1023142"/>
                    </a:lnTo>
                    <a:lnTo>
                      <a:pt x="1240953" y="1014052"/>
                    </a:lnTo>
                    <a:lnTo>
                      <a:pt x="1246580" y="1001553"/>
                    </a:lnTo>
                    <a:lnTo>
                      <a:pt x="1249881" y="993932"/>
                    </a:lnTo>
                    <a:lnTo>
                      <a:pt x="1255563" y="986245"/>
                    </a:lnTo>
                    <a:lnTo>
                      <a:pt x="1263663" y="976531"/>
                    </a:lnTo>
                    <a:lnTo>
                      <a:pt x="1271567" y="968409"/>
                    </a:lnTo>
                    <a:lnTo>
                      <a:pt x="1276982" y="964041"/>
                    </a:lnTo>
                    <a:lnTo>
                      <a:pt x="1280424" y="961264"/>
                    </a:lnTo>
                    <a:lnTo>
                      <a:pt x="1283795" y="958977"/>
                    </a:lnTo>
                    <a:lnTo>
                      <a:pt x="1287481" y="955908"/>
                    </a:lnTo>
                    <a:lnTo>
                      <a:pt x="1301277" y="950818"/>
                    </a:lnTo>
                    <a:lnTo>
                      <a:pt x="1305642" y="949166"/>
                    </a:lnTo>
                    <a:lnTo>
                      <a:pt x="1310477" y="948481"/>
                    </a:lnTo>
                    <a:lnTo>
                      <a:pt x="1326499" y="946712"/>
                    </a:lnTo>
                    <a:lnTo>
                      <a:pt x="1349200" y="947915"/>
                    </a:lnTo>
                    <a:lnTo>
                      <a:pt x="1367731" y="954028"/>
                    </a:lnTo>
                    <a:lnTo>
                      <a:pt x="1381815" y="960513"/>
                    </a:lnTo>
                    <a:lnTo>
                      <a:pt x="1396640" y="969497"/>
                    </a:lnTo>
                    <a:lnTo>
                      <a:pt x="1406183" y="976999"/>
                    </a:lnTo>
                    <a:lnTo>
                      <a:pt x="1430552" y="953380"/>
                    </a:lnTo>
                    <a:lnTo>
                      <a:pt x="1470394" y="839927"/>
                    </a:lnTo>
                    <a:lnTo>
                      <a:pt x="1464032" y="831753"/>
                    </a:lnTo>
                    <a:lnTo>
                      <a:pt x="1427124" y="783346"/>
                    </a:lnTo>
                    <a:lnTo>
                      <a:pt x="1424807" y="779364"/>
                    </a:lnTo>
                    <a:lnTo>
                      <a:pt x="1427865" y="775845"/>
                    </a:lnTo>
                    <a:lnTo>
                      <a:pt x="1433457" y="772310"/>
                    </a:lnTo>
                    <a:lnTo>
                      <a:pt x="1428666" y="759734"/>
                    </a:lnTo>
                    <a:lnTo>
                      <a:pt x="1430234" y="745956"/>
                    </a:lnTo>
                    <a:lnTo>
                      <a:pt x="1434269" y="722768"/>
                    </a:lnTo>
                    <a:lnTo>
                      <a:pt x="1441220" y="694429"/>
                    </a:lnTo>
                    <a:lnTo>
                      <a:pt x="1445142" y="682444"/>
                    </a:lnTo>
                    <a:lnTo>
                      <a:pt x="1443573" y="668107"/>
                    </a:lnTo>
                    <a:lnTo>
                      <a:pt x="1436847" y="652425"/>
                    </a:lnTo>
                    <a:lnTo>
                      <a:pt x="1430122" y="635400"/>
                    </a:lnTo>
                    <a:lnTo>
                      <a:pt x="1423061" y="616808"/>
                    </a:lnTo>
                    <a:lnTo>
                      <a:pt x="1416184" y="601905"/>
                    </a:lnTo>
                    <a:lnTo>
                      <a:pt x="1414430" y="598103"/>
                    </a:lnTo>
                    <a:lnTo>
                      <a:pt x="1410165" y="589833"/>
                    </a:lnTo>
                    <a:lnTo>
                      <a:pt x="1409751" y="589054"/>
                    </a:lnTo>
                    <a:lnTo>
                      <a:pt x="1403558" y="577383"/>
                    </a:lnTo>
                    <a:lnTo>
                      <a:pt x="1394311" y="571984"/>
                    </a:lnTo>
                    <a:lnTo>
                      <a:pt x="1358344" y="552772"/>
                    </a:lnTo>
                    <a:lnTo>
                      <a:pt x="1349310" y="545189"/>
                    </a:lnTo>
                    <a:lnTo>
                      <a:pt x="1338900" y="528295"/>
                    </a:lnTo>
                    <a:lnTo>
                      <a:pt x="1329517" y="499814"/>
                    </a:lnTo>
                    <a:lnTo>
                      <a:pt x="1347169" y="501397"/>
                    </a:lnTo>
                    <a:lnTo>
                      <a:pt x="1359364" y="496073"/>
                    </a:lnTo>
                    <a:lnTo>
                      <a:pt x="1371582" y="490250"/>
                    </a:lnTo>
                    <a:lnTo>
                      <a:pt x="1376555" y="483190"/>
                    </a:lnTo>
                    <a:lnTo>
                      <a:pt x="1379270" y="464883"/>
                    </a:lnTo>
                    <a:lnTo>
                      <a:pt x="1376555" y="437312"/>
                    </a:lnTo>
                    <a:lnTo>
                      <a:pt x="1374972" y="412677"/>
                    </a:lnTo>
                    <a:lnTo>
                      <a:pt x="1379270" y="403186"/>
                    </a:lnTo>
                    <a:lnTo>
                      <a:pt x="1385831" y="402283"/>
                    </a:lnTo>
                    <a:lnTo>
                      <a:pt x="1426322" y="404769"/>
                    </a:lnTo>
                    <a:lnTo>
                      <a:pt x="1443288" y="404995"/>
                    </a:lnTo>
                    <a:lnTo>
                      <a:pt x="1458365" y="401086"/>
                    </a:lnTo>
                    <a:lnTo>
                      <a:pt x="1480262" y="388068"/>
                    </a:lnTo>
                    <a:lnTo>
                      <a:pt x="1494921" y="371073"/>
                    </a:lnTo>
                    <a:lnTo>
                      <a:pt x="1513742" y="349381"/>
                    </a:lnTo>
                    <a:lnTo>
                      <a:pt x="1548470" y="318169"/>
                    </a:lnTo>
                    <a:lnTo>
                      <a:pt x="1542970" y="313181"/>
                    </a:lnTo>
                    <a:lnTo>
                      <a:pt x="1541638" y="311353"/>
                    </a:lnTo>
                    <a:lnTo>
                      <a:pt x="1540628" y="309048"/>
                    </a:lnTo>
                    <a:lnTo>
                      <a:pt x="1533750" y="297388"/>
                    </a:lnTo>
                    <a:lnTo>
                      <a:pt x="1531374" y="293509"/>
                    </a:lnTo>
                    <a:lnTo>
                      <a:pt x="1522667" y="277564"/>
                    </a:lnTo>
                    <a:lnTo>
                      <a:pt x="1519948" y="273390"/>
                    </a:lnTo>
                    <a:lnTo>
                      <a:pt x="1518403" y="270495"/>
                    </a:lnTo>
                    <a:lnTo>
                      <a:pt x="1516665" y="264637"/>
                    </a:lnTo>
                    <a:lnTo>
                      <a:pt x="1515103" y="264907"/>
                    </a:lnTo>
                    <a:lnTo>
                      <a:pt x="1514608" y="263806"/>
                    </a:lnTo>
                    <a:lnTo>
                      <a:pt x="1498647" y="268798"/>
                    </a:lnTo>
                    <a:lnTo>
                      <a:pt x="1501034" y="278297"/>
                    </a:lnTo>
                    <a:lnTo>
                      <a:pt x="1500603" y="281653"/>
                    </a:lnTo>
                    <a:lnTo>
                      <a:pt x="1498032" y="283475"/>
                    </a:lnTo>
                    <a:lnTo>
                      <a:pt x="1495011" y="284215"/>
                    </a:lnTo>
                    <a:lnTo>
                      <a:pt x="1494272" y="284230"/>
                    </a:lnTo>
                    <a:lnTo>
                      <a:pt x="1493272" y="282143"/>
                    </a:lnTo>
                    <a:lnTo>
                      <a:pt x="1490996" y="277451"/>
                    </a:lnTo>
                    <a:lnTo>
                      <a:pt x="1489869" y="274195"/>
                    </a:lnTo>
                    <a:lnTo>
                      <a:pt x="1488213" y="273967"/>
                    </a:lnTo>
                    <a:lnTo>
                      <a:pt x="1485568" y="273860"/>
                    </a:lnTo>
                    <a:lnTo>
                      <a:pt x="1482375" y="262411"/>
                    </a:lnTo>
                    <a:lnTo>
                      <a:pt x="1482148" y="261616"/>
                    </a:lnTo>
                    <a:lnTo>
                      <a:pt x="1486140" y="256413"/>
                    </a:lnTo>
                    <a:lnTo>
                      <a:pt x="1484709" y="253973"/>
                    </a:lnTo>
                    <a:lnTo>
                      <a:pt x="1481623" y="251571"/>
                    </a:lnTo>
                    <a:lnTo>
                      <a:pt x="1472475" y="246404"/>
                    </a:lnTo>
                    <a:lnTo>
                      <a:pt x="1470096" y="246900"/>
                    </a:lnTo>
                    <a:lnTo>
                      <a:pt x="1470034" y="250117"/>
                    </a:lnTo>
                    <a:lnTo>
                      <a:pt x="1469837" y="250091"/>
                    </a:lnTo>
                    <a:lnTo>
                      <a:pt x="1465009" y="242792"/>
                    </a:lnTo>
                    <a:lnTo>
                      <a:pt x="1458239" y="242796"/>
                    </a:lnTo>
                    <a:lnTo>
                      <a:pt x="1453641" y="239645"/>
                    </a:lnTo>
                    <a:lnTo>
                      <a:pt x="1450136" y="234548"/>
                    </a:lnTo>
                    <a:lnTo>
                      <a:pt x="1448021" y="227486"/>
                    </a:lnTo>
                    <a:lnTo>
                      <a:pt x="1444752" y="221292"/>
                    </a:lnTo>
                    <a:lnTo>
                      <a:pt x="1438565" y="220119"/>
                    </a:lnTo>
                    <a:lnTo>
                      <a:pt x="1432709" y="219808"/>
                    </a:lnTo>
                    <a:lnTo>
                      <a:pt x="1432640" y="216213"/>
                    </a:lnTo>
                    <a:lnTo>
                      <a:pt x="1433785" y="207515"/>
                    </a:lnTo>
                    <a:lnTo>
                      <a:pt x="1434508" y="196662"/>
                    </a:lnTo>
                    <a:lnTo>
                      <a:pt x="1431552" y="180557"/>
                    </a:lnTo>
                    <a:lnTo>
                      <a:pt x="1428201" y="158159"/>
                    </a:lnTo>
                    <a:lnTo>
                      <a:pt x="1427839" y="156288"/>
                    </a:lnTo>
                    <a:lnTo>
                      <a:pt x="1425089" y="140601"/>
                    </a:lnTo>
                    <a:lnTo>
                      <a:pt x="1422979" y="128366"/>
                    </a:lnTo>
                    <a:lnTo>
                      <a:pt x="1421234" y="123089"/>
                    </a:lnTo>
                    <a:lnTo>
                      <a:pt x="1417836" y="114952"/>
                    </a:lnTo>
                    <a:lnTo>
                      <a:pt x="1413888" y="109631"/>
                    </a:lnTo>
                    <a:lnTo>
                      <a:pt x="1414303" y="109685"/>
                    </a:lnTo>
                    <a:lnTo>
                      <a:pt x="1413005" y="106101"/>
                    </a:lnTo>
                    <a:lnTo>
                      <a:pt x="1405368" y="104982"/>
                    </a:lnTo>
                    <a:lnTo>
                      <a:pt x="1394004" y="102832"/>
                    </a:lnTo>
                    <a:lnTo>
                      <a:pt x="1369071" y="97167"/>
                    </a:lnTo>
                    <a:lnTo>
                      <a:pt x="1333409" y="90175"/>
                    </a:lnTo>
                    <a:lnTo>
                      <a:pt x="1298336" y="82972"/>
                    </a:lnTo>
                    <a:lnTo>
                      <a:pt x="1294861" y="82179"/>
                    </a:lnTo>
                    <a:lnTo>
                      <a:pt x="1293098" y="81796"/>
                    </a:lnTo>
                    <a:lnTo>
                      <a:pt x="1266867" y="72758"/>
                    </a:lnTo>
                    <a:lnTo>
                      <a:pt x="1256222" y="68541"/>
                    </a:lnTo>
                    <a:lnTo>
                      <a:pt x="1251590" y="67259"/>
                    </a:lnTo>
                    <a:lnTo>
                      <a:pt x="1248718" y="66624"/>
                    </a:lnTo>
                    <a:lnTo>
                      <a:pt x="1246631" y="66462"/>
                    </a:lnTo>
                    <a:lnTo>
                      <a:pt x="1240236" y="62634"/>
                    </a:lnTo>
                    <a:lnTo>
                      <a:pt x="1235087" y="59616"/>
                    </a:lnTo>
                    <a:lnTo>
                      <a:pt x="1221307" y="48554"/>
                    </a:lnTo>
                    <a:lnTo>
                      <a:pt x="1218567" y="55570"/>
                    </a:lnTo>
                    <a:lnTo>
                      <a:pt x="1211405" y="72223"/>
                    </a:lnTo>
                    <a:lnTo>
                      <a:pt x="1207225" y="82386"/>
                    </a:lnTo>
                    <a:lnTo>
                      <a:pt x="1205226" y="88121"/>
                    </a:lnTo>
                    <a:lnTo>
                      <a:pt x="1203984" y="90943"/>
                    </a:lnTo>
                    <a:lnTo>
                      <a:pt x="1204771" y="93698"/>
                    </a:lnTo>
                    <a:lnTo>
                      <a:pt x="1204509" y="94625"/>
                    </a:lnTo>
                    <a:lnTo>
                      <a:pt x="1204492" y="95372"/>
                    </a:lnTo>
                    <a:lnTo>
                      <a:pt x="1203776" y="99655"/>
                    </a:lnTo>
                    <a:lnTo>
                      <a:pt x="1191663" y="109990"/>
                    </a:lnTo>
                    <a:lnTo>
                      <a:pt x="1182321" y="120453"/>
                    </a:lnTo>
                    <a:lnTo>
                      <a:pt x="1179303" y="120386"/>
                    </a:lnTo>
                    <a:lnTo>
                      <a:pt x="1177202" y="120340"/>
                    </a:lnTo>
                    <a:lnTo>
                      <a:pt x="1176492" y="121935"/>
                    </a:lnTo>
                    <a:lnTo>
                      <a:pt x="1167997" y="112081"/>
                    </a:lnTo>
                    <a:lnTo>
                      <a:pt x="1166590" y="112913"/>
                    </a:lnTo>
                    <a:lnTo>
                      <a:pt x="1171339" y="120843"/>
                    </a:lnTo>
                    <a:lnTo>
                      <a:pt x="1173298" y="128190"/>
                    </a:lnTo>
                    <a:lnTo>
                      <a:pt x="1174570" y="141528"/>
                    </a:lnTo>
                    <a:lnTo>
                      <a:pt x="1173710" y="142914"/>
                    </a:lnTo>
                    <a:lnTo>
                      <a:pt x="1172949" y="145517"/>
                    </a:lnTo>
                    <a:lnTo>
                      <a:pt x="1171066" y="151763"/>
                    </a:lnTo>
                    <a:lnTo>
                      <a:pt x="1168293" y="158257"/>
                    </a:lnTo>
                    <a:lnTo>
                      <a:pt x="1163198" y="165167"/>
                    </a:lnTo>
                    <a:lnTo>
                      <a:pt x="1161405" y="163550"/>
                    </a:lnTo>
                    <a:lnTo>
                      <a:pt x="1157402" y="159942"/>
                    </a:lnTo>
                    <a:lnTo>
                      <a:pt x="1153877" y="163299"/>
                    </a:lnTo>
                    <a:lnTo>
                      <a:pt x="1147132" y="169722"/>
                    </a:lnTo>
                    <a:lnTo>
                      <a:pt x="1127067" y="184198"/>
                    </a:lnTo>
                    <a:lnTo>
                      <a:pt x="1106145" y="213155"/>
                    </a:lnTo>
                    <a:lnTo>
                      <a:pt x="1100382" y="205251"/>
                    </a:lnTo>
                    <a:lnTo>
                      <a:pt x="1098663" y="201824"/>
                    </a:lnTo>
                    <a:lnTo>
                      <a:pt x="1091652" y="196740"/>
                    </a:lnTo>
                    <a:lnTo>
                      <a:pt x="1072430" y="177939"/>
                    </a:lnTo>
                    <a:lnTo>
                      <a:pt x="1060356" y="166035"/>
                    </a:lnTo>
                    <a:lnTo>
                      <a:pt x="1052791" y="164936"/>
                    </a:lnTo>
                    <a:lnTo>
                      <a:pt x="1048088" y="159726"/>
                    </a:lnTo>
                    <a:lnTo>
                      <a:pt x="1050475" y="157576"/>
                    </a:lnTo>
                    <a:lnTo>
                      <a:pt x="1057045" y="147883"/>
                    </a:lnTo>
                    <a:lnTo>
                      <a:pt x="1054733" y="139968"/>
                    </a:lnTo>
                    <a:lnTo>
                      <a:pt x="1052159" y="136151"/>
                    </a:lnTo>
                    <a:lnTo>
                      <a:pt x="1049692" y="134148"/>
                    </a:lnTo>
                    <a:lnTo>
                      <a:pt x="1047887" y="132051"/>
                    </a:lnTo>
                    <a:lnTo>
                      <a:pt x="1048564" y="126588"/>
                    </a:lnTo>
                    <a:lnTo>
                      <a:pt x="1050665" y="118223"/>
                    </a:lnTo>
                    <a:lnTo>
                      <a:pt x="1053549" y="114847"/>
                    </a:lnTo>
                    <a:lnTo>
                      <a:pt x="1062380" y="103829"/>
                    </a:lnTo>
                    <a:lnTo>
                      <a:pt x="1066461" y="98852"/>
                    </a:lnTo>
                    <a:lnTo>
                      <a:pt x="1070448" y="93311"/>
                    </a:lnTo>
                    <a:lnTo>
                      <a:pt x="1068066" y="88192"/>
                    </a:lnTo>
                    <a:lnTo>
                      <a:pt x="1060880" y="78504"/>
                    </a:lnTo>
                    <a:lnTo>
                      <a:pt x="1057198" y="69398"/>
                    </a:lnTo>
                    <a:lnTo>
                      <a:pt x="1050300" y="57078"/>
                    </a:lnTo>
                    <a:lnTo>
                      <a:pt x="1045713" y="47562"/>
                    </a:lnTo>
                    <a:lnTo>
                      <a:pt x="1044664" y="45061"/>
                    </a:lnTo>
                    <a:lnTo>
                      <a:pt x="1040155" y="34184"/>
                    </a:lnTo>
                    <a:lnTo>
                      <a:pt x="1044237" y="31531"/>
                    </a:lnTo>
                    <a:lnTo>
                      <a:pt x="1039170" y="22907"/>
                    </a:lnTo>
                    <a:lnTo>
                      <a:pt x="1028214" y="1353"/>
                    </a:lnTo>
                    <a:lnTo>
                      <a:pt x="1027356" y="0"/>
                    </a:lnTo>
                    <a:lnTo>
                      <a:pt x="1027396" y="998"/>
                    </a:lnTo>
                    <a:lnTo>
                      <a:pt x="1014614" y="34650"/>
                    </a:lnTo>
                    <a:lnTo>
                      <a:pt x="1013266" y="39958"/>
                    </a:lnTo>
                    <a:lnTo>
                      <a:pt x="1001446" y="55120"/>
                    </a:lnTo>
                    <a:lnTo>
                      <a:pt x="993604" y="61135"/>
                    </a:lnTo>
                    <a:lnTo>
                      <a:pt x="988108" y="64639"/>
                    </a:lnTo>
                    <a:lnTo>
                      <a:pt x="985796" y="66119"/>
                    </a:lnTo>
                    <a:lnTo>
                      <a:pt x="984878" y="66032"/>
                    </a:lnTo>
                    <a:lnTo>
                      <a:pt x="972822" y="71773"/>
                    </a:lnTo>
                    <a:lnTo>
                      <a:pt x="959927" y="78721"/>
                    </a:lnTo>
                    <a:lnTo>
                      <a:pt x="945653" y="84271"/>
                    </a:lnTo>
                    <a:lnTo>
                      <a:pt x="944347" y="83870"/>
                    </a:lnTo>
                    <a:lnTo>
                      <a:pt x="928162" y="86969"/>
                    </a:lnTo>
                    <a:lnTo>
                      <a:pt x="924062" y="89402"/>
                    </a:lnTo>
                    <a:lnTo>
                      <a:pt x="921165" y="91409"/>
                    </a:lnTo>
                    <a:lnTo>
                      <a:pt x="917963" y="93679"/>
                    </a:lnTo>
                    <a:lnTo>
                      <a:pt x="913692" y="99459"/>
                    </a:lnTo>
                    <a:lnTo>
                      <a:pt x="908744" y="105320"/>
                    </a:lnTo>
                    <a:lnTo>
                      <a:pt x="903734" y="110860"/>
                    </a:lnTo>
                    <a:lnTo>
                      <a:pt x="886174" y="129631"/>
                    </a:lnTo>
                    <a:lnTo>
                      <a:pt x="883568" y="132495"/>
                    </a:lnTo>
                    <a:lnTo>
                      <a:pt x="881124" y="134495"/>
                    </a:lnTo>
                    <a:lnTo>
                      <a:pt x="876994" y="137012"/>
                    </a:lnTo>
                    <a:lnTo>
                      <a:pt x="870829" y="140708"/>
                    </a:lnTo>
                    <a:lnTo>
                      <a:pt x="864939" y="142930"/>
                    </a:lnTo>
                    <a:lnTo>
                      <a:pt x="860703" y="143935"/>
                    </a:lnTo>
                    <a:lnTo>
                      <a:pt x="851594" y="148477"/>
                    </a:lnTo>
                    <a:lnTo>
                      <a:pt x="842550" y="151152"/>
                    </a:lnTo>
                    <a:lnTo>
                      <a:pt x="834175" y="153915"/>
                    </a:lnTo>
                    <a:lnTo>
                      <a:pt x="828166" y="155591"/>
                    </a:lnTo>
                    <a:lnTo>
                      <a:pt x="824733" y="156638"/>
                    </a:lnTo>
                    <a:lnTo>
                      <a:pt x="818719" y="156925"/>
                    </a:lnTo>
                    <a:lnTo>
                      <a:pt x="815203" y="157502"/>
                    </a:lnTo>
                    <a:lnTo>
                      <a:pt x="805097" y="158516"/>
                    </a:lnTo>
                    <a:lnTo>
                      <a:pt x="801737" y="159739"/>
                    </a:lnTo>
                    <a:lnTo>
                      <a:pt x="799884" y="160096"/>
                    </a:lnTo>
                    <a:lnTo>
                      <a:pt x="799567" y="160390"/>
                    </a:lnTo>
                    <a:lnTo>
                      <a:pt x="784905" y="159739"/>
                    </a:lnTo>
                    <a:lnTo>
                      <a:pt x="784190" y="159482"/>
                    </a:lnTo>
                    <a:lnTo>
                      <a:pt x="783163" y="160089"/>
                    </a:lnTo>
                    <a:lnTo>
                      <a:pt x="770164" y="159430"/>
                    </a:lnTo>
                    <a:lnTo>
                      <a:pt x="755148" y="173672"/>
                    </a:lnTo>
                    <a:lnTo>
                      <a:pt x="754028" y="174501"/>
                    </a:lnTo>
                    <a:lnTo>
                      <a:pt x="755562" y="175954"/>
                    </a:lnTo>
                    <a:lnTo>
                      <a:pt x="759530" y="180807"/>
                    </a:lnTo>
                    <a:lnTo>
                      <a:pt x="772033" y="199782"/>
                    </a:lnTo>
                    <a:lnTo>
                      <a:pt x="719465" y="225913"/>
                    </a:lnTo>
                    <a:lnTo>
                      <a:pt x="715599" y="213619"/>
                    </a:lnTo>
                    <a:lnTo>
                      <a:pt x="714564" y="208973"/>
                    </a:lnTo>
                    <a:lnTo>
                      <a:pt x="713714" y="205101"/>
                    </a:lnTo>
                    <a:lnTo>
                      <a:pt x="712608" y="192973"/>
                    </a:lnTo>
                    <a:lnTo>
                      <a:pt x="711969" y="186405"/>
                    </a:lnTo>
                    <a:lnTo>
                      <a:pt x="708461" y="162592"/>
                    </a:lnTo>
                    <a:close/>
                  </a:path>
                </a:pathLst>
              </a:custGeom>
              <a:solidFill>
                <a:srgbClr val="44397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16" name="pg6">
                <a:extLst>
                  <a:ext uri="{FF2B5EF4-FFF2-40B4-BE49-F238E27FC236}">
                    <a16:creationId xmlns:a16="http://schemas.microsoft.com/office/drawing/2014/main" id="{95DC8D35-0DDE-42B1-9ED2-0D96E212D51E}"/>
                  </a:ext>
                </a:extLst>
              </p:cNvPr>
              <p:cNvSpPr/>
              <p:nvPr/>
            </p:nvSpPr>
            <p:spPr>
              <a:xfrm>
                <a:off x="1897060" y="2496345"/>
                <a:ext cx="483597" cy="429302"/>
              </a:xfrm>
              <a:custGeom>
                <a:avLst/>
                <a:gdLst/>
                <a:ahLst/>
                <a:cxnLst/>
                <a:rect l="0" t="0" r="0" b="0"/>
                <a:pathLst>
                  <a:path w="947456" h="841082">
                    <a:moveTo>
                      <a:pt x="13906" y="528696"/>
                    </a:moveTo>
                    <a:lnTo>
                      <a:pt x="0" y="554991"/>
                    </a:lnTo>
                    <a:lnTo>
                      <a:pt x="19857" y="558547"/>
                    </a:lnTo>
                    <a:lnTo>
                      <a:pt x="47095" y="562269"/>
                    </a:lnTo>
                    <a:lnTo>
                      <a:pt x="65074" y="564946"/>
                    </a:lnTo>
                    <a:lnTo>
                      <a:pt x="70715" y="565773"/>
                    </a:lnTo>
                    <a:lnTo>
                      <a:pt x="112184" y="571320"/>
                    </a:lnTo>
                    <a:lnTo>
                      <a:pt x="129484" y="573561"/>
                    </a:lnTo>
                    <a:lnTo>
                      <a:pt x="177495" y="580373"/>
                    </a:lnTo>
                    <a:lnTo>
                      <a:pt x="250054" y="591753"/>
                    </a:lnTo>
                    <a:lnTo>
                      <a:pt x="254023" y="592406"/>
                    </a:lnTo>
                    <a:lnTo>
                      <a:pt x="257418" y="592993"/>
                    </a:lnTo>
                    <a:lnTo>
                      <a:pt x="278623" y="596745"/>
                    </a:lnTo>
                    <a:lnTo>
                      <a:pt x="286767" y="598186"/>
                    </a:lnTo>
                    <a:lnTo>
                      <a:pt x="299096" y="600390"/>
                    </a:lnTo>
                    <a:lnTo>
                      <a:pt x="320431" y="605526"/>
                    </a:lnTo>
                    <a:lnTo>
                      <a:pt x="327195" y="607180"/>
                    </a:lnTo>
                    <a:lnTo>
                      <a:pt x="332418" y="608769"/>
                    </a:lnTo>
                    <a:lnTo>
                      <a:pt x="348961" y="613903"/>
                    </a:lnTo>
                    <a:lnTo>
                      <a:pt x="356769" y="616580"/>
                    </a:lnTo>
                    <a:lnTo>
                      <a:pt x="366196" y="621476"/>
                    </a:lnTo>
                    <a:lnTo>
                      <a:pt x="371445" y="623631"/>
                    </a:lnTo>
                    <a:lnTo>
                      <a:pt x="379475" y="627613"/>
                    </a:lnTo>
                    <a:lnTo>
                      <a:pt x="383367" y="629615"/>
                    </a:lnTo>
                    <a:lnTo>
                      <a:pt x="396294" y="640146"/>
                    </a:lnTo>
                    <a:lnTo>
                      <a:pt x="400158" y="643563"/>
                    </a:lnTo>
                    <a:lnTo>
                      <a:pt x="404507" y="647458"/>
                    </a:lnTo>
                    <a:lnTo>
                      <a:pt x="415657" y="658490"/>
                    </a:lnTo>
                    <a:lnTo>
                      <a:pt x="423125" y="665585"/>
                    </a:lnTo>
                    <a:lnTo>
                      <a:pt x="437772" y="682350"/>
                    </a:lnTo>
                    <a:lnTo>
                      <a:pt x="448454" y="698457"/>
                    </a:lnTo>
                    <a:lnTo>
                      <a:pt x="479556" y="667012"/>
                    </a:lnTo>
                    <a:lnTo>
                      <a:pt x="528496" y="711395"/>
                    </a:lnTo>
                    <a:lnTo>
                      <a:pt x="569241" y="744174"/>
                    </a:lnTo>
                    <a:lnTo>
                      <a:pt x="624046" y="779658"/>
                    </a:lnTo>
                    <a:lnTo>
                      <a:pt x="667133" y="812441"/>
                    </a:lnTo>
                    <a:lnTo>
                      <a:pt x="695257" y="833696"/>
                    </a:lnTo>
                    <a:lnTo>
                      <a:pt x="726625" y="841082"/>
                    </a:lnTo>
                    <a:lnTo>
                      <a:pt x="779268" y="834778"/>
                    </a:lnTo>
                    <a:lnTo>
                      <a:pt x="788655" y="833494"/>
                    </a:lnTo>
                    <a:lnTo>
                      <a:pt x="797182" y="832325"/>
                    </a:lnTo>
                    <a:lnTo>
                      <a:pt x="841104" y="826312"/>
                    </a:lnTo>
                    <a:lnTo>
                      <a:pt x="853699" y="825883"/>
                    </a:lnTo>
                    <a:lnTo>
                      <a:pt x="854190" y="799281"/>
                    </a:lnTo>
                    <a:lnTo>
                      <a:pt x="836113" y="796138"/>
                    </a:lnTo>
                    <a:lnTo>
                      <a:pt x="830491" y="795995"/>
                    </a:lnTo>
                    <a:lnTo>
                      <a:pt x="834094" y="777610"/>
                    </a:lnTo>
                    <a:lnTo>
                      <a:pt x="832652" y="777037"/>
                    </a:lnTo>
                    <a:lnTo>
                      <a:pt x="835259" y="754165"/>
                    </a:lnTo>
                    <a:lnTo>
                      <a:pt x="838193" y="736992"/>
                    </a:lnTo>
                    <a:lnTo>
                      <a:pt x="853050" y="740807"/>
                    </a:lnTo>
                    <a:lnTo>
                      <a:pt x="855495" y="741257"/>
                    </a:lnTo>
                    <a:lnTo>
                      <a:pt x="858089" y="726230"/>
                    </a:lnTo>
                    <a:lnTo>
                      <a:pt x="884075" y="730026"/>
                    </a:lnTo>
                    <a:lnTo>
                      <a:pt x="897867" y="647750"/>
                    </a:lnTo>
                    <a:lnTo>
                      <a:pt x="876079" y="642359"/>
                    </a:lnTo>
                    <a:lnTo>
                      <a:pt x="875679" y="634571"/>
                    </a:lnTo>
                    <a:lnTo>
                      <a:pt x="876878" y="627981"/>
                    </a:lnTo>
                    <a:lnTo>
                      <a:pt x="876478" y="605417"/>
                    </a:lnTo>
                    <a:lnTo>
                      <a:pt x="875679" y="568478"/>
                    </a:lnTo>
                    <a:lnTo>
                      <a:pt x="862243" y="566153"/>
                    </a:lnTo>
                    <a:lnTo>
                      <a:pt x="862642" y="560961"/>
                    </a:lnTo>
                    <a:lnTo>
                      <a:pt x="918352" y="566299"/>
                    </a:lnTo>
                    <a:lnTo>
                      <a:pt x="919055" y="554558"/>
                    </a:lnTo>
                    <a:lnTo>
                      <a:pt x="907668" y="550661"/>
                    </a:lnTo>
                    <a:lnTo>
                      <a:pt x="897211" y="542484"/>
                    </a:lnTo>
                    <a:lnTo>
                      <a:pt x="889855" y="534447"/>
                    </a:lnTo>
                    <a:lnTo>
                      <a:pt x="882699" y="522367"/>
                    </a:lnTo>
                    <a:lnTo>
                      <a:pt x="918194" y="515762"/>
                    </a:lnTo>
                    <a:lnTo>
                      <a:pt x="926273" y="514308"/>
                    </a:lnTo>
                    <a:lnTo>
                      <a:pt x="924998" y="507751"/>
                    </a:lnTo>
                    <a:lnTo>
                      <a:pt x="926230" y="498193"/>
                    </a:lnTo>
                    <a:lnTo>
                      <a:pt x="930439" y="497991"/>
                    </a:lnTo>
                    <a:lnTo>
                      <a:pt x="932088" y="493233"/>
                    </a:lnTo>
                    <a:lnTo>
                      <a:pt x="935355" y="483815"/>
                    </a:lnTo>
                    <a:lnTo>
                      <a:pt x="939691" y="467736"/>
                    </a:lnTo>
                    <a:lnTo>
                      <a:pt x="937411" y="466307"/>
                    </a:lnTo>
                    <a:lnTo>
                      <a:pt x="940335" y="456627"/>
                    </a:lnTo>
                    <a:lnTo>
                      <a:pt x="945432" y="459210"/>
                    </a:lnTo>
                    <a:lnTo>
                      <a:pt x="947456" y="455532"/>
                    </a:lnTo>
                    <a:lnTo>
                      <a:pt x="945082" y="442561"/>
                    </a:lnTo>
                    <a:lnTo>
                      <a:pt x="944194" y="437926"/>
                    </a:lnTo>
                    <a:lnTo>
                      <a:pt x="942601" y="433269"/>
                    </a:lnTo>
                    <a:lnTo>
                      <a:pt x="941595" y="429528"/>
                    </a:lnTo>
                    <a:lnTo>
                      <a:pt x="941451" y="425959"/>
                    </a:lnTo>
                    <a:lnTo>
                      <a:pt x="939114" y="402836"/>
                    </a:lnTo>
                    <a:lnTo>
                      <a:pt x="937305" y="378053"/>
                    </a:lnTo>
                    <a:lnTo>
                      <a:pt x="936992" y="371739"/>
                    </a:lnTo>
                    <a:lnTo>
                      <a:pt x="935758" y="360699"/>
                    </a:lnTo>
                    <a:lnTo>
                      <a:pt x="932625" y="359720"/>
                    </a:lnTo>
                    <a:lnTo>
                      <a:pt x="929595" y="352323"/>
                    </a:lnTo>
                    <a:lnTo>
                      <a:pt x="918431" y="350255"/>
                    </a:lnTo>
                    <a:lnTo>
                      <a:pt x="913143" y="345772"/>
                    </a:lnTo>
                    <a:lnTo>
                      <a:pt x="897397" y="336547"/>
                    </a:lnTo>
                    <a:lnTo>
                      <a:pt x="890294" y="332064"/>
                    </a:lnTo>
                    <a:lnTo>
                      <a:pt x="889314" y="330737"/>
                    </a:lnTo>
                    <a:lnTo>
                      <a:pt x="887408" y="328081"/>
                    </a:lnTo>
                    <a:lnTo>
                      <a:pt x="886271" y="326515"/>
                    </a:lnTo>
                    <a:lnTo>
                      <a:pt x="880631" y="327907"/>
                    </a:lnTo>
                    <a:lnTo>
                      <a:pt x="875825" y="311979"/>
                    </a:lnTo>
                    <a:lnTo>
                      <a:pt x="871191" y="312632"/>
                    </a:lnTo>
                    <a:lnTo>
                      <a:pt x="870329" y="308737"/>
                    </a:lnTo>
                    <a:lnTo>
                      <a:pt x="872222" y="302273"/>
                    </a:lnTo>
                    <a:lnTo>
                      <a:pt x="863056" y="297031"/>
                    </a:lnTo>
                    <a:lnTo>
                      <a:pt x="863696" y="289566"/>
                    </a:lnTo>
                    <a:lnTo>
                      <a:pt x="871034" y="275705"/>
                    </a:lnTo>
                    <a:lnTo>
                      <a:pt x="868605" y="271309"/>
                    </a:lnTo>
                    <a:lnTo>
                      <a:pt x="868501" y="266892"/>
                    </a:lnTo>
                    <a:lnTo>
                      <a:pt x="871230" y="262757"/>
                    </a:lnTo>
                    <a:lnTo>
                      <a:pt x="876183" y="262213"/>
                    </a:lnTo>
                    <a:lnTo>
                      <a:pt x="879141" y="262628"/>
                    </a:lnTo>
                    <a:lnTo>
                      <a:pt x="885382" y="260887"/>
                    </a:lnTo>
                    <a:lnTo>
                      <a:pt x="885457" y="259817"/>
                    </a:lnTo>
                    <a:lnTo>
                      <a:pt x="894589" y="258835"/>
                    </a:lnTo>
                    <a:lnTo>
                      <a:pt x="898701" y="260278"/>
                    </a:lnTo>
                    <a:lnTo>
                      <a:pt x="902337" y="259871"/>
                    </a:lnTo>
                    <a:lnTo>
                      <a:pt x="901436" y="255616"/>
                    </a:lnTo>
                    <a:lnTo>
                      <a:pt x="897579" y="245203"/>
                    </a:lnTo>
                    <a:lnTo>
                      <a:pt x="892811" y="240713"/>
                    </a:lnTo>
                    <a:lnTo>
                      <a:pt x="887896" y="236267"/>
                    </a:lnTo>
                    <a:lnTo>
                      <a:pt x="880570" y="228620"/>
                    </a:lnTo>
                    <a:lnTo>
                      <a:pt x="876939" y="227258"/>
                    </a:lnTo>
                    <a:lnTo>
                      <a:pt x="873002" y="225092"/>
                    </a:lnTo>
                    <a:lnTo>
                      <a:pt x="860271" y="214045"/>
                    </a:lnTo>
                    <a:lnTo>
                      <a:pt x="857558" y="212855"/>
                    </a:lnTo>
                    <a:lnTo>
                      <a:pt x="853240" y="211839"/>
                    </a:lnTo>
                    <a:lnTo>
                      <a:pt x="841846" y="209408"/>
                    </a:lnTo>
                    <a:lnTo>
                      <a:pt x="833869" y="209327"/>
                    </a:lnTo>
                    <a:lnTo>
                      <a:pt x="821861" y="207972"/>
                    </a:lnTo>
                    <a:lnTo>
                      <a:pt x="819959" y="208015"/>
                    </a:lnTo>
                    <a:lnTo>
                      <a:pt x="818018" y="207182"/>
                    </a:lnTo>
                    <a:lnTo>
                      <a:pt x="816587" y="207930"/>
                    </a:lnTo>
                    <a:lnTo>
                      <a:pt x="816435" y="211173"/>
                    </a:lnTo>
                    <a:lnTo>
                      <a:pt x="811076" y="216633"/>
                    </a:lnTo>
                    <a:lnTo>
                      <a:pt x="801091" y="226946"/>
                    </a:lnTo>
                    <a:lnTo>
                      <a:pt x="797966" y="225258"/>
                    </a:lnTo>
                    <a:lnTo>
                      <a:pt x="754930" y="202222"/>
                    </a:lnTo>
                    <a:lnTo>
                      <a:pt x="738658" y="193815"/>
                    </a:lnTo>
                    <a:lnTo>
                      <a:pt x="726010" y="187739"/>
                    </a:lnTo>
                    <a:lnTo>
                      <a:pt x="731360" y="179717"/>
                    </a:lnTo>
                    <a:lnTo>
                      <a:pt x="730342" y="179103"/>
                    </a:lnTo>
                    <a:lnTo>
                      <a:pt x="729374" y="178531"/>
                    </a:lnTo>
                    <a:lnTo>
                      <a:pt x="668284" y="142312"/>
                    </a:lnTo>
                    <a:lnTo>
                      <a:pt x="676564" y="130886"/>
                    </a:lnTo>
                    <a:lnTo>
                      <a:pt x="684316" y="115746"/>
                    </a:lnTo>
                    <a:lnTo>
                      <a:pt x="661164" y="98645"/>
                    </a:lnTo>
                    <a:lnTo>
                      <a:pt x="655248" y="94269"/>
                    </a:lnTo>
                    <a:lnTo>
                      <a:pt x="664784" y="78177"/>
                    </a:lnTo>
                    <a:lnTo>
                      <a:pt x="669382" y="71224"/>
                    </a:lnTo>
                    <a:lnTo>
                      <a:pt x="649634" y="56334"/>
                    </a:lnTo>
                    <a:lnTo>
                      <a:pt x="646397" y="59531"/>
                    </a:lnTo>
                    <a:lnTo>
                      <a:pt x="629040" y="51018"/>
                    </a:lnTo>
                    <a:lnTo>
                      <a:pt x="625306" y="48343"/>
                    </a:lnTo>
                    <a:lnTo>
                      <a:pt x="620311" y="58280"/>
                    </a:lnTo>
                    <a:lnTo>
                      <a:pt x="618535" y="59346"/>
                    </a:lnTo>
                    <a:lnTo>
                      <a:pt x="598505" y="62021"/>
                    </a:lnTo>
                    <a:lnTo>
                      <a:pt x="597166" y="61760"/>
                    </a:lnTo>
                    <a:lnTo>
                      <a:pt x="591245" y="57039"/>
                    </a:lnTo>
                    <a:lnTo>
                      <a:pt x="584076" y="50994"/>
                    </a:lnTo>
                    <a:lnTo>
                      <a:pt x="572239" y="39627"/>
                    </a:lnTo>
                    <a:lnTo>
                      <a:pt x="564297" y="33481"/>
                    </a:lnTo>
                    <a:lnTo>
                      <a:pt x="560418" y="25399"/>
                    </a:lnTo>
                    <a:lnTo>
                      <a:pt x="561567" y="19764"/>
                    </a:lnTo>
                    <a:lnTo>
                      <a:pt x="563151" y="14263"/>
                    </a:lnTo>
                    <a:lnTo>
                      <a:pt x="562867" y="13399"/>
                    </a:lnTo>
                    <a:lnTo>
                      <a:pt x="560495" y="9338"/>
                    </a:lnTo>
                    <a:lnTo>
                      <a:pt x="554818" y="4263"/>
                    </a:lnTo>
                    <a:lnTo>
                      <a:pt x="542498" y="0"/>
                    </a:lnTo>
                    <a:lnTo>
                      <a:pt x="533010" y="8687"/>
                    </a:lnTo>
                    <a:lnTo>
                      <a:pt x="530820" y="13257"/>
                    </a:lnTo>
                    <a:lnTo>
                      <a:pt x="528550" y="17316"/>
                    </a:lnTo>
                    <a:lnTo>
                      <a:pt x="524884" y="20624"/>
                    </a:lnTo>
                    <a:lnTo>
                      <a:pt x="517798" y="25749"/>
                    </a:lnTo>
                    <a:lnTo>
                      <a:pt x="491933" y="25161"/>
                    </a:lnTo>
                    <a:lnTo>
                      <a:pt x="460326" y="25677"/>
                    </a:lnTo>
                    <a:lnTo>
                      <a:pt x="464487" y="46487"/>
                    </a:lnTo>
                    <a:lnTo>
                      <a:pt x="467594" y="66293"/>
                    </a:lnTo>
                    <a:lnTo>
                      <a:pt x="455975" y="70471"/>
                    </a:lnTo>
                    <a:lnTo>
                      <a:pt x="427670" y="75500"/>
                    </a:lnTo>
                    <a:lnTo>
                      <a:pt x="412883" y="78045"/>
                    </a:lnTo>
                    <a:lnTo>
                      <a:pt x="390417" y="81318"/>
                    </a:lnTo>
                    <a:lnTo>
                      <a:pt x="381965" y="82319"/>
                    </a:lnTo>
                    <a:lnTo>
                      <a:pt x="382200" y="81648"/>
                    </a:lnTo>
                    <a:lnTo>
                      <a:pt x="381075" y="81268"/>
                    </a:lnTo>
                    <a:lnTo>
                      <a:pt x="380862" y="82086"/>
                    </a:lnTo>
                    <a:lnTo>
                      <a:pt x="379402" y="82808"/>
                    </a:lnTo>
                    <a:lnTo>
                      <a:pt x="362663" y="88325"/>
                    </a:lnTo>
                    <a:lnTo>
                      <a:pt x="359162" y="89459"/>
                    </a:lnTo>
                    <a:lnTo>
                      <a:pt x="358771" y="89239"/>
                    </a:lnTo>
                    <a:lnTo>
                      <a:pt x="358561" y="89653"/>
                    </a:lnTo>
                    <a:lnTo>
                      <a:pt x="344406" y="94234"/>
                    </a:lnTo>
                    <a:lnTo>
                      <a:pt x="343575" y="93720"/>
                    </a:lnTo>
                    <a:lnTo>
                      <a:pt x="343184" y="94630"/>
                    </a:lnTo>
                    <a:lnTo>
                      <a:pt x="337204" y="96564"/>
                    </a:lnTo>
                    <a:lnTo>
                      <a:pt x="291468" y="110238"/>
                    </a:lnTo>
                    <a:lnTo>
                      <a:pt x="294277" y="141866"/>
                    </a:lnTo>
                    <a:lnTo>
                      <a:pt x="297491" y="192050"/>
                    </a:lnTo>
                    <a:lnTo>
                      <a:pt x="293903" y="193160"/>
                    </a:lnTo>
                    <a:lnTo>
                      <a:pt x="297451" y="205632"/>
                    </a:lnTo>
                    <a:lnTo>
                      <a:pt x="295267" y="207166"/>
                    </a:lnTo>
                    <a:lnTo>
                      <a:pt x="296343" y="210494"/>
                    </a:lnTo>
                    <a:lnTo>
                      <a:pt x="291514" y="215097"/>
                    </a:lnTo>
                    <a:lnTo>
                      <a:pt x="287070" y="210842"/>
                    </a:lnTo>
                    <a:lnTo>
                      <a:pt x="281477" y="213353"/>
                    </a:lnTo>
                    <a:lnTo>
                      <a:pt x="280202" y="216307"/>
                    </a:lnTo>
                    <a:lnTo>
                      <a:pt x="268140" y="220106"/>
                    </a:lnTo>
                    <a:lnTo>
                      <a:pt x="265153" y="227345"/>
                    </a:lnTo>
                    <a:lnTo>
                      <a:pt x="266774" y="231066"/>
                    </a:lnTo>
                    <a:lnTo>
                      <a:pt x="244960" y="237432"/>
                    </a:lnTo>
                    <a:lnTo>
                      <a:pt x="230830" y="242563"/>
                    </a:lnTo>
                    <a:lnTo>
                      <a:pt x="231641" y="245704"/>
                    </a:lnTo>
                    <a:lnTo>
                      <a:pt x="232693" y="252411"/>
                    </a:lnTo>
                    <a:lnTo>
                      <a:pt x="223373" y="254861"/>
                    </a:lnTo>
                    <a:lnTo>
                      <a:pt x="222209" y="246496"/>
                    </a:lnTo>
                    <a:lnTo>
                      <a:pt x="212209" y="249773"/>
                    </a:lnTo>
                    <a:lnTo>
                      <a:pt x="201526" y="251845"/>
                    </a:lnTo>
                    <a:lnTo>
                      <a:pt x="199456" y="253120"/>
                    </a:lnTo>
                    <a:lnTo>
                      <a:pt x="175992" y="255775"/>
                    </a:lnTo>
                    <a:lnTo>
                      <a:pt x="175613" y="261346"/>
                    </a:lnTo>
                    <a:lnTo>
                      <a:pt x="166448" y="267222"/>
                    </a:lnTo>
                    <a:lnTo>
                      <a:pt x="164659" y="267484"/>
                    </a:lnTo>
                    <a:lnTo>
                      <a:pt x="165323" y="278332"/>
                    </a:lnTo>
                    <a:lnTo>
                      <a:pt x="147864" y="280504"/>
                    </a:lnTo>
                    <a:lnTo>
                      <a:pt x="144901" y="281505"/>
                    </a:lnTo>
                    <a:lnTo>
                      <a:pt x="146699" y="291553"/>
                    </a:lnTo>
                    <a:lnTo>
                      <a:pt x="144416" y="291470"/>
                    </a:lnTo>
                    <a:lnTo>
                      <a:pt x="144671" y="292691"/>
                    </a:lnTo>
                    <a:lnTo>
                      <a:pt x="127194" y="291636"/>
                    </a:lnTo>
                    <a:lnTo>
                      <a:pt x="123129" y="291433"/>
                    </a:lnTo>
                    <a:lnTo>
                      <a:pt x="112783" y="290837"/>
                    </a:lnTo>
                    <a:lnTo>
                      <a:pt x="107848" y="292750"/>
                    </a:lnTo>
                    <a:lnTo>
                      <a:pt x="101414" y="297483"/>
                    </a:lnTo>
                    <a:lnTo>
                      <a:pt x="98131" y="299873"/>
                    </a:lnTo>
                    <a:lnTo>
                      <a:pt x="82042" y="312539"/>
                    </a:lnTo>
                    <a:lnTo>
                      <a:pt x="81773" y="311871"/>
                    </a:lnTo>
                    <a:lnTo>
                      <a:pt x="86890" y="307115"/>
                    </a:lnTo>
                    <a:lnTo>
                      <a:pt x="83390" y="303614"/>
                    </a:lnTo>
                    <a:lnTo>
                      <a:pt x="80714" y="293995"/>
                    </a:lnTo>
                    <a:lnTo>
                      <a:pt x="73982" y="294907"/>
                    </a:lnTo>
                    <a:lnTo>
                      <a:pt x="78020" y="315720"/>
                    </a:lnTo>
                    <a:lnTo>
                      <a:pt x="92801" y="334615"/>
                    </a:lnTo>
                    <a:lnTo>
                      <a:pt x="91185" y="351069"/>
                    </a:lnTo>
                    <a:lnTo>
                      <a:pt x="115348" y="355716"/>
                    </a:lnTo>
                    <a:lnTo>
                      <a:pt x="113129" y="367938"/>
                    </a:lnTo>
                    <a:lnTo>
                      <a:pt x="110254" y="383498"/>
                    </a:lnTo>
                    <a:lnTo>
                      <a:pt x="106984" y="384793"/>
                    </a:lnTo>
                    <a:lnTo>
                      <a:pt x="102422" y="391084"/>
                    </a:lnTo>
                    <a:lnTo>
                      <a:pt x="106481" y="392396"/>
                    </a:lnTo>
                    <a:lnTo>
                      <a:pt x="105119" y="397535"/>
                    </a:lnTo>
                    <a:lnTo>
                      <a:pt x="101351" y="399430"/>
                    </a:lnTo>
                    <a:lnTo>
                      <a:pt x="96211" y="415410"/>
                    </a:lnTo>
                    <a:lnTo>
                      <a:pt x="77317" y="408716"/>
                    </a:lnTo>
                    <a:lnTo>
                      <a:pt x="48338" y="463541"/>
                    </a:lnTo>
                    <a:close/>
                  </a:path>
                </a:pathLst>
              </a:custGeom>
              <a:solidFill>
                <a:srgbClr val="414787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17" name="pg7">
                <a:extLst>
                  <a:ext uri="{FF2B5EF4-FFF2-40B4-BE49-F238E27FC236}">
                    <a16:creationId xmlns:a16="http://schemas.microsoft.com/office/drawing/2014/main" id="{CB781BD5-9C82-403F-98F4-3621F9EFD55F}"/>
                  </a:ext>
                </a:extLst>
              </p:cNvPr>
              <p:cNvSpPr/>
              <p:nvPr/>
            </p:nvSpPr>
            <p:spPr>
              <a:xfrm>
                <a:off x="2068496" y="2506534"/>
                <a:ext cx="30392" cy="31111"/>
              </a:xfrm>
              <a:custGeom>
                <a:avLst/>
                <a:gdLst/>
                <a:ahLst/>
                <a:cxnLst/>
                <a:rect l="0" t="0" r="0" b="0"/>
                <a:pathLst>
                  <a:path w="59544" h="60952">
                    <a:moveTo>
                      <a:pt x="16195" y="0"/>
                    </a:moveTo>
                    <a:lnTo>
                      <a:pt x="0" y="25011"/>
                    </a:lnTo>
                    <a:lnTo>
                      <a:pt x="44275" y="60952"/>
                    </a:lnTo>
                    <a:lnTo>
                      <a:pt x="59544" y="35131"/>
                    </a:lnTo>
                    <a:close/>
                  </a:path>
                </a:pathLst>
              </a:custGeom>
              <a:solidFill>
                <a:srgbClr val="414787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18" name="pg8">
                <a:extLst>
                  <a:ext uri="{FF2B5EF4-FFF2-40B4-BE49-F238E27FC236}">
                    <a16:creationId xmlns:a16="http://schemas.microsoft.com/office/drawing/2014/main" id="{3D315EE0-C412-4CC4-9D2C-E873261639B5}"/>
                  </a:ext>
                </a:extLst>
              </p:cNvPr>
              <p:cNvSpPr/>
              <p:nvPr/>
            </p:nvSpPr>
            <p:spPr>
              <a:xfrm>
                <a:off x="1198418" y="2156207"/>
                <a:ext cx="784444" cy="623416"/>
              </a:xfrm>
              <a:custGeom>
                <a:avLst/>
                <a:gdLst/>
                <a:ahLst/>
                <a:cxnLst/>
                <a:rect l="0" t="0" r="0" b="0"/>
                <a:pathLst>
                  <a:path w="1536870" h="1221386">
                    <a:moveTo>
                      <a:pt x="676374" y="293692"/>
                    </a:moveTo>
                    <a:lnTo>
                      <a:pt x="677057" y="290504"/>
                    </a:lnTo>
                    <a:lnTo>
                      <a:pt x="634852" y="283573"/>
                    </a:lnTo>
                    <a:lnTo>
                      <a:pt x="635405" y="282741"/>
                    </a:lnTo>
                    <a:lnTo>
                      <a:pt x="579809" y="152329"/>
                    </a:lnTo>
                    <a:lnTo>
                      <a:pt x="544038" y="159060"/>
                    </a:lnTo>
                    <a:lnTo>
                      <a:pt x="541013" y="126014"/>
                    </a:lnTo>
                    <a:lnTo>
                      <a:pt x="539897" y="125152"/>
                    </a:lnTo>
                    <a:lnTo>
                      <a:pt x="508887" y="130799"/>
                    </a:lnTo>
                    <a:lnTo>
                      <a:pt x="514731" y="55009"/>
                    </a:lnTo>
                    <a:lnTo>
                      <a:pt x="514739" y="53953"/>
                    </a:lnTo>
                    <a:lnTo>
                      <a:pt x="485128" y="61298"/>
                    </a:lnTo>
                    <a:lnTo>
                      <a:pt x="467832" y="8752"/>
                    </a:lnTo>
                    <a:lnTo>
                      <a:pt x="466638" y="8193"/>
                    </a:lnTo>
                    <a:lnTo>
                      <a:pt x="447799" y="12670"/>
                    </a:lnTo>
                    <a:lnTo>
                      <a:pt x="448748" y="15775"/>
                    </a:lnTo>
                    <a:lnTo>
                      <a:pt x="432048" y="19864"/>
                    </a:lnTo>
                    <a:lnTo>
                      <a:pt x="394537" y="28789"/>
                    </a:lnTo>
                    <a:lnTo>
                      <a:pt x="392759" y="28184"/>
                    </a:lnTo>
                    <a:lnTo>
                      <a:pt x="388439" y="26922"/>
                    </a:lnTo>
                    <a:lnTo>
                      <a:pt x="388141" y="26909"/>
                    </a:lnTo>
                    <a:lnTo>
                      <a:pt x="389012" y="24036"/>
                    </a:lnTo>
                    <a:lnTo>
                      <a:pt x="386281" y="24818"/>
                    </a:lnTo>
                    <a:lnTo>
                      <a:pt x="385647" y="24628"/>
                    </a:lnTo>
                    <a:lnTo>
                      <a:pt x="369466" y="24959"/>
                    </a:lnTo>
                    <a:lnTo>
                      <a:pt x="350664" y="23618"/>
                    </a:lnTo>
                    <a:lnTo>
                      <a:pt x="345998" y="24041"/>
                    </a:lnTo>
                    <a:lnTo>
                      <a:pt x="336082" y="24868"/>
                    </a:lnTo>
                    <a:lnTo>
                      <a:pt x="329748" y="27007"/>
                    </a:lnTo>
                    <a:lnTo>
                      <a:pt x="326468" y="21558"/>
                    </a:lnTo>
                    <a:lnTo>
                      <a:pt x="323195" y="16432"/>
                    </a:lnTo>
                    <a:lnTo>
                      <a:pt x="316851" y="21449"/>
                    </a:lnTo>
                    <a:lnTo>
                      <a:pt x="307160" y="11279"/>
                    </a:lnTo>
                    <a:lnTo>
                      <a:pt x="306012" y="10076"/>
                    </a:lnTo>
                    <a:lnTo>
                      <a:pt x="301764" y="0"/>
                    </a:lnTo>
                    <a:lnTo>
                      <a:pt x="292406" y="2189"/>
                    </a:lnTo>
                    <a:lnTo>
                      <a:pt x="249273" y="12076"/>
                    </a:lnTo>
                    <a:lnTo>
                      <a:pt x="215429" y="19993"/>
                    </a:lnTo>
                    <a:lnTo>
                      <a:pt x="192439" y="24757"/>
                    </a:lnTo>
                    <a:lnTo>
                      <a:pt x="192099" y="23971"/>
                    </a:lnTo>
                    <a:lnTo>
                      <a:pt x="173034" y="28228"/>
                    </a:lnTo>
                    <a:lnTo>
                      <a:pt x="157949" y="32171"/>
                    </a:lnTo>
                    <a:lnTo>
                      <a:pt x="139469" y="36511"/>
                    </a:lnTo>
                    <a:lnTo>
                      <a:pt x="136329" y="37960"/>
                    </a:lnTo>
                    <a:lnTo>
                      <a:pt x="134623" y="39466"/>
                    </a:lnTo>
                    <a:lnTo>
                      <a:pt x="131644" y="43938"/>
                    </a:lnTo>
                    <a:lnTo>
                      <a:pt x="129223" y="47834"/>
                    </a:lnTo>
                    <a:lnTo>
                      <a:pt x="128014" y="47157"/>
                    </a:lnTo>
                    <a:lnTo>
                      <a:pt x="121091" y="43287"/>
                    </a:lnTo>
                    <a:lnTo>
                      <a:pt x="116258" y="45653"/>
                    </a:lnTo>
                    <a:lnTo>
                      <a:pt x="110293" y="48574"/>
                    </a:lnTo>
                    <a:lnTo>
                      <a:pt x="106375" y="49398"/>
                    </a:lnTo>
                    <a:lnTo>
                      <a:pt x="104287" y="48073"/>
                    </a:lnTo>
                    <a:lnTo>
                      <a:pt x="103151" y="44591"/>
                    </a:lnTo>
                    <a:lnTo>
                      <a:pt x="103778" y="30519"/>
                    </a:lnTo>
                    <a:lnTo>
                      <a:pt x="104293" y="26715"/>
                    </a:lnTo>
                    <a:lnTo>
                      <a:pt x="105375" y="22082"/>
                    </a:lnTo>
                    <a:lnTo>
                      <a:pt x="107216" y="17788"/>
                    </a:lnTo>
                    <a:lnTo>
                      <a:pt x="101701" y="14073"/>
                    </a:lnTo>
                    <a:lnTo>
                      <a:pt x="93670" y="12641"/>
                    </a:lnTo>
                    <a:lnTo>
                      <a:pt x="92228" y="17453"/>
                    </a:lnTo>
                    <a:lnTo>
                      <a:pt x="89193" y="18957"/>
                    </a:lnTo>
                    <a:lnTo>
                      <a:pt x="78718" y="24191"/>
                    </a:lnTo>
                    <a:lnTo>
                      <a:pt x="79110" y="29161"/>
                    </a:lnTo>
                    <a:lnTo>
                      <a:pt x="48471" y="38358"/>
                    </a:lnTo>
                    <a:lnTo>
                      <a:pt x="35476" y="41348"/>
                    </a:lnTo>
                    <a:lnTo>
                      <a:pt x="13294" y="48006"/>
                    </a:lnTo>
                    <a:lnTo>
                      <a:pt x="12413" y="48269"/>
                    </a:lnTo>
                    <a:lnTo>
                      <a:pt x="7194" y="51316"/>
                    </a:lnTo>
                    <a:lnTo>
                      <a:pt x="0" y="53294"/>
                    </a:lnTo>
                    <a:lnTo>
                      <a:pt x="6541" y="84195"/>
                    </a:lnTo>
                    <a:lnTo>
                      <a:pt x="14910" y="116014"/>
                    </a:lnTo>
                    <a:lnTo>
                      <a:pt x="32064" y="137681"/>
                    </a:lnTo>
                    <a:lnTo>
                      <a:pt x="85547" y="204466"/>
                    </a:lnTo>
                    <a:lnTo>
                      <a:pt x="100223" y="222635"/>
                    </a:lnTo>
                    <a:lnTo>
                      <a:pt x="106978" y="233621"/>
                    </a:lnTo>
                    <a:lnTo>
                      <a:pt x="111791" y="241841"/>
                    </a:lnTo>
                    <a:lnTo>
                      <a:pt x="116577" y="247690"/>
                    </a:lnTo>
                    <a:lnTo>
                      <a:pt x="123207" y="255795"/>
                    </a:lnTo>
                    <a:lnTo>
                      <a:pt x="127998" y="265738"/>
                    </a:lnTo>
                    <a:lnTo>
                      <a:pt x="135102" y="288239"/>
                    </a:lnTo>
                    <a:lnTo>
                      <a:pt x="135390" y="290741"/>
                    </a:lnTo>
                    <a:lnTo>
                      <a:pt x="137338" y="297762"/>
                    </a:lnTo>
                    <a:lnTo>
                      <a:pt x="139998" y="307344"/>
                    </a:lnTo>
                    <a:lnTo>
                      <a:pt x="135638" y="309498"/>
                    </a:lnTo>
                    <a:lnTo>
                      <a:pt x="147885" y="331912"/>
                    </a:lnTo>
                    <a:lnTo>
                      <a:pt x="159336" y="352823"/>
                    </a:lnTo>
                    <a:lnTo>
                      <a:pt x="164950" y="349341"/>
                    </a:lnTo>
                    <a:lnTo>
                      <a:pt x="180777" y="384135"/>
                    </a:lnTo>
                    <a:lnTo>
                      <a:pt x="174926" y="388205"/>
                    </a:lnTo>
                    <a:lnTo>
                      <a:pt x="188258" y="411946"/>
                    </a:lnTo>
                    <a:lnTo>
                      <a:pt x="183675" y="414686"/>
                    </a:lnTo>
                    <a:lnTo>
                      <a:pt x="187762" y="422890"/>
                    </a:lnTo>
                    <a:lnTo>
                      <a:pt x="206460" y="448459"/>
                    </a:lnTo>
                    <a:lnTo>
                      <a:pt x="212779" y="443149"/>
                    </a:lnTo>
                    <a:lnTo>
                      <a:pt x="221171" y="453556"/>
                    </a:lnTo>
                    <a:lnTo>
                      <a:pt x="223194" y="456065"/>
                    </a:lnTo>
                    <a:lnTo>
                      <a:pt x="223500" y="456444"/>
                    </a:lnTo>
                    <a:lnTo>
                      <a:pt x="234715" y="470544"/>
                    </a:lnTo>
                    <a:lnTo>
                      <a:pt x="227181" y="479009"/>
                    </a:lnTo>
                    <a:lnTo>
                      <a:pt x="241675" y="497875"/>
                    </a:lnTo>
                    <a:lnTo>
                      <a:pt x="250541" y="491129"/>
                    </a:lnTo>
                    <a:lnTo>
                      <a:pt x="260751" y="505079"/>
                    </a:lnTo>
                    <a:lnTo>
                      <a:pt x="262618" y="512898"/>
                    </a:lnTo>
                    <a:lnTo>
                      <a:pt x="263266" y="515608"/>
                    </a:lnTo>
                    <a:lnTo>
                      <a:pt x="265413" y="524598"/>
                    </a:lnTo>
                    <a:lnTo>
                      <a:pt x="268665" y="532735"/>
                    </a:lnTo>
                    <a:lnTo>
                      <a:pt x="275702" y="550491"/>
                    </a:lnTo>
                    <a:lnTo>
                      <a:pt x="282309" y="564439"/>
                    </a:lnTo>
                    <a:lnTo>
                      <a:pt x="288065" y="576945"/>
                    </a:lnTo>
                    <a:lnTo>
                      <a:pt x="292824" y="587287"/>
                    </a:lnTo>
                    <a:lnTo>
                      <a:pt x="293110" y="587909"/>
                    </a:lnTo>
                    <a:lnTo>
                      <a:pt x="295758" y="592924"/>
                    </a:lnTo>
                    <a:lnTo>
                      <a:pt x="322591" y="628697"/>
                    </a:lnTo>
                    <a:lnTo>
                      <a:pt x="343706" y="645900"/>
                    </a:lnTo>
                    <a:lnTo>
                      <a:pt x="357818" y="658007"/>
                    </a:lnTo>
                    <a:lnTo>
                      <a:pt x="365732" y="664557"/>
                    </a:lnTo>
                    <a:lnTo>
                      <a:pt x="402800" y="696196"/>
                    </a:lnTo>
                    <a:lnTo>
                      <a:pt x="424645" y="682422"/>
                    </a:lnTo>
                    <a:lnTo>
                      <a:pt x="428496" y="679920"/>
                    </a:lnTo>
                    <a:lnTo>
                      <a:pt x="442010" y="672609"/>
                    </a:lnTo>
                    <a:lnTo>
                      <a:pt x="452469" y="685817"/>
                    </a:lnTo>
                    <a:lnTo>
                      <a:pt x="453435" y="686971"/>
                    </a:lnTo>
                    <a:lnTo>
                      <a:pt x="479628" y="719023"/>
                    </a:lnTo>
                    <a:lnTo>
                      <a:pt x="484643" y="725160"/>
                    </a:lnTo>
                    <a:lnTo>
                      <a:pt x="503444" y="748419"/>
                    </a:lnTo>
                    <a:lnTo>
                      <a:pt x="518003" y="766918"/>
                    </a:lnTo>
                    <a:lnTo>
                      <a:pt x="526477" y="777797"/>
                    </a:lnTo>
                    <a:lnTo>
                      <a:pt x="539860" y="793485"/>
                    </a:lnTo>
                    <a:lnTo>
                      <a:pt x="586266" y="833503"/>
                    </a:lnTo>
                    <a:lnTo>
                      <a:pt x="606975" y="850519"/>
                    </a:lnTo>
                    <a:lnTo>
                      <a:pt x="623563" y="865450"/>
                    </a:lnTo>
                    <a:lnTo>
                      <a:pt x="627644" y="869124"/>
                    </a:lnTo>
                    <a:lnTo>
                      <a:pt x="664413" y="899173"/>
                    </a:lnTo>
                    <a:lnTo>
                      <a:pt x="683725" y="915275"/>
                    </a:lnTo>
                    <a:lnTo>
                      <a:pt x="710321" y="922827"/>
                    </a:lnTo>
                    <a:lnTo>
                      <a:pt x="741466" y="931506"/>
                    </a:lnTo>
                    <a:lnTo>
                      <a:pt x="745549" y="932379"/>
                    </a:lnTo>
                    <a:lnTo>
                      <a:pt x="758999" y="935948"/>
                    </a:lnTo>
                    <a:lnTo>
                      <a:pt x="766324" y="940104"/>
                    </a:lnTo>
                    <a:lnTo>
                      <a:pt x="778388" y="945001"/>
                    </a:lnTo>
                    <a:lnTo>
                      <a:pt x="781783" y="946416"/>
                    </a:lnTo>
                    <a:lnTo>
                      <a:pt x="786709" y="948574"/>
                    </a:lnTo>
                    <a:lnTo>
                      <a:pt x="809778" y="958687"/>
                    </a:lnTo>
                    <a:lnTo>
                      <a:pt x="817965" y="962257"/>
                    </a:lnTo>
                    <a:lnTo>
                      <a:pt x="837915" y="970568"/>
                    </a:lnTo>
                    <a:lnTo>
                      <a:pt x="862241" y="981950"/>
                    </a:lnTo>
                    <a:lnTo>
                      <a:pt x="895498" y="996311"/>
                    </a:lnTo>
                    <a:lnTo>
                      <a:pt x="954633" y="1022117"/>
                    </a:lnTo>
                    <a:lnTo>
                      <a:pt x="966514" y="1027274"/>
                    </a:lnTo>
                    <a:lnTo>
                      <a:pt x="969374" y="1028515"/>
                    </a:lnTo>
                    <a:lnTo>
                      <a:pt x="995615" y="1040928"/>
                    </a:lnTo>
                    <a:lnTo>
                      <a:pt x="1051503" y="1069860"/>
                    </a:lnTo>
                    <a:lnTo>
                      <a:pt x="1075098" y="1083133"/>
                    </a:lnTo>
                    <a:lnTo>
                      <a:pt x="1093731" y="1093511"/>
                    </a:lnTo>
                    <a:lnTo>
                      <a:pt x="1105991" y="1100497"/>
                    </a:lnTo>
                    <a:lnTo>
                      <a:pt x="1145710" y="1122736"/>
                    </a:lnTo>
                    <a:lnTo>
                      <a:pt x="1165492" y="1134203"/>
                    </a:lnTo>
                    <a:lnTo>
                      <a:pt x="1172739" y="1138338"/>
                    </a:lnTo>
                    <a:lnTo>
                      <a:pt x="1198239" y="1153286"/>
                    </a:lnTo>
                    <a:lnTo>
                      <a:pt x="1216545" y="1163341"/>
                    </a:lnTo>
                    <a:lnTo>
                      <a:pt x="1236797" y="1172805"/>
                    </a:lnTo>
                    <a:lnTo>
                      <a:pt x="1266698" y="1186753"/>
                    </a:lnTo>
                    <a:lnTo>
                      <a:pt x="1271804" y="1189060"/>
                    </a:lnTo>
                    <a:lnTo>
                      <a:pt x="1276634" y="1191062"/>
                    </a:lnTo>
                    <a:lnTo>
                      <a:pt x="1319331" y="1208579"/>
                    </a:lnTo>
                    <a:lnTo>
                      <a:pt x="1338787" y="1215303"/>
                    </a:lnTo>
                    <a:lnTo>
                      <a:pt x="1348880" y="1217543"/>
                    </a:lnTo>
                    <a:lnTo>
                      <a:pt x="1352561" y="1218370"/>
                    </a:lnTo>
                    <a:lnTo>
                      <a:pt x="1368768" y="1221386"/>
                    </a:lnTo>
                    <a:lnTo>
                      <a:pt x="1382674" y="1195090"/>
                    </a:lnTo>
                    <a:lnTo>
                      <a:pt x="1417106" y="1129935"/>
                    </a:lnTo>
                    <a:lnTo>
                      <a:pt x="1446085" y="1075111"/>
                    </a:lnTo>
                    <a:lnTo>
                      <a:pt x="1464979" y="1081805"/>
                    </a:lnTo>
                    <a:lnTo>
                      <a:pt x="1470119" y="1065825"/>
                    </a:lnTo>
                    <a:lnTo>
                      <a:pt x="1473887" y="1063929"/>
                    </a:lnTo>
                    <a:lnTo>
                      <a:pt x="1475249" y="1058791"/>
                    </a:lnTo>
                    <a:lnTo>
                      <a:pt x="1471190" y="1057479"/>
                    </a:lnTo>
                    <a:lnTo>
                      <a:pt x="1475752" y="1051187"/>
                    </a:lnTo>
                    <a:lnTo>
                      <a:pt x="1479022" y="1049892"/>
                    </a:lnTo>
                    <a:lnTo>
                      <a:pt x="1481897" y="1034332"/>
                    </a:lnTo>
                    <a:lnTo>
                      <a:pt x="1484116" y="1022110"/>
                    </a:lnTo>
                    <a:lnTo>
                      <a:pt x="1459953" y="1017464"/>
                    </a:lnTo>
                    <a:lnTo>
                      <a:pt x="1461570" y="1001009"/>
                    </a:lnTo>
                    <a:lnTo>
                      <a:pt x="1446788" y="982115"/>
                    </a:lnTo>
                    <a:lnTo>
                      <a:pt x="1442750" y="961301"/>
                    </a:lnTo>
                    <a:lnTo>
                      <a:pt x="1441035" y="953963"/>
                    </a:lnTo>
                    <a:lnTo>
                      <a:pt x="1436744" y="928931"/>
                    </a:lnTo>
                    <a:lnTo>
                      <a:pt x="1435121" y="917967"/>
                    </a:lnTo>
                    <a:lnTo>
                      <a:pt x="1427114" y="920161"/>
                    </a:lnTo>
                    <a:lnTo>
                      <a:pt x="1424868" y="917526"/>
                    </a:lnTo>
                    <a:lnTo>
                      <a:pt x="1445312" y="907450"/>
                    </a:lnTo>
                    <a:lnTo>
                      <a:pt x="1450267" y="902061"/>
                    </a:lnTo>
                    <a:lnTo>
                      <a:pt x="1452001" y="899787"/>
                    </a:lnTo>
                    <a:lnTo>
                      <a:pt x="1451458" y="898440"/>
                    </a:lnTo>
                    <a:lnTo>
                      <a:pt x="1450578" y="897885"/>
                    </a:lnTo>
                    <a:lnTo>
                      <a:pt x="1426369" y="891413"/>
                    </a:lnTo>
                    <a:lnTo>
                      <a:pt x="1426365" y="890740"/>
                    </a:lnTo>
                    <a:lnTo>
                      <a:pt x="1425370" y="890864"/>
                    </a:lnTo>
                    <a:lnTo>
                      <a:pt x="1422091" y="887859"/>
                    </a:lnTo>
                    <a:lnTo>
                      <a:pt x="1420480" y="885563"/>
                    </a:lnTo>
                    <a:lnTo>
                      <a:pt x="1418945" y="880222"/>
                    </a:lnTo>
                    <a:lnTo>
                      <a:pt x="1419249" y="876442"/>
                    </a:lnTo>
                    <a:lnTo>
                      <a:pt x="1420224" y="871343"/>
                    </a:lnTo>
                    <a:lnTo>
                      <a:pt x="1412759" y="861552"/>
                    </a:lnTo>
                    <a:lnTo>
                      <a:pt x="1406502" y="856310"/>
                    </a:lnTo>
                    <a:lnTo>
                      <a:pt x="1402984" y="853230"/>
                    </a:lnTo>
                    <a:lnTo>
                      <a:pt x="1400411" y="849563"/>
                    </a:lnTo>
                    <a:lnTo>
                      <a:pt x="1397842" y="852930"/>
                    </a:lnTo>
                    <a:lnTo>
                      <a:pt x="1399201" y="864062"/>
                    </a:lnTo>
                    <a:lnTo>
                      <a:pt x="1337949" y="857087"/>
                    </a:lnTo>
                    <a:lnTo>
                      <a:pt x="1336683" y="852691"/>
                    </a:lnTo>
                    <a:lnTo>
                      <a:pt x="1341226" y="837981"/>
                    </a:lnTo>
                    <a:lnTo>
                      <a:pt x="1330780" y="835000"/>
                    </a:lnTo>
                    <a:lnTo>
                      <a:pt x="1326681" y="836153"/>
                    </a:lnTo>
                    <a:lnTo>
                      <a:pt x="1324552" y="834412"/>
                    </a:lnTo>
                    <a:lnTo>
                      <a:pt x="1323207" y="832105"/>
                    </a:lnTo>
                    <a:lnTo>
                      <a:pt x="1316744" y="832519"/>
                    </a:lnTo>
                    <a:lnTo>
                      <a:pt x="1313636" y="832345"/>
                    </a:lnTo>
                    <a:lnTo>
                      <a:pt x="1312436" y="836001"/>
                    </a:lnTo>
                    <a:lnTo>
                      <a:pt x="1303492" y="839570"/>
                    </a:lnTo>
                    <a:lnTo>
                      <a:pt x="1302055" y="844554"/>
                    </a:lnTo>
                    <a:lnTo>
                      <a:pt x="1301755" y="847622"/>
                    </a:lnTo>
                    <a:lnTo>
                      <a:pt x="1300566" y="846708"/>
                    </a:lnTo>
                    <a:lnTo>
                      <a:pt x="1296167" y="846534"/>
                    </a:lnTo>
                    <a:lnTo>
                      <a:pt x="1290199" y="845881"/>
                    </a:lnTo>
                    <a:lnTo>
                      <a:pt x="1289037" y="834826"/>
                    </a:lnTo>
                    <a:lnTo>
                      <a:pt x="1288828" y="832758"/>
                    </a:lnTo>
                    <a:lnTo>
                      <a:pt x="1288762" y="830192"/>
                    </a:lnTo>
                    <a:lnTo>
                      <a:pt x="1287327" y="825535"/>
                    </a:lnTo>
                    <a:lnTo>
                      <a:pt x="1293659" y="819899"/>
                    </a:lnTo>
                    <a:lnTo>
                      <a:pt x="1295435" y="817810"/>
                    </a:lnTo>
                    <a:lnTo>
                      <a:pt x="1297171" y="815655"/>
                    </a:lnTo>
                    <a:lnTo>
                      <a:pt x="1298725" y="815416"/>
                    </a:lnTo>
                    <a:lnTo>
                      <a:pt x="1302160" y="808845"/>
                    </a:lnTo>
                    <a:lnTo>
                      <a:pt x="1302251" y="802621"/>
                    </a:lnTo>
                    <a:lnTo>
                      <a:pt x="1302342" y="795897"/>
                    </a:lnTo>
                    <a:lnTo>
                      <a:pt x="1299313" y="788935"/>
                    </a:lnTo>
                    <a:lnTo>
                      <a:pt x="1288488" y="780208"/>
                    </a:lnTo>
                    <a:lnTo>
                      <a:pt x="1287221" y="778968"/>
                    </a:lnTo>
                    <a:lnTo>
                      <a:pt x="1302655" y="754054"/>
                    </a:lnTo>
                    <a:lnTo>
                      <a:pt x="1309498" y="751159"/>
                    </a:lnTo>
                    <a:lnTo>
                      <a:pt x="1318181" y="740866"/>
                    </a:lnTo>
                    <a:lnTo>
                      <a:pt x="1320634" y="738037"/>
                    </a:lnTo>
                    <a:lnTo>
                      <a:pt x="1323103" y="735207"/>
                    </a:lnTo>
                    <a:lnTo>
                      <a:pt x="1324591" y="725656"/>
                    </a:lnTo>
                    <a:lnTo>
                      <a:pt x="1327215" y="721521"/>
                    </a:lnTo>
                    <a:lnTo>
                      <a:pt x="1329461" y="718692"/>
                    </a:lnTo>
                    <a:lnTo>
                      <a:pt x="1331590" y="717538"/>
                    </a:lnTo>
                    <a:lnTo>
                      <a:pt x="1337222" y="716402"/>
                    </a:lnTo>
                    <a:lnTo>
                      <a:pt x="1337413" y="716363"/>
                    </a:lnTo>
                    <a:lnTo>
                      <a:pt x="1341539" y="718039"/>
                    </a:lnTo>
                    <a:lnTo>
                      <a:pt x="1344424" y="716363"/>
                    </a:lnTo>
                    <a:lnTo>
                      <a:pt x="1349426" y="715297"/>
                    </a:lnTo>
                    <a:lnTo>
                      <a:pt x="1351163" y="713471"/>
                    </a:lnTo>
                    <a:lnTo>
                      <a:pt x="1350510" y="711556"/>
                    </a:lnTo>
                    <a:lnTo>
                      <a:pt x="1349086" y="709488"/>
                    </a:lnTo>
                    <a:lnTo>
                      <a:pt x="1347362" y="709488"/>
                    </a:lnTo>
                    <a:lnTo>
                      <a:pt x="1345182" y="708574"/>
                    </a:lnTo>
                    <a:lnTo>
                      <a:pt x="1342454" y="700849"/>
                    </a:lnTo>
                    <a:lnTo>
                      <a:pt x="1340586" y="697193"/>
                    </a:lnTo>
                    <a:lnTo>
                      <a:pt x="1337269" y="695539"/>
                    </a:lnTo>
                    <a:lnTo>
                      <a:pt x="1330166" y="692625"/>
                    </a:lnTo>
                    <a:lnTo>
                      <a:pt x="1324565" y="687314"/>
                    </a:lnTo>
                    <a:lnTo>
                      <a:pt x="1319890" y="683898"/>
                    </a:lnTo>
                    <a:lnTo>
                      <a:pt x="1312134" y="677761"/>
                    </a:lnTo>
                    <a:lnTo>
                      <a:pt x="1308152" y="673693"/>
                    </a:lnTo>
                    <a:lnTo>
                      <a:pt x="1305175" y="668884"/>
                    </a:lnTo>
                    <a:lnTo>
                      <a:pt x="1303830" y="666055"/>
                    </a:lnTo>
                    <a:lnTo>
                      <a:pt x="1303216" y="662486"/>
                    </a:lnTo>
                    <a:lnTo>
                      <a:pt x="1304078" y="656503"/>
                    </a:lnTo>
                    <a:lnTo>
                      <a:pt x="1304718" y="641160"/>
                    </a:lnTo>
                    <a:lnTo>
                      <a:pt x="1306207" y="639071"/>
                    </a:lnTo>
                    <a:lnTo>
                      <a:pt x="1307199" y="627126"/>
                    </a:lnTo>
                    <a:lnTo>
                      <a:pt x="1313767" y="620488"/>
                    </a:lnTo>
                    <a:lnTo>
                      <a:pt x="1317317" y="618575"/>
                    </a:lnTo>
                    <a:lnTo>
                      <a:pt x="1320282" y="613091"/>
                    </a:lnTo>
                    <a:lnTo>
                      <a:pt x="1323351" y="611938"/>
                    </a:lnTo>
                    <a:lnTo>
                      <a:pt x="1326026" y="611938"/>
                    </a:lnTo>
                    <a:lnTo>
                      <a:pt x="1328286" y="611850"/>
                    </a:lnTo>
                    <a:lnTo>
                      <a:pt x="1330806" y="609435"/>
                    </a:lnTo>
                    <a:lnTo>
                      <a:pt x="1335428" y="603624"/>
                    </a:lnTo>
                    <a:lnTo>
                      <a:pt x="1340038" y="601470"/>
                    </a:lnTo>
                    <a:lnTo>
                      <a:pt x="1343353" y="598989"/>
                    </a:lnTo>
                    <a:lnTo>
                      <a:pt x="1344581" y="597729"/>
                    </a:lnTo>
                    <a:lnTo>
                      <a:pt x="1346383" y="595835"/>
                    </a:lnTo>
                    <a:lnTo>
                      <a:pt x="1349007" y="594660"/>
                    </a:lnTo>
                    <a:lnTo>
                      <a:pt x="1350717" y="593920"/>
                    </a:lnTo>
                    <a:lnTo>
                      <a:pt x="1355092" y="593507"/>
                    </a:lnTo>
                    <a:lnTo>
                      <a:pt x="1360197" y="590852"/>
                    </a:lnTo>
                    <a:lnTo>
                      <a:pt x="1362469" y="588697"/>
                    </a:lnTo>
                    <a:lnTo>
                      <a:pt x="1365511" y="586020"/>
                    </a:lnTo>
                    <a:lnTo>
                      <a:pt x="1367822" y="584954"/>
                    </a:lnTo>
                    <a:lnTo>
                      <a:pt x="1371936" y="584279"/>
                    </a:lnTo>
                    <a:lnTo>
                      <a:pt x="1374259" y="584192"/>
                    </a:lnTo>
                    <a:lnTo>
                      <a:pt x="1377302" y="581799"/>
                    </a:lnTo>
                    <a:lnTo>
                      <a:pt x="1379887" y="581472"/>
                    </a:lnTo>
                    <a:lnTo>
                      <a:pt x="1381714" y="582212"/>
                    </a:lnTo>
                    <a:lnTo>
                      <a:pt x="1385815" y="580558"/>
                    </a:lnTo>
                    <a:lnTo>
                      <a:pt x="1389067" y="576578"/>
                    </a:lnTo>
                    <a:lnTo>
                      <a:pt x="1391520" y="574075"/>
                    </a:lnTo>
                    <a:lnTo>
                      <a:pt x="1391899" y="568678"/>
                    </a:lnTo>
                    <a:lnTo>
                      <a:pt x="1390959" y="562693"/>
                    </a:lnTo>
                    <a:lnTo>
                      <a:pt x="1395229" y="557710"/>
                    </a:lnTo>
                    <a:lnTo>
                      <a:pt x="1399368" y="557298"/>
                    </a:lnTo>
                    <a:lnTo>
                      <a:pt x="1402659" y="554643"/>
                    </a:lnTo>
                    <a:lnTo>
                      <a:pt x="1402593" y="552075"/>
                    </a:lnTo>
                    <a:lnTo>
                      <a:pt x="1405035" y="547092"/>
                    </a:lnTo>
                    <a:lnTo>
                      <a:pt x="1407319" y="545176"/>
                    </a:lnTo>
                    <a:lnTo>
                      <a:pt x="1410232" y="544611"/>
                    </a:lnTo>
                    <a:lnTo>
                      <a:pt x="1411446" y="544349"/>
                    </a:lnTo>
                    <a:lnTo>
                      <a:pt x="1413026" y="544524"/>
                    </a:lnTo>
                    <a:lnTo>
                      <a:pt x="1416342" y="543435"/>
                    </a:lnTo>
                    <a:lnTo>
                      <a:pt x="1419084" y="539714"/>
                    </a:lnTo>
                    <a:lnTo>
                      <a:pt x="1422036" y="533405"/>
                    </a:lnTo>
                    <a:lnTo>
                      <a:pt x="1425874" y="530989"/>
                    </a:lnTo>
                    <a:lnTo>
                      <a:pt x="1430717" y="528835"/>
                    </a:lnTo>
                    <a:lnTo>
                      <a:pt x="1433016" y="527420"/>
                    </a:lnTo>
                    <a:lnTo>
                      <a:pt x="1437299" y="523177"/>
                    </a:lnTo>
                    <a:lnTo>
                      <a:pt x="1441856" y="519194"/>
                    </a:lnTo>
                    <a:lnTo>
                      <a:pt x="1444663" y="517540"/>
                    </a:lnTo>
                    <a:lnTo>
                      <a:pt x="1447156" y="514387"/>
                    </a:lnTo>
                    <a:lnTo>
                      <a:pt x="1449428" y="512232"/>
                    </a:lnTo>
                    <a:lnTo>
                      <a:pt x="1453934" y="511405"/>
                    </a:lnTo>
                    <a:lnTo>
                      <a:pt x="1467382" y="511318"/>
                    </a:lnTo>
                    <a:lnTo>
                      <a:pt x="1481170" y="494389"/>
                    </a:lnTo>
                    <a:lnTo>
                      <a:pt x="1482693" y="492195"/>
                    </a:lnTo>
                    <a:lnTo>
                      <a:pt x="1489806" y="482676"/>
                    </a:lnTo>
                    <a:lnTo>
                      <a:pt x="1506230" y="462681"/>
                    </a:lnTo>
                    <a:lnTo>
                      <a:pt x="1496087" y="449286"/>
                    </a:lnTo>
                    <a:lnTo>
                      <a:pt x="1502127" y="442516"/>
                    </a:lnTo>
                    <a:lnTo>
                      <a:pt x="1508200" y="439726"/>
                    </a:lnTo>
                    <a:lnTo>
                      <a:pt x="1513409" y="439221"/>
                    </a:lnTo>
                    <a:lnTo>
                      <a:pt x="1518827" y="429782"/>
                    </a:lnTo>
                    <a:lnTo>
                      <a:pt x="1519839" y="422022"/>
                    </a:lnTo>
                    <a:lnTo>
                      <a:pt x="1521882" y="416690"/>
                    </a:lnTo>
                    <a:lnTo>
                      <a:pt x="1521978" y="411182"/>
                    </a:lnTo>
                    <a:lnTo>
                      <a:pt x="1526285" y="406268"/>
                    </a:lnTo>
                    <a:lnTo>
                      <a:pt x="1531467" y="398414"/>
                    </a:lnTo>
                    <a:lnTo>
                      <a:pt x="1535146" y="394542"/>
                    </a:lnTo>
                    <a:lnTo>
                      <a:pt x="1536870" y="388336"/>
                    </a:lnTo>
                    <a:lnTo>
                      <a:pt x="1534053" y="381772"/>
                    </a:lnTo>
                    <a:lnTo>
                      <a:pt x="1530587" y="364603"/>
                    </a:lnTo>
                    <a:lnTo>
                      <a:pt x="1531717" y="356445"/>
                    </a:lnTo>
                    <a:lnTo>
                      <a:pt x="1534520" y="351289"/>
                    </a:lnTo>
                    <a:lnTo>
                      <a:pt x="1528181" y="349202"/>
                    </a:lnTo>
                    <a:lnTo>
                      <a:pt x="1482655" y="330737"/>
                    </a:lnTo>
                    <a:lnTo>
                      <a:pt x="1472031" y="327648"/>
                    </a:lnTo>
                    <a:lnTo>
                      <a:pt x="1454697" y="321973"/>
                    </a:lnTo>
                    <a:lnTo>
                      <a:pt x="1441963" y="316808"/>
                    </a:lnTo>
                    <a:lnTo>
                      <a:pt x="1428175" y="309503"/>
                    </a:lnTo>
                    <a:lnTo>
                      <a:pt x="1412578" y="303137"/>
                    </a:lnTo>
                    <a:lnTo>
                      <a:pt x="1363886" y="285431"/>
                    </a:lnTo>
                    <a:lnTo>
                      <a:pt x="1351941" y="281168"/>
                    </a:lnTo>
                    <a:lnTo>
                      <a:pt x="1308126" y="265087"/>
                    </a:lnTo>
                    <a:lnTo>
                      <a:pt x="1271091" y="254454"/>
                    </a:lnTo>
                    <a:lnTo>
                      <a:pt x="1223237" y="329827"/>
                    </a:lnTo>
                    <a:lnTo>
                      <a:pt x="1198839" y="365896"/>
                    </a:lnTo>
                    <a:lnTo>
                      <a:pt x="1182698" y="393683"/>
                    </a:lnTo>
                    <a:lnTo>
                      <a:pt x="1130666" y="352375"/>
                    </a:lnTo>
                    <a:lnTo>
                      <a:pt x="1104996" y="331994"/>
                    </a:lnTo>
                    <a:lnTo>
                      <a:pt x="1024903" y="396079"/>
                    </a:lnTo>
                    <a:lnTo>
                      <a:pt x="1010515" y="406718"/>
                    </a:lnTo>
                    <a:lnTo>
                      <a:pt x="959593" y="449395"/>
                    </a:lnTo>
                    <a:lnTo>
                      <a:pt x="945831" y="459797"/>
                    </a:lnTo>
                    <a:lnTo>
                      <a:pt x="849796" y="346961"/>
                    </a:lnTo>
                    <a:lnTo>
                      <a:pt x="809571" y="344678"/>
                    </a:lnTo>
                    <a:lnTo>
                      <a:pt x="772207" y="294931"/>
                    </a:lnTo>
                    <a:lnTo>
                      <a:pt x="725058" y="312188"/>
                    </a:lnTo>
                    <a:lnTo>
                      <a:pt x="718996" y="304963"/>
                    </a:lnTo>
                    <a:lnTo>
                      <a:pt x="709168" y="296008"/>
                    </a:lnTo>
                    <a:close/>
                  </a:path>
                </a:pathLst>
              </a:custGeom>
              <a:solidFill>
                <a:srgbClr val="44377B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19" name="pg9">
                <a:extLst>
                  <a:ext uri="{FF2B5EF4-FFF2-40B4-BE49-F238E27FC236}">
                    <a16:creationId xmlns:a16="http://schemas.microsoft.com/office/drawing/2014/main" id="{68EE337B-1C92-42B6-B4F0-D73BB79688C0}"/>
                  </a:ext>
                </a:extLst>
              </p:cNvPr>
              <p:cNvSpPr/>
              <p:nvPr/>
            </p:nvSpPr>
            <p:spPr>
              <a:xfrm>
                <a:off x="2756917" y="3032729"/>
                <a:ext cx="457702" cy="480948"/>
              </a:xfrm>
              <a:custGeom>
                <a:avLst/>
                <a:gdLst/>
                <a:ahLst/>
                <a:cxnLst/>
                <a:rect l="0" t="0" r="0" b="0"/>
                <a:pathLst>
                  <a:path w="896723" h="942265">
                    <a:moveTo>
                      <a:pt x="197294" y="0"/>
                    </a:moveTo>
                    <a:lnTo>
                      <a:pt x="211031" y="15647"/>
                    </a:lnTo>
                    <a:lnTo>
                      <a:pt x="269440" y="55594"/>
                    </a:lnTo>
                    <a:lnTo>
                      <a:pt x="281178" y="62843"/>
                    </a:lnTo>
                    <a:lnTo>
                      <a:pt x="300551" y="74706"/>
                    </a:lnTo>
                    <a:lnTo>
                      <a:pt x="315028" y="83570"/>
                    </a:lnTo>
                    <a:lnTo>
                      <a:pt x="357494" y="107672"/>
                    </a:lnTo>
                    <a:lnTo>
                      <a:pt x="375185" y="117605"/>
                    </a:lnTo>
                    <a:lnTo>
                      <a:pt x="376524" y="118355"/>
                    </a:lnTo>
                    <a:lnTo>
                      <a:pt x="386574" y="123998"/>
                    </a:lnTo>
                    <a:lnTo>
                      <a:pt x="398251" y="130553"/>
                    </a:lnTo>
                    <a:lnTo>
                      <a:pt x="416215" y="140640"/>
                    </a:lnTo>
                    <a:lnTo>
                      <a:pt x="433853" y="150542"/>
                    </a:lnTo>
                    <a:lnTo>
                      <a:pt x="445273" y="156954"/>
                    </a:lnTo>
                    <a:lnTo>
                      <a:pt x="454492" y="162357"/>
                    </a:lnTo>
                    <a:lnTo>
                      <a:pt x="462129" y="166832"/>
                    </a:lnTo>
                    <a:lnTo>
                      <a:pt x="462890" y="167278"/>
                    </a:lnTo>
                    <a:lnTo>
                      <a:pt x="475216" y="174501"/>
                    </a:lnTo>
                    <a:lnTo>
                      <a:pt x="497491" y="187556"/>
                    </a:lnTo>
                    <a:lnTo>
                      <a:pt x="514464" y="197656"/>
                    </a:lnTo>
                    <a:lnTo>
                      <a:pt x="558262" y="226378"/>
                    </a:lnTo>
                    <a:lnTo>
                      <a:pt x="592161" y="244779"/>
                    </a:lnTo>
                    <a:lnTo>
                      <a:pt x="599405" y="248739"/>
                    </a:lnTo>
                    <a:lnTo>
                      <a:pt x="885910" y="418875"/>
                    </a:lnTo>
                    <a:lnTo>
                      <a:pt x="896723" y="424932"/>
                    </a:lnTo>
                    <a:lnTo>
                      <a:pt x="895684" y="429312"/>
                    </a:lnTo>
                    <a:lnTo>
                      <a:pt x="857609" y="590018"/>
                    </a:lnTo>
                    <a:lnTo>
                      <a:pt x="812437" y="691848"/>
                    </a:lnTo>
                    <a:lnTo>
                      <a:pt x="840350" y="758282"/>
                    </a:lnTo>
                    <a:lnTo>
                      <a:pt x="785318" y="793092"/>
                    </a:lnTo>
                    <a:lnTo>
                      <a:pt x="765812" y="840917"/>
                    </a:lnTo>
                    <a:lnTo>
                      <a:pt x="759978" y="855219"/>
                    </a:lnTo>
                    <a:lnTo>
                      <a:pt x="765217" y="859624"/>
                    </a:lnTo>
                    <a:lnTo>
                      <a:pt x="774833" y="867750"/>
                    </a:lnTo>
                    <a:lnTo>
                      <a:pt x="768383" y="875400"/>
                    </a:lnTo>
                    <a:lnTo>
                      <a:pt x="757390" y="886836"/>
                    </a:lnTo>
                    <a:lnTo>
                      <a:pt x="752494" y="882686"/>
                    </a:lnTo>
                    <a:lnTo>
                      <a:pt x="746218" y="888179"/>
                    </a:lnTo>
                    <a:lnTo>
                      <a:pt x="744158" y="890157"/>
                    </a:lnTo>
                    <a:lnTo>
                      <a:pt x="710128" y="860438"/>
                    </a:lnTo>
                    <a:lnTo>
                      <a:pt x="691825" y="874675"/>
                    </a:lnTo>
                    <a:lnTo>
                      <a:pt x="686651" y="878984"/>
                    </a:lnTo>
                    <a:lnTo>
                      <a:pt x="682577" y="882216"/>
                    </a:lnTo>
                    <a:lnTo>
                      <a:pt x="675777" y="877039"/>
                    </a:lnTo>
                    <a:lnTo>
                      <a:pt x="661655" y="902053"/>
                    </a:lnTo>
                    <a:lnTo>
                      <a:pt x="663975" y="930568"/>
                    </a:lnTo>
                    <a:lnTo>
                      <a:pt x="663524" y="942265"/>
                    </a:lnTo>
                    <a:lnTo>
                      <a:pt x="658526" y="936596"/>
                    </a:lnTo>
                    <a:lnTo>
                      <a:pt x="642053" y="915336"/>
                    </a:lnTo>
                    <a:lnTo>
                      <a:pt x="626103" y="895550"/>
                    </a:lnTo>
                    <a:lnTo>
                      <a:pt x="620256" y="889665"/>
                    </a:lnTo>
                    <a:lnTo>
                      <a:pt x="615057" y="885920"/>
                    </a:lnTo>
                    <a:lnTo>
                      <a:pt x="604722" y="880808"/>
                    </a:lnTo>
                    <a:lnTo>
                      <a:pt x="579453" y="869128"/>
                    </a:lnTo>
                    <a:lnTo>
                      <a:pt x="568372" y="865589"/>
                    </a:lnTo>
                    <a:lnTo>
                      <a:pt x="518642" y="854762"/>
                    </a:lnTo>
                    <a:lnTo>
                      <a:pt x="491922" y="853054"/>
                    </a:lnTo>
                    <a:lnTo>
                      <a:pt x="483765" y="846643"/>
                    </a:lnTo>
                    <a:lnTo>
                      <a:pt x="475526" y="837069"/>
                    </a:lnTo>
                    <a:lnTo>
                      <a:pt x="471613" y="828578"/>
                    </a:lnTo>
                    <a:lnTo>
                      <a:pt x="470698" y="824665"/>
                    </a:lnTo>
                    <a:lnTo>
                      <a:pt x="469532" y="824615"/>
                    </a:lnTo>
                    <a:lnTo>
                      <a:pt x="469452" y="821755"/>
                    </a:lnTo>
                    <a:lnTo>
                      <a:pt x="469510" y="807207"/>
                    </a:lnTo>
                    <a:lnTo>
                      <a:pt x="473775" y="792458"/>
                    </a:lnTo>
                    <a:lnTo>
                      <a:pt x="474667" y="789277"/>
                    </a:lnTo>
                    <a:lnTo>
                      <a:pt x="475274" y="785840"/>
                    </a:lnTo>
                    <a:lnTo>
                      <a:pt x="476513" y="779050"/>
                    </a:lnTo>
                    <a:lnTo>
                      <a:pt x="478642" y="765368"/>
                    </a:lnTo>
                    <a:lnTo>
                      <a:pt x="485181" y="725166"/>
                    </a:lnTo>
                    <a:lnTo>
                      <a:pt x="486928" y="706616"/>
                    </a:lnTo>
                    <a:lnTo>
                      <a:pt x="486816" y="684853"/>
                    </a:lnTo>
                    <a:lnTo>
                      <a:pt x="485011" y="676509"/>
                    </a:lnTo>
                    <a:lnTo>
                      <a:pt x="483207" y="670590"/>
                    </a:lnTo>
                    <a:lnTo>
                      <a:pt x="480240" y="662105"/>
                    </a:lnTo>
                    <a:lnTo>
                      <a:pt x="472983" y="648296"/>
                    </a:lnTo>
                    <a:lnTo>
                      <a:pt x="444770" y="617156"/>
                    </a:lnTo>
                    <a:lnTo>
                      <a:pt x="413033" y="595113"/>
                    </a:lnTo>
                    <a:lnTo>
                      <a:pt x="367269" y="563048"/>
                    </a:lnTo>
                    <a:lnTo>
                      <a:pt x="356261" y="549871"/>
                    </a:lnTo>
                    <a:lnTo>
                      <a:pt x="347365" y="539335"/>
                    </a:lnTo>
                    <a:lnTo>
                      <a:pt x="333528" y="528134"/>
                    </a:lnTo>
                    <a:lnTo>
                      <a:pt x="259983" y="483168"/>
                    </a:lnTo>
                    <a:lnTo>
                      <a:pt x="209132" y="460267"/>
                    </a:lnTo>
                    <a:lnTo>
                      <a:pt x="178452" y="442407"/>
                    </a:lnTo>
                    <a:lnTo>
                      <a:pt x="156809" y="420557"/>
                    </a:lnTo>
                    <a:lnTo>
                      <a:pt x="134053" y="373474"/>
                    </a:lnTo>
                    <a:lnTo>
                      <a:pt x="127391" y="376858"/>
                    </a:lnTo>
                    <a:lnTo>
                      <a:pt x="120296" y="364075"/>
                    </a:lnTo>
                    <a:lnTo>
                      <a:pt x="109086" y="354902"/>
                    </a:lnTo>
                    <a:lnTo>
                      <a:pt x="93123" y="345781"/>
                    </a:lnTo>
                    <a:lnTo>
                      <a:pt x="86626" y="345344"/>
                    </a:lnTo>
                    <a:lnTo>
                      <a:pt x="77316" y="356543"/>
                    </a:lnTo>
                    <a:lnTo>
                      <a:pt x="58779" y="348636"/>
                    </a:lnTo>
                    <a:lnTo>
                      <a:pt x="46123" y="342218"/>
                    </a:lnTo>
                    <a:lnTo>
                      <a:pt x="29608" y="326523"/>
                    </a:lnTo>
                    <a:lnTo>
                      <a:pt x="28000" y="327590"/>
                    </a:lnTo>
                    <a:lnTo>
                      <a:pt x="21859" y="332005"/>
                    </a:lnTo>
                    <a:lnTo>
                      <a:pt x="17538" y="326567"/>
                    </a:lnTo>
                    <a:lnTo>
                      <a:pt x="11255" y="317668"/>
                    </a:lnTo>
                    <a:lnTo>
                      <a:pt x="6703" y="308517"/>
                    </a:lnTo>
                    <a:lnTo>
                      <a:pt x="4275" y="301603"/>
                    </a:lnTo>
                    <a:lnTo>
                      <a:pt x="1715" y="289329"/>
                    </a:lnTo>
                    <a:lnTo>
                      <a:pt x="453" y="275281"/>
                    </a:lnTo>
                    <a:lnTo>
                      <a:pt x="0" y="266794"/>
                    </a:lnTo>
                    <a:lnTo>
                      <a:pt x="985" y="258872"/>
                    </a:lnTo>
                    <a:lnTo>
                      <a:pt x="2588" y="250831"/>
                    </a:lnTo>
                    <a:lnTo>
                      <a:pt x="4790" y="241741"/>
                    </a:lnTo>
                    <a:lnTo>
                      <a:pt x="10417" y="229242"/>
                    </a:lnTo>
                    <a:lnTo>
                      <a:pt x="13718" y="221621"/>
                    </a:lnTo>
                    <a:lnTo>
                      <a:pt x="19400" y="213935"/>
                    </a:lnTo>
                    <a:lnTo>
                      <a:pt x="27499" y="204220"/>
                    </a:lnTo>
                    <a:lnTo>
                      <a:pt x="35404" y="196098"/>
                    </a:lnTo>
                    <a:lnTo>
                      <a:pt x="40818" y="191730"/>
                    </a:lnTo>
                    <a:lnTo>
                      <a:pt x="44261" y="188953"/>
                    </a:lnTo>
                    <a:lnTo>
                      <a:pt x="47631" y="186666"/>
                    </a:lnTo>
                    <a:lnTo>
                      <a:pt x="51318" y="183597"/>
                    </a:lnTo>
                    <a:lnTo>
                      <a:pt x="65114" y="178507"/>
                    </a:lnTo>
                    <a:lnTo>
                      <a:pt x="69479" y="176855"/>
                    </a:lnTo>
                    <a:lnTo>
                      <a:pt x="74314" y="176170"/>
                    </a:lnTo>
                    <a:lnTo>
                      <a:pt x="90336" y="174401"/>
                    </a:lnTo>
                    <a:lnTo>
                      <a:pt x="113037" y="175604"/>
                    </a:lnTo>
                    <a:lnTo>
                      <a:pt x="131567" y="181717"/>
                    </a:lnTo>
                    <a:lnTo>
                      <a:pt x="145652" y="188202"/>
                    </a:lnTo>
                    <a:lnTo>
                      <a:pt x="160476" y="197186"/>
                    </a:lnTo>
                    <a:lnTo>
                      <a:pt x="170020" y="204688"/>
                    </a:lnTo>
                    <a:lnTo>
                      <a:pt x="194388" y="181069"/>
                    </a:lnTo>
                    <a:lnTo>
                      <a:pt x="234230" y="67616"/>
                    </a:lnTo>
                    <a:lnTo>
                      <a:pt x="227869" y="59442"/>
                    </a:lnTo>
                    <a:lnTo>
                      <a:pt x="190960" y="11035"/>
                    </a:lnTo>
                    <a:lnTo>
                      <a:pt x="188644" y="7053"/>
                    </a:lnTo>
                    <a:lnTo>
                      <a:pt x="191702" y="3534"/>
                    </a:lnTo>
                    <a:close/>
                  </a:path>
                </a:pathLst>
              </a:custGeom>
              <a:solidFill>
                <a:srgbClr val="3B5F8B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0" name="pg10">
                <a:extLst>
                  <a:ext uri="{FF2B5EF4-FFF2-40B4-BE49-F238E27FC236}">
                    <a16:creationId xmlns:a16="http://schemas.microsoft.com/office/drawing/2014/main" id="{DD533B7B-7966-403F-B27C-54B16A8F7538}"/>
                  </a:ext>
                </a:extLst>
              </p:cNvPr>
              <p:cNvSpPr/>
              <p:nvPr/>
            </p:nvSpPr>
            <p:spPr>
              <a:xfrm>
                <a:off x="3747725" y="3006171"/>
                <a:ext cx="794740" cy="510253"/>
              </a:xfrm>
              <a:custGeom>
                <a:avLst/>
                <a:gdLst/>
                <a:ahLst/>
                <a:cxnLst/>
                <a:rect l="0" t="0" r="0" b="0"/>
                <a:pathLst>
                  <a:path w="1557041" h="999680">
                    <a:moveTo>
                      <a:pt x="1555747" y="580482"/>
                    </a:moveTo>
                    <a:lnTo>
                      <a:pt x="1552760" y="576079"/>
                    </a:lnTo>
                    <a:lnTo>
                      <a:pt x="1546782" y="567396"/>
                    </a:lnTo>
                    <a:lnTo>
                      <a:pt x="1540070" y="554885"/>
                    </a:lnTo>
                    <a:lnTo>
                      <a:pt x="1534950" y="547344"/>
                    </a:lnTo>
                    <a:lnTo>
                      <a:pt x="1530673" y="541253"/>
                    </a:lnTo>
                    <a:lnTo>
                      <a:pt x="1524973" y="532717"/>
                    </a:lnTo>
                    <a:lnTo>
                      <a:pt x="1521769" y="527079"/>
                    </a:lnTo>
                    <a:lnTo>
                      <a:pt x="1519271" y="521923"/>
                    </a:lnTo>
                    <a:lnTo>
                      <a:pt x="1504389" y="488348"/>
                    </a:lnTo>
                    <a:lnTo>
                      <a:pt x="1497494" y="473366"/>
                    </a:lnTo>
                    <a:lnTo>
                      <a:pt x="1496170" y="470239"/>
                    </a:lnTo>
                    <a:lnTo>
                      <a:pt x="1490937" y="467974"/>
                    </a:lnTo>
                    <a:lnTo>
                      <a:pt x="1468772" y="458228"/>
                    </a:lnTo>
                    <a:lnTo>
                      <a:pt x="1466528" y="457284"/>
                    </a:lnTo>
                    <a:lnTo>
                      <a:pt x="1463062" y="455769"/>
                    </a:lnTo>
                    <a:lnTo>
                      <a:pt x="1456014" y="452659"/>
                    </a:lnTo>
                    <a:lnTo>
                      <a:pt x="1451741" y="450801"/>
                    </a:lnTo>
                    <a:lnTo>
                      <a:pt x="1448554" y="448080"/>
                    </a:lnTo>
                    <a:lnTo>
                      <a:pt x="1444766" y="444807"/>
                    </a:lnTo>
                    <a:lnTo>
                      <a:pt x="1440620" y="441297"/>
                    </a:lnTo>
                    <a:lnTo>
                      <a:pt x="1424188" y="427160"/>
                    </a:lnTo>
                    <a:lnTo>
                      <a:pt x="1417660" y="421602"/>
                    </a:lnTo>
                    <a:lnTo>
                      <a:pt x="1415080" y="419282"/>
                    </a:lnTo>
                    <a:lnTo>
                      <a:pt x="1414367" y="418703"/>
                    </a:lnTo>
                    <a:lnTo>
                      <a:pt x="1413626" y="418133"/>
                    </a:lnTo>
                    <a:lnTo>
                      <a:pt x="1404218" y="410063"/>
                    </a:lnTo>
                    <a:lnTo>
                      <a:pt x="1400048" y="406442"/>
                    </a:lnTo>
                    <a:lnTo>
                      <a:pt x="1395053" y="402166"/>
                    </a:lnTo>
                    <a:lnTo>
                      <a:pt x="1393635" y="400969"/>
                    </a:lnTo>
                    <a:lnTo>
                      <a:pt x="1382965" y="386947"/>
                    </a:lnTo>
                    <a:lnTo>
                      <a:pt x="1365372" y="363770"/>
                    </a:lnTo>
                    <a:lnTo>
                      <a:pt x="1353183" y="347478"/>
                    </a:lnTo>
                    <a:lnTo>
                      <a:pt x="1316936" y="299649"/>
                    </a:lnTo>
                    <a:lnTo>
                      <a:pt x="1313854" y="295244"/>
                    </a:lnTo>
                    <a:lnTo>
                      <a:pt x="1309717" y="289779"/>
                    </a:lnTo>
                    <a:lnTo>
                      <a:pt x="1265005" y="231131"/>
                    </a:lnTo>
                    <a:lnTo>
                      <a:pt x="1256531" y="219654"/>
                    </a:lnTo>
                    <a:lnTo>
                      <a:pt x="1249420" y="203802"/>
                    </a:lnTo>
                    <a:lnTo>
                      <a:pt x="1248061" y="200725"/>
                    </a:lnTo>
                    <a:lnTo>
                      <a:pt x="1235847" y="174061"/>
                    </a:lnTo>
                    <a:lnTo>
                      <a:pt x="1235165" y="172520"/>
                    </a:lnTo>
                    <a:lnTo>
                      <a:pt x="1229898" y="160975"/>
                    </a:lnTo>
                    <a:lnTo>
                      <a:pt x="1228739" y="158431"/>
                    </a:lnTo>
                    <a:lnTo>
                      <a:pt x="1227889" y="156516"/>
                    </a:lnTo>
                    <a:lnTo>
                      <a:pt x="1226713" y="154026"/>
                    </a:lnTo>
                    <a:lnTo>
                      <a:pt x="1225050" y="150377"/>
                    </a:lnTo>
                    <a:lnTo>
                      <a:pt x="1220270" y="139920"/>
                    </a:lnTo>
                    <a:lnTo>
                      <a:pt x="1217052" y="132847"/>
                    </a:lnTo>
                    <a:lnTo>
                      <a:pt x="1213426" y="124825"/>
                    </a:lnTo>
                    <a:lnTo>
                      <a:pt x="1212608" y="122995"/>
                    </a:lnTo>
                    <a:lnTo>
                      <a:pt x="1211612" y="120819"/>
                    </a:lnTo>
                    <a:lnTo>
                      <a:pt x="1207680" y="112260"/>
                    </a:lnTo>
                    <a:lnTo>
                      <a:pt x="1206925" y="110521"/>
                    </a:lnTo>
                    <a:lnTo>
                      <a:pt x="1202408" y="108584"/>
                    </a:lnTo>
                    <a:lnTo>
                      <a:pt x="1195246" y="105465"/>
                    </a:lnTo>
                    <a:lnTo>
                      <a:pt x="1169484" y="94493"/>
                    </a:lnTo>
                    <a:lnTo>
                      <a:pt x="1164274" y="92258"/>
                    </a:lnTo>
                    <a:lnTo>
                      <a:pt x="1160054" y="90497"/>
                    </a:lnTo>
                    <a:lnTo>
                      <a:pt x="1151080" y="86562"/>
                    </a:lnTo>
                    <a:lnTo>
                      <a:pt x="1146405" y="84552"/>
                    </a:lnTo>
                    <a:lnTo>
                      <a:pt x="1143006" y="83165"/>
                    </a:lnTo>
                    <a:lnTo>
                      <a:pt x="1139908" y="81833"/>
                    </a:lnTo>
                    <a:lnTo>
                      <a:pt x="1130124" y="77627"/>
                    </a:lnTo>
                    <a:lnTo>
                      <a:pt x="1120477" y="73405"/>
                    </a:lnTo>
                    <a:lnTo>
                      <a:pt x="1086626" y="56552"/>
                    </a:lnTo>
                    <a:lnTo>
                      <a:pt x="1081988" y="54506"/>
                    </a:lnTo>
                    <a:lnTo>
                      <a:pt x="1085045" y="51586"/>
                    </a:lnTo>
                    <a:lnTo>
                      <a:pt x="1089408" y="46874"/>
                    </a:lnTo>
                    <a:lnTo>
                      <a:pt x="1089560" y="44696"/>
                    </a:lnTo>
                    <a:lnTo>
                      <a:pt x="1089206" y="43623"/>
                    </a:lnTo>
                    <a:lnTo>
                      <a:pt x="1088514" y="42791"/>
                    </a:lnTo>
                    <a:lnTo>
                      <a:pt x="1087541" y="42110"/>
                    </a:lnTo>
                    <a:lnTo>
                      <a:pt x="1086413" y="41610"/>
                    </a:lnTo>
                    <a:lnTo>
                      <a:pt x="1085563" y="41403"/>
                    </a:lnTo>
                    <a:lnTo>
                      <a:pt x="1083798" y="41335"/>
                    </a:lnTo>
                    <a:lnTo>
                      <a:pt x="1082909" y="41351"/>
                    </a:lnTo>
                    <a:lnTo>
                      <a:pt x="1081687" y="40983"/>
                    </a:lnTo>
                    <a:lnTo>
                      <a:pt x="1080975" y="40341"/>
                    </a:lnTo>
                    <a:lnTo>
                      <a:pt x="1079809" y="37671"/>
                    </a:lnTo>
                    <a:lnTo>
                      <a:pt x="1076651" y="34844"/>
                    </a:lnTo>
                    <a:lnTo>
                      <a:pt x="1074313" y="34263"/>
                    </a:lnTo>
                    <a:lnTo>
                      <a:pt x="1071890" y="33675"/>
                    </a:lnTo>
                    <a:lnTo>
                      <a:pt x="1068938" y="33061"/>
                    </a:lnTo>
                    <a:lnTo>
                      <a:pt x="1066806" y="29862"/>
                    </a:lnTo>
                    <a:lnTo>
                      <a:pt x="1068390" y="26197"/>
                    </a:lnTo>
                    <a:lnTo>
                      <a:pt x="1067655" y="24097"/>
                    </a:lnTo>
                    <a:lnTo>
                      <a:pt x="1066739" y="22149"/>
                    </a:lnTo>
                    <a:lnTo>
                      <a:pt x="1064842" y="18611"/>
                    </a:lnTo>
                    <a:lnTo>
                      <a:pt x="1062748" y="15220"/>
                    </a:lnTo>
                    <a:lnTo>
                      <a:pt x="1062726" y="14099"/>
                    </a:lnTo>
                    <a:lnTo>
                      <a:pt x="1061042" y="11997"/>
                    </a:lnTo>
                    <a:lnTo>
                      <a:pt x="1060049" y="11092"/>
                    </a:lnTo>
                    <a:lnTo>
                      <a:pt x="1058209" y="9083"/>
                    </a:lnTo>
                    <a:lnTo>
                      <a:pt x="1056911" y="7814"/>
                    </a:lnTo>
                    <a:lnTo>
                      <a:pt x="1054350" y="5336"/>
                    </a:lnTo>
                    <a:lnTo>
                      <a:pt x="1052665" y="5225"/>
                    </a:lnTo>
                    <a:lnTo>
                      <a:pt x="1050167" y="5061"/>
                    </a:lnTo>
                    <a:lnTo>
                      <a:pt x="1048885" y="4953"/>
                    </a:lnTo>
                    <a:lnTo>
                      <a:pt x="1044866" y="4472"/>
                    </a:lnTo>
                    <a:lnTo>
                      <a:pt x="1041892" y="4082"/>
                    </a:lnTo>
                    <a:lnTo>
                      <a:pt x="1036775" y="3671"/>
                    </a:lnTo>
                    <a:lnTo>
                      <a:pt x="1029867" y="2872"/>
                    </a:lnTo>
                    <a:lnTo>
                      <a:pt x="1030401" y="983"/>
                    </a:lnTo>
                    <a:lnTo>
                      <a:pt x="1029282" y="476"/>
                    </a:lnTo>
                    <a:lnTo>
                      <a:pt x="1028439" y="200"/>
                    </a:lnTo>
                    <a:lnTo>
                      <a:pt x="1027592" y="0"/>
                    </a:lnTo>
                    <a:lnTo>
                      <a:pt x="1026786" y="6"/>
                    </a:lnTo>
                    <a:lnTo>
                      <a:pt x="1026120" y="304"/>
                    </a:lnTo>
                    <a:lnTo>
                      <a:pt x="1025303" y="900"/>
                    </a:lnTo>
                    <a:lnTo>
                      <a:pt x="1023463" y="2548"/>
                    </a:lnTo>
                    <a:lnTo>
                      <a:pt x="1022827" y="4356"/>
                    </a:lnTo>
                    <a:lnTo>
                      <a:pt x="1022656" y="5518"/>
                    </a:lnTo>
                    <a:lnTo>
                      <a:pt x="1022530" y="6391"/>
                    </a:lnTo>
                    <a:lnTo>
                      <a:pt x="1022232" y="8372"/>
                    </a:lnTo>
                    <a:lnTo>
                      <a:pt x="1021881" y="10813"/>
                    </a:lnTo>
                    <a:lnTo>
                      <a:pt x="1021702" y="12034"/>
                    </a:lnTo>
                    <a:lnTo>
                      <a:pt x="1017577" y="11923"/>
                    </a:lnTo>
                    <a:lnTo>
                      <a:pt x="1017096" y="11899"/>
                    </a:lnTo>
                    <a:lnTo>
                      <a:pt x="1015886" y="11884"/>
                    </a:lnTo>
                    <a:lnTo>
                      <a:pt x="1010986" y="12126"/>
                    </a:lnTo>
                    <a:lnTo>
                      <a:pt x="1010123" y="12182"/>
                    </a:lnTo>
                    <a:lnTo>
                      <a:pt x="1009752" y="12189"/>
                    </a:lnTo>
                    <a:lnTo>
                      <a:pt x="1007200" y="12374"/>
                    </a:lnTo>
                    <a:lnTo>
                      <a:pt x="1005406" y="10613"/>
                    </a:lnTo>
                    <a:lnTo>
                      <a:pt x="1002902" y="7832"/>
                    </a:lnTo>
                    <a:lnTo>
                      <a:pt x="998892" y="4391"/>
                    </a:lnTo>
                    <a:lnTo>
                      <a:pt x="996826" y="4705"/>
                    </a:lnTo>
                    <a:lnTo>
                      <a:pt x="995051" y="4981"/>
                    </a:lnTo>
                    <a:lnTo>
                      <a:pt x="993175" y="11199"/>
                    </a:lnTo>
                    <a:lnTo>
                      <a:pt x="991126" y="18126"/>
                    </a:lnTo>
                    <a:lnTo>
                      <a:pt x="989999" y="22334"/>
                    </a:lnTo>
                    <a:lnTo>
                      <a:pt x="990673" y="23729"/>
                    </a:lnTo>
                    <a:lnTo>
                      <a:pt x="991882" y="25370"/>
                    </a:lnTo>
                    <a:lnTo>
                      <a:pt x="992839" y="27359"/>
                    </a:lnTo>
                    <a:lnTo>
                      <a:pt x="993185" y="29264"/>
                    </a:lnTo>
                    <a:lnTo>
                      <a:pt x="993189" y="30602"/>
                    </a:lnTo>
                    <a:lnTo>
                      <a:pt x="992345" y="33022"/>
                    </a:lnTo>
                    <a:lnTo>
                      <a:pt x="991055" y="34445"/>
                    </a:lnTo>
                    <a:lnTo>
                      <a:pt x="988998" y="34495"/>
                    </a:lnTo>
                    <a:lnTo>
                      <a:pt x="983568" y="33477"/>
                    </a:lnTo>
                    <a:lnTo>
                      <a:pt x="978355" y="32443"/>
                    </a:lnTo>
                    <a:lnTo>
                      <a:pt x="972388" y="31296"/>
                    </a:lnTo>
                    <a:lnTo>
                      <a:pt x="962807" y="29416"/>
                    </a:lnTo>
                    <a:lnTo>
                      <a:pt x="959691" y="28759"/>
                    </a:lnTo>
                    <a:lnTo>
                      <a:pt x="954389" y="27227"/>
                    </a:lnTo>
                    <a:lnTo>
                      <a:pt x="952569" y="26476"/>
                    </a:lnTo>
                    <a:lnTo>
                      <a:pt x="950053" y="31061"/>
                    </a:lnTo>
                    <a:lnTo>
                      <a:pt x="946965" y="36804"/>
                    </a:lnTo>
                    <a:lnTo>
                      <a:pt x="936625" y="55821"/>
                    </a:lnTo>
                    <a:lnTo>
                      <a:pt x="933399" y="54933"/>
                    </a:lnTo>
                    <a:lnTo>
                      <a:pt x="928226" y="53760"/>
                    </a:lnTo>
                    <a:lnTo>
                      <a:pt x="923111" y="52920"/>
                    </a:lnTo>
                    <a:lnTo>
                      <a:pt x="921542" y="52837"/>
                    </a:lnTo>
                    <a:lnTo>
                      <a:pt x="920801" y="53022"/>
                    </a:lnTo>
                    <a:lnTo>
                      <a:pt x="919042" y="54114"/>
                    </a:lnTo>
                    <a:lnTo>
                      <a:pt x="912691" y="63041"/>
                    </a:lnTo>
                    <a:lnTo>
                      <a:pt x="910446" y="65377"/>
                    </a:lnTo>
                    <a:lnTo>
                      <a:pt x="909336" y="66663"/>
                    </a:lnTo>
                    <a:lnTo>
                      <a:pt x="907533" y="68549"/>
                    </a:lnTo>
                    <a:lnTo>
                      <a:pt x="905891" y="70700"/>
                    </a:lnTo>
                    <a:lnTo>
                      <a:pt x="903665" y="73442"/>
                    </a:lnTo>
                    <a:lnTo>
                      <a:pt x="901216" y="75720"/>
                    </a:lnTo>
                    <a:lnTo>
                      <a:pt x="898970" y="77840"/>
                    </a:lnTo>
                    <a:lnTo>
                      <a:pt x="897851" y="78421"/>
                    </a:lnTo>
                    <a:lnTo>
                      <a:pt x="896625" y="78606"/>
                    </a:lnTo>
                    <a:lnTo>
                      <a:pt x="894362" y="77313"/>
                    </a:lnTo>
                    <a:lnTo>
                      <a:pt x="890734" y="73611"/>
                    </a:lnTo>
                    <a:lnTo>
                      <a:pt x="886018" y="68745"/>
                    </a:lnTo>
                    <a:lnTo>
                      <a:pt x="882992" y="75570"/>
                    </a:lnTo>
                    <a:lnTo>
                      <a:pt x="879020" y="85087"/>
                    </a:lnTo>
                    <a:lnTo>
                      <a:pt x="877766" y="88869"/>
                    </a:lnTo>
                    <a:lnTo>
                      <a:pt x="876108" y="94689"/>
                    </a:lnTo>
                    <a:lnTo>
                      <a:pt x="875140" y="101095"/>
                    </a:lnTo>
                    <a:lnTo>
                      <a:pt x="873178" y="102179"/>
                    </a:lnTo>
                    <a:lnTo>
                      <a:pt x="833923" y="122923"/>
                    </a:lnTo>
                    <a:lnTo>
                      <a:pt x="827837" y="126120"/>
                    </a:lnTo>
                    <a:lnTo>
                      <a:pt x="784544" y="149143"/>
                    </a:lnTo>
                    <a:lnTo>
                      <a:pt x="777592" y="152782"/>
                    </a:lnTo>
                    <a:lnTo>
                      <a:pt x="757018" y="163739"/>
                    </a:lnTo>
                    <a:lnTo>
                      <a:pt x="743212" y="171058"/>
                    </a:lnTo>
                    <a:lnTo>
                      <a:pt x="746911" y="175269"/>
                    </a:lnTo>
                    <a:lnTo>
                      <a:pt x="749096" y="177891"/>
                    </a:lnTo>
                    <a:lnTo>
                      <a:pt x="749595" y="179014"/>
                    </a:lnTo>
                    <a:lnTo>
                      <a:pt x="753001" y="182803"/>
                    </a:lnTo>
                    <a:lnTo>
                      <a:pt x="761395" y="192013"/>
                    </a:lnTo>
                    <a:lnTo>
                      <a:pt x="766301" y="196679"/>
                    </a:lnTo>
                    <a:lnTo>
                      <a:pt x="765770" y="201040"/>
                    </a:lnTo>
                    <a:lnTo>
                      <a:pt x="765821" y="207438"/>
                    </a:lnTo>
                    <a:lnTo>
                      <a:pt x="766564" y="212951"/>
                    </a:lnTo>
                    <a:lnTo>
                      <a:pt x="766006" y="214346"/>
                    </a:lnTo>
                    <a:lnTo>
                      <a:pt x="763562" y="217882"/>
                    </a:lnTo>
                    <a:lnTo>
                      <a:pt x="759922" y="223608"/>
                    </a:lnTo>
                    <a:lnTo>
                      <a:pt x="758547" y="225889"/>
                    </a:lnTo>
                    <a:lnTo>
                      <a:pt x="756706" y="228792"/>
                    </a:lnTo>
                    <a:lnTo>
                      <a:pt x="755674" y="230515"/>
                    </a:lnTo>
                    <a:lnTo>
                      <a:pt x="750654" y="237016"/>
                    </a:lnTo>
                    <a:lnTo>
                      <a:pt x="747905" y="240622"/>
                    </a:lnTo>
                    <a:lnTo>
                      <a:pt x="741327" y="250759"/>
                    </a:lnTo>
                    <a:lnTo>
                      <a:pt x="738213" y="254970"/>
                    </a:lnTo>
                    <a:lnTo>
                      <a:pt x="736102" y="257355"/>
                    </a:lnTo>
                    <a:lnTo>
                      <a:pt x="733421" y="257886"/>
                    </a:lnTo>
                    <a:lnTo>
                      <a:pt x="729185" y="259573"/>
                    </a:lnTo>
                    <a:lnTo>
                      <a:pt x="727047" y="261020"/>
                    </a:lnTo>
                    <a:lnTo>
                      <a:pt x="720677" y="265521"/>
                    </a:lnTo>
                    <a:lnTo>
                      <a:pt x="714214" y="270200"/>
                    </a:lnTo>
                    <a:lnTo>
                      <a:pt x="707367" y="274855"/>
                    </a:lnTo>
                    <a:lnTo>
                      <a:pt x="702815" y="278071"/>
                    </a:lnTo>
                    <a:lnTo>
                      <a:pt x="699495" y="279890"/>
                    </a:lnTo>
                    <a:lnTo>
                      <a:pt x="696502" y="281320"/>
                    </a:lnTo>
                    <a:lnTo>
                      <a:pt x="693358" y="282761"/>
                    </a:lnTo>
                    <a:lnTo>
                      <a:pt x="690941" y="283927"/>
                    </a:lnTo>
                    <a:lnTo>
                      <a:pt x="688614" y="285009"/>
                    </a:lnTo>
                    <a:lnTo>
                      <a:pt x="688363" y="285270"/>
                    </a:lnTo>
                    <a:lnTo>
                      <a:pt x="691225" y="288617"/>
                    </a:lnTo>
                    <a:lnTo>
                      <a:pt x="692461" y="290123"/>
                    </a:lnTo>
                    <a:lnTo>
                      <a:pt x="696167" y="295076"/>
                    </a:lnTo>
                    <a:lnTo>
                      <a:pt x="701046" y="300922"/>
                    </a:lnTo>
                    <a:lnTo>
                      <a:pt x="703136" y="303653"/>
                    </a:lnTo>
                    <a:lnTo>
                      <a:pt x="703619" y="305044"/>
                    </a:lnTo>
                    <a:lnTo>
                      <a:pt x="703595" y="306523"/>
                    </a:lnTo>
                    <a:lnTo>
                      <a:pt x="702577" y="308713"/>
                    </a:lnTo>
                    <a:lnTo>
                      <a:pt x="699248" y="314005"/>
                    </a:lnTo>
                    <a:lnTo>
                      <a:pt x="694914" y="320893"/>
                    </a:lnTo>
                    <a:lnTo>
                      <a:pt x="691752" y="326003"/>
                    </a:lnTo>
                    <a:lnTo>
                      <a:pt x="690862" y="327463"/>
                    </a:lnTo>
                    <a:lnTo>
                      <a:pt x="684925" y="337041"/>
                    </a:lnTo>
                    <a:lnTo>
                      <a:pt x="678425" y="347733"/>
                    </a:lnTo>
                    <a:lnTo>
                      <a:pt x="671116" y="359542"/>
                    </a:lnTo>
                    <a:lnTo>
                      <a:pt x="661686" y="372529"/>
                    </a:lnTo>
                    <a:lnTo>
                      <a:pt x="656722" y="379010"/>
                    </a:lnTo>
                    <a:lnTo>
                      <a:pt x="653814" y="382756"/>
                    </a:lnTo>
                    <a:lnTo>
                      <a:pt x="651995" y="385546"/>
                    </a:lnTo>
                    <a:lnTo>
                      <a:pt x="642655" y="404329"/>
                    </a:lnTo>
                    <a:lnTo>
                      <a:pt x="642353" y="404910"/>
                    </a:lnTo>
                    <a:lnTo>
                      <a:pt x="641720" y="404573"/>
                    </a:lnTo>
                    <a:lnTo>
                      <a:pt x="640486" y="407380"/>
                    </a:lnTo>
                    <a:lnTo>
                      <a:pt x="637394" y="414483"/>
                    </a:lnTo>
                    <a:lnTo>
                      <a:pt x="636801" y="415393"/>
                    </a:lnTo>
                    <a:lnTo>
                      <a:pt x="637701" y="416536"/>
                    </a:lnTo>
                    <a:lnTo>
                      <a:pt x="635971" y="416699"/>
                    </a:lnTo>
                    <a:lnTo>
                      <a:pt x="635227" y="417813"/>
                    </a:lnTo>
                    <a:lnTo>
                      <a:pt x="633767" y="419948"/>
                    </a:lnTo>
                    <a:lnTo>
                      <a:pt x="632003" y="422527"/>
                    </a:lnTo>
                    <a:lnTo>
                      <a:pt x="630214" y="426988"/>
                    </a:lnTo>
                    <a:lnTo>
                      <a:pt x="627996" y="431980"/>
                    </a:lnTo>
                    <a:lnTo>
                      <a:pt x="623975" y="430394"/>
                    </a:lnTo>
                    <a:lnTo>
                      <a:pt x="621938" y="432764"/>
                    </a:lnTo>
                    <a:lnTo>
                      <a:pt x="619756" y="432168"/>
                    </a:lnTo>
                    <a:lnTo>
                      <a:pt x="615958" y="431221"/>
                    </a:lnTo>
                    <a:lnTo>
                      <a:pt x="608686" y="429393"/>
                    </a:lnTo>
                    <a:lnTo>
                      <a:pt x="607367" y="429480"/>
                    </a:lnTo>
                    <a:lnTo>
                      <a:pt x="599951" y="429893"/>
                    </a:lnTo>
                    <a:lnTo>
                      <a:pt x="595525" y="428566"/>
                    </a:lnTo>
                    <a:lnTo>
                      <a:pt x="589505" y="424673"/>
                    </a:lnTo>
                    <a:lnTo>
                      <a:pt x="588329" y="423824"/>
                    </a:lnTo>
                    <a:lnTo>
                      <a:pt x="586359" y="422431"/>
                    </a:lnTo>
                    <a:lnTo>
                      <a:pt x="585497" y="419101"/>
                    </a:lnTo>
                    <a:lnTo>
                      <a:pt x="585536" y="418810"/>
                    </a:lnTo>
                    <a:lnTo>
                      <a:pt x="587564" y="413180"/>
                    </a:lnTo>
                    <a:lnTo>
                      <a:pt x="586097" y="410462"/>
                    </a:lnTo>
                    <a:lnTo>
                      <a:pt x="584073" y="406242"/>
                    </a:lnTo>
                    <a:lnTo>
                      <a:pt x="582571" y="403086"/>
                    </a:lnTo>
                    <a:lnTo>
                      <a:pt x="575978" y="395948"/>
                    </a:lnTo>
                    <a:lnTo>
                      <a:pt x="574555" y="390290"/>
                    </a:lnTo>
                    <a:lnTo>
                      <a:pt x="573294" y="383400"/>
                    </a:lnTo>
                    <a:lnTo>
                      <a:pt x="565374" y="369454"/>
                    </a:lnTo>
                    <a:lnTo>
                      <a:pt x="564161" y="362308"/>
                    </a:lnTo>
                    <a:lnTo>
                      <a:pt x="563717" y="354843"/>
                    </a:lnTo>
                    <a:lnTo>
                      <a:pt x="562280" y="340895"/>
                    </a:lnTo>
                    <a:lnTo>
                      <a:pt x="560765" y="338153"/>
                    </a:lnTo>
                    <a:lnTo>
                      <a:pt x="557045" y="333344"/>
                    </a:lnTo>
                    <a:lnTo>
                      <a:pt x="557175" y="326861"/>
                    </a:lnTo>
                    <a:lnTo>
                      <a:pt x="555073" y="325881"/>
                    </a:lnTo>
                    <a:lnTo>
                      <a:pt x="551691" y="322465"/>
                    </a:lnTo>
                    <a:lnTo>
                      <a:pt x="540815" y="311433"/>
                    </a:lnTo>
                    <a:lnTo>
                      <a:pt x="533071" y="311585"/>
                    </a:lnTo>
                    <a:lnTo>
                      <a:pt x="529664" y="309105"/>
                    </a:lnTo>
                    <a:lnTo>
                      <a:pt x="526216" y="305775"/>
                    </a:lnTo>
                    <a:lnTo>
                      <a:pt x="524845" y="304447"/>
                    </a:lnTo>
                    <a:lnTo>
                      <a:pt x="523070" y="302793"/>
                    </a:lnTo>
                    <a:lnTo>
                      <a:pt x="510740" y="303211"/>
                    </a:lnTo>
                    <a:lnTo>
                      <a:pt x="510306" y="303790"/>
                    </a:lnTo>
                    <a:lnTo>
                      <a:pt x="507153" y="308249"/>
                    </a:lnTo>
                    <a:lnTo>
                      <a:pt x="494058" y="325394"/>
                    </a:lnTo>
                    <a:lnTo>
                      <a:pt x="489118" y="331960"/>
                    </a:lnTo>
                    <a:lnTo>
                      <a:pt x="477122" y="347840"/>
                    </a:lnTo>
                    <a:lnTo>
                      <a:pt x="469775" y="357546"/>
                    </a:lnTo>
                    <a:lnTo>
                      <a:pt x="464905" y="364014"/>
                    </a:lnTo>
                    <a:lnTo>
                      <a:pt x="459526" y="371119"/>
                    </a:lnTo>
                    <a:lnTo>
                      <a:pt x="457497" y="373844"/>
                    </a:lnTo>
                    <a:lnTo>
                      <a:pt x="452598" y="380279"/>
                    </a:lnTo>
                    <a:lnTo>
                      <a:pt x="451013" y="382407"/>
                    </a:lnTo>
                    <a:lnTo>
                      <a:pt x="447825" y="387583"/>
                    </a:lnTo>
                    <a:lnTo>
                      <a:pt x="445519" y="391443"/>
                    </a:lnTo>
                    <a:lnTo>
                      <a:pt x="440641" y="399582"/>
                    </a:lnTo>
                    <a:lnTo>
                      <a:pt x="433421" y="400344"/>
                    </a:lnTo>
                    <a:lnTo>
                      <a:pt x="427779" y="401759"/>
                    </a:lnTo>
                    <a:lnTo>
                      <a:pt x="395325" y="402418"/>
                    </a:lnTo>
                    <a:lnTo>
                      <a:pt x="340624" y="403652"/>
                    </a:lnTo>
                    <a:lnTo>
                      <a:pt x="332934" y="405328"/>
                    </a:lnTo>
                    <a:lnTo>
                      <a:pt x="314379" y="413793"/>
                    </a:lnTo>
                    <a:lnTo>
                      <a:pt x="291595" y="423345"/>
                    </a:lnTo>
                    <a:lnTo>
                      <a:pt x="287978" y="423672"/>
                    </a:lnTo>
                    <a:lnTo>
                      <a:pt x="279138" y="421019"/>
                    </a:lnTo>
                    <a:lnTo>
                      <a:pt x="270723" y="418229"/>
                    </a:lnTo>
                    <a:lnTo>
                      <a:pt x="262712" y="413619"/>
                    </a:lnTo>
                    <a:lnTo>
                      <a:pt x="249631" y="411593"/>
                    </a:lnTo>
                    <a:lnTo>
                      <a:pt x="240731" y="411027"/>
                    </a:lnTo>
                    <a:lnTo>
                      <a:pt x="230123" y="410764"/>
                    </a:lnTo>
                    <a:lnTo>
                      <a:pt x="211398" y="411138"/>
                    </a:lnTo>
                    <a:lnTo>
                      <a:pt x="202580" y="410990"/>
                    </a:lnTo>
                    <a:lnTo>
                      <a:pt x="156871" y="411291"/>
                    </a:lnTo>
                    <a:lnTo>
                      <a:pt x="134348" y="413426"/>
                    </a:lnTo>
                    <a:lnTo>
                      <a:pt x="107071" y="419691"/>
                    </a:lnTo>
                    <a:lnTo>
                      <a:pt x="92147" y="423587"/>
                    </a:lnTo>
                    <a:lnTo>
                      <a:pt x="40310" y="437208"/>
                    </a:lnTo>
                    <a:lnTo>
                      <a:pt x="29231" y="441898"/>
                    </a:lnTo>
                    <a:lnTo>
                      <a:pt x="15533" y="451556"/>
                    </a:lnTo>
                    <a:lnTo>
                      <a:pt x="11723" y="453763"/>
                    </a:lnTo>
                    <a:lnTo>
                      <a:pt x="4705" y="456139"/>
                    </a:lnTo>
                    <a:lnTo>
                      <a:pt x="0" y="460402"/>
                    </a:lnTo>
                    <a:lnTo>
                      <a:pt x="3845" y="466809"/>
                    </a:lnTo>
                    <a:lnTo>
                      <a:pt x="5860" y="475273"/>
                    </a:lnTo>
                    <a:lnTo>
                      <a:pt x="21470" y="481140"/>
                    </a:lnTo>
                    <a:lnTo>
                      <a:pt x="50205" y="492702"/>
                    </a:lnTo>
                    <a:lnTo>
                      <a:pt x="75787" y="509170"/>
                    </a:lnTo>
                    <a:lnTo>
                      <a:pt x="91907" y="523538"/>
                    </a:lnTo>
                    <a:lnTo>
                      <a:pt x="108007" y="541052"/>
                    </a:lnTo>
                    <a:lnTo>
                      <a:pt x="127481" y="559490"/>
                    </a:lnTo>
                    <a:lnTo>
                      <a:pt x="142263" y="571505"/>
                    </a:lnTo>
                    <a:lnTo>
                      <a:pt x="144393" y="573666"/>
                    </a:lnTo>
                    <a:lnTo>
                      <a:pt x="146072" y="577503"/>
                    </a:lnTo>
                    <a:lnTo>
                      <a:pt x="148525" y="585015"/>
                    </a:lnTo>
                    <a:lnTo>
                      <a:pt x="149605" y="587542"/>
                    </a:lnTo>
                    <a:lnTo>
                      <a:pt x="164862" y="606588"/>
                    </a:lnTo>
                    <a:lnTo>
                      <a:pt x="181283" y="620447"/>
                    </a:lnTo>
                    <a:lnTo>
                      <a:pt x="186178" y="628011"/>
                    </a:lnTo>
                    <a:lnTo>
                      <a:pt x="200049" y="641321"/>
                    </a:lnTo>
                    <a:lnTo>
                      <a:pt x="226721" y="651508"/>
                    </a:lnTo>
                    <a:lnTo>
                      <a:pt x="235568" y="657857"/>
                    </a:lnTo>
                    <a:lnTo>
                      <a:pt x="245690" y="661989"/>
                    </a:lnTo>
                    <a:lnTo>
                      <a:pt x="263378" y="670781"/>
                    </a:lnTo>
                    <a:lnTo>
                      <a:pt x="290613" y="676581"/>
                    </a:lnTo>
                    <a:lnTo>
                      <a:pt x="337952" y="687915"/>
                    </a:lnTo>
                    <a:lnTo>
                      <a:pt x="351495" y="691996"/>
                    </a:lnTo>
                    <a:lnTo>
                      <a:pt x="388010" y="709197"/>
                    </a:lnTo>
                    <a:lnTo>
                      <a:pt x="438285" y="740121"/>
                    </a:lnTo>
                    <a:lnTo>
                      <a:pt x="457975" y="762084"/>
                    </a:lnTo>
                    <a:lnTo>
                      <a:pt x="459880" y="767577"/>
                    </a:lnTo>
                    <a:lnTo>
                      <a:pt x="479944" y="785514"/>
                    </a:lnTo>
                    <a:lnTo>
                      <a:pt x="484679" y="793677"/>
                    </a:lnTo>
                    <a:lnTo>
                      <a:pt x="492127" y="808314"/>
                    </a:lnTo>
                    <a:lnTo>
                      <a:pt x="495900" y="825587"/>
                    </a:lnTo>
                    <a:lnTo>
                      <a:pt x="497741" y="846512"/>
                    </a:lnTo>
                    <a:lnTo>
                      <a:pt x="496162" y="862449"/>
                    </a:lnTo>
                    <a:lnTo>
                      <a:pt x="497454" y="898631"/>
                    </a:lnTo>
                    <a:lnTo>
                      <a:pt x="496188" y="929408"/>
                    </a:lnTo>
                    <a:lnTo>
                      <a:pt x="492576" y="949545"/>
                    </a:lnTo>
                    <a:lnTo>
                      <a:pt x="490694" y="969760"/>
                    </a:lnTo>
                    <a:lnTo>
                      <a:pt x="488662" y="976837"/>
                    </a:lnTo>
                    <a:lnTo>
                      <a:pt x="485802" y="984365"/>
                    </a:lnTo>
                    <a:lnTo>
                      <a:pt x="486368" y="990659"/>
                    </a:lnTo>
                    <a:lnTo>
                      <a:pt x="482541" y="995109"/>
                    </a:lnTo>
                    <a:lnTo>
                      <a:pt x="483963" y="996036"/>
                    </a:lnTo>
                    <a:lnTo>
                      <a:pt x="487877" y="999680"/>
                    </a:lnTo>
                    <a:lnTo>
                      <a:pt x="664103" y="806798"/>
                    </a:lnTo>
                    <a:lnTo>
                      <a:pt x="688408" y="780622"/>
                    </a:lnTo>
                    <a:lnTo>
                      <a:pt x="703486" y="783638"/>
                    </a:lnTo>
                    <a:lnTo>
                      <a:pt x="747214" y="739601"/>
                    </a:lnTo>
                    <a:lnTo>
                      <a:pt x="735755" y="729950"/>
                    </a:lnTo>
                    <a:lnTo>
                      <a:pt x="784356" y="662109"/>
                    </a:lnTo>
                    <a:lnTo>
                      <a:pt x="787166" y="663210"/>
                    </a:lnTo>
                    <a:lnTo>
                      <a:pt x="821812" y="660779"/>
                    </a:lnTo>
                    <a:lnTo>
                      <a:pt x="844319" y="661998"/>
                    </a:lnTo>
                    <a:lnTo>
                      <a:pt x="875651" y="665101"/>
                    </a:lnTo>
                    <a:lnTo>
                      <a:pt x="889929" y="668734"/>
                    </a:lnTo>
                    <a:lnTo>
                      <a:pt x="906127" y="674892"/>
                    </a:lnTo>
                    <a:lnTo>
                      <a:pt x="914727" y="680148"/>
                    </a:lnTo>
                    <a:lnTo>
                      <a:pt x="921915" y="687976"/>
                    </a:lnTo>
                    <a:lnTo>
                      <a:pt x="931865" y="696698"/>
                    </a:lnTo>
                    <a:lnTo>
                      <a:pt x="944755" y="703140"/>
                    </a:lnTo>
                    <a:lnTo>
                      <a:pt x="984272" y="711097"/>
                    </a:lnTo>
                    <a:lnTo>
                      <a:pt x="994645" y="714664"/>
                    </a:lnTo>
                    <a:lnTo>
                      <a:pt x="1008466" y="721819"/>
                    </a:lnTo>
                    <a:lnTo>
                      <a:pt x="1021704" y="730250"/>
                    </a:lnTo>
                    <a:lnTo>
                      <a:pt x="1039764" y="742696"/>
                    </a:lnTo>
                    <a:lnTo>
                      <a:pt x="1053791" y="743138"/>
                    </a:lnTo>
                    <a:lnTo>
                      <a:pt x="1064080" y="743307"/>
                    </a:lnTo>
                    <a:lnTo>
                      <a:pt x="1079165" y="748537"/>
                    </a:lnTo>
                    <a:lnTo>
                      <a:pt x="1102639" y="752776"/>
                    </a:lnTo>
                    <a:lnTo>
                      <a:pt x="1113288" y="758807"/>
                    </a:lnTo>
                    <a:lnTo>
                      <a:pt x="1114861" y="754504"/>
                    </a:lnTo>
                    <a:lnTo>
                      <a:pt x="1118631" y="755906"/>
                    </a:lnTo>
                    <a:lnTo>
                      <a:pt x="1122976" y="755222"/>
                    </a:lnTo>
                    <a:lnTo>
                      <a:pt x="1142141" y="744992"/>
                    </a:lnTo>
                    <a:lnTo>
                      <a:pt x="1149140" y="742089"/>
                    </a:lnTo>
                    <a:lnTo>
                      <a:pt x="1152946" y="740887"/>
                    </a:lnTo>
                    <a:lnTo>
                      <a:pt x="1164501" y="737884"/>
                    </a:lnTo>
                    <a:lnTo>
                      <a:pt x="1168364" y="736150"/>
                    </a:lnTo>
                    <a:lnTo>
                      <a:pt x="1174336" y="733410"/>
                    </a:lnTo>
                    <a:lnTo>
                      <a:pt x="1185066" y="733162"/>
                    </a:lnTo>
                    <a:lnTo>
                      <a:pt x="1190310" y="733057"/>
                    </a:lnTo>
                    <a:lnTo>
                      <a:pt x="1216397" y="728189"/>
                    </a:lnTo>
                    <a:lnTo>
                      <a:pt x="1222763" y="729989"/>
                    </a:lnTo>
                    <a:lnTo>
                      <a:pt x="1233129" y="729386"/>
                    </a:lnTo>
                    <a:lnTo>
                      <a:pt x="1245735" y="721338"/>
                    </a:lnTo>
                    <a:lnTo>
                      <a:pt x="1249050" y="718583"/>
                    </a:lnTo>
                    <a:lnTo>
                      <a:pt x="1257030" y="711512"/>
                    </a:lnTo>
                    <a:lnTo>
                      <a:pt x="1259757" y="710975"/>
                    </a:lnTo>
                    <a:lnTo>
                      <a:pt x="1263396" y="710925"/>
                    </a:lnTo>
                    <a:lnTo>
                      <a:pt x="1272727" y="712568"/>
                    </a:lnTo>
                    <a:lnTo>
                      <a:pt x="1282984" y="708450"/>
                    </a:lnTo>
                    <a:lnTo>
                      <a:pt x="1287657" y="705408"/>
                    </a:lnTo>
                    <a:lnTo>
                      <a:pt x="1299757" y="692176"/>
                    </a:lnTo>
                    <a:lnTo>
                      <a:pt x="1308203" y="685974"/>
                    </a:lnTo>
                    <a:lnTo>
                      <a:pt x="1317744" y="679887"/>
                    </a:lnTo>
                    <a:lnTo>
                      <a:pt x="1331523" y="669088"/>
                    </a:lnTo>
                    <a:lnTo>
                      <a:pt x="1340113" y="661064"/>
                    </a:lnTo>
                    <a:lnTo>
                      <a:pt x="1346378" y="658394"/>
                    </a:lnTo>
                    <a:lnTo>
                      <a:pt x="1373759" y="658096"/>
                    </a:lnTo>
                    <a:lnTo>
                      <a:pt x="1376670" y="657315"/>
                    </a:lnTo>
                    <a:lnTo>
                      <a:pt x="1383979" y="654429"/>
                    </a:lnTo>
                    <a:lnTo>
                      <a:pt x="1396133" y="651300"/>
                    </a:lnTo>
                    <a:lnTo>
                      <a:pt x="1406448" y="651125"/>
                    </a:lnTo>
                    <a:lnTo>
                      <a:pt x="1423475" y="650233"/>
                    </a:lnTo>
                    <a:lnTo>
                      <a:pt x="1447681" y="636401"/>
                    </a:lnTo>
                    <a:lnTo>
                      <a:pt x="1453631" y="633108"/>
                    </a:lnTo>
                    <a:lnTo>
                      <a:pt x="1454189" y="632769"/>
                    </a:lnTo>
                    <a:lnTo>
                      <a:pt x="1455429" y="632231"/>
                    </a:lnTo>
                    <a:lnTo>
                      <a:pt x="1459671" y="631237"/>
                    </a:lnTo>
                    <a:lnTo>
                      <a:pt x="1470130" y="630081"/>
                    </a:lnTo>
                    <a:lnTo>
                      <a:pt x="1484541" y="628714"/>
                    </a:lnTo>
                    <a:lnTo>
                      <a:pt x="1489310" y="627324"/>
                    </a:lnTo>
                    <a:lnTo>
                      <a:pt x="1490839" y="626695"/>
                    </a:lnTo>
                    <a:lnTo>
                      <a:pt x="1494898" y="624647"/>
                    </a:lnTo>
                    <a:lnTo>
                      <a:pt x="1498122" y="622255"/>
                    </a:lnTo>
                    <a:lnTo>
                      <a:pt x="1505613" y="616843"/>
                    </a:lnTo>
                    <a:lnTo>
                      <a:pt x="1510660" y="613141"/>
                    </a:lnTo>
                    <a:lnTo>
                      <a:pt x="1516448" y="608736"/>
                    </a:lnTo>
                    <a:lnTo>
                      <a:pt x="1525186" y="600826"/>
                    </a:lnTo>
                    <a:lnTo>
                      <a:pt x="1534446" y="592316"/>
                    </a:lnTo>
                    <a:lnTo>
                      <a:pt x="1538476" y="588971"/>
                    </a:lnTo>
                    <a:lnTo>
                      <a:pt x="1547475" y="584793"/>
                    </a:lnTo>
                    <a:lnTo>
                      <a:pt x="1550399" y="584145"/>
                    </a:lnTo>
                    <a:lnTo>
                      <a:pt x="1555380" y="583198"/>
                    </a:lnTo>
                    <a:lnTo>
                      <a:pt x="1557041" y="582486"/>
                    </a:lnTo>
                    <a:close/>
                  </a:path>
                </a:pathLst>
              </a:custGeom>
              <a:solidFill>
                <a:srgbClr val="440556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1" name="pg11">
                <a:extLst>
                  <a:ext uri="{FF2B5EF4-FFF2-40B4-BE49-F238E27FC236}">
                    <a16:creationId xmlns:a16="http://schemas.microsoft.com/office/drawing/2014/main" id="{BBB11FEF-C685-43D8-BB04-ADBA7286C7C8}"/>
                  </a:ext>
                </a:extLst>
              </p:cNvPr>
              <p:cNvSpPr/>
              <p:nvPr/>
            </p:nvSpPr>
            <p:spPr>
              <a:xfrm>
                <a:off x="2804567" y="2789485"/>
                <a:ext cx="946445" cy="629301"/>
              </a:xfrm>
              <a:custGeom>
                <a:avLst/>
                <a:gdLst/>
                <a:ahLst/>
                <a:cxnLst/>
                <a:rect l="0" t="0" r="0" b="0"/>
                <a:pathLst>
                  <a:path w="1854260" h="1232916">
                    <a:moveTo>
                      <a:pt x="1852525" y="880666"/>
                    </a:moveTo>
                    <a:lnTo>
                      <a:pt x="1846735" y="881591"/>
                    </a:lnTo>
                    <a:lnTo>
                      <a:pt x="1841565" y="881593"/>
                    </a:lnTo>
                    <a:lnTo>
                      <a:pt x="1836955" y="880862"/>
                    </a:lnTo>
                    <a:lnTo>
                      <a:pt x="1830111" y="878571"/>
                    </a:lnTo>
                    <a:lnTo>
                      <a:pt x="1824722" y="874518"/>
                    </a:lnTo>
                    <a:lnTo>
                      <a:pt x="1820482" y="869983"/>
                    </a:lnTo>
                    <a:lnTo>
                      <a:pt x="1817198" y="862262"/>
                    </a:lnTo>
                    <a:lnTo>
                      <a:pt x="1815738" y="850658"/>
                    </a:lnTo>
                    <a:lnTo>
                      <a:pt x="1813638" y="839751"/>
                    </a:lnTo>
                    <a:lnTo>
                      <a:pt x="1809789" y="829494"/>
                    </a:lnTo>
                    <a:lnTo>
                      <a:pt x="1804543" y="816904"/>
                    </a:lnTo>
                    <a:lnTo>
                      <a:pt x="1802462" y="804497"/>
                    </a:lnTo>
                    <a:lnTo>
                      <a:pt x="1802842" y="787266"/>
                    </a:lnTo>
                    <a:lnTo>
                      <a:pt x="1805195" y="780336"/>
                    </a:lnTo>
                    <a:lnTo>
                      <a:pt x="1811944" y="768089"/>
                    </a:lnTo>
                    <a:lnTo>
                      <a:pt x="1816367" y="759656"/>
                    </a:lnTo>
                    <a:lnTo>
                      <a:pt x="1820342" y="751425"/>
                    </a:lnTo>
                    <a:lnTo>
                      <a:pt x="1819339" y="744863"/>
                    </a:lnTo>
                    <a:lnTo>
                      <a:pt x="1814914" y="738235"/>
                    </a:lnTo>
                    <a:lnTo>
                      <a:pt x="1810641" y="733967"/>
                    </a:lnTo>
                    <a:lnTo>
                      <a:pt x="1803918" y="732457"/>
                    </a:lnTo>
                    <a:lnTo>
                      <a:pt x="1797896" y="733625"/>
                    </a:lnTo>
                    <a:lnTo>
                      <a:pt x="1793142" y="739434"/>
                    </a:lnTo>
                    <a:lnTo>
                      <a:pt x="1786124" y="745764"/>
                    </a:lnTo>
                    <a:lnTo>
                      <a:pt x="1782493" y="748687"/>
                    </a:lnTo>
                    <a:lnTo>
                      <a:pt x="1778800" y="748805"/>
                    </a:lnTo>
                    <a:lnTo>
                      <a:pt x="1775628" y="745458"/>
                    </a:lnTo>
                    <a:lnTo>
                      <a:pt x="1774414" y="740204"/>
                    </a:lnTo>
                    <a:lnTo>
                      <a:pt x="1772630" y="736145"/>
                    </a:lnTo>
                    <a:lnTo>
                      <a:pt x="1769468" y="732953"/>
                    </a:lnTo>
                    <a:lnTo>
                      <a:pt x="1764170" y="731967"/>
                    </a:lnTo>
                    <a:lnTo>
                      <a:pt x="1753608" y="732452"/>
                    </a:lnTo>
                    <a:lnTo>
                      <a:pt x="1746907" y="730259"/>
                    </a:lnTo>
                    <a:lnTo>
                      <a:pt x="1743968" y="728570"/>
                    </a:lnTo>
                    <a:lnTo>
                      <a:pt x="1741774" y="724894"/>
                    </a:lnTo>
                    <a:lnTo>
                      <a:pt x="1741063" y="718994"/>
                    </a:lnTo>
                    <a:lnTo>
                      <a:pt x="1741947" y="713464"/>
                    </a:lnTo>
                    <a:lnTo>
                      <a:pt x="1745132" y="708903"/>
                    </a:lnTo>
                    <a:lnTo>
                      <a:pt x="1752359" y="704825"/>
                    </a:lnTo>
                    <a:lnTo>
                      <a:pt x="1758954" y="701491"/>
                    </a:lnTo>
                    <a:lnTo>
                      <a:pt x="1762521" y="698231"/>
                    </a:lnTo>
                    <a:lnTo>
                      <a:pt x="1763800" y="693956"/>
                    </a:lnTo>
                    <a:lnTo>
                      <a:pt x="1763722" y="689419"/>
                    </a:lnTo>
                    <a:lnTo>
                      <a:pt x="1760383" y="686690"/>
                    </a:lnTo>
                    <a:lnTo>
                      <a:pt x="1755932" y="686955"/>
                    </a:lnTo>
                    <a:lnTo>
                      <a:pt x="1744982" y="691384"/>
                    </a:lnTo>
                    <a:lnTo>
                      <a:pt x="1738830" y="692766"/>
                    </a:lnTo>
                    <a:lnTo>
                      <a:pt x="1733591" y="691499"/>
                    </a:lnTo>
                    <a:lnTo>
                      <a:pt x="1727820" y="687473"/>
                    </a:lnTo>
                    <a:lnTo>
                      <a:pt x="1725285" y="681221"/>
                    </a:lnTo>
                    <a:lnTo>
                      <a:pt x="1719742" y="670529"/>
                    </a:lnTo>
                    <a:lnTo>
                      <a:pt x="1714715" y="661269"/>
                    </a:lnTo>
                    <a:lnTo>
                      <a:pt x="1705864" y="650703"/>
                    </a:lnTo>
                    <a:lnTo>
                      <a:pt x="1702543" y="643613"/>
                    </a:lnTo>
                    <a:lnTo>
                      <a:pt x="1702331" y="637002"/>
                    </a:lnTo>
                    <a:lnTo>
                      <a:pt x="1702221" y="629330"/>
                    </a:lnTo>
                    <a:lnTo>
                      <a:pt x="1704364" y="622812"/>
                    </a:lnTo>
                    <a:lnTo>
                      <a:pt x="1704592" y="617798"/>
                    </a:lnTo>
                    <a:lnTo>
                      <a:pt x="1703736" y="613759"/>
                    </a:lnTo>
                    <a:lnTo>
                      <a:pt x="1699365" y="610447"/>
                    </a:lnTo>
                    <a:lnTo>
                      <a:pt x="1690953" y="612782"/>
                    </a:lnTo>
                    <a:lnTo>
                      <a:pt x="1678927" y="618203"/>
                    </a:lnTo>
                    <a:lnTo>
                      <a:pt x="1668135" y="616764"/>
                    </a:lnTo>
                    <a:lnTo>
                      <a:pt x="1661400" y="613628"/>
                    </a:lnTo>
                    <a:lnTo>
                      <a:pt x="1655829" y="608899"/>
                    </a:lnTo>
                    <a:lnTo>
                      <a:pt x="1648184" y="601239"/>
                    </a:lnTo>
                    <a:lnTo>
                      <a:pt x="1634387" y="589383"/>
                    </a:lnTo>
                    <a:lnTo>
                      <a:pt x="1618386" y="580118"/>
                    </a:lnTo>
                    <a:lnTo>
                      <a:pt x="1604927" y="573779"/>
                    </a:lnTo>
                    <a:lnTo>
                      <a:pt x="1597566" y="568034"/>
                    </a:lnTo>
                    <a:lnTo>
                      <a:pt x="1595956" y="562099"/>
                    </a:lnTo>
                    <a:lnTo>
                      <a:pt x="1597725" y="555897"/>
                    </a:lnTo>
                    <a:lnTo>
                      <a:pt x="1603944" y="541144"/>
                    </a:lnTo>
                    <a:lnTo>
                      <a:pt x="1604509" y="536548"/>
                    </a:lnTo>
                    <a:lnTo>
                      <a:pt x="1601298" y="530946"/>
                    </a:lnTo>
                    <a:lnTo>
                      <a:pt x="1593963" y="528210"/>
                    </a:lnTo>
                    <a:lnTo>
                      <a:pt x="1583002" y="527834"/>
                    </a:lnTo>
                    <a:lnTo>
                      <a:pt x="1562119" y="529806"/>
                    </a:lnTo>
                    <a:lnTo>
                      <a:pt x="1554010" y="528204"/>
                    </a:lnTo>
                    <a:lnTo>
                      <a:pt x="1548649" y="525353"/>
                    </a:lnTo>
                    <a:lnTo>
                      <a:pt x="1546112" y="518970"/>
                    </a:lnTo>
                    <a:lnTo>
                      <a:pt x="1547283" y="505331"/>
                    </a:lnTo>
                    <a:lnTo>
                      <a:pt x="1549137" y="465830"/>
                    </a:lnTo>
                    <a:lnTo>
                      <a:pt x="1550288" y="432888"/>
                    </a:lnTo>
                    <a:lnTo>
                      <a:pt x="1548939" y="420779"/>
                    </a:lnTo>
                    <a:lnTo>
                      <a:pt x="1543368" y="402932"/>
                    </a:lnTo>
                    <a:lnTo>
                      <a:pt x="1539578" y="378723"/>
                    </a:lnTo>
                    <a:lnTo>
                      <a:pt x="1537504" y="351363"/>
                    </a:lnTo>
                    <a:lnTo>
                      <a:pt x="1534502" y="332710"/>
                    </a:lnTo>
                    <a:lnTo>
                      <a:pt x="1536612" y="314826"/>
                    </a:lnTo>
                    <a:lnTo>
                      <a:pt x="1535101" y="310369"/>
                    </a:lnTo>
                    <a:lnTo>
                      <a:pt x="1531924" y="305729"/>
                    </a:lnTo>
                    <a:lnTo>
                      <a:pt x="1526507" y="303155"/>
                    </a:lnTo>
                    <a:lnTo>
                      <a:pt x="1519869" y="302260"/>
                    </a:lnTo>
                    <a:lnTo>
                      <a:pt x="1504623" y="304469"/>
                    </a:lnTo>
                    <a:lnTo>
                      <a:pt x="1497816" y="307507"/>
                    </a:lnTo>
                    <a:lnTo>
                      <a:pt x="1489252" y="314332"/>
                    </a:lnTo>
                    <a:lnTo>
                      <a:pt x="1481440" y="322399"/>
                    </a:lnTo>
                    <a:lnTo>
                      <a:pt x="1472674" y="327479"/>
                    </a:lnTo>
                    <a:lnTo>
                      <a:pt x="1466391" y="328593"/>
                    </a:lnTo>
                    <a:lnTo>
                      <a:pt x="1461700" y="325875"/>
                    </a:lnTo>
                    <a:lnTo>
                      <a:pt x="1457440" y="321457"/>
                    </a:lnTo>
                    <a:lnTo>
                      <a:pt x="1448221" y="301433"/>
                    </a:lnTo>
                    <a:lnTo>
                      <a:pt x="1434070" y="277379"/>
                    </a:lnTo>
                    <a:lnTo>
                      <a:pt x="1421858" y="264857"/>
                    </a:lnTo>
                    <a:lnTo>
                      <a:pt x="1413764" y="260006"/>
                    </a:lnTo>
                    <a:lnTo>
                      <a:pt x="1403319" y="254994"/>
                    </a:lnTo>
                    <a:lnTo>
                      <a:pt x="1376539" y="243897"/>
                    </a:lnTo>
                    <a:lnTo>
                      <a:pt x="1369081" y="239127"/>
                    </a:lnTo>
                    <a:lnTo>
                      <a:pt x="1363228" y="230955"/>
                    </a:lnTo>
                    <a:lnTo>
                      <a:pt x="1361213" y="225545"/>
                    </a:lnTo>
                    <a:lnTo>
                      <a:pt x="1362228" y="219586"/>
                    </a:lnTo>
                    <a:lnTo>
                      <a:pt x="1368237" y="209841"/>
                    </a:lnTo>
                    <a:lnTo>
                      <a:pt x="1376250" y="206046"/>
                    </a:lnTo>
                    <a:lnTo>
                      <a:pt x="1393221" y="196773"/>
                    </a:lnTo>
                    <a:lnTo>
                      <a:pt x="1399651" y="192342"/>
                    </a:lnTo>
                    <a:lnTo>
                      <a:pt x="1403795" y="187517"/>
                    </a:lnTo>
                    <a:lnTo>
                      <a:pt x="1404829" y="182303"/>
                    </a:lnTo>
                    <a:lnTo>
                      <a:pt x="1404913" y="177852"/>
                    </a:lnTo>
                    <a:lnTo>
                      <a:pt x="1403229" y="173839"/>
                    </a:lnTo>
                    <a:lnTo>
                      <a:pt x="1398273" y="167878"/>
                    </a:lnTo>
                    <a:lnTo>
                      <a:pt x="1393481" y="165885"/>
                    </a:lnTo>
                    <a:lnTo>
                      <a:pt x="1387370" y="165528"/>
                    </a:lnTo>
                    <a:lnTo>
                      <a:pt x="1381077" y="168873"/>
                    </a:lnTo>
                    <a:lnTo>
                      <a:pt x="1374639" y="174520"/>
                    </a:lnTo>
                    <a:lnTo>
                      <a:pt x="1365474" y="184799"/>
                    </a:lnTo>
                    <a:lnTo>
                      <a:pt x="1355583" y="189772"/>
                    </a:lnTo>
                    <a:lnTo>
                      <a:pt x="1350625" y="191075"/>
                    </a:lnTo>
                    <a:lnTo>
                      <a:pt x="1341385" y="191299"/>
                    </a:lnTo>
                    <a:lnTo>
                      <a:pt x="1333720" y="189084"/>
                    </a:lnTo>
                    <a:lnTo>
                      <a:pt x="1320788" y="181967"/>
                    </a:lnTo>
                    <a:lnTo>
                      <a:pt x="1313054" y="179016"/>
                    </a:lnTo>
                    <a:lnTo>
                      <a:pt x="1305961" y="177650"/>
                    </a:lnTo>
                    <a:lnTo>
                      <a:pt x="1295840" y="179830"/>
                    </a:lnTo>
                    <a:lnTo>
                      <a:pt x="1289750" y="183173"/>
                    </a:lnTo>
                    <a:lnTo>
                      <a:pt x="1282158" y="189425"/>
                    </a:lnTo>
                    <a:lnTo>
                      <a:pt x="1273622" y="201014"/>
                    </a:lnTo>
                    <a:lnTo>
                      <a:pt x="1266628" y="209589"/>
                    </a:lnTo>
                    <a:lnTo>
                      <a:pt x="1256872" y="218248"/>
                    </a:lnTo>
                    <a:lnTo>
                      <a:pt x="1253592" y="219649"/>
                    </a:lnTo>
                    <a:lnTo>
                      <a:pt x="1248496" y="219310"/>
                    </a:lnTo>
                    <a:lnTo>
                      <a:pt x="1241624" y="215195"/>
                    </a:lnTo>
                    <a:lnTo>
                      <a:pt x="1235676" y="210019"/>
                    </a:lnTo>
                    <a:lnTo>
                      <a:pt x="1231294" y="201156"/>
                    </a:lnTo>
                    <a:lnTo>
                      <a:pt x="1225837" y="190115"/>
                    </a:lnTo>
                    <a:lnTo>
                      <a:pt x="1220658" y="181680"/>
                    </a:lnTo>
                    <a:lnTo>
                      <a:pt x="1213260" y="174699"/>
                    </a:lnTo>
                    <a:lnTo>
                      <a:pt x="1203734" y="171611"/>
                    </a:lnTo>
                    <a:lnTo>
                      <a:pt x="1197492" y="175896"/>
                    </a:lnTo>
                    <a:lnTo>
                      <a:pt x="1194401" y="182187"/>
                    </a:lnTo>
                    <a:lnTo>
                      <a:pt x="1192263" y="206346"/>
                    </a:lnTo>
                    <a:lnTo>
                      <a:pt x="1188830" y="225151"/>
                    </a:lnTo>
                    <a:lnTo>
                      <a:pt x="1187281" y="229114"/>
                    </a:lnTo>
                    <a:lnTo>
                      <a:pt x="1184677" y="232304"/>
                    </a:lnTo>
                    <a:lnTo>
                      <a:pt x="1176391" y="233987"/>
                    </a:lnTo>
                    <a:lnTo>
                      <a:pt x="1171317" y="233693"/>
                    </a:lnTo>
                    <a:lnTo>
                      <a:pt x="1167175" y="231234"/>
                    </a:lnTo>
                    <a:lnTo>
                      <a:pt x="1158613" y="219828"/>
                    </a:lnTo>
                    <a:lnTo>
                      <a:pt x="1151088" y="207177"/>
                    </a:lnTo>
                    <a:lnTo>
                      <a:pt x="1145653" y="200677"/>
                    </a:lnTo>
                    <a:lnTo>
                      <a:pt x="1142677" y="196912"/>
                    </a:lnTo>
                    <a:lnTo>
                      <a:pt x="1139540" y="195097"/>
                    </a:lnTo>
                    <a:lnTo>
                      <a:pt x="1135911" y="193687"/>
                    </a:lnTo>
                    <a:lnTo>
                      <a:pt x="1128393" y="192540"/>
                    </a:lnTo>
                    <a:lnTo>
                      <a:pt x="1123682" y="194603"/>
                    </a:lnTo>
                    <a:lnTo>
                      <a:pt x="1121123" y="201149"/>
                    </a:lnTo>
                    <a:lnTo>
                      <a:pt x="1119639" y="226446"/>
                    </a:lnTo>
                    <a:lnTo>
                      <a:pt x="1117695" y="234113"/>
                    </a:lnTo>
                    <a:lnTo>
                      <a:pt x="1115946" y="240422"/>
                    </a:lnTo>
                    <a:lnTo>
                      <a:pt x="1115058" y="243490"/>
                    </a:lnTo>
                    <a:lnTo>
                      <a:pt x="1110357" y="251956"/>
                    </a:lnTo>
                    <a:lnTo>
                      <a:pt x="1108242" y="252870"/>
                    </a:lnTo>
                    <a:lnTo>
                      <a:pt x="1103798" y="254282"/>
                    </a:lnTo>
                    <a:lnTo>
                      <a:pt x="1098933" y="254285"/>
                    </a:lnTo>
                    <a:lnTo>
                      <a:pt x="1096702" y="253318"/>
                    </a:lnTo>
                    <a:lnTo>
                      <a:pt x="1092742" y="250454"/>
                    </a:lnTo>
                    <a:lnTo>
                      <a:pt x="1090315" y="246145"/>
                    </a:lnTo>
                    <a:lnTo>
                      <a:pt x="1088056" y="241662"/>
                    </a:lnTo>
                    <a:lnTo>
                      <a:pt x="1084621" y="234940"/>
                    </a:lnTo>
                    <a:lnTo>
                      <a:pt x="1078106" y="221316"/>
                    </a:lnTo>
                    <a:lnTo>
                      <a:pt x="1074345" y="217097"/>
                    </a:lnTo>
                    <a:lnTo>
                      <a:pt x="1069948" y="214139"/>
                    </a:lnTo>
                    <a:lnTo>
                      <a:pt x="1064283" y="211284"/>
                    </a:lnTo>
                    <a:lnTo>
                      <a:pt x="1060584" y="212143"/>
                    </a:lnTo>
                    <a:lnTo>
                      <a:pt x="1053440" y="214505"/>
                    </a:lnTo>
                    <a:lnTo>
                      <a:pt x="1039235" y="227562"/>
                    </a:lnTo>
                    <a:lnTo>
                      <a:pt x="1022705" y="240163"/>
                    </a:lnTo>
                    <a:lnTo>
                      <a:pt x="1012194" y="243251"/>
                    </a:lnTo>
                    <a:lnTo>
                      <a:pt x="1006018" y="244491"/>
                    </a:lnTo>
                    <a:lnTo>
                      <a:pt x="993975" y="244513"/>
                    </a:lnTo>
                    <a:lnTo>
                      <a:pt x="989175" y="243251"/>
                    </a:lnTo>
                    <a:lnTo>
                      <a:pt x="982645" y="239749"/>
                    </a:lnTo>
                    <a:lnTo>
                      <a:pt x="978389" y="234526"/>
                    </a:lnTo>
                    <a:lnTo>
                      <a:pt x="977710" y="227562"/>
                    </a:lnTo>
                    <a:lnTo>
                      <a:pt x="979826" y="218664"/>
                    </a:lnTo>
                    <a:lnTo>
                      <a:pt x="987111" y="197839"/>
                    </a:lnTo>
                    <a:lnTo>
                      <a:pt x="985871" y="189526"/>
                    </a:lnTo>
                    <a:lnTo>
                      <a:pt x="982919" y="184455"/>
                    </a:lnTo>
                    <a:lnTo>
                      <a:pt x="979734" y="180888"/>
                    </a:lnTo>
                    <a:lnTo>
                      <a:pt x="974550" y="180475"/>
                    </a:lnTo>
                    <a:lnTo>
                      <a:pt x="971260" y="182890"/>
                    </a:lnTo>
                    <a:lnTo>
                      <a:pt x="959952" y="207804"/>
                    </a:lnTo>
                    <a:lnTo>
                      <a:pt x="949767" y="225321"/>
                    </a:lnTo>
                    <a:lnTo>
                      <a:pt x="945829" y="229216"/>
                    </a:lnTo>
                    <a:lnTo>
                      <a:pt x="938761" y="231545"/>
                    </a:lnTo>
                    <a:lnTo>
                      <a:pt x="934086" y="231131"/>
                    </a:lnTo>
                    <a:lnTo>
                      <a:pt x="928798" y="225323"/>
                    </a:lnTo>
                    <a:lnTo>
                      <a:pt x="921944" y="209458"/>
                    </a:lnTo>
                    <a:lnTo>
                      <a:pt x="911197" y="190940"/>
                    </a:lnTo>
                    <a:lnTo>
                      <a:pt x="904890" y="186546"/>
                    </a:lnTo>
                    <a:lnTo>
                      <a:pt x="897891" y="185545"/>
                    </a:lnTo>
                    <a:lnTo>
                      <a:pt x="893557" y="187286"/>
                    </a:lnTo>
                    <a:lnTo>
                      <a:pt x="891037" y="191267"/>
                    </a:lnTo>
                    <a:lnTo>
                      <a:pt x="890420" y="217578"/>
                    </a:lnTo>
                    <a:lnTo>
                      <a:pt x="888570" y="229369"/>
                    </a:lnTo>
                    <a:lnTo>
                      <a:pt x="886676" y="236354"/>
                    </a:lnTo>
                    <a:lnTo>
                      <a:pt x="880932" y="245321"/>
                    </a:lnTo>
                    <a:lnTo>
                      <a:pt x="875656" y="251956"/>
                    </a:lnTo>
                    <a:lnTo>
                      <a:pt x="870786" y="254045"/>
                    </a:lnTo>
                    <a:lnTo>
                      <a:pt x="863539" y="254285"/>
                    </a:lnTo>
                    <a:lnTo>
                      <a:pt x="855162" y="249490"/>
                    </a:lnTo>
                    <a:lnTo>
                      <a:pt x="850900" y="243166"/>
                    </a:lnTo>
                    <a:lnTo>
                      <a:pt x="844855" y="205565"/>
                    </a:lnTo>
                    <a:lnTo>
                      <a:pt x="841315" y="198339"/>
                    </a:lnTo>
                    <a:lnTo>
                      <a:pt x="833664" y="191267"/>
                    </a:lnTo>
                    <a:lnTo>
                      <a:pt x="827906" y="189615"/>
                    </a:lnTo>
                    <a:lnTo>
                      <a:pt x="821638" y="189528"/>
                    </a:lnTo>
                    <a:lnTo>
                      <a:pt x="810867" y="189528"/>
                    </a:lnTo>
                    <a:lnTo>
                      <a:pt x="803111" y="189114"/>
                    </a:lnTo>
                    <a:lnTo>
                      <a:pt x="788773" y="184044"/>
                    </a:lnTo>
                    <a:lnTo>
                      <a:pt x="783342" y="183630"/>
                    </a:lnTo>
                    <a:lnTo>
                      <a:pt x="778419" y="184044"/>
                    </a:lnTo>
                    <a:lnTo>
                      <a:pt x="775221" y="185402"/>
                    </a:lnTo>
                    <a:lnTo>
                      <a:pt x="772531" y="187112"/>
                    </a:lnTo>
                    <a:lnTo>
                      <a:pt x="768523" y="192096"/>
                    </a:lnTo>
                    <a:lnTo>
                      <a:pt x="764840" y="200994"/>
                    </a:lnTo>
                    <a:lnTo>
                      <a:pt x="761211" y="211201"/>
                    </a:lnTo>
                    <a:lnTo>
                      <a:pt x="756183" y="217510"/>
                    </a:lnTo>
                    <a:lnTo>
                      <a:pt x="751575" y="219904"/>
                    </a:lnTo>
                    <a:lnTo>
                      <a:pt x="747801" y="221079"/>
                    </a:lnTo>
                    <a:lnTo>
                      <a:pt x="744916" y="221819"/>
                    </a:lnTo>
                    <a:lnTo>
                      <a:pt x="710719" y="218838"/>
                    </a:lnTo>
                    <a:lnTo>
                      <a:pt x="701422" y="218990"/>
                    </a:lnTo>
                    <a:lnTo>
                      <a:pt x="694489" y="221819"/>
                    </a:lnTo>
                    <a:lnTo>
                      <a:pt x="691629" y="225976"/>
                    </a:lnTo>
                    <a:lnTo>
                      <a:pt x="689657" y="229871"/>
                    </a:lnTo>
                    <a:lnTo>
                      <a:pt x="690258" y="234354"/>
                    </a:lnTo>
                    <a:lnTo>
                      <a:pt x="694594" y="241751"/>
                    </a:lnTo>
                    <a:lnTo>
                      <a:pt x="706540" y="254872"/>
                    </a:lnTo>
                    <a:lnTo>
                      <a:pt x="713187" y="263338"/>
                    </a:lnTo>
                    <a:lnTo>
                      <a:pt x="718031" y="271477"/>
                    </a:lnTo>
                    <a:lnTo>
                      <a:pt x="718984" y="279113"/>
                    </a:lnTo>
                    <a:lnTo>
                      <a:pt x="717613" y="287166"/>
                    </a:lnTo>
                    <a:lnTo>
                      <a:pt x="716164" y="290321"/>
                    </a:lnTo>
                    <a:lnTo>
                      <a:pt x="712365" y="295129"/>
                    </a:lnTo>
                    <a:lnTo>
                      <a:pt x="706500" y="297873"/>
                    </a:lnTo>
                    <a:lnTo>
                      <a:pt x="700038" y="298197"/>
                    </a:lnTo>
                    <a:lnTo>
                      <a:pt x="693275" y="296043"/>
                    </a:lnTo>
                    <a:lnTo>
                      <a:pt x="673872" y="285338"/>
                    </a:lnTo>
                    <a:lnTo>
                      <a:pt x="651022" y="279940"/>
                    </a:lnTo>
                    <a:lnTo>
                      <a:pt x="646643" y="278034"/>
                    </a:lnTo>
                    <a:lnTo>
                      <a:pt x="630783" y="271129"/>
                    </a:lnTo>
                    <a:lnTo>
                      <a:pt x="611224" y="252459"/>
                    </a:lnTo>
                    <a:lnTo>
                      <a:pt x="599917" y="243580"/>
                    </a:lnTo>
                    <a:lnTo>
                      <a:pt x="588700" y="234768"/>
                    </a:lnTo>
                    <a:lnTo>
                      <a:pt x="569650" y="220080"/>
                    </a:lnTo>
                    <a:lnTo>
                      <a:pt x="558003" y="209961"/>
                    </a:lnTo>
                    <a:lnTo>
                      <a:pt x="552192" y="203652"/>
                    </a:lnTo>
                    <a:lnTo>
                      <a:pt x="544828" y="193771"/>
                    </a:lnTo>
                    <a:lnTo>
                      <a:pt x="534330" y="173926"/>
                    </a:lnTo>
                    <a:lnTo>
                      <a:pt x="529134" y="164048"/>
                    </a:lnTo>
                    <a:lnTo>
                      <a:pt x="521391" y="153907"/>
                    </a:lnTo>
                    <a:lnTo>
                      <a:pt x="516363" y="148858"/>
                    </a:lnTo>
                    <a:lnTo>
                      <a:pt x="511141" y="146118"/>
                    </a:lnTo>
                    <a:lnTo>
                      <a:pt x="504652" y="145204"/>
                    </a:lnTo>
                    <a:lnTo>
                      <a:pt x="495133" y="146771"/>
                    </a:lnTo>
                    <a:lnTo>
                      <a:pt x="484609" y="150338"/>
                    </a:lnTo>
                    <a:lnTo>
                      <a:pt x="461171" y="165202"/>
                    </a:lnTo>
                    <a:lnTo>
                      <a:pt x="442748" y="177996"/>
                    </a:lnTo>
                    <a:lnTo>
                      <a:pt x="435357" y="182631"/>
                    </a:lnTo>
                    <a:lnTo>
                      <a:pt x="425290" y="183393"/>
                    </a:lnTo>
                    <a:lnTo>
                      <a:pt x="419820" y="181652"/>
                    </a:lnTo>
                    <a:lnTo>
                      <a:pt x="408055" y="174927"/>
                    </a:lnTo>
                    <a:lnTo>
                      <a:pt x="405144" y="173252"/>
                    </a:lnTo>
                    <a:lnTo>
                      <a:pt x="390140" y="161393"/>
                    </a:lnTo>
                    <a:lnTo>
                      <a:pt x="384789" y="157950"/>
                    </a:lnTo>
                    <a:lnTo>
                      <a:pt x="383651" y="157219"/>
                    </a:lnTo>
                    <a:lnTo>
                      <a:pt x="382159" y="156301"/>
                    </a:lnTo>
                    <a:lnTo>
                      <a:pt x="378024" y="153754"/>
                    </a:lnTo>
                    <a:lnTo>
                      <a:pt x="346936" y="132910"/>
                    </a:lnTo>
                    <a:lnTo>
                      <a:pt x="340119" y="129515"/>
                    </a:lnTo>
                    <a:lnTo>
                      <a:pt x="332885" y="129668"/>
                    </a:lnTo>
                    <a:lnTo>
                      <a:pt x="324202" y="133737"/>
                    </a:lnTo>
                    <a:lnTo>
                      <a:pt x="309762" y="146531"/>
                    </a:lnTo>
                    <a:lnTo>
                      <a:pt x="300726" y="157563"/>
                    </a:lnTo>
                    <a:lnTo>
                      <a:pt x="291116" y="166377"/>
                    </a:lnTo>
                    <a:lnTo>
                      <a:pt x="282694" y="172013"/>
                    </a:lnTo>
                    <a:lnTo>
                      <a:pt x="273489" y="175343"/>
                    </a:lnTo>
                    <a:lnTo>
                      <a:pt x="263697" y="176823"/>
                    </a:lnTo>
                    <a:lnTo>
                      <a:pt x="254609" y="174995"/>
                    </a:lnTo>
                    <a:lnTo>
                      <a:pt x="248301" y="171012"/>
                    </a:lnTo>
                    <a:lnTo>
                      <a:pt x="242740" y="165289"/>
                    </a:lnTo>
                    <a:lnTo>
                      <a:pt x="238770" y="157413"/>
                    </a:lnTo>
                    <a:lnTo>
                      <a:pt x="236773" y="148599"/>
                    </a:lnTo>
                    <a:lnTo>
                      <a:pt x="236446" y="135892"/>
                    </a:lnTo>
                    <a:lnTo>
                      <a:pt x="238796" y="115154"/>
                    </a:lnTo>
                    <a:lnTo>
                      <a:pt x="242648" y="91152"/>
                    </a:lnTo>
                    <a:lnTo>
                      <a:pt x="243301" y="87083"/>
                    </a:lnTo>
                    <a:lnTo>
                      <a:pt x="245833" y="74136"/>
                    </a:lnTo>
                    <a:lnTo>
                      <a:pt x="249712" y="63929"/>
                    </a:lnTo>
                    <a:lnTo>
                      <a:pt x="254098" y="52376"/>
                    </a:lnTo>
                    <a:lnTo>
                      <a:pt x="269009" y="27481"/>
                    </a:lnTo>
                    <a:lnTo>
                      <a:pt x="273136" y="15949"/>
                    </a:lnTo>
                    <a:lnTo>
                      <a:pt x="273502" y="9464"/>
                    </a:lnTo>
                    <a:lnTo>
                      <a:pt x="270746" y="2567"/>
                    </a:lnTo>
                    <a:lnTo>
                      <a:pt x="269140" y="0"/>
                    </a:lnTo>
                    <a:lnTo>
                      <a:pt x="266307" y="87"/>
                    </a:lnTo>
                    <a:lnTo>
                      <a:pt x="257598" y="3656"/>
                    </a:lnTo>
                    <a:lnTo>
                      <a:pt x="244279" y="8637"/>
                    </a:lnTo>
                    <a:lnTo>
                      <a:pt x="230740" y="15688"/>
                    </a:lnTo>
                    <a:lnTo>
                      <a:pt x="229551" y="16428"/>
                    </a:lnTo>
                    <a:lnTo>
                      <a:pt x="218952" y="22417"/>
                    </a:lnTo>
                    <a:lnTo>
                      <a:pt x="184224" y="53629"/>
                    </a:lnTo>
                    <a:lnTo>
                      <a:pt x="165404" y="75322"/>
                    </a:lnTo>
                    <a:lnTo>
                      <a:pt x="150745" y="92316"/>
                    </a:lnTo>
                    <a:lnTo>
                      <a:pt x="128847" y="105335"/>
                    </a:lnTo>
                    <a:lnTo>
                      <a:pt x="113770" y="109243"/>
                    </a:lnTo>
                    <a:lnTo>
                      <a:pt x="96804" y="109017"/>
                    </a:lnTo>
                    <a:lnTo>
                      <a:pt x="56313" y="106532"/>
                    </a:lnTo>
                    <a:lnTo>
                      <a:pt x="49752" y="107435"/>
                    </a:lnTo>
                    <a:lnTo>
                      <a:pt x="45454" y="116926"/>
                    </a:lnTo>
                    <a:lnTo>
                      <a:pt x="47037" y="141561"/>
                    </a:lnTo>
                    <a:lnTo>
                      <a:pt x="49752" y="169132"/>
                    </a:lnTo>
                    <a:lnTo>
                      <a:pt x="47037" y="187439"/>
                    </a:lnTo>
                    <a:lnTo>
                      <a:pt x="42064" y="194498"/>
                    </a:lnTo>
                    <a:lnTo>
                      <a:pt x="29846" y="200322"/>
                    </a:lnTo>
                    <a:lnTo>
                      <a:pt x="17651" y="205645"/>
                    </a:lnTo>
                    <a:lnTo>
                      <a:pt x="0" y="204063"/>
                    </a:lnTo>
                    <a:lnTo>
                      <a:pt x="9382" y="232544"/>
                    </a:lnTo>
                    <a:lnTo>
                      <a:pt x="19792" y="249438"/>
                    </a:lnTo>
                    <a:lnTo>
                      <a:pt x="28826" y="257020"/>
                    </a:lnTo>
                    <a:lnTo>
                      <a:pt x="64794" y="276232"/>
                    </a:lnTo>
                    <a:lnTo>
                      <a:pt x="74041" y="281631"/>
                    </a:lnTo>
                    <a:lnTo>
                      <a:pt x="80233" y="293303"/>
                    </a:lnTo>
                    <a:lnTo>
                      <a:pt x="80647" y="294082"/>
                    </a:lnTo>
                    <a:lnTo>
                      <a:pt x="84912" y="302352"/>
                    </a:lnTo>
                    <a:lnTo>
                      <a:pt x="86666" y="306154"/>
                    </a:lnTo>
                    <a:lnTo>
                      <a:pt x="93543" y="321057"/>
                    </a:lnTo>
                    <a:lnTo>
                      <a:pt x="100604" y="339648"/>
                    </a:lnTo>
                    <a:lnTo>
                      <a:pt x="107330" y="356673"/>
                    </a:lnTo>
                    <a:lnTo>
                      <a:pt x="114055" y="372355"/>
                    </a:lnTo>
                    <a:lnTo>
                      <a:pt x="115625" y="386693"/>
                    </a:lnTo>
                    <a:lnTo>
                      <a:pt x="111702" y="398677"/>
                    </a:lnTo>
                    <a:lnTo>
                      <a:pt x="104752" y="427016"/>
                    </a:lnTo>
                    <a:lnTo>
                      <a:pt x="100717" y="450204"/>
                    </a:lnTo>
                    <a:lnTo>
                      <a:pt x="99148" y="463982"/>
                    </a:lnTo>
                    <a:lnTo>
                      <a:pt x="103940" y="476559"/>
                    </a:lnTo>
                    <a:lnTo>
                      <a:pt x="117676" y="492206"/>
                    </a:lnTo>
                    <a:lnTo>
                      <a:pt x="176086" y="532154"/>
                    </a:lnTo>
                    <a:lnTo>
                      <a:pt x="187823" y="539403"/>
                    </a:lnTo>
                    <a:lnTo>
                      <a:pt x="207197" y="551266"/>
                    </a:lnTo>
                    <a:lnTo>
                      <a:pt x="221674" y="560130"/>
                    </a:lnTo>
                    <a:lnTo>
                      <a:pt x="264140" y="584232"/>
                    </a:lnTo>
                    <a:lnTo>
                      <a:pt x="281831" y="594164"/>
                    </a:lnTo>
                    <a:lnTo>
                      <a:pt x="283169" y="594915"/>
                    </a:lnTo>
                    <a:lnTo>
                      <a:pt x="293220" y="600558"/>
                    </a:lnTo>
                    <a:lnTo>
                      <a:pt x="304897" y="607113"/>
                    </a:lnTo>
                    <a:lnTo>
                      <a:pt x="322861" y="617200"/>
                    </a:lnTo>
                    <a:lnTo>
                      <a:pt x="340499" y="627102"/>
                    </a:lnTo>
                    <a:lnTo>
                      <a:pt x="351919" y="633513"/>
                    </a:lnTo>
                    <a:lnTo>
                      <a:pt x="361137" y="638917"/>
                    </a:lnTo>
                    <a:lnTo>
                      <a:pt x="368774" y="643391"/>
                    </a:lnTo>
                    <a:lnTo>
                      <a:pt x="369536" y="643837"/>
                    </a:lnTo>
                    <a:lnTo>
                      <a:pt x="381862" y="651060"/>
                    </a:lnTo>
                    <a:lnTo>
                      <a:pt x="404137" y="664116"/>
                    </a:lnTo>
                    <a:lnTo>
                      <a:pt x="421110" y="674216"/>
                    </a:lnTo>
                    <a:lnTo>
                      <a:pt x="464908" y="702938"/>
                    </a:lnTo>
                    <a:lnTo>
                      <a:pt x="498806" y="721338"/>
                    </a:lnTo>
                    <a:lnTo>
                      <a:pt x="506050" y="725299"/>
                    </a:lnTo>
                    <a:lnTo>
                      <a:pt x="792555" y="895435"/>
                    </a:lnTo>
                    <a:lnTo>
                      <a:pt x="803368" y="901491"/>
                    </a:lnTo>
                    <a:lnTo>
                      <a:pt x="848809" y="917073"/>
                    </a:lnTo>
                    <a:lnTo>
                      <a:pt x="892938" y="935708"/>
                    </a:lnTo>
                    <a:lnTo>
                      <a:pt x="911335" y="945436"/>
                    </a:lnTo>
                    <a:lnTo>
                      <a:pt x="913229" y="945327"/>
                    </a:lnTo>
                    <a:lnTo>
                      <a:pt x="917434" y="945088"/>
                    </a:lnTo>
                    <a:lnTo>
                      <a:pt x="931186" y="943179"/>
                    </a:lnTo>
                    <a:lnTo>
                      <a:pt x="979815" y="937737"/>
                    </a:lnTo>
                    <a:lnTo>
                      <a:pt x="990636" y="935904"/>
                    </a:lnTo>
                    <a:lnTo>
                      <a:pt x="995247" y="938847"/>
                    </a:lnTo>
                    <a:lnTo>
                      <a:pt x="999981" y="942568"/>
                    </a:lnTo>
                    <a:lnTo>
                      <a:pt x="1006833" y="950788"/>
                    </a:lnTo>
                    <a:lnTo>
                      <a:pt x="1010136" y="953116"/>
                    </a:lnTo>
                    <a:lnTo>
                      <a:pt x="1015918" y="956851"/>
                    </a:lnTo>
                    <a:lnTo>
                      <a:pt x="1022406" y="961828"/>
                    </a:lnTo>
                    <a:lnTo>
                      <a:pt x="1026196" y="962801"/>
                    </a:lnTo>
                    <a:lnTo>
                      <a:pt x="1030610" y="963523"/>
                    </a:lnTo>
                    <a:lnTo>
                      <a:pt x="1034978" y="965493"/>
                    </a:lnTo>
                    <a:lnTo>
                      <a:pt x="1044639" y="973164"/>
                    </a:lnTo>
                    <a:lnTo>
                      <a:pt x="1048157" y="976581"/>
                    </a:lnTo>
                    <a:lnTo>
                      <a:pt x="1051455" y="980343"/>
                    </a:lnTo>
                    <a:lnTo>
                      <a:pt x="1052403" y="985664"/>
                    </a:lnTo>
                    <a:lnTo>
                      <a:pt x="1052413" y="991571"/>
                    </a:lnTo>
                    <a:lnTo>
                      <a:pt x="1052869" y="994626"/>
                    </a:lnTo>
                    <a:lnTo>
                      <a:pt x="1057073" y="998977"/>
                    </a:lnTo>
                    <a:lnTo>
                      <a:pt x="1064481" y="1005442"/>
                    </a:lnTo>
                    <a:lnTo>
                      <a:pt x="1072027" y="1011997"/>
                    </a:lnTo>
                    <a:lnTo>
                      <a:pt x="1081049" y="1017196"/>
                    </a:lnTo>
                    <a:lnTo>
                      <a:pt x="1085099" y="1019779"/>
                    </a:lnTo>
                    <a:lnTo>
                      <a:pt x="1088719" y="1023742"/>
                    </a:lnTo>
                    <a:lnTo>
                      <a:pt x="1092634" y="1029753"/>
                    </a:lnTo>
                    <a:lnTo>
                      <a:pt x="1096941" y="1047892"/>
                    </a:lnTo>
                    <a:lnTo>
                      <a:pt x="1099400" y="1064151"/>
                    </a:lnTo>
                    <a:lnTo>
                      <a:pt x="1099488" y="1074423"/>
                    </a:lnTo>
                    <a:lnTo>
                      <a:pt x="1100258" y="1078839"/>
                    </a:lnTo>
                    <a:lnTo>
                      <a:pt x="1103238" y="1086225"/>
                    </a:lnTo>
                    <a:lnTo>
                      <a:pt x="1108471" y="1096094"/>
                    </a:lnTo>
                    <a:lnTo>
                      <a:pt x="1109497" y="1099690"/>
                    </a:lnTo>
                    <a:lnTo>
                      <a:pt x="1109220" y="1107182"/>
                    </a:lnTo>
                    <a:lnTo>
                      <a:pt x="1109711" y="1109779"/>
                    </a:lnTo>
                    <a:lnTo>
                      <a:pt x="1112626" y="1113578"/>
                    </a:lnTo>
                    <a:lnTo>
                      <a:pt x="1115101" y="1116120"/>
                    </a:lnTo>
                    <a:lnTo>
                      <a:pt x="1118717" y="1118007"/>
                    </a:lnTo>
                    <a:lnTo>
                      <a:pt x="1124308" y="1120281"/>
                    </a:lnTo>
                    <a:lnTo>
                      <a:pt x="1138408" y="1124148"/>
                    </a:lnTo>
                    <a:lnTo>
                      <a:pt x="1141521" y="1125450"/>
                    </a:lnTo>
                    <a:lnTo>
                      <a:pt x="1146789" y="1126882"/>
                    </a:lnTo>
                    <a:lnTo>
                      <a:pt x="1147063" y="1126956"/>
                    </a:lnTo>
                    <a:lnTo>
                      <a:pt x="1154442" y="1127646"/>
                    </a:lnTo>
                    <a:lnTo>
                      <a:pt x="1159122" y="1129395"/>
                    </a:lnTo>
                    <a:lnTo>
                      <a:pt x="1165842" y="1133807"/>
                    </a:lnTo>
                    <a:lnTo>
                      <a:pt x="1170713" y="1139770"/>
                    </a:lnTo>
                    <a:lnTo>
                      <a:pt x="1182133" y="1152401"/>
                    </a:lnTo>
                    <a:lnTo>
                      <a:pt x="1196511" y="1163430"/>
                    </a:lnTo>
                    <a:lnTo>
                      <a:pt x="1210282" y="1174492"/>
                    </a:lnTo>
                    <a:lnTo>
                      <a:pt x="1212376" y="1176194"/>
                    </a:lnTo>
                    <a:lnTo>
                      <a:pt x="1212740" y="1176490"/>
                    </a:lnTo>
                    <a:lnTo>
                      <a:pt x="1215217" y="1181162"/>
                    </a:lnTo>
                    <a:lnTo>
                      <a:pt x="1217697" y="1184104"/>
                    </a:lnTo>
                    <a:lnTo>
                      <a:pt x="1223193" y="1188326"/>
                    </a:lnTo>
                    <a:lnTo>
                      <a:pt x="1229333" y="1192424"/>
                    </a:lnTo>
                    <a:lnTo>
                      <a:pt x="1233268" y="1196883"/>
                    </a:lnTo>
                    <a:lnTo>
                      <a:pt x="1234295" y="1200202"/>
                    </a:lnTo>
                    <a:lnTo>
                      <a:pt x="1234938" y="1202276"/>
                    </a:lnTo>
                    <a:lnTo>
                      <a:pt x="1236454" y="1202424"/>
                    </a:lnTo>
                    <a:lnTo>
                      <a:pt x="1257175" y="1204442"/>
                    </a:lnTo>
                    <a:lnTo>
                      <a:pt x="1295471" y="1208557"/>
                    </a:lnTo>
                    <a:lnTo>
                      <a:pt x="1373487" y="1214076"/>
                    </a:lnTo>
                    <a:lnTo>
                      <a:pt x="1629584" y="1228156"/>
                    </a:lnTo>
                    <a:lnTo>
                      <a:pt x="1669191" y="1232916"/>
                    </a:lnTo>
                    <a:lnTo>
                      <a:pt x="1684906" y="1206862"/>
                    </a:lnTo>
                    <a:lnTo>
                      <a:pt x="1716854" y="1151380"/>
                    </a:lnTo>
                    <a:lnTo>
                      <a:pt x="1810370" y="988996"/>
                    </a:lnTo>
                    <a:lnTo>
                      <a:pt x="1817549" y="976422"/>
                    </a:lnTo>
                    <a:lnTo>
                      <a:pt x="1824908" y="958209"/>
                    </a:lnTo>
                    <a:lnTo>
                      <a:pt x="1847052" y="920916"/>
                    </a:lnTo>
                    <a:lnTo>
                      <a:pt x="1853834" y="908962"/>
                    </a:lnTo>
                    <a:lnTo>
                      <a:pt x="1854260" y="904516"/>
                    </a:lnTo>
                    <a:lnTo>
                      <a:pt x="1853681" y="899800"/>
                    </a:lnTo>
                    <a:lnTo>
                      <a:pt x="1851666" y="891337"/>
                    </a:lnTo>
                    <a:lnTo>
                      <a:pt x="1847820" y="884930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2" name="pg12">
                <a:extLst>
                  <a:ext uri="{FF2B5EF4-FFF2-40B4-BE49-F238E27FC236}">
                    <a16:creationId xmlns:a16="http://schemas.microsoft.com/office/drawing/2014/main" id="{ED479D96-7DFB-4790-96D3-965EAFE5D1EA}"/>
                  </a:ext>
                </a:extLst>
              </p:cNvPr>
              <p:cNvSpPr/>
              <p:nvPr/>
            </p:nvSpPr>
            <p:spPr>
              <a:xfrm>
                <a:off x="3293924" y="3388987"/>
                <a:ext cx="206725" cy="390972"/>
              </a:xfrm>
              <a:custGeom>
                <a:avLst/>
                <a:gdLst/>
                <a:ahLst/>
                <a:cxnLst/>
                <a:rect l="0" t="0" r="0" b="0"/>
                <a:pathLst>
                  <a:path w="405012" h="765986">
                    <a:moveTo>
                      <a:pt x="58491" y="576238"/>
                    </a:moveTo>
                    <a:lnTo>
                      <a:pt x="59220" y="577289"/>
                    </a:lnTo>
                    <a:lnTo>
                      <a:pt x="92741" y="626640"/>
                    </a:lnTo>
                    <a:lnTo>
                      <a:pt x="115844" y="652566"/>
                    </a:lnTo>
                    <a:lnTo>
                      <a:pt x="128199" y="664052"/>
                    </a:lnTo>
                    <a:lnTo>
                      <a:pt x="137171" y="670975"/>
                    </a:lnTo>
                    <a:lnTo>
                      <a:pt x="145501" y="662903"/>
                    </a:lnTo>
                    <a:lnTo>
                      <a:pt x="153567" y="657585"/>
                    </a:lnTo>
                    <a:lnTo>
                      <a:pt x="156246" y="661156"/>
                    </a:lnTo>
                    <a:lnTo>
                      <a:pt x="184300" y="678631"/>
                    </a:lnTo>
                    <a:lnTo>
                      <a:pt x="193272" y="679064"/>
                    </a:lnTo>
                    <a:lnTo>
                      <a:pt x="197337" y="682357"/>
                    </a:lnTo>
                    <a:lnTo>
                      <a:pt x="209238" y="690564"/>
                    </a:lnTo>
                    <a:lnTo>
                      <a:pt x="229998" y="707240"/>
                    </a:lnTo>
                    <a:lnTo>
                      <a:pt x="225370" y="713726"/>
                    </a:lnTo>
                    <a:lnTo>
                      <a:pt x="244014" y="729342"/>
                    </a:lnTo>
                    <a:lnTo>
                      <a:pt x="238004" y="737553"/>
                    </a:lnTo>
                    <a:lnTo>
                      <a:pt x="259245" y="765986"/>
                    </a:lnTo>
                    <a:lnTo>
                      <a:pt x="266247" y="756559"/>
                    </a:lnTo>
                    <a:lnTo>
                      <a:pt x="267368" y="755605"/>
                    </a:lnTo>
                    <a:lnTo>
                      <a:pt x="268354" y="739984"/>
                    </a:lnTo>
                    <a:lnTo>
                      <a:pt x="269127" y="732494"/>
                    </a:lnTo>
                    <a:lnTo>
                      <a:pt x="269922" y="728600"/>
                    </a:lnTo>
                    <a:lnTo>
                      <a:pt x="272765" y="719928"/>
                    </a:lnTo>
                    <a:lnTo>
                      <a:pt x="276496" y="709967"/>
                    </a:lnTo>
                    <a:lnTo>
                      <a:pt x="280873" y="701467"/>
                    </a:lnTo>
                    <a:lnTo>
                      <a:pt x="287143" y="691386"/>
                    </a:lnTo>
                    <a:lnTo>
                      <a:pt x="289987" y="687282"/>
                    </a:lnTo>
                    <a:lnTo>
                      <a:pt x="292301" y="684148"/>
                    </a:lnTo>
                    <a:lnTo>
                      <a:pt x="287790" y="678501"/>
                    </a:lnTo>
                    <a:lnTo>
                      <a:pt x="283669" y="672599"/>
                    </a:lnTo>
                    <a:lnTo>
                      <a:pt x="283139" y="670601"/>
                    </a:lnTo>
                    <a:lnTo>
                      <a:pt x="282826" y="668586"/>
                    </a:lnTo>
                    <a:lnTo>
                      <a:pt x="283113" y="665402"/>
                    </a:lnTo>
                    <a:lnTo>
                      <a:pt x="283724" y="663080"/>
                    </a:lnTo>
                    <a:lnTo>
                      <a:pt x="285120" y="660168"/>
                    </a:lnTo>
                    <a:lnTo>
                      <a:pt x="257129" y="636560"/>
                    </a:lnTo>
                    <a:lnTo>
                      <a:pt x="230036" y="600103"/>
                    </a:lnTo>
                    <a:lnTo>
                      <a:pt x="242441" y="590486"/>
                    </a:lnTo>
                    <a:lnTo>
                      <a:pt x="240918" y="588084"/>
                    </a:lnTo>
                    <a:lnTo>
                      <a:pt x="254874" y="575579"/>
                    </a:lnTo>
                    <a:lnTo>
                      <a:pt x="274890" y="558869"/>
                    </a:lnTo>
                    <a:lnTo>
                      <a:pt x="311109" y="526347"/>
                    </a:lnTo>
                    <a:lnTo>
                      <a:pt x="336896" y="497320"/>
                    </a:lnTo>
                    <a:lnTo>
                      <a:pt x="342633" y="490008"/>
                    </a:lnTo>
                    <a:lnTo>
                      <a:pt x="347489" y="483118"/>
                    </a:lnTo>
                    <a:lnTo>
                      <a:pt x="353493" y="474600"/>
                    </a:lnTo>
                    <a:lnTo>
                      <a:pt x="370830" y="448520"/>
                    </a:lnTo>
                    <a:lnTo>
                      <a:pt x="377921" y="437360"/>
                    </a:lnTo>
                    <a:lnTo>
                      <a:pt x="384328" y="425796"/>
                    </a:lnTo>
                    <a:lnTo>
                      <a:pt x="401161" y="394510"/>
                    </a:lnTo>
                    <a:lnTo>
                      <a:pt x="403555" y="386873"/>
                    </a:lnTo>
                    <a:lnTo>
                      <a:pt x="405012" y="373019"/>
                    </a:lnTo>
                    <a:lnTo>
                      <a:pt x="398462" y="359622"/>
                    </a:lnTo>
                    <a:lnTo>
                      <a:pt x="393722" y="348665"/>
                    </a:lnTo>
                    <a:lnTo>
                      <a:pt x="386164" y="329640"/>
                    </a:lnTo>
                    <a:lnTo>
                      <a:pt x="383814" y="324008"/>
                    </a:lnTo>
                    <a:lnTo>
                      <a:pt x="373925" y="298896"/>
                    </a:lnTo>
                    <a:lnTo>
                      <a:pt x="371326" y="292345"/>
                    </a:lnTo>
                    <a:lnTo>
                      <a:pt x="370328" y="289877"/>
                    </a:lnTo>
                    <a:lnTo>
                      <a:pt x="358711" y="261148"/>
                    </a:lnTo>
                    <a:lnTo>
                      <a:pt x="357021" y="255784"/>
                    </a:lnTo>
                    <a:lnTo>
                      <a:pt x="357382" y="252356"/>
                    </a:lnTo>
                    <a:lnTo>
                      <a:pt x="359936" y="248272"/>
                    </a:lnTo>
                    <a:lnTo>
                      <a:pt x="360184" y="247934"/>
                    </a:lnTo>
                    <a:lnTo>
                      <a:pt x="362738" y="244459"/>
                    </a:lnTo>
                    <a:lnTo>
                      <a:pt x="364307" y="239749"/>
                    </a:lnTo>
                    <a:lnTo>
                      <a:pt x="364307" y="231900"/>
                    </a:lnTo>
                    <a:lnTo>
                      <a:pt x="365764" y="223377"/>
                    </a:lnTo>
                    <a:lnTo>
                      <a:pt x="366241" y="221351"/>
                    </a:lnTo>
                    <a:lnTo>
                      <a:pt x="367303" y="216833"/>
                    </a:lnTo>
                    <a:lnTo>
                      <a:pt x="370737" y="207549"/>
                    </a:lnTo>
                    <a:lnTo>
                      <a:pt x="371390" y="202762"/>
                    </a:lnTo>
                    <a:lnTo>
                      <a:pt x="371612" y="200477"/>
                    </a:lnTo>
                    <a:lnTo>
                      <a:pt x="371629" y="197016"/>
                    </a:lnTo>
                    <a:lnTo>
                      <a:pt x="371355" y="194485"/>
                    </a:lnTo>
                    <a:lnTo>
                      <a:pt x="370916" y="191996"/>
                    </a:lnTo>
                    <a:lnTo>
                      <a:pt x="370522" y="189597"/>
                    </a:lnTo>
                    <a:lnTo>
                      <a:pt x="369699" y="184666"/>
                    </a:lnTo>
                    <a:lnTo>
                      <a:pt x="369627" y="181051"/>
                    </a:lnTo>
                    <a:lnTo>
                      <a:pt x="369963" y="172562"/>
                    </a:lnTo>
                    <a:lnTo>
                      <a:pt x="370634" y="165722"/>
                    </a:lnTo>
                    <a:lnTo>
                      <a:pt x="371193" y="161902"/>
                    </a:lnTo>
                    <a:lnTo>
                      <a:pt x="372500" y="158579"/>
                    </a:lnTo>
                    <a:lnTo>
                      <a:pt x="373323" y="155957"/>
                    </a:lnTo>
                    <a:lnTo>
                      <a:pt x="374703" y="152917"/>
                    </a:lnTo>
                    <a:lnTo>
                      <a:pt x="323378" y="127774"/>
                    </a:lnTo>
                    <a:lnTo>
                      <a:pt x="352736" y="119535"/>
                    </a:lnTo>
                    <a:lnTo>
                      <a:pt x="363615" y="99677"/>
                    </a:lnTo>
                    <a:lnTo>
                      <a:pt x="328896" y="79093"/>
                    </a:lnTo>
                    <a:lnTo>
                      <a:pt x="315775" y="71154"/>
                    </a:lnTo>
                    <a:lnTo>
                      <a:pt x="306051" y="87078"/>
                    </a:lnTo>
                    <a:lnTo>
                      <a:pt x="304795" y="82589"/>
                    </a:lnTo>
                    <a:lnTo>
                      <a:pt x="301972" y="71154"/>
                    </a:lnTo>
                    <a:lnTo>
                      <a:pt x="300560" y="65263"/>
                    </a:lnTo>
                    <a:lnTo>
                      <a:pt x="300133" y="61977"/>
                    </a:lnTo>
                    <a:lnTo>
                      <a:pt x="298924" y="45028"/>
                    </a:lnTo>
                    <a:lnTo>
                      <a:pt x="298435" y="29908"/>
                    </a:lnTo>
                    <a:lnTo>
                      <a:pt x="277714" y="27890"/>
                    </a:lnTo>
                    <a:lnTo>
                      <a:pt x="276198" y="27742"/>
                    </a:lnTo>
                    <a:lnTo>
                      <a:pt x="267453" y="26968"/>
                    </a:lnTo>
                    <a:lnTo>
                      <a:pt x="254114" y="24267"/>
                    </a:lnTo>
                    <a:lnTo>
                      <a:pt x="243360" y="17494"/>
                    </a:lnTo>
                    <a:lnTo>
                      <a:pt x="237896" y="11586"/>
                    </a:lnTo>
                    <a:lnTo>
                      <a:pt x="232211" y="4167"/>
                    </a:lnTo>
                    <a:lnTo>
                      <a:pt x="226375" y="494"/>
                    </a:lnTo>
                    <a:lnTo>
                      <a:pt x="221445" y="0"/>
                    </a:lnTo>
                    <a:lnTo>
                      <a:pt x="216331" y="2163"/>
                    </a:lnTo>
                    <a:lnTo>
                      <a:pt x="216032" y="2446"/>
                    </a:lnTo>
                    <a:lnTo>
                      <a:pt x="212688" y="5619"/>
                    </a:lnTo>
                    <a:lnTo>
                      <a:pt x="208965" y="15616"/>
                    </a:lnTo>
                    <a:lnTo>
                      <a:pt x="208004" y="20165"/>
                    </a:lnTo>
                    <a:lnTo>
                      <a:pt x="206595" y="32724"/>
                    </a:lnTo>
                    <a:lnTo>
                      <a:pt x="200604" y="85716"/>
                    </a:lnTo>
                    <a:lnTo>
                      <a:pt x="199210" y="95864"/>
                    </a:lnTo>
                    <a:lnTo>
                      <a:pt x="196258" y="105028"/>
                    </a:lnTo>
                    <a:lnTo>
                      <a:pt x="192402" y="113966"/>
                    </a:lnTo>
                    <a:lnTo>
                      <a:pt x="185179" y="125859"/>
                    </a:lnTo>
                    <a:lnTo>
                      <a:pt x="183511" y="128081"/>
                    </a:lnTo>
                    <a:lnTo>
                      <a:pt x="181105" y="131261"/>
                    </a:lnTo>
                    <a:lnTo>
                      <a:pt x="176378" y="136679"/>
                    </a:lnTo>
                    <a:lnTo>
                      <a:pt x="170967" y="141768"/>
                    </a:lnTo>
                    <a:lnTo>
                      <a:pt x="147552" y="163752"/>
                    </a:lnTo>
                    <a:lnTo>
                      <a:pt x="137081" y="172934"/>
                    </a:lnTo>
                    <a:lnTo>
                      <a:pt x="110103" y="200313"/>
                    </a:lnTo>
                    <a:lnTo>
                      <a:pt x="99665" y="217958"/>
                    </a:lnTo>
                    <a:lnTo>
                      <a:pt x="87398" y="256513"/>
                    </a:lnTo>
                    <a:lnTo>
                      <a:pt x="76572" y="292456"/>
                    </a:lnTo>
                    <a:lnTo>
                      <a:pt x="75385" y="295372"/>
                    </a:lnTo>
                    <a:lnTo>
                      <a:pt x="71284" y="304983"/>
                    </a:lnTo>
                    <a:lnTo>
                      <a:pt x="63421" y="317812"/>
                    </a:lnTo>
                    <a:lnTo>
                      <a:pt x="63573" y="319925"/>
                    </a:lnTo>
                    <a:lnTo>
                      <a:pt x="95830" y="334521"/>
                    </a:lnTo>
                    <a:lnTo>
                      <a:pt x="111894" y="339357"/>
                    </a:lnTo>
                    <a:lnTo>
                      <a:pt x="127019" y="341383"/>
                    </a:lnTo>
                    <a:lnTo>
                      <a:pt x="115510" y="343311"/>
                    </a:lnTo>
                    <a:lnTo>
                      <a:pt x="94532" y="347089"/>
                    </a:lnTo>
                    <a:lnTo>
                      <a:pt x="91593" y="347613"/>
                    </a:lnTo>
                    <a:lnTo>
                      <a:pt x="75680" y="351888"/>
                    </a:lnTo>
                    <a:lnTo>
                      <a:pt x="49217" y="366086"/>
                    </a:lnTo>
                    <a:lnTo>
                      <a:pt x="36629" y="377211"/>
                    </a:lnTo>
                    <a:lnTo>
                      <a:pt x="24462" y="389700"/>
                    </a:lnTo>
                    <a:lnTo>
                      <a:pt x="8412" y="419613"/>
                    </a:lnTo>
                    <a:lnTo>
                      <a:pt x="2601" y="435062"/>
                    </a:lnTo>
                    <a:lnTo>
                      <a:pt x="0" y="454376"/>
                    </a:lnTo>
                    <a:lnTo>
                      <a:pt x="1091" y="473521"/>
                    </a:lnTo>
                    <a:lnTo>
                      <a:pt x="4395" y="493223"/>
                    </a:lnTo>
                    <a:lnTo>
                      <a:pt x="7422" y="501804"/>
                    </a:lnTo>
                    <a:lnTo>
                      <a:pt x="9547" y="506067"/>
                    </a:lnTo>
                    <a:lnTo>
                      <a:pt x="11610" y="511299"/>
                    </a:lnTo>
                    <a:lnTo>
                      <a:pt x="19236" y="523201"/>
                    </a:lnTo>
                    <a:lnTo>
                      <a:pt x="27556" y="534828"/>
                    </a:lnTo>
                    <a:close/>
                  </a:path>
                </a:pathLst>
              </a:custGeom>
              <a:solidFill>
                <a:srgbClr val="453276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3" name="pg13">
                <a:extLst>
                  <a:ext uri="{FF2B5EF4-FFF2-40B4-BE49-F238E27FC236}">
                    <a16:creationId xmlns:a16="http://schemas.microsoft.com/office/drawing/2014/main" id="{F9FA7C07-67FF-4927-A59E-C9A2BD294510}"/>
                  </a:ext>
                </a:extLst>
              </p:cNvPr>
              <p:cNvSpPr/>
              <p:nvPr/>
            </p:nvSpPr>
            <p:spPr>
              <a:xfrm>
                <a:off x="3246193" y="3683645"/>
                <a:ext cx="257967" cy="261793"/>
              </a:xfrm>
              <a:custGeom>
                <a:avLst/>
                <a:gdLst/>
                <a:ahLst/>
                <a:cxnLst/>
                <a:rect l="0" t="0" r="0" b="0"/>
                <a:pathLst>
                  <a:path w="505405" h="512900">
                    <a:moveTo>
                      <a:pt x="471659" y="500496"/>
                    </a:moveTo>
                    <a:lnTo>
                      <a:pt x="474459" y="512900"/>
                    </a:lnTo>
                    <a:lnTo>
                      <a:pt x="441767" y="512663"/>
                    </a:lnTo>
                    <a:lnTo>
                      <a:pt x="395619" y="499782"/>
                    </a:lnTo>
                    <a:lnTo>
                      <a:pt x="341636" y="482587"/>
                    </a:lnTo>
                    <a:lnTo>
                      <a:pt x="318898" y="469969"/>
                    </a:lnTo>
                    <a:lnTo>
                      <a:pt x="216657" y="404755"/>
                    </a:lnTo>
                    <a:lnTo>
                      <a:pt x="207462" y="412827"/>
                    </a:lnTo>
                    <a:lnTo>
                      <a:pt x="203279" y="416499"/>
                    </a:lnTo>
                    <a:lnTo>
                      <a:pt x="196132" y="408671"/>
                    </a:lnTo>
                    <a:lnTo>
                      <a:pt x="199390" y="405759"/>
                    </a:lnTo>
                    <a:lnTo>
                      <a:pt x="208593" y="397539"/>
                    </a:lnTo>
                    <a:lnTo>
                      <a:pt x="200836" y="389833"/>
                    </a:lnTo>
                    <a:lnTo>
                      <a:pt x="199547" y="387757"/>
                    </a:lnTo>
                    <a:lnTo>
                      <a:pt x="176095" y="350018"/>
                    </a:lnTo>
                    <a:lnTo>
                      <a:pt x="156547" y="326839"/>
                    </a:lnTo>
                    <a:lnTo>
                      <a:pt x="131806" y="304578"/>
                    </a:lnTo>
                    <a:lnTo>
                      <a:pt x="124905" y="312262"/>
                    </a:lnTo>
                    <a:lnTo>
                      <a:pt x="118682" y="307287"/>
                    </a:lnTo>
                    <a:lnTo>
                      <a:pt x="88502" y="285122"/>
                    </a:lnTo>
                    <a:lnTo>
                      <a:pt x="29991" y="254524"/>
                    </a:lnTo>
                    <a:lnTo>
                      <a:pt x="28505" y="253747"/>
                    </a:lnTo>
                    <a:lnTo>
                      <a:pt x="0" y="240574"/>
                    </a:lnTo>
                    <a:lnTo>
                      <a:pt x="510" y="239477"/>
                    </a:lnTo>
                    <a:lnTo>
                      <a:pt x="8449" y="222433"/>
                    </a:lnTo>
                    <a:lnTo>
                      <a:pt x="13061" y="212526"/>
                    </a:lnTo>
                    <a:lnTo>
                      <a:pt x="16710" y="206483"/>
                    </a:lnTo>
                    <a:lnTo>
                      <a:pt x="20855" y="201700"/>
                    </a:lnTo>
                    <a:lnTo>
                      <a:pt x="46380" y="177066"/>
                    </a:lnTo>
                    <a:lnTo>
                      <a:pt x="56875" y="165321"/>
                    </a:lnTo>
                    <a:lnTo>
                      <a:pt x="57319" y="164823"/>
                    </a:lnTo>
                    <a:lnTo>
                      <a:pt x="61654" y="159970"/>
                    </a:lnTo>
                    <a:lnTo>
                      <a:pt x="68347" y="152477"/>
                    </a:lnTo>
                    <a:lnTo>
                      <a:pt x="74653" y="144838"/>
                    </a:lnTo>
                    <a:lnTo>
                      <a:pt x="84082" y="134564"/>
                    </a:lnTo>
                    <a:lnTo>
                      <a:pt x="95002" y="123635"/>
                    </a:lnTo>
                    <a:lnTo>
                      <a:pt x="104740" y="111737"/>
                    </a:lnTo>
                    <a:lnTo>
                      <a:pt x="115399" y="99885"/>
                    </a:lnTo>
                    <a:lnTo>
                      <a:pt x="125376" y="87598"/>
                    </a:lnTo>
                    <a:lnTo>
                      <a:pt x="126964" y="84739"/>
                    </a:lnTo>
                    <a:lnTo>
                      <a:pt x="128261" y="82401"/>
                    </a:lnTo>
                    <a:lnTo>
                      <a:pt x="130378" y="78589"/>
                    </a:lnTo>
                    <a:lnTo>
                      <a:pt x="132099" y="72415"/>
                    </a:lnTo>
                    <a:lnTo>
                      <a:pt x="133525" y="60489"/>
                    </a:lnTo>
                    <a:lnTo>
                      <a:pt x="132687" y="44874"/>
                    </a:lnTo>
                    <a:lnTo>
                      <a:pt x="129495" y="33573"/>
                    </a:lnTo>
                    <a:lnTo>
                      <a:pt x="126711" y="27516"/>
                    </a:lnTo>
                    <a:lnTo>
                      <a:pt x="123891" y="20282"/>
                    </a:lnTo>
                    <a:lnTo>
                      <a:pt x="128721" y="16889"/>
                    </a:lnTo>
                    <a:lnTo>
                      <a:pt x="152732" y="0"/>
                    </a:lnTo>
                    <a:lnTo>
                      <a:pt x="186254" y="49351"/>
                    </a:lnTo>
                    <a:lnTo>
                      <a:pt x="209357" y="75276"/>
                    </a:lnTo>
                    <a:lnTo>
                      <a:pt x="221712" y="86763"/>
                    </a:lnTo>
                    <a:lnTo>
                      <a:pt x="230683" y="93685"/>
                    </a:lnTo>
                    <a:lnTo>
                      <a:pt x="239014" y="85614"/>
                    </a:lnTo>
                    <a:lnTo>
                      <a:pt x="247079" y="80295"/>
                    </a:lnTo>
                    <a:lnTo>
                      <a:pt x="249759" y="83866"/>
                    </a:lnTo>
                    <a:lnTo>
                      <a:pt x="277812" y="101341"/>
                    </a:lnTo>
                    <a:lnTo>
                      <a:pt x="286784" y="101774"/>
                    </a:lnTo>
                    <a:lnTo>
                      <a:pt x="290849" y="105067"/>
                    </a:lnTo>
                    <a:lnTo>
                      <a:pt x="302750" y="113274"/>
                    </a:lnTo>
                    <a:lnTo>
                      <a:pt x="323510" y="129950"/>
                    </a:lnTo>
                    <a:lnTo>
                      <a:pt x="318882" y="136436"/>
                    </a:lnTo>
                    <a:lnTo>
                      <a:pt x="337526" y="152053"/>
                    </a:lnTo>
                    <a:lnTo>
                      <a:pt x="331517" y="160264"/>
                    </a:lnTo>
                    <a:lnTo>
                      <a:pt x="352757" y="188696"/>
                    </a:lnTo>
                    <a:lnTo>
                      <a:pt x="362027" y="197687"/>
                    </a:lnTo>
                    <a:lnTo>
                      <a:pt x="390788" y="213393"/>
                    </a:lnTo>
                    <a:lnTo>
                      <a:pt x="409366" y="226883"/>
                    </a:lnTo>
                    <a:lnTo>
                      <a:pt x="419683" y="221632"/>
                    </a:lnTo>
                    <a:lnTo>
                      <a:pt x="423642" y="218864"/>
                    </a:lnTo>
                    <a:lnTo>
                      <a:pt x="428498" y="217667"/>
                    </a:lnTo>
                    <a:lnTo>
                      <a:pt x="444111" y="219088"/>
                    </a:lnTo>
                    <a:lnTo>
                      <a:pt x="464282" y="217667"/>
                    </a:lnTo>
                    <a:lnTo>
                      <a:pt x="467719" y="218191"/>
                    </a:lnTo>
                    <a:lnTo>
                      <a:pt x="471081" y="221780"/>
                    </a:lnTo>
                    <a:lnTo>
                      <a:pt x="479602" y="231499"/>
                    </a:lnTo>
                    <a:lnTo>
                      <a:pt x="486716" y="239617"/>
                    </a:lnTo>
                    <a:lnTo>
                      <a:pt x="496050" y="247619"/>
                    </a:lnTo>
                    <a:lnTo>
                      <a:pt x="505383" y="251562"/>
                    </a:lnTo>
                    <a:lnTo>
                      <a:pt x="505405" y="253473"/>
                    </a:lnTo>
                    <a:lnTo>
                      <a:pt x="488650" y="264931"/>
                    </a:lnTo>
                    <a:lnTo>
                      <a:pt x="474783" y="274269"/>
                    </a:lnTo>
                    <a:lnTo>
                      <a:pt x="463232" y="283037"/>
                    </a:lnTo>
                    <a:lnTo>
                      <a:pt x="456517" y="287462"/>
                    </a:lnTo>
                    <a:lnTo>
                      <a:pt x="456808" y="307052"/>
                    </a:lnTo>
                    <a:lnTo>
                      <a:pt x="456370" y="309017"/>
                    </a:lnTo>
                    <a:lnTo>
                      <a:pt x="454616" y="314010"/>
                    </a:lnTo>
                    <a:lnTo>
                      <a:pt x="451886" y="321374"/>
                    </a:lnTo>
                    <a:lnTo>
                      <a:pt x="441079" y="350547"/>
                    </a:lnTo>
                    <a:lnTo>
                      <a:pt x="440417" y="352397"/>
                    </a:lnTo>
                    <a:lnTo>
                      <a:pt x="440320" y="354188"/>
                    </a:lnTo>
                    <a:lnTo>
                      <a:pt x="440550" y="357237"/>
                    </a:lnTo>
                    <a:lnTo>
                      <a:pt x="443213" y="372566"/>
                    </a:lnTo>
                    <a:lnTo>
                      <a:pt x="445297" y="382081"/>
                    </a:lnTo>
                    <a:lnTo>
                      <a:pt x="448836" y="397565"/>
                    </a:lnTo>
                    <a:lnTo>
                      <a:pt x="449386" y="401345"/>
                    </a:lnTo>
                    <a:lnTo>
                      <a:pt x="453335" y="420895"/>
                    </a:lnTo>
                    <a:lnTo>
                      <a:pt x="457160" y="437582"/>
                    </a:lnTo>
                    <a:lnTo>
                      <a:pt x="458680" y="444096"/>
                    </a:lnTo>
                    <a:lnTo>
                      <a:pt x="459996" y="449885"/>
                    </a:lnTo>
                    <a:lnTo>
                      <a:pt x="463628" y="465325"/>
                    </a:lnTo>
                    <a:lnTo>
                      <a:pt x="466240" y="476474"/>
                    </a:lnTo>
                    <a:close/>
                  </a:path>
                </a:pathLst>
              </a:custGeom>
              <a:solidFill>
                <a:srgbClr val="FDE725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4" name="pg14">
                <a:extLst>
                  <a:ext uri="{FF2B5EF4-FFF2-40B4-BE49-F238E27FC236}">
                    <a16:creationId xmlns:a16="http://schemas.microsoft.com/office/drawing/2014/main" id="{48E793B9-41BC-4A3D-BABA-7CE01857C0CC}"/>
                  </a:ext>
                </a:extLst>
              </p:cNvPr>
              <p:cNvSpPr/>
              <p:nvPr/>
            </p:nvSpPr>
            <p:spPr>
              <a:xfrm>
                <a:off x="3470940" y="3813022"/>
                <a:ext cx="229652" cy="227413"/>
              </a:xfrm>
              <a:custGeom>
                <a:avLst/>
                <a:gdLst/>
                <a:ahLst/>
                <a:cxnLst/>
                <a:rect l="0" t="0" r="0" b="0"/>
                <a:pathLst>
                  <a:path w="449931" h="445543">
                    <a:moveTo>
                      <a:pt x="359346" y="434525"/>
                    </a:moveTo>
                    <a:lnTo>
                      <a:pt x="357225" y="443613"/>
                    </a:lnTo>
                    <a:lnTo>
                      <a:pt x="333490" y="445543"/>
                    </a:lnTo>
                    <a:lnTo>
                      <a:pt x="312051" y="444609"/>
                    </a:lnTo>
                    <a:lnTo>
                      <a:pt x="277294" y="435184"/>
                    </a:lnTo>
                    <a:lnTo>
                      <a:pt x="253551" y="424311"/>
                    </a:lnTo>
                    <a:lnTo>
                      <a:pt x="231837" y="406984"/>
                    </a:lnTo>
                    <a:lnTo>
                      <a:pt x="203082" y="374484"/>
                    </a:lnTo>
                    <a:lnTo>
                      <a:pt x="185067" y="347481"/>
                    </a:lnTo>
                    <a:lnTo>
                      <a:pt x="167169" y="312236"/>
                    </a:lnTo>
                    <a:lnTo>
                      <a:pt x="148079" y="287383"/>
                    </a:lnTo>
                    <a:lnTo>
                      <a:pt x="110378" y="264805"/>
                    </a:lnTo>
                    <a:lnTo>
                      <a:pt x="81743" y="260741"/>
                    </a:lnTo>
                    <a:lnTo>
                      <a:pt x="34139" y="259427"/>
                    </a:lnTo>
                    <a:lnTo>
                      <a:pt x="31339" y="247022"/>
                    </a:lnTo>
                    <a:lnTo>
                      <a:pt x="25919" y="223001"/>
                    </a:lnTo>
                    <a:lnTo>
                      <a:pt x="23307" y="211852"/>
                    </a:lnTo>
                    <a:lnTo>
                      <a:pt x="19676" y="196411"/>
                    </a:lnTo>
                    <a:lnTo>
                      <a:pt x="18359" y="190622"/>
                    </a:lnTo>
                    <a:lnTo>
                      <a:pt x="16839" y="184109"/>
                    </a:lnTo>
                    <a:lnTo>
                      <a:pt x="13014" y="167421"/>
                    </a:lnTo>
                    <a:lnTo>
                      <a:pt x="9065" y="147872"/>
                    </a:lnTo>
                    <a:lnTo>
                      <a:pt x="8515" y="144092"/>
                    </a:lnTo>
                    <a:lnTo>
                      <a:pt x="4976" y="128608"/>
                    </a:lnTo>
                    <a:lnTo>
                      <a:pt x="2892" y="119093"/>
                    </a:lnTo>
                    <a:lnTo>
                      <a:pt x="229" y="103764"/>
                    </a:lnTo>
                    <a:lnTo>
                      <a:pt x="0" y="100715"/>
                    </a:lnTo>
                    <a:lnTo>
                      <a:pt x="96" y="98924"/>
                    </a:lnTo>
                    <a:lnTo>
                      <a:pt x="758" y="97074"/>
                    </a:lnTo>
                    <a:lnTo>
                      <a:pt x="11566" y="67901"/>
                    </a:lnTo>
                    <a:lnTo>
                      <a:pt x="14295" y="60537"/>
                    </a:lnTo>
                    <a:lnTo>
                      <a:pt x="16049" y="55544"/>
                    </a:lnTo>
                    <a:lnTo>
                      <a:pt x="16488" y="53579"/>
                    </a:lnTo>
                    <a:lnTo>
                      <a:pt x="16197" y="33988"/>
                    </a:lnTo>
                    <a:lnTo>
                      <a:pt x="22912" y="29564"/>
                    </a:lnTo>
                    <a:lnTo>
                      <a:pt x="34462" y="20796"/>
                    </a:lnTo>
                    <a:lnTo>
                      <a:pt x="48330" y="11458"/>
                    </a:lnTo>
                    <a:lnTo>
                      <a:pt x="65085" y="0"/>
                    </a:lnTo>
                    <a:lnTo>
                      <a:pt x="201323" y="33932"/>
                    </a:lnTo>
                    <a:lnTo>
                      <a:pt x="216311" y="37525"/>
                    </a:lnTo>
                    <a:lnTo>
                      <a:pt x="224219" y="39420"/>
                    </a:lnTo>
                    <a:lnTo>
                      <a:pt x="298810" y="57300"/>
                    </a:lnTo>
                    <a:lnTo>
                      <a:pt x="419663" y="86367"/>
                    </a:lnTo>
                    <a:lnTo>
                      <a:pt x="414966" y="101803"/>
                    </a:lnTo>
                    <a:lnTo>
                      <a:pt x="412022" y="108582"/>
                    </a:lnTo>
                    <a:lnTo>
                      <a:pt x="448785" y="135208"/>
                    </a:lnTo>
                    <a:lnTo>
                      <a:pt x="449931" y="153650"/>
                    </a:lnTo>
                    <a:lnTo>
                      <a:pt x="449420" y="158607"/>
                    </a:lnTo>
                    <a:lnTo>
                      <a:pt x="444815" y="183402"/>
                    </a:lnTo>
                    <a:lnTo>
                      <a:pt x="440018" y="200979"/>
                    </a:lnTo>
                    <a:lnTo>
                      <a:pt x="438618" y="205308"/>
                    </a:lnTo>
                    <a:lnTo>
                      <a:pt x="418368" y="276195"/>
                    </a:lnTo>
                    <a:lnTo>
                      <a:pt x="411864" y="297681"/>
                    </a:lnTo>
                    <a:lnTo>
                      <a:pt x="404580" y="327226"/>
                    </a:lnTo>
                    <a:lnTo>
                      <a:pt x="381759" y="321705"/>
                    </a:lnTo>
                    <a:lnTo>
                      <a:pt x="382322" y="329583"/>
                    </a:lnTo>
                    <a:lnTo>
                      <a:pt x="381122" y="340099"/>
                    </a:lnTo>
                    <a:lnTo>
                      <a:pt x="375115" y="373422"/>
                    </a:lnTo>
                    <a:lnTo>
                      <a:pt x="360772" y="428414"/>
                    </a:lnTo>
                    <a:close/>
                  </a:path>
                </a:pathLst>
              </a:custGeom>
              <a:solidFill>
                <a:srgbClr val="404B88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5" name="pg15">
                <a:extLst>
                  <a:ext uri="{FF2B5EF4-FFF2-40B4-BE49-F238E27FC236}">
                    <a16:creationId xmlns:a16="http://schemas.microsoft.com/office/drawing/2014/main" id="{B19F3C06-A1A3-458B-BBF4-85725A14DC85}"/>
                  </a:ext>
                </a:extLst>
              </p:cNvPr>
              <p:cNvSpPr/>
              <p:nvPr/>
            </p:nvSpPr>
            <p:spPr>
              <a:xfrm>
                <a:off x="3653274" y="3857105"/>
                <a:ext cx="869316" cy="717818"/>
              </a:xfrm>
              <a:custGeom>
                <a:avLst/>
                <a:gdLst/>
                <a:ahLst/>
                <a:cxnLst/>
                <a:rect l="0" t="0" r="0" b="0"/>
                <a:pathLst>
                  <a:path w="1703149" h="1406338">
                    <a:moveTo>
                      <a:pt x="938923" y="1326680"/>
                    </a:moveTo>
                    <a:lnTo>
                      <a:pt x="967964" y="1345313"/>
                    </a:lnTo>
                    <a:lnTo>
                      <a:pt x="985543" y="1352671"/>
                    </a:lnTo>
                    <a:lnTo>
                      <a:pt x="1026994" y="1369755"/>
                    </a:lnTo>
                    <a:lnTo>
                      <a:pt x="1030495" y="1342810"/>
                    </a:lnTo>
                    <a:lnTo>
                      <a:pt x="1122664" y="1353496"/>
                    </a:lnTo>
                    <a:lnTo>
                      <a:pt x="1135168" y="1260445"/>
                    </a:lnTo>
                    <a:lnTo>
                      <a:pt x="1154289" y="1125554"/>
                    </a:lnTo>
                    <a:lnTo>
                      <a:pt x="1153994" y="1109855"/>
                    </a:lnTo>
                    <a:lnTo>
                      <a:pt x="1162345" y="1108691"/>
                    </a:lnTo>
                    <a:lnTo>
                      <a:pt x="1166624" y="1108845"/>
                    </a:lnTo>
                    <a:lnTo>
                      <a:pt x="1171062" y="1110479"/>
                    </a:lnTo>
                    <a:lnTo>
                      <a:pt x="1175241" y="1112395"/>
                    </a:lnTo>
                    <a:lnTo>
                      <a:pt x="1178778" y="1113877"/>
                    </a:lnTo>
                    <a:lnTo>
                      <a:pt x="1182306" y="1114921"/>
                    </a:lnTo>
                    <a:lnTo>
                      <a:pt x="1185914" y="1115718"/>
                    </a:lnTo>
                    <a:lnTo>
                      <a:pt x="1189111" y="1116279"/>
                    </a:lnTo>
                    <a:lnTo>
                      <a:pt x="1192009" y="1116325"/>
                    </a:lnTo>
                    <a:lnTo>
                      <a:pt x="1196001" y="1115689"/>
                    </a:lnTo>
                    <a:lnTo>
                      <a:pt x="1199189" y="1115443"/>
                    </a:lnTo>
                    <a:lnTo>
                      <a:pt x="1202176" y="1115918"/>
                    </a:lnTo>
                    <a:lnTo>
                      <a:pt x="1206449" y="1117174"/>
                    </a:lnTo>
                    <a:lnTo>
                      <a:pt x="1211984" y="1117981"/>
                    </a:lnTo>
                    <a:lnTo>
                      <a:pt x="1220040" y="1118120"/>
                    </a:lnTo>
                    <a:lnTo>
                      <a:pt x="1227881" y="1117724"/>
                    </a:lnTo>
                    <a:lnTo>
                      <a:pt x="1235680" y="1116936"/>
                    </a:lnTo>
                    <a:lnTo>
                      <a:pt x="1239280" y="1115896"/>
                    </a:lnTo>
                    <a:lnTo>
                      <a:pt x="1246291" y="1112982"/>
                    </a:lnTo>
                    <a:lnTo>
                      <a:pt x="1247623" y="1112416"/>
                    </a:lnTo>
                    <a:lnTo>
                      <a:pt x="1252083" y="1107966"/>
                    </a:lnTo>
                    <a:lnTo>
                      <a:pt x="1256385" y="1100534"/>
                    </a:lnTo>
                    <a:lnTo>
                      <a:pt x="1257077" y="1098706"/>
                    </a:lnTo>
                    <a:lnTo>
                      <a:pt x="1259275" y="1091833"/>
                    </a:lnTo>
                    <a:lnTo>
                      <a:pt x="1259714" y="1085520"/>
                    </a:lnTo>
                    <a:lnTo>
                      <a:pt x="1257481" y="1078795"/>
                    </a:lnTo>
                    <a:lnTo>
                      <a:pt x="1252480" y="1072138"/>
                    </a:lnTo>
                    <a:lnTo>
                      <a:pt x="1246840" y="1062519"/>
                    </a:lnTo>
                    <a:lnTo>
                      <a:pt x="1240911" y="1055035"/>
                    </a:lnTo>
                    <a:lnTo>
                      <a:pt x="1240128" y="1052793"/>
                    </a:lnTo>
                    <a:lnTo>
                      <a:pt x="1239488" y="1050965"/>
                    </a:lnTo>
                    <a:lnTo>
                      <a:pt x="1242387" y="1041085"/>
                    </a:lnTo>
                    <a:lnTo>
                      <a:pt x="1247335" y="1031381"/>
                    </a:lnTo>
                    <a:lnTo>
                      <a:pt x="1250574" y="1025070"/>
                    </a:lnTo>
                    <a:lnTo>
                      <a:pt x="1253525" y="1019346"/>
                    </a:lnTo>
                    <a:lnTo>
                      <a:pt x="1257023" y="1013364"/>
                    </a:lnTo>
                    <a:lnTo>
                      <a:pt x="1258147" y="1006139"/>
                    </a:lnTo>
                    <a:lnTo>
                      <a:pt x="1256488" y="999588"/>
                    </a:lnTo>
                    <a:lnTo>
                      <a:pt x="1253499" y="993693"/>
                    </a:lnTo>
                    <a:lnTo>
                      <a:pt x="1252010" y="988883"/>
                    </a:lnTo>
                    <a:lnTo>
                      <a:pt x="1251671" y="986228"/>
                    </a:lnTo>
                    <a:lnTo>
                      <a:pt x="1252376" y="983225"/>
                    </a:lnTo>
                    <a:lnTo>
                      <a:pt x="1255182" y="981070"/>
                    </a:lnTo>
                    <a:lnTo>
                      <a:pt x="1259766" y="979656"/>
                    </a:lnTo>
                    <a:lnTo>
                      <a:pt x="1261594" y="979005"/>
                    </a:lnTo>
                    <a:lnTo>
                      <a:pt x="1263343" y="977678"/>
                    </a:lnTo>
                    <a:lnTo>
                      <a:pt x="1273214" y="981157"/>
                    </a:lnTo>
                    <a:lnTo>
                      <a:pt x="1275735" y="979003"/>
                    </a:lnTo>
                    <a:lnTo>
                      <a:pt x="1291546" y="982898"/>
                    </a:lnTo>
                    <a:lnTo>
                      <a:pt x="1299929" y="977675"/>
                    </a:lnTo>
                    <a:lnTo>
                      <a:pt x="1305752" y="973281"/>
                    </a:lnTo>
                    <a:lnTo>
                      <a:pt x="1311590" y="968450"/>
                    </a:lnTo>
                    <a:lnTo>
                      <a:pt x="1317238" y="966992"/>
                    </a:lnTo>
                    <a:lnTo>
                      <a:pt x="1322215" y="965262"/>
                    </a:lnTo>
                    <a:lnTo>
                      <a:pt x="1324734" y="945186"/>
                    </a:lnTo>
                    <a:lnTo>
                      <a:pt x="1326171" y="943928"/>
                    </a:lnTo>
                    <a:lnTo>
                      <a:pt x="1326875" y="944215"/>
                    </a:lnTo>
                    <a:lnTo>
                      <a:pt x="1329938" y="924246"/>
                    </a:lnTo>
                    <a:lnTo>
                      <a:pt x="1345964" y="915752"/>
                    </a:lnTo>
                    <a:lnTo>
                      <a:pt x="1348984" y="920916"/>
                    </a:lnTo>
                    <a:lnTo>
                      <a:pt x="1354810" y="917965"/>
                    </a:lnTo>
                    <a:lnTo>
                      <a:pt x="1359073" y="910240"/>
                    </a:lnTo>
                    <a:lnTo>
                      <a:pt x="1357246" y="909249"/>
                    </a:lnTo>
                    <a:lnTo>
                      <a:pt x="1438441" y="866923"/>
                    </a:lnTo>
                    <a:lnTo>
                      <a:pt x="1484167" y="841670"/>
                    </a:lnTo>
                    <a:lnTo>
                      <a:pt x="1508887" y="857970"/>
                    </a:lnTo>
                    <a:lnTo>
                      <a:pt x="1510467" y="857459"/>
                    </a:lnTo>
                    <a:lnTo>
                      <a:pt x="1512313" y="856788"/>
                    </a:lnTo>
                    <a:lnTo>
                      <a:pt x="1523258" y="851539"/>
                    </a:lnTo>
                    <a:lnTo>
                      <a:pt x="1525199" y="848795"/>
                    </a:lnTo>
                    <a:lnTo>
                      <a:pt x="1527082" y="846260"/>
                    </a:lnTo>
                    <a:lnTo>
                      <a:pt x="1526801" y="845944"/>
                    </a:lnTo>
                    <a:lnTo>
                      <a:pt x="1529618" y="842464"/>
                    </a:lnTo>
                    <a:lnTo>
                      <a:pt x="1533106" y="837977"/>
                    </a:lnTo>
                    <a:lnTo>
                      <a:pt x="1539606" y="829698"/>
                    </a:lnTo>
                    <a:lnTo>
                      <a:pt x="1545357" y="824221"/>
                    </a:lnTo>
                    <a:lnTo>
                      <a:pt x="1553769" y="818484"/>
                    </a:lnTo>
                    <a:lnTo>
                      <a:pt x="1556740" y="815992"/>
                    </a:lnTo>
                    <a:lnTo>
                      <a:pt x="1567271" y="808682"/>
                    </a:lnTo>
                    <a:lnTo>
                      <a:pt x="1569045" y="807318"/>
                    </a:lnTo>
                    <a:lnTo>
                      <a:pt x="1572559" y="805359"/>
                    </a:lnTo>
                    <a:lnTo>
                      <a:pt x="1575929" y="803159"/>
                    </a:lnTo>
                    <a:lnTo>
                      <a:pt x="1579585" y="800765"/>
                    </a:lnTo>
                    <a:lnTo>
                      <a:pt x="1581961" y="798349"/>
                    </a:lnTo>
                    <a:lnTo>
                      <a:pt x="1584887" y="795455"/>
                    </a:lnTo>
                    <a:lnTo>
                      <a:pt x="1652874" y="687351"/>
                    </a:lnTo>
                    <a:lnTo>
                      <a:pt x="1656269" y="681889"/>
                    </a:lnTo>
                    <a:lnTo>
                      <a:pt x="1666479" y="665526"/>
                    </a:lnTo>
                    <a:lnTo>
                      <a:pt x="1669247" y="661130"/>
                    </a:lnTo>
                    <a:lnTo>
                      <a:pt x="1676704" y="653754"/>
                    </a:lnTo>
                    <a:lnTo>
                      <a:pt x="1678894" y="652016"/>
                    </a:lnTo>
                    <a:lnTo>
                      <a:pt x="1680123" y="651215"/>
                    </a:lnTo>
                    <a:lnTo>
                      <a:pt x="1681716" y="650009"/>
                    </a:lnTo>
                    <a:lnTo>
                      <a:pt x="1701285" y="635528"/>
                    </a:lnTo>
                    <a:lnTo>
                      <a:pt x="1703149" y="630179"/>
                    </a:lnTo>
                    <a:lnTo>
                      <a:pt x="1654382" y="528639"/>
                    </a:lnTo>
                    <a:lnTo>
                      <a:pt x="1615679" y="535507"/>
                    </a:lnTo>
                    <a:lnTo>
                      <a:pt x="1602731" y="498337"/>
                    </a:lnTo>
                    <a:lnTo>
                      <a:pt x="1598951" y="487547"/>
                    </a:lnTo>
                    <a:lnTo>
                      <a:pt x="1595805" y="478929"/>
                    </a:lnTo>
                    <a:lnTo>
                      <a:pt x="1594395" y="474122"/>
                    </a:lnTo>
                    <a:lnTo>
                      <a:pt x="1541618" y="540754"/>
                    </a:lnTo>
                    <a:lnTo>
                      <a:pt x="1488281" y="607594"/>
                    </a:lnTo>
                    <a:lnTo>
                      <a:pt x="1478899" y="618014"/>
                    </a:lnTo>
                    <a:lnTo>
                      <a:pt x="1450650" y="651524"/>
                    </a:lnTo>
                    <a:lnTo>
                      <a:pt x="1425790" y="675265"/>
                    </a:lnTo>
                    <a:lnTo>
                      <a:pt x="1416846" y="681756"/>
                    </a:lnTo>
                    <a:lnTo>
                      <a:pt x="1397328" y="694638"/>
                    </a:lnTo>
                    <a:lnTo>
                      <a:pt x="1380984" y="703693"/>
                    </a:lnTo>
                    <a:lnTo>
                      <a:pt x="1367221" y="710409"/>
                    </a:lnTo>
                    <a:lnTo>
                      <a:pt x="1352833" y="716668"/>
                    </a:lnTo>
                    <a:lnTo>
                      <a:pt x="1316896" y="727989"/>
                    </a:lnTo>
                    <a:lnTo>
                      <a:pt x="1201533" y="767625"/>
                    </a:lnTo>
                    <a:lnTo>
                      <a:pt x="1154755" y="743375"/>
                    </a:lnTo>
                    <a:lnTo>
                      <a:pt x="1021397" y="676599"/>
                    </a:lnTo>
                    <a:lnTo>
                      <a:pt x="876697" y="604543"/>
                    </a:lnTo>
                    <a:lnTo>
                      <a:pt x="912074" y="504352"/>
                    </a:lnTo>
                    <a:lnTo>
                      <a:pt x="916699" y="482629"/>
                    </a:lnTo>
                    <a:lnTo>
                      <a:pt x="917882" y="460248"/>
                    </a:lnTo>
                    <a:lnTo>
                      <a:pt x="914973" y="449789"/>
                    </a:lnTo>
                    <a:lnTo>
                      <a:pt x="903355" y="444838"/>
                    </a:lnTo>
                    <a:lnTo>
                      <a:pt x="893210" y="442416"/>
                    </a:lnTo>
                    <a:lnTo>
                      <a:pt x="886218" y="442311"/>
                    </a:lnTo>
                    <a:lnTo>
                      <a:pt x="880331" y="439941"/>
                    </a:lnTo>
                    <a:lnTo>
                      <a:pt x="873077" y="434255"/>
                    </a:lnTo>
                    <a:lnTo>
                      <a:pt x="868486" y="428718"/>
                    </a:lnTo>
                    <a:lnTo>
                      <a:pt x="878128" y="371983"/>
                    </a:lnTo>
                    <a:lnTo>
                      <a:pt x="879426" y="364049"/>
                    </a:lnTo>
                    <a:lnTo>
                      <a:pt x="873261" y="363855"/>
                    </a:lnTo>
                    <a:lnTo>
                      <a:pt x="873331" y="352366"/>
                    </a:lnTo>
                    <a:lnTo>
                      <a:pt x="873396" y="342604"/>
                    </a:lnTo>
                    <a:lnTo>
                      <a:pt x="873393" y="326478"/>
                    </a:lnTo>
                    <a:lnTo>
                      <a:pt x="863333" y="325696"/>
                    </a:lnTo>
                    <a:lnTo>
                      <a:pt x="863449" y="230124"/>
                    </a:lnTo>
                    <a:lnTo>
                      <a:pt x="863098" y="222814"/>
                    </a:lnTo>
                    <a:lnTo>
                      <a:pt x="861667" y="217871"/>
                    </a:lnTo>
                    <a:lnTo>
                      <a:pt x="859139" y="214520"/>
                    </a:lnTo>
                    <a:lnTo>
                      <a:pt x="856575" y="212207"/>
                    </a:lnTo>
                    <a:lnTo>
                      <a:pt x="853690" y="209547"/>
                    </a:lnTo>
                    <a:lnTo>
                      <a:pt x="852378" y="207821"/>
                    </a:lnTo>
                    <a:lnTo>
                      <a:pt x="851178" y="205055"/>
                    </a:lnTo>
                    <a:lnTo>
                      <a:pt x="850565" y="200692"/>
                    </a:lnTo>
                    <a:lnTo>
                      <a:pt x="850518" y="155872"/>
                    </a:lnTo>
                    <a:lnTo>
                      <a:pt x="850828" y="150451"/>
                    </a:lnTo>
                    <a:lnTo>
                      <a:pt x="872980" y="142581"/>
                    </a:lnTo>
                    <a:lnTo>
                      <a:pt x="876738" y="139744"/>
                    </a:lnTo>
                    <a:lnTo>
                      <a:pt x="877686" y="132529"/>
                    </a:lnTo>
                    <a:lnTo>
                      <a:pt x="877876" y="117533"/>
                    </a:lnTo>
                    <a:lnTo>
                      <a:pt x="874957" y="111380"/>
                    </a:lnTo>
                    <a:lnTo>
                      <a:pt x="870295" y="101307"/>
                    </a:lnTo>
                    <a:lnTo>
                      <a:pt x="869154" y="98952"/>
                    </a:lnTo>
                    <a:lnTo>
                      <a:pt x="864761" y="88038"/>
                    </a:lnTo>
                    <a:lnTo>
                      <a:pt x="864303" y="86658"/>
                    </a:lnTo>
                    <a:lnTo>
                      <a:pt x="862341" y="66589"/>
                    </a:lnTo>
                    <a:lnTo>
                      <a:pt x="862046" y="60800"/>
                    </a:lnTo>
                    <a:lnTo>
                      <a:pt x="853361" y="41438"/>
                    </a:lnTo>
                    <a:lnTo>
                      <a:pt x="838082" y="7018"/>
                    </a:lnTo>
                    <a:lnTo>
                      <a:pt x="784229" y="6835"/>
                    </a:lnTo>
                    <a:lnTo>
                      <a:pt x="675509" y="6467"/>
                    </a:lnTo>
                    <a:lnTo>
                      <a:pt x="673473" y="6461"/>
                    </a:lnTo>
                    <a:lnTo>
                      <a:pt x="615240" y="6182"/>
                    </a:lnTo>
                    <a:lnTo>
                      <a:pt x="578052" y="5499"/>
                    </a:lnTo>
                    <a:lnTo>
                      <a:pt x="568325" y="5320"/>
                    </a:lnTo>
                    <a:lnTo>
                      <a:pt x="563998" y="4604"/>
                    </a:lnTo>
                    <a:lnTo>
                      <a:pt x="462109" y="2737"/>
                    </a:lnTo>
                    <a:lnTo>
                      <a:pt x="425815" y="7991"/>
                    </a:lnTo>
                    <a:lnTo>
                      <a:pt x="419079" y="7795"/>
                    </a:lnTo>
                    <a:lnTo>
                      <a:pt x="460806" y="79248"/>
                    </a:lnTo>
                    <a:lnTo>
                      <a:pt x="458125" y="93801"/>
                    </a:lnTo>
                    <a:lnTo>
                      <a:pt x="475254" y="129404"/>
                    </a:lnTo>
                    <a:lnTo>
                      <a:pt x="470998" y="136166"/>
                    </a:lnTo>
                    <a:lnTo>
                      <a:pt x="468892" y="135313"/>
                    </a:lnTo>
                    <a:lnTo>
                      <a:pt x="455556" y="149067"/>
                    </a:lnTo>
                    <a:lnTo>
                      <a:pt x="449025" y="155426"/>
                    </a:lnTo>
                    <a:lnTo>
                      <a:pt x="431607" y="173920"/>
                    </a:lnTo>
                    <a:lnTo>
                      <a:pt x="418783" y="186975"/>
                    </a:lnTo>
                    <a:lnTo>
                      <a:pt x="411224" y="194718"/>
                    </a:lnTo>
                    <a:lnTo>
                      <a:pt x="405045" y="198829"/>
                    </a:lnTo>
                    <a:lnTo>
                      <a:pt x="401325" y="202389"/>
                    </a:lnTo>
                    <a:lnTo>
                      <a:pt x="397715" y="206113"/>
                    </a:lnTo>
                    <a:lnTo>
                      <a:pt x="396973" y="207510"/>
                    </a:lnTo>
                    <a:lnTo>
                      <a:pt x="388908" y="220735"/>
                    </a:lnTo>
                    <a:lnTo>
                      <a:pt x="383222" y="214119"/>
                    </a:lnTo>
                    <a:lnTo>
                      <a:pt x="378272" y="206838"/>
                    </a:lnTo>
                    <a:lnTo>
                      <a:pt x="368108" y="188329"/>
                    </a:lnTo>
                    <a:lnTo>
                      <a:pt x="367193" y="186894"/>
                    </a:lnTo>
                    <a:lnTo>
                      <a:pt x="350373" y="155365"/>
                    </a:lnTo>
                    <a:lnTo>
                      <a:pt x="335172" y="130688"/>
                    </a:lnTo>
                    <a:lnTo>
                      <a:pt x="333030" y="128636"/>
                    </a:lnTo>
                    <a:lnTo>
                      <a:pt x="325687" y="117409"/>
                    </a:lnTo>
                    <a:lnTo>
                      <a:pt x="316256" y="104499"/>
                    </a:lnTo>
                    <a:lnTo>
                      <a:pt x="307494" y="94895"/>
                    </a:lnTo>
                    <a:lnTo>
                      <a:pt x="300504" y="88290"/>
                    </a:lnTo>
                    <a:lnTo>
                      <a:pt x="291684" y="78915"/>
                    </a:lnTo>
                    <a:lnTo>
                      <a:pt x="278593" y="68832"/>
                    </a:lnTo>
                    <a:lnTo>
                      <a:pt x="268718" y="61866"/>
                    </a:lnTo>
                    <a:lnTo>
                      <a:pt x="260821" y="56160"/>
                    </a:lnTo>
                    <a:lnTo>
                      <a:pt x="243728" y="47411"/>
                    </a:lnTo>
                    <a:lnTo>
                      <a:pt x="231791" y="41446"/>
                    </a:lnTo>
                    <a:lnTo>
                      <a:pt x="230346" y="40881"/>
                    </a:lnTo>
                    <a:lnTo>
                      <a:pt x="216043" y="35285"/>
                    </a:lnTo>
                    <a:lnTo>
                      <a:pt x="206252" y="32054"/>
                    </a:lnTo>
                    <a:lnTo>
                      <a:pt x="186209" y="27307"/>
                    </a:lnTo>
                    <a:lnTo>
                      <a:pt x="154490" y="19673"/>
                    </a:lnTo>
                    <a:lnTo>
                      <a:pt x="143577" y="18805"/>
                    </a:lnTo>
                    <a:lnTo>
                      <a:pt x="100969" y="8696"/>
                    </a:lnTo>
                    <a:lnTo>
                      <a:pt x="62438" y="0"/>
                    </a:lnTo>
                    <a:lnTo>
                      <a:pt x="57740" y="15436"/>
                    </a:lnTo>
                    <a:lnTo>
                      <a:pt x="54797" y="22215"/>
                    </a:lnTo>
                    <a:lnTo>
                      <a:pt x="91560" y="48841"/>
                    </a:lnTo>
                    <a:lnTo>
                      <a:pt x="92706" y="67283"/>
                    </a:lnTo>
                    <a:lnTo>
                      <a:pt x="92194" y="72240"/>
                    </a:lnTo>
                    <a:lnTo>
                      <a:pt x="87590" y="97035"/>
                    </a:lnTo>
                    <a:lnTo>
                      <a:pt x="82793" y="114612"/>
                    </a:lnTo>
                    <a:lnTo>
                      <a:pt x="81393" y="118941"/>
                    </a:lnTo>
                    <a:lnTo>
                      <a:pt x="61142" y="189828"/>
                    </a:lnTo>
                    <a:lnTo>
                      <a:pt x="54639" y="211314"/>
                    </a:lnTo>
                    <a:lnTo>
                      <a:pt x="47354" y="240859"/>
                    </a:lnTo>
                    <a:lnTo>
                      <a:pt x="24534" y="235338"/>
                    </a:lnTo>
                    <a:lnTo>
                      <a:pt x="25096" y="243216"/>
                    </a:lnTo>
                    <a:lnTo>
                      <a:pt x="23896" y="253732"/>
                    </a:lnTo>
                    <a:lnTo>
                      <a:pt x="17889" y="287055"/>
                    </a:lnTo>
                    <a:lnTo>
                      <a:pt x="3546" y="342047"/>
                    </a:lnTo>
                    <a:lnTo>
                      <a:pt x="2120" y="348157"/>
                    </a:lnTo>
                    <a:lnTo>
                      <a:pt x="0" y="357246"/>
                    </a:lnTo>
                    <a:lnTo>
                      <a:pt x="55307" y="347973"/>
                    </a:lnTo>
                    <a:lnTo>
                      <a:pt x="80101" y="346292"/>
                    </a:lnTo>
                    <a:lnTo>
                      <a:pt x="105824" y="346508"/>
                    </a:lnTo>
                    <a:lnTo>
                      <a:pt x="103778" y="360110"/>
                    </a:lnTo>
                    <a:lnTo>
                      <a:pt x="120710" y="363768"/>
                    </a:lnTo>
                    <a:lnTo>
                      <a:pt x="144164" y="368834"/>
                    </a:lnTo>
                    <a:lnTo>
                      <a:pt x="143818" y="370577"/>
                    </a:lnTo>
                    <a:lnTo>
                      <a:pt x="217123" y="389983"/>
                    </a:lnTo>
                    <a:lnTo>
                      <a:pt x="265905" y="405280"/>
                    </a:lnTo>
                    <a:lnTo>
                      <a:pt x="277711" y="411269"/>
                    </a:lnTo>
                    <a:lnTo>
                      <a:pt x="292811" y="424340"/>
                    </a:lnTo>
                    <a:lnTo>
                      <a:pt x="320589" y="428261"/>
                    </a:lnTo>
                    <a:lnTo>
                      <a:pt x="328231" y="474196"/>
                    </a:lnTo>
                    <a:lnTo>
                      <a:pt x="319097" y="528909"/>
                    </a:lnTo>
                    <a:lnTo>
                      <a:pt x="301200" y="578584"/>
                    </a:lnTo>
                    <a:lnTo>
                      <a:pt x="268204" y="641522"/>
                    </a:lnTo>
                    <a:lnTo>
                      <a:pt x="232223" y="716043"/>
                    </a:lnTo>
                    <a:lnTo>
                      <a:pt x="214784" y="763505"/>
                    </a:lnTo>
                    <a:lnTo>
                      <a:pt x="212038" y="789218"/>
                    </a:lnTo>
                    <a:lnTo>
                      <a:pt x="207037" y="827320"/>
                    </a:lnTo>
                    <a:lnTo>
                      <a:pt x="202063" y="865356"/>
                    </a:lnTo>
                    <a:lnTo>
                      <a:pt x="200953" y="879043"/>
                    </a:lnTo>
                    <a:lnTo>
                      <a:pt x="205105" y="902784"/>
                    </a:lnTo>
                    <a:lnTo>
                      <a:pt x="215342" y="923369"/>
                    </a:lnTo>
                    <a:lnTo>
                      <a:pt x="221610" y="935989"/>
                    </a:lnTo>
                    <a:lnTo>
                      <a:pt x="227329" y="943475"/>
                    </a:lnTo>
                    <a:lnTo>
                      <a:pt x="244890" y="964474"/>
                    </a:lnTo>
                    <a:lnTo>
                      <a:pt x="281620" y="996853"/>
                    </a:lnTo>
                    <a:lnTo>
                      <a:pt x="297223" y="1008210"/>
                    </a:lnTo>
                    <a:lnTo>
                      <a:pt x="314864" y="1021181"/>
                    </a:lnTo>
                    <a:lnTo>
                      <a:pt x="330623" y="1031973"/>
                    </a:lnTo>
                    <a:lnTo>
                      <a:pt x="347336" y="1043418"/>
                    </a:lnTo>
                    <a:lnTo>
                      <a:pt x="356503" y="1051231"/>
                    </a:lnTo>
                    <a:lnTo>
                      <a:pt x="369195" y="1064417"/>
                    </a:lnTo>
                    <a:lnTo>
                      <a:pt x="387330" y="1083022"/>
                    </a:lnTo>
                    <a:lnTo>
                      <a:pt x="409201" y="1102192"/>
                    </a:lnTo>
                    <a:lnTo>
                      <a:pt x="420666" y="1112334"/>
                    </a:lnTo>
                    <a:lnTo>
                      <a:pt x="436530" y="1128262"/>
                    </a:lnTo>
                    <a:lnTo>
                      <a:pt x="445265" y="1137139"/>
                    </a:lnTo>
                    <a:lnTo>
                      <a:pt x="456678" y="1150849"/>
                    </a:lnTo>
                    <a:lnTo>
                      <a:pt x="472072" y="1169432"/>
                    </a:lnTo>
                    <a:lnTo>
                      <a:pt x="488041" y="1194520"/>
                    </a:lnTo>
                    <a:lnTo>
                      <a:pt x="505681" y="1236605"/>
                    </a:lnTo>
                    <a:lnTo>
                      <a:pt x="514142" y="1254121"/>
                    </a:lnTo>
                    <a:lnTo>
                      <a:pt x="519274" y="1269984"/>
                    </a:lnTo>
                    <a:lnTo>
                      <a:pt x="534564" y="1306171"/>
                    </a:lnTo>
                    <a:lnTo>
                      <a:pt x="542176" y="1317879"/>
                    </a:lnTo>
                    <a:lnTo>
                      <a:pt x="562846" y="1340619"/>
                    </a:lnTo>
                    <a:lnTo>
                      <a:pt x="577078" y="1352913"/>
                    </a:lnTo>
                    <a:lnTo>
                      <a:pt x="590449" y="1359635"/>
                    </a:lnTo>
                    <a:lnTo>
                      <a:pt x="597512" y="1363117"/>
                    </a:lnTo>
                    <a:lnTo>
                      <a:pt x="602249" y="1364423"/>
                    </a:lnTo>
                    <a:lnTo>
                      <a:pt x="615988" y="1368275"/>
                    </a:lnTo>
                    <a:lnTo>
                      <a:pt x="641424" y="1372170"/>
                    </a:lnTo>
                    <a:lnTo>
                      <a:pt x="665480" y="1373030"/>
                    </a:lnTo>
                    <a:lnTo>
                      <a:pt x="696028" y="1373909"/>
                    </a:lnTo>
                    <a:lnTo>
                      <a:pt x="712114" y="1377326"/>
                    </a:lnTo>
                    <a:lnTo>
                      <a:pt x="724414" y="1379981"/>
                    </a:lnTo>
                    <a:lnTo>
                      <a:pt x="746075" y="1385704"/>
                    </a:lnTo>
                    <a:lnTo>
                      <a:pt x="759185" y="1389186"/>
                    </a:lnTo>
                    <a:lnTo>
                      <a:pt x="767320" y="1390860"/>
                    </a:lnTo>
                    <a:lnTo>
                      <a:pt x="783693" y="1394168"/>
                    </a:lnTo>
                    <a:lnTo>
                      <a:pt x="805198" y="1398412"/>
                    </a:lnTo>
                    <a:lnTo>
                      <a:pt x="864545" y="1406338"/>
                    </a:lnTo>
                    <a:lnTo>
                      <a:pt x="867064" y="1396303"/>
                    </a:lnTo>
                    <a:lnTo>
                      <a:pt x="885599" y="1359319"/>
                    </a:lnTo>
                    <a:lnTo>
                      <a:pt x="931954" y="1381881"/>
                    </a:lnTo>
                    <a:lnTo>
                      <a:pt x="932019" y="1384688"/>
                    </a:lnTo>
                    <a:lnTo>
                      <a:pt x="933792" y="1384823"/>
                    </a:lnTo>
                    <a:lnTo>
                      <a:pt x="934193" y="1379482"/>
                    </a:lnTo>
                    <a:lnTo>
                      <a:pt x="938308" y="1328168"/>
                    </a:lnTo>
                    <a:close/>
                  </a:path>
                </a:pathLst>
              </a:custGeom>
              <a:solidFill>
                <a:srgbClr val="3C5C8A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6" name="pg16">
                <a:extLst>
                  <a:ext uri="{FF2B5EF4-FFF2-40B4-BE49-F238E27FC236}">
                    <a16:creationId xmlns:a16="http://schemas.microsoft.com/office/drawing/2014/main" id="{844C44BB-E636-42E6-B279-2438A3F216DB}"/>
                  </a:ext>
                </a:extLst>
              </p:cNvPr>
              <p:cNvSpPr/>
              <p:nvPr/>
            </p:nvSpPr>
            <p:spPr>
              <a:xfrm>
                <a:off x="4025082" y="3768406"/>
                <a:ext cx="441998" cy="480508"/>
              </a:xfrm>
              <a:custGeom>
                <a:avLst/>
                <a:gdLst/>
                <a:ahLst/>
                <a:cxnLst/>
                <a:rect l="0" t="0" r="0" b="0"/>
                <a:pathLst>
                  <a:path w="865955" h="941404">
                    <a:moveTo>
                      <a:pt x="23967" y="35205"/>
                    </a:moveTo>
                    <a:lnTo>
                      <a:pt x="33338" y="43320"/>
                    </a:lnTo>
                    <a:lnTo>
                      <a:pt x="74261" y="70980"/>
                    </a:lnTo>
                    <a:lnTo>
                      <a:pt x="107375" y="86238"/>
                    </a:lnTo>
                    <a:lnTo>
                      <a:pt x="125922" y="92854"/>
                    </a:lnTo>
                    <a:lnTo>
                      <a:pt x="154306" y="100221"/>
                    </a:lnTo>
                    <a:lnTo>
                      <a:pt x="179010" y="104880"/>
                    </a:lnTo>
                    <a:lnTo>
                      <a:pt x="211374" y="107663"/>
                    </a:lnTo>
                    <a:lnTo>
                      <a:pt x="250870" y="104956"/>
                    </a:lnTo>
                    <a:lnTo>
                      <a:pt x="302606" y="103078"/>
                    </a:lnTo>
                    <a:lnTo>
                      <a:pt x="324909" y="101724"/>
                    </a:lnTo>
                    <a:lnTo>
                      <a:pt x="345197" y="101039"/>
                    </a:lnTo>
                    <a:lnTo>
                      <a:pt x="367408" y="134046"/>
                    </a:lnTo>
                    <a:lnTo>
                      <a:pt x="371575" y="139069"/>
                    </a:lnTo>
                    <a:lnTo>
                      <a:pt x="369002" y="140725"/>
                    </a:lnTo>
                    <a:lnTo>
                      <a:pt x="373139" y="146890"/>
                    </a:lnTo>
                    <a:lnTo>
                      <a:pt x="377734" y="157106"/>
                    </a:lnTo>
                    <a:lnTo>
                      <a:pt x="381412" y="166586"/>
                    </a:lnTo>
                    <a:lnTo>
                      <a:pt x="383617" y="175330"/>
                    </a:lnTo>
                    <a:lnTo>
                      <a:pt x="390328" y="199719"/>
                    </a:lnTo>
                    <a:lnTo>
                      <a:pt x="404807" y="194187"/>
                    </a:lnTo>
                    <a:lnTo>
                      <a:pt x="452274" y="173149"/>
                    </a:lnTo>
                    <a:lnTo>
                      <a:pt x="459945" y="185748"/>
                    </a:lnTo>
                    <a:lnTo>
                      <a:pt x="457786" y="187528"/>
                    </a:lnTo>
                    <a:lnTo>
                      <a:pt x="456320" y="189495"/>
                    </a:lnTo>
                    <a:lnTo>
                      <a:pt x="457464" y="195121"/>
                    </a:lnTo>
                    <a:lnTo>
                      <a:pt x="474006" y="195177"/>
                    </a:lnTo>
                    <a:lnTo>
                      <a:pt x="490386" y="198609"/>
                    </a:lnTo>
                    <a:lnTo>
                      <a:pt x="491407" y="183682"/>
                    </a:lnTo>
                    <a:lnTo>
                      <a:pt x="492290" y="171151"/>
                    </a:lnTo>
                    <a:lnTo>
                      <a:pt x="495297" y="169863"/>
                    </a:lnTo>
                    <a:lnTo>
                      <a:pt x="531977" y="154133"/>
                    </a:lnTo>
                    <a:lnTo>
                      <a:pt x="527245" y="146695"/>
                    </a:lnTo>
                    <a:lnTo>
                      <a:pt x="523521" y="140801"/>
                    </a:lnTo>
                    <a:lnTo>
                      <a:pt x="561529" y="123657"/>
                    </a:lnTo>
                    <a:lnTo>
                      <a:pt x="588456" y="111139"/>
                    </a:lnTo>
                    <a:lnTo>
                      <a:pt x="590787" y="106958"/>
                    </a:lnTo>
                    <a:lnTo>
                      <a:pt x="762261" y="0"/>
                    </a:lnTo>
                    <a:lnTo>
                      <a:pt x="780205" y="14929"/>
                    </a:lnTo>
                    <a:lnTo>
                      <a:pt x="784175" y="18731"/>
                    </a:lnTo>
                    <a:lnTo>
                      <a:pt x="786245" y="20950"/>
                    </a:lnTo>
                    <a:lnTo>
                      <a:pt x="787503" y="22776"/>
                    </a:lnTo>
                    <a:lnTo>
                      <a:pt x="787268" y="23834"/>
                    </a:lnTo>
                    <a:lnTo>
                      <a:pt x="786183" y="25536"/>
                    </a:lnTo>
                    <a:lnTo>
                      <a:pt x="784584" y="27423"/>
                    </a:lnTo>
                    <a:lnTo>
                      <a:pt x="783491" y="28685"/>
                    </a:lnTo>
                    <a:lnTo>
                      <a:pt x="782896" y="29790"/>
                    </a:lnTo>
                    <a:lnTo>
                      <a:pt x="782517" y="31159"/>
                    </a:lnTo>
                    <a:lnTo>
                      <a:pt x="782343" y="32437"/>
                    </a:lnTo>
                    <a:lnTo>
                      <a:pt x="781689" y="35438"/>
                    </a:lnTo>
                    <a:lnTo>
                      <a:pt x="781543" y="36369"/>
                    </a:lnTo>
                    <a:lnTo>
                      <a:pt x="781540" y="39068"/>
                    </a:lnTo>
                    <a:lnTo>
                      <a:pt x="781473" y="40515"/>
                    </a:lnTo>
                    <a:lnTo>
                      <a:pt x="781291" y="41046"/>
                    </a:lnTo>
                    <a:lnTo>
                      <a:pt x="781028" y="41438"/>
                    </a:lnTo>
                    <a:lnTo>
                      <a:pt x="780340" y="42010"/>
                    </a:lnTo>
                    <a:lnTo>
                      <a:pt x="778838" y="43205"/>
                    </a:lnTo>
                    <a:lnTo>
                      <a:pt x="778177" y="43851"/>
                    </a:lnTo>
                    <a:lnTo>
                      <a:pt x="777769" y="44452"/>
                    </a:lnTo>
                    <a:lnTo>
                      <a:pt x="774638" y="51734"/>
                    </a:lnTo>
                    <a:lnTo>
                      <a:pt x="771336" y="58941"/>
                    </a:lnTo>
                    <a:lnTo>
                      <a:pt x="767078" y="67995"/>
                    </a:lnTo>
                    <a:lnTo>
                      <a:pt x="766495" y="69581"/>
                    </a:lnTo>
                    <a:lnTo>
                      <a:pt x="764426" y="76410"/>
                    </a:lnTo>
                    <a:lnTo>
                      <a:pt x="764504" y="81370"/>
                    </a:lnTo>
                    <a:lnTo>
                      <a:pt x="764823" y="82739"/>
                    </a:lnTo>
                    <a:lnTo>
                      <a:pt x="765204" y="85661"/>
                    </a:lnTo>
                    <a:lnTo>
                      <a:pt x="765984" y="91886"/>
                    </a:lnTo>
                    <a:lnTo>
                      <a:pt x="766313" y="96939"/>
                    </a:lnTo>
                    <a:lnTo>
                      <a:pt x="764272" y="108599"/>
                    </a:lnTo>
                    <a:lnTo>
                      <a:pt x="764690" y="111145"/>
                    </a:lnTo>
                    <a:lnTo>
                      <a:pt x="768418" y="127161"/>
                    </a:lnTo>
                    <a:lnTo>
                      <a:pt x="769787" y="134645"/>
                    </a:lnTo>
                    <a:lnTo>
                      <a:pt x="771172" y="145075"/>
                    </a:lnTo>
                    <a:lnTo>
                      <a:pt x="772166" y="153221"/>
                    </a:lnTo>
                    <a:lnTo>
                      <a:pt x="772204" y="155744"/>
                    </a:lnTo>
                    <a:lnTo>
                      <a:pt x="771449" y="157946"/>
                    </a:lnTo>
                    <a:lnTo>
                      <a:pt x="767609" y="168033"/>
                    </a:lnTo>
                    <a:lnTo>
                      <a:pt x="766040" y="175016"/>
                    </a:lnTo>
                    <a:lnTo>
                      <a:pt x="765317" y="178470"/>
                    </a:lnTo>
                    <a:lnTo>
                      <a:pt x="764158" y="185615"/>
                    </a:lnTo>
                    <a:lnTo>
                      <a:pt x="763119" y="197049"/>
                    </a:lnTo>
                    <a:lnTo>
                      <a:pt x="762469" y="205240"/>
                    </a:lnTo>
                    <a:lnTo>
                      <a:pt x="764252" y="218315"/>
                    </a:lnTo>
                    <a:lnTo>
                      <a:pt x="765765" y="226907"/>
                    </a:lnTo>
                    <a:lnTo>
                      <a:pt x="767739" y="238200"/>
                    </a:lnTo>
                    <a:lnTo>
                      <a:pt x="767370" y="238940"/>
                    </a:lnTo>
                    <a:lnTo>
                      <a:pt x="755993" y="247873"/>
                    </a:lnTo>
                    <a:lnTo>
                      <a:pt x="755686" y="259880"/>
                    </a:lnTo>
                    <a:lnTo>
                      <a:pt x="755995" y="265055"/>
                    </a:lnTo>
                    <a:lnTo>
                      <a:pt x="756379" y="266237"/>
                    </a:lnTo>
                    <a:lnTo>
                      <a:pt x="756930" y="266985"/>
                    </a:lnTo>
                    <a:lnTo>
                      <a:pt x="757933" y="267614"/>
                    </a:lnTo>
                    <a:lnTo>
                      <a:pt x="760011" y="268382"/>
                    </a:lnTo>
                    <a:lnTo>
                      <a:pt x="762108" y="268598"/>
                    </a:lnTo>
                    <a:lnTo>
                      <a:pt x="765609" y="268334"/>
                    </a:lnTo>
                    <a:lnTo>
                      <a:pt x="767313" y="268456"/>
                    </a:lnTo>
                    <a:lnTo>
                      <a:pt x="768605" y="268794"/>
                    </a:lnTo>
                    <a:lnTo>
                      <a:pt x="769878" y="269272"/>
                    </a:lnTo>
                    <a:lnTo>
                      <a:pt x="771394" y="270173"/>
                    </a:lnTo>
                    <a:lnTo>
                      <a:pt x="772537" y="271194"/>
                    </a:lnTo>
                    <a:lnTo>
                      <a:pt x="772708" y="271686"/>
                    </a:lnTo>
                    <a:lnTo>
                      <a:pt x="772396" y="272319"/>
                    </a:lnTo>
                    <a:lnTo>
                      <a:pt x="767482" y="278881"/>
                    </a:lnTo>
                    <a:lnTo>
                      <a:pt x="760882" y="287599"/>
                    </a:lnTo>
                    <a:lnTo>
                      <a:pt x="753402" y="297459"/>
                    </a:lnTo>
                    <a:lnTo>
                      <a:pt x="756832" y="303572"/>
                    </a:lnTo>
                    <a:lnTo>
                      <a:pt x="759663" y="311107"/>
                    </a:lnTo>
                    <a:lnTo>
                      <a:pt x="761153" y="314230"/>
                    </a:lnTo>
                    <a:lnTo>
                      <a:pt x="762480" y="318351"/>
                    </a:lnTo>
                    <a:lnTo>
                      <a:pt x="763398" y="328356"/>
                    </a:lnTo>
                    <a:lnTo>
                      <a:pt x="763453" y="337209"/>
                    </a:lnTo>
                    <a:lnTo>
                      <a:pt x="764614" y="341311"/>
                    </a:lnTo>
                    <a:lnTo>
                      <a:pt x="764894" y="350464"/>
                    </a:lnTo>
                    <a:lnTo>
                      <a:pt x="767626" y="360386"/>
                    </a:lnTo>
                    <a:lnTo>
                      <a:pt x="767229" y="366847"/>
                    </a:lnTo>
                    <a:lnTo>
                      <a:pt x="766785" y="373781"/>
                    </a:lnTo>
                    <a:lnTo>
                      <a:pt x="767152" y="377078"/>
                    </a:lnTo>
                    <a:lnTo>
                      <a:pt x="770513" y="389452"/>
                    </a:lnTo>
                    <a:lnTo>
                      <a:pt x="775818" y="400346"/>
                    </a:lnTo>
                    <a:lnTo>
                      <a:pt x="785980" y="417206"/>
                    </a:lnTo>
                    <a:lnTo>
                      <a:pt x="791686" y="428725"/>
                    </a:lnTo>
                    <a:lnTo>
                      <a:pt x="792659" y="436131"/>
                    </a:lnTo>
                    <a:lnTo>
                      <a:pt x="792691" y="444228"/>
                    </a:lnTo>
                    <a:lnTo>
                      <a:pt x="792474" y="450213"/>
                    </a:lnTo>
                    <a:lnTo>
                      <a:pt x="791073" y="455582"/>
                    </a:lnTo>
                    <a:lnTo>
                      <a:pt x="786064" y="460346"/>
                    </a:lnTo>
                    <a:lnTo>
                      <a:pt x="780770" y="463934"/>
                    </a:lnTo>
                    <a:lnTo>
                      <a:pt x="778346" y="465195"/>
                    </a:lnTo>
                    <a:lnTo>
                      <a:pt x="777044" y="465965"/>
                    </a:lnTo>
                    <a:lnTo>
                      <a:pt x="774009" y="467530"/>
                    </a:lnTo>
                    <a:lnTo>
                      <a:pt x="771733" y="468333"/>
                    </a:lnTo>
                    <a:lnTo>
                      <a:pt x="770637" y="473641"/>
                    </a:lnTo>
                    <a:lnTo>
                      <a:pt x="769382" y="477808"/>
                    </a:lnTo>
                    <a:lnTo>
                      <a:pt x="767508" y="484763"/>
                    </a:lnTo>
                    <a:lnTo>
                      <a:pt x="766058" y="490609"/>
                    </a:lnTo>
                    <a:lnTo>
                      <a:pt x="762173" y="499146"/>
                    </a:lnTo>
                    <a:lnTo>
                      <a:pt x="759602" y="504598"/>
                    </a:lnTo>
                    <a:lnTo>
                      <a:pt x="758039" y="508411"/>
                    </a:lnTo>
                    <a:lnTo>
                      <a:pt x="757688" y="511014"/>
                    </a:lnTo>
                    <a:lnTo>
                      <a:pt x="757872" y="515399"/>
                    </a:lnTo>
                    <a:lnTo>
                      <a:pt x="758377" y="517573"/>
                    </a:lnTo>
                    <a:lnTo>
                      <a:pt x="762200" y="523964"/>
                    </a:lnTo>
                    <a:lnTo>
                      <a:pt x="763515" y="525675"/>
                    </a:lnTo>
                    <a:lnTo>
                      <a:pt x="764965" y="527140"/>
                    </a:lnTo>
                    <a:lnTo>
                      <a:pt x="770662" y="531420"/>
                    </a:lnTo>
                    <a:lnTo>
                      <a:pt x="772793" y="535836"/>
                    </a:lnTo>
                    <a:lnTo>
                      <a:pt x="775105" y="537788"/>
                    </a:lnTo>
                    <a:lnTo>
                      <a:pt x="776416" y="541131"/>
                    </a:lnTo>
                    <a:lnTo>
                      <a:pt x="777928" y="542408"/>
                    </a:lnTo>
                    <a:lnTo>
                      <a:pt x="779993" y="547046"/>
                    </a:lnTo>
                    <a:lnTo>
                      <a:pt x="782014" y="548739"/>
                    </a:lnTo>
                    <a:lnTo>
                      <a:pt x="785130" y="556365"/>
                    </a:lnTo>
                    <a:lnTo>
                      <a:pt x="786655" y="563218"/>
                    </a:lnTo>
                    <a:lnTo>
                      <a:pt x="787302" y="566837"/>
                    </a:lnTo>
                    <a:lnTo>
                      <a:pt x="788224" y="572047"/>
                    </a:lnTo>
                    <a:lnTo>
                      <a:pt x="798202" y="570153"/>
                    </a:lnTo>
                    <a:lnTo>
                      <a:pt x="813814" y="567583"/>
                    </a:lnTo>
                    <a:lnTo>
                      <a:pt x="818381" y="571825"/>
                    </a:lnTo>
                    <a:lnTo>
                      <a:pt x="828138" y="580915"/>
                    </a:lnTo>
                    <a:lnTo>
                      <a:pt x="830245" y="582887"/>
                    </a:lnTo>
                    <a:lnTo>
                      <a:pt x="833185" y="585672"/>
                    </a:lnTo>
                    <a:lnTo>
                      <a:pt x="834828" y="587193"/>
                    </a:lnTo>
                    <a:lnTo>
                      <a:pt x="834945" y="587724"/>
                    </a:lnTo>
                    <a:lnTo>
                      <a:pt x="838870" y="590443"/>
                    </a:lnTo>
                    <a:lnTo>
                      <a:pt x="840307" y="592040"/>
                    </a:lnTo>
                    <a:lnTo>
                      <a:pt x="840917" y="592747"/>
                    </a:lnTo>
                    <a:lnTo>
                      <a:pt x="842180" y="594107"/>
                    </a:lnTo>
                    <a:lnTo>
                      <a:pt x="846683" y="599694"/>
                    </a:lnTo>
                    <a:lnTo>
                      <a:pt x="849642" y="606110"/>
                    </a:lnTo>
                    <a:lnTo>
                      <a:pt x="852558" y="608210"/>
                    </a:lnTo>
                    <a:lnTo>
                      <a:pt x="853268" y="612360"/>
                    </a:lnTo>
                    <a:lnTo>
                      <a:pt x="856260" y="620669"/>
                    </a:lnTo>
                    <a:lnTo>
                      <a:pt x="858568" y="627065"/>
                    </a:lnTo>
                    <a:lnTo>
                      <a:pt x="860694" y="633139"/>
                    </a:lnTo>
                    <a:lnTo>
                      <a:pt x="863321" y="640518"/>
                    </a:lnTo>
                    <a:lnTo>
                      <a:pt x="865955" y="647900"/>
                    </a:lnTo>
                    <a:lnTo>
                      <a:pt x="813178" y="714533"/>
                    </a:lnTo>
                    <a:lnTo>
                      <a:pt x="759841" y="781372"/>
                    </a:lnTo>
                    <a:lnTo>
                      <a:pt x="750459" y="791792"/>
                    </a:lnTo>
                    <a:lnTo>
                      <a:pt x="722210" y="825302"/>
                    </a:lnTo>
                    <a:lnTo>
                      <a:pt x="697351" y="849043"/>
                    </a:lnTo>
                    <a:lnTo>
                      <a:pt x="688406" y="855535"/>
                    </a:lnTo>
                    <a:lnTo>
                      <a:pt x="668888" y="868416"/>
                    </a:lnTo>
                    <a:lnTo>
                      <a:pt x="652545" y="877472"/>
                    </a:lnTo>
                    <a:lnTo>
                      <a:pt x="638782" y="884188"/>
                    </a:lnTo>
                    <a:lnTo>
                      <a:pt x="624393" y="890447"/>
                    </a:lnTo>
                    <a:lnTo>
                      <a:pt x="588456" y="901767"/>
                    </a:lnTo>
                    <a:lnTo>
                      <a:pt x="473093" y="941404"/>
                    </a:lnTo>
                    <a:lnTo>
                      <a:pt x="426315" y="917154"/>
                    </a:lnTo>
                    <a:lnTo>
                      <a:pt x="292957" y="850377"/>
                    </a:lnTo>
                    <a:lnTo>
                      <a:pt x="148257" y="778321"/>
                    </a:lnTo>
                    <a:lnTo>
                      <a:pt x="183634" y="678131"/>
                    </a:lnTo>
                    <a:lnTo>
                      <a:pt x="188260" y="656407"/>
                    </a:lnTo>
                    <a:lnTo>
                      <a:pt x="189443" y="634027"/>
                    </a:lnTo>
                    <a:lnTo>
                      <a:pt x="186533" y="623567"/>
                    </a:lnTo>
                    <a:lnTo>
                      <a:pt x="174916" y="618616"/>
                    </a:lnTo>
                    <a:lnTo>
                      <a:pt x="164770" y="616194"/>
                    </a:lnTo>
                    <a:lnTo>
                      <a:pt x="157778" y="616090"/>
                    </a:lnTo>
                    <a:lnTo>
                      <a:pt x="151891" y="613720"/>
                    </a:lnTo>
                    <a:lnTo>
                      <a:pt x="144637" y="608033"/>
                    </a:lnTo>
                    <a:lnTo>
                      <a:pt x="140047" y="602497"/>
                    </a:lnTo>
                    <a:lnTo>
                      <a:pt x="149688" y="545762"/>
                    </a:lnTo>
                    <a:lnTo>
                      <a:pt x="150986" y="537827"/>
                    </a:lnTo>
                    <a:lnTo>
                      <a:pt x="144821" y="537634"/>
                    </a:lnTo>
                    <a:lnTo>
                      <a:pt x="144892" y="526145"/>
                    </a:lnTo>
                    <a:lnTo>
                      <a:pt x="144957" y="516382"/>
                    </a:lnTo>
                    <a:lnTo>
                      <a:pt x="144953" y="500256"/>
                    </a:lnTo>
                    <a:lnTo>
                      <a:pt x="134894" y="499475"/>
                    </a:lnTo>
                    <a:lnTo>
                      <a:pt x="135010" y="403902"/>
                    </a:lnTo>
                    <a:lnTo>
                      <a:pt x="134658" y="396592"/>
                    </a:lnTo>
                    <a:lnTo>
                      <a:pt x="133227" y="391650"/>
                    </a:lnTo>
                    <a:lnTo>
                      <a:pt x="130699" y="388299"/>
                    </a:lnTo>
                    <a:lnTo>
                      <a:pt x="128135" y="385985"/>
                    </a:lnTo>
                    <a:lnTo>
                      <a:pt x="125251" y="383326"/>
                    </a:lnTo>
                    <a:lnTo>
                      <a:pt x="123938" y="381600"/>
                    </a:lnTo>
                    <a:lnTo>
                      <a:pt x="122738" y="378834"/>
                    </a:lnTo>
                    <a:lnTo>
                      <a:pt x="122126" y="374471"/>
                    </a:lnTo>
                    <a:lnTo>
                      <a:pt x="122079" y="329651"/>
                    </a:lnTo>
                    <a:lnTo>
                      <a:pt x="122388" y="324230"/>
                    </a:lnTo>
                    <a:lnTo>
                      <a:pt x="144540" y="316360"/>
                    </a:lnTo>
                    <a:lnTo>
                      <a:pt x="148299" y="313522"/>
                    </a:lnTo>
                    <a:lnTo>
                      <a:pt x="149247" y="306308"/>
                    </a:lnTo>
                    <a:lnTo>
                      <a:pt x="149436" y="291311"/>
                    </a:lnTo>
                    <a:lnTo>
                      <a:pt x="146517" y="285159"/>
                    </a:lnTo>
                    <a:lnTo>
                      <a:pt x="141855" y="275085"/>
                    </a:lnTo>
                    <a:lnTo>
                      <a:pt x="140714" y="272731"/>
                    </a:lnTo>
                    <a:lnTo>
                      <a:pt x="136321" y="261817"/>
                    </a:lnTo>
                    <a:lnTo>
                      <a:pt x="135864" y="260437"/>
                    </a:lnTo>
                    <a:lnTo>
                      <a:pt x="133901" y="240367"/>
                    </a:lnTo>
                    <a:lnTo>
                      <a:pt x="133606" y="234579"/>
                    </a:lnTo>
                    <a:lnTo>
                      <a:pt x="124922" y="215216"/>
                    </a:lnTo>
                    <a:lnTo>
                      <a:pt x="109642" y="180797"/>
                    </a:lnTo>
                    <a:lnTo>
                      <a:pt x="103674" y="167386"/>
                    </a:lnTo>
                    <a:lnTo>
                      <a:pt x="86675" y="134053"/>
                    </a:lnTo>
                    <a:lnTo>
                      <a:pt x="78254" y="117389"/>
                    </a:lnTo>
                    <a:lnTo>
                      <a:pt x="77837" y="115835"/>
                    </a:lnTo>
                    <a:lnTo>
                      <a:pt x="75857" y="112068"/>
                    </a:lnTo>
                    <a:lnTo>
                      <a:pt x="69915" y="100138"/>
                    </a:lnTo>
                    <a:lnTo>
                      <a:pt x="65132" y="90815"/>
                    </a:lnTo>
                    <a:lnTo>
                      <a:pt x="64286" y="88898"/>
                    </a:lnTo>
                    <a:lnTo>
                      <a:pt x="63586" y="87592"/>
                    </a:lnTo>
                    <a:lnTo>
                      <a:pt x="56939" y="81128"/>
                    </a:lnTo>
                    <a:lnTo>
                      <a:pt x="56239" y="80301"/>
                    </a:lnTo>
                    <a:lnTo>
                      <a:pt x="54171" y="79759"/>
                    </a:lnTo>
                    <a:lnTo>
                      <a:pt x="44470" y="78996"/>
                    </a:lnTo>
                    <a:lnTo>
                      <a:pt x="37981" y="78232"/>
                    </a:lnTo>
                    <a:lnTo>
                      <a:pt x="35627" y="77181"/>
                    </a:lnTo>
                    <a:lnTo>
                      <a:pt x="31206" y="73614"/>
                    </a:lnTo>
                    <a:lnTo>
                      <a:pt x="21951" y="63076"/>
                    </a:lnTo>
                    <a:lnTo>
                      <a:pt x="15493" y="55784"/>
                    </a:lnTo>
                    <a:lnTo>
                      <a:pt x="9196" y="52537"/>
                    </a:lnTo>
                    <a:lnTo>
                      <a:pt x="6473" y="50195"/>
                    </a:lnTo>
                    <a:lnTo>
                      <a:pt x="2401" y="46506"/>
                    </a:lnTo>
                    <a:lnTo>
                      <a:pt x="1201" y="44021"/>
                    </a:lnTo>
                    <a:lnTo>
                      <a:pt x="0" y="37490"/>
                    </a:lnTo>
                    <a:lnTo>
                      <a:pt x="8649" y="37309"/>
                    </a:lnTo>
                    <a:close/>
                  </a:path>
                </a:pathLst>
              </a:custGeom>
              <a:solidFill>
                <a:srgbClr val="433B7E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7" name="pg17">
                <a:extLst>
                  <a:ext uri="{FF2B5EF4-FFF2-40B4-BE49-F238E27FC236}">
                    <a16:creationId xmlns:a16="http://schemas.microsoft.com/office/drawing/2014/main" id="{FDF82AE0-1804-45DC-8546-3E924E5EC264}"/>
                  </a:ext>
                </a:extLst>
              </p:cNvPr>
              <p:cNvSpPr/>
              <p:nvPr/>
            </p:nvSpPr>
            <p:spPr>
              <a:xfrm>
                <a:off x="3681358" y="3732374"/>
                <a:ext cx="399687" cy="237398"/>
              </a:xfrm>
              <a:custGeom>
                <a:avLst/>
                <a:gdLst/>
                <a:ahLst/>
                <a:cxnLst/>
                <a:rect l="0" t="0" r="0" b="0"/>
                <a:pathLst>
                  <a:path w="783060" h="465107">
                    <a:moveTo>
                      <a:pt x="0" y="101100"/>
                    </a:moveTo>
                    <a:lnTo>
                      <a:pt x="8203" y="99093"/>
                    </a:lnTo>
                    <a:lnTo>
                      <a:pt x="21661" y="97169"/>
                    </a:lnTo>
                    <a:lnTo>
                      <a:pt x="39421" y="96253"/>
                    </a:lnTo>
                    <a:lnTo>
                      <a:pt x="54207" y="96299"/>
                    </a:lnTo>
                    <a:lnTo>
                      <a:pt x="81671" y="98177"/>
                    </a:lnTo>
                    <a:lnTo>
                      <a:pt x="151160" y="105489"/>
                    </a:lnTo>
                    <a:lnTo>
                      <a:pt x="207455" y="108425"/>
                    </a:lnTo>
                    <a:lnTo>
                      <a:pt x="266956" y="104641"/>
                    </a:lnTo>
                    <a:lnTo>
                      <a:pt x="282190" y="103672"/>
                    </a:lnTo>
                    <a:lnTo>
                      <a:pt x="309716" y="100645"/>
                    </a:lnTo>
                    <a:lnTo>
                      <a:pt x="310853" y="69198"/>
                    </a:lnTo>
                    <a:lnTo>
                      <a:pt x="309722" y="29932"/>
                    </a:lnTo>
                    <a:lnTo>
                      <a:pt x="303335" y="30171"/>
                    </a:lnTo>
                    <a:lnTo>
                      <a:pt x="301566" y="2232"/>
                    </a:lnTo>
                    <a:lnTo>
                      <a:pt x="336010" y="1986"/>
                    </a:lnTo>
                    <a:lnTo>
                      <a:pt x="586063" y="206"/>
                    </a:lnTo>
                    <a:lnTo>
                      <a:pt x="596204" y="0"/>
                    </a:lnTo>
                    <a:lnTo>
                      <a:pt x="624533" y="30559"/>
                    </a:lnTo>
                    <a:lnTo>
                      <a:pt x="664480" y="72573"/>
                    </a:lnTo>
                    <a:lnTo>
                      <a:pt x="689560" y="99030"/>
                    </a:lnTo>
                    <a:lnTo>
                      <a:pt x="697385" y="105798"/>
                    </a:lnTo>
                    <a:lnTo>
                      <a:pt x="682066" y="107903"/>
                    </a:lnTo>
                    <a:lnTo>
                      <a:pt x="673417" y="108083"/>
                    </a:lnTo>
                    <a:lnTo>
                      <a:pt x="674619" y="114614"/>
                    </a:lnTo>
                    <a:lnTo>
                      <a:pt x="675819" y="117100"/>
                    </a:lnTo>
                    <a:lnTo>
                      <a:pt x="679891" y="120788"/>
                    </a:lnTo>
                    <a:lnTo>
                      <a:pt x="682613" y="123130"/>
                    </a:lnTo>
                    <a:lnTo>
                      <a:pt x="688910" y="126377"/>
                    </a:lnTo>
                    <a:lnTo>
                      <a:pt x="695368" y="133670"/>
                    </a:lnTo>
                    <a:lnTo>
                      <a:pt x="704623" y="144207"/>
                    </a:lnTo>
                    <a:lnTo>
                      <a:pt x="709045" y="147774"/>
                    </a:lnTo>
                    <a:lnTo>
                      <a:pt x="711398" y="148825"/>
                    </a:lnTo>
                    <a:lnTo>
                      <a:pt x="717887" y="149589"/>
                    </a:lnTo>
                    <a:lnTo>
                      <a:pt x="727589" y="150353"/>
                    </a:lnTo>
                    <a:lnTo>
                      <a:pt x="729656" y="150895"/>
                    </a:lnTo>
                    <a:lnTo>
                      <a:pt x="730356" y="151722"/>
                    </a:lnTo>
                    <a:lnTo>
                      <a:pt x="737003" y="158185"/>
                    </a:lnTo>
                    <a:lnTo>
                      <a:pt x="737703" y="159491"/>
                    </a:lnTo>
                    <a:lnTo>
                      <a:pt x="738549" y="161408"/>
                    </a:lnTo>
                    <a:lnTo>
                      <a:pt x="743333" y="170731"/>
                    </a:lnTo>
                    <a:lnTo>
                      <a:pt x="749275" y="182662"/>
                    </a:lnTo>
                    <a:lnTo>
                      <a:pt x="751255" y="186429"/>
                    </a:lnTo>
                    <a:lnTo>
                      <a:pt x="751671" y="187983"/>
                    </a:lnTo>
                    <a:lnTo>
                      <a:pt x="760093" y="204646"/>
                    </a:lnTo>
                    <a:lnTo>
                      <a:pt x="777092" y="237980"/>
                    </a:lnTo>
                    <a:lnTo>
                      <a:pt x="783060" y="251390"/>
                    </a:lnTo>
                    <a:lnTo>
                      <a:pt x="729207" y="251207"/>
                    </a:lnTo>
                    <a:lnTo>
                      <a:pt x="620487" y="250840"/>
                    </a:lnTo>
                    <a:lnTo>
                      <a:pt x="618451" y="250833"/>
                    </a:lnTo>
                    <a:lnTo>
                      <a:pt x="560218" y="250554"/>
                    </a:lnTo>
                    <a:lnTo>
                      <a:pt x="523030" y="249871"/>
                    </a:lnTo>
                    <a:lnTo>
                      <a:pt x="513303" y="249693"/>
                    </a:lnTo>
                    <a:lnTo>
                      <a:pt x="508976" y="248977"/>
                    </a:lnTo>
                    <a:lnTo>
                      <a:pt x="407087" y="247109"/>
                    </a:lnTo>
                    <a:lnTo>
                      <a:pt x="370793" y="252363"/>
                    </a:lnTo>
                    <a:lnTo>
                      <a:pt x="364057" y="252167"/>
                    </a:lnTo>
                    <a:lnTo>
                      <a:pt x="405784" y="323620"/>
                    </a:lnTo>
                    <a:lnTo>
                      <a:pt x="403103" y="338173"/>
                    </a:lnTo>
                    <a:lnTo>
                      <a:pt x="420232" y="373776"/>
                    </a:lnTo>
                    <a:lnTo>
                      <a:pt x="415976" y="380538"/>
                    </a:lnTo>
                    <a:lnTo>
                      <a:pt x="413870" y="379685"/>
                    </a:lnTo>
                    <a:lnTo>
                      <a:pt x="400534" y="393439"/>
                    </a:lnTo>
                    <a:lnTo>
                      <a:pt x="394003" y="399798"/>
                    </a:lnTo>
                    <a:lnTo>
                      <a:pt x="376585" y="418292"/>
                    </a:lnTo>
                    <a:lnTo>
                      <a:pt x="363761" y="431347"/>
                    </a:lnTo>
                    <a:lnTo>
                      <a:pt x="356202" y="439090"/>
                    </a:lnTo>
                    <a:lnTo>
                      <a:pt x="350023" y="443201"/>
                    </a:lnTo>
                    <a:lnTo>
                      <a:pt x="346304" y="446762"/>
                    </a:lnTo>
                    <a:lnTo>
                      <a:pt x="342693" y="450485"/>
                    </a:lnTo>
                    <a:lnTo>
                      <a:pt x="341951" y="451882"/>
                    </a:lnTo>
                    <a:lnTo>
                      <a:pt x="333886" y="465107"/>
                    </a:lnTo>
                    <a:lnTo>
                      <a:pt x="328200" y="458492"/>
                    </a:lnTo>
                    <a:lnTo>
                      <a:pt x="323250" y="451210"/>
                    </a:lnTo>
                    <a:lnTo>
                      <a:pt x="313086" y="432701"/>
                    </a:lnTo>
                    <a:lnTo>
                      <a:pt x="312171" y="431267"/>
                    </a:lnTo>
                    <a:lnTo>
                      <a:pt x="295351" y="399737"/>
                    </a:lnTo>
                    <a:lnTo>
                      <a:pt x="280150" y="375060"/>
                    </a:lnTo>
                    <a:lnTo>
                      <a:pt x="278008" y="373008"/>
                    </a:lnTo>
                    <a:lnTo>
                      <a:pt x="270665" y="361781"/>
                    </a:lnTo>
                    <a:lnTo>
                      <a:pt x="261234" y="348871"/>
                    </a:lnTo>
                    <a:lnTo>
                      <a:pt x="252473" y="339267"/>
                    </a:lnTo>
                    <a:lnTo>
                      <a:pt x="245482" y="332663"/>
                    </a:lnTo>
                    <a:lnTo>
                      <a:pt x="236662" y="323287"/>
                    </a:lnTo>
                    <a:lnTo>
                      <a:pt x="223571" y="313205"/>
                    </a:lnTo>
                    <a:lnTo>
                      <a:pt x="213696" y="306238"/>
                    </a:lnTo>
                    <a:lnTo>
                      <a:pt x="205799" y="300532"/>
                    </a:lnTo>
                    <a:lnTo>
                      <a:pt x="188706" y="291784"/>
                    </a:lnTo>
                    <a:lnTo>
                      <a:pt x="176769" y="285819"/>
                    </a:lnTo>
                    <a:lnTo>
                      <a:pt x="175325" y="285253"/>
                    </a:lnTo>
                    <a:lnTo>
                      <a:pt x="161021" y="279658"/>
                    </a:lnTo>
                    <a:lnTo>
                      <a:pt x="151230" y="276426"/>
                    </a:lnTo>
                    <a:lnTo>
                      <a:pt x="131187" y="271679"/>
                    </a:lnTo>
                    <a:lnTo>
                      <a:pt x="99468" y="264045"/>
                    </a:lnTo>
                    <a:lnTo>
                      <a:pt x="88555" y="263177"/>
                    </a:lnTo>
                    <a:lnTo>
                      <a:pt x="45947" y="253068"/>
                    </a:lnTo>
                    <a:lnTo>
                      <a:pt x="48574" y="241543"/>
                    </a:lnTo>
                    <a:lnTo>
                      <a:pt x="16982" y="234145"/>
                    </a:lnTo>
                    <a:lnTo>
                      <a:pt x="13043" y="230912"/>
                    </a:lnTo>
                    <a:lnTo>
                      <a:pt x="30543" y="220169"/>
                    </a:lnTo>
                    <a:lnTo>
                      <a:pt x="45739" y="209582"/>
                    </a:lnTo>
                    <a:lnTo>
                      <a:pt x="47112" y="208483"/>
                    </a:lnTo>
                    <a:lnTo>
                      <a:pt x="63656" y="192194"/>
                    </a:lnTo>
                    <a:lnTo>
                      <a:pt x="80218" y="176618"/>
                    </a:lnTo>
                    <a:lnTo>
                      <a:pt x="84246" y="172801"/>
                    </a:lnTo>
                    <a:lnTo>
                      <a:pt x="79818" y="169017"/>
                    </a:lnTo>
                    <a:lnTo>
                      <a:pt x="45198" y="139152"/>
                    </a:lnTo>
                    <a:close/>
                  </a:path>
                </a:pathLst>
              </a:custGeom>
              <a:solidFill>
                <a:srgbClr val="44387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8" name="pg18">
                <a:extLst>
                  <a:ext uri="{FF2B5EF4-FFF2-40B4-BE49-F238E27FC236}">
                    <a16:creationId xmlns:a16="http://schemas.microsoft.com/office/drawing/2014/main" id="{4EEEEE5C-8C24-49C3-8ED2-C243C9E0E8F5}"/>
                  </a:ext>
                </a:extLst>
              </p:cNvPr>
              <p:cNvSpPr/>
              <p:nvPr/>
            </p:nvSpPr>
            <p:spPr>
              <a:xfrm>
                <a:off x="3959551" y="3343444"/>
                <a:ext cx="633231" cy="526902"/>
              </a:xfrm>
              <a:custGeom>
                <a:avLst/>
                <a:gdLst/>
                <a:ahLst/>
                <a:cxnLst/>
                <a:rect l="0" t="0" r="0" b="0"/>
                <a:pathLst>
                  <a:path w="1240615" h="1032297">
                    <a:moveTo>
                      <a:pt x="67536" y="334330"/>
                    </a:moveTo>
                    <a:lnTo>
                      <a:pt x="68958" y="335257"/>
                    </a:lnTo>
                    <a:lnTo>
                      <a:pt x="72872" y="338900"/>
                    </a:lnTo>
                    <a:lnTo>
                      <a:pt x="249098" y="146018"/>
                    </a:lnTo>
                    <a:lnTo>
                      <a:pt x="273402" y="119842"/>
                    </a:lnTo>
                    <a:lnTo>
                      <a:pt x="288480" y="122858"/>
                    </a:lnTo>
                    <a:lnTo>
                      <a:pt x="332209" y="78821"/>
                    </a:lnTo>
                    <a:lnTo>
                      <a:pt x="320749" y="69170"/>
                    </a:lnTo>
                    <a:lnTo>
                      <a:pt x="369350" y="1329"/>
                    </a:lnTo>
                    <a:lnTo>
                      <a:pt x="372161" y="2430"/>
                    </a:lnTo>
                    <a:lnTo>
                      <a:pt x="406806" y="0"/>
                    </a:lnTo>
                    <a:lnTo>
                      <a:pt x="429314" y="1218"/>
                    </a:lnTo>
                    <a:lnTo>
                      <a:pt x="460645" y="4322"/>
                    </a:lnTo>
                    <a:lnTo>
                      <a:pt x="474924" y="7954"/>
                    </a:lnTo>
                    <a:lnTo>
                      <a:pt x="491121" y="14113"/>
                    </a:lnTo>
                    <a:lnTo>
                      <a:pt x="499722" y="19368"/>
                    </a:lnTo>
                    <a:lnTo>
                      <a:pt x="506910" y="27196"/>
                    </a:lnTo>
                    <a:lnTo>
                      <a:pt x="516859" y="35919"/>
                    </a:lnTo>
                    <a:lnTo>
                      <a:pt x="529750" y="42360"/>
                    </a:lnTo>
                    <a:lnTo>
                      <a:pt x="569267" y="50317"/>
                    </a:lnTo>
                    <a:lnTo>
                      <a:pt x="579640" y="53884"/>
                    </a:lnTo>
                    <a:lnTo>
                      <a:pt x="593460" y="61039"/>
                    </a:lnTo>
                    <a:lnTo>
                      <a:pt x="606698" y="69470"/>
                    </a:lnTo>
                    <a:lnTo>
                      <a:pt x="624759" y="81916"/>
                    </a:lnTo>
                    <a:lnTo>
                      <a:pt x="638786" y="82358"/>
                    </a:lnTo>
                    <a:lnTo>
                      <a:pt x="649075" y="82528"/>
                    </a:lnTo>
                    <a:lnTo>
                      <a:pt x="664160" y="87757"/>
                    </a:lnTo>
                    <a:lnTo>
                      <a:pt x="687633" y="91997"/>
                    </a:lnTo>
                    <a:lnTo>
                      <a:pt x="698283" y="98027"/>
                    </a:lnTo>
                    <a:lnTo>
                      <a:pt x="671389" y="127089"/>
                    </a:lnTo>
                    <a:lnTo>
                      <a:pt x="681975" y="138205"/>
                    </a:lnTo>
                    <a:lnTo>
                      <a:pt x="687525" y="145030"/>
                    </a:lnTo>
                    <a:lnTo>
                      <a:pt x="689212" y="146801"/>
                    </a:lnTo>
                    <a:lnTo>
                      <a:pt x="692497" y="149250"/>
                    </a:lnTo>
                    <a:lnTo>
                      <a:pt x="700557" y="158431"/>
                    </a:lnTo>
                    <a:lnTo>
                      <a:pt x="706027" y="166666"/>
                    </a:lnTo>
                    <a:lnTo>
                      <a:pt x="713784" y="171265"/>
                    </a:lnTo>
                    <a:lnTo>
                      <a:pt x="717950" y="174481"/>
                    </a:lnTo>
                    <a:lnTo>
                      <a:pt x="725877" y="182120"/>
                    </a:lnTo>
                    <a:lnTo>
                      <a:pt x="750620" y="192999"/>
                    </a:lnTo>
                    <a:lnTo>
                      <a:pt x="776917" y="203290"/>
                    </a:lnTo>
                    <a:lnTo>
                      <a:pt x="797860" y="223549"/>
                    </a:lnTo>
                    <a:lnTo>
                      <a:pt x="808789" y="239151"/>
                    </a:lnTo>
                    <a:lnTo>
                      <a:pt x="809677" y="243808"/>
                    </a:lnTo>
                    <a:lnTo>
                      <a:pt x="815056" y="254276"/>
                    </a:lnTo>
                    <a:lnTo>
                      <a:pt x="815257" y="258663"/>
                    </a:lnTo>
                    <a:lnTo>
                      <a:pt x="819810" y="266395"/>
                    </a:lnTo>
                    <a:lnTo>
                      <a:pt x="820646" y="267875"/>
                    </a:lnTo>
                    <a:lnTo>
                      <a:pt x="825437" y="277427"/>
                    </a:lnTo>
                    <a:lnTo>
                      <a:pt x="825953" y="278550"/>
                    </a:lnTo>
                    <a:lnTo>
                      <a:pt x="827683" y="282323"/>
                    </a:lnTo>
                    <a:lnTo>
                      <a:pt x="830347" y="288308"/>
                    </a:lnTo>
                    <a:lnTo>
                      <a:pt x="831769" y="293705"/>
                    </a:lnTo>
                    <a:lnTo>
                      <a:pt x="829603" y="300167"/>
                    </a:lnTo>
                    <a:lnTo>
                      <a:pt x="833728" y="318032"/>
                    </a:lnTo>
                    <a:lnTo>
                      <a:pt x="836092" y="328238"/>
                    </a:lnTo>
                    <a:lnTo>
                      <a:pt x="837776" y="334721"/>
                    </a:lnTo>
                    <a:lnTo>
                      <a:pt x="839095" y="335962"/>
                    </a:lnTo>
                    <a:lnTo>
                      <a:pt x="841941" y="335962"/>
                    </a:lnTo>
                    <a:lnTo>
                      <a:pt x="844997" y="334308"/>
                    </a:lnTo>
                    <a:lnTo>
                      <a:pt x="847583" y="333720"/>
                    </a:lnTo>
                    <a:lnTo>
                      <a:pt x="849463" y="336789"/>
                    </a:lnTo>
                    <a:lnTo>
                      <a:pt x="851381" y="341511"/>
                    </a:lnTo>
                    <a:lnTo>
                      <a:pt x="852713" y="344754"/>
                    </a:lnTo>
                    <a:lnTo>
                      <a:pt x="852831" y="346995"/>
                    </a:lnTo>
                    <a:lnTo>
                      <a:pt x="853510" y="358201"/>
                    </a:lnTo>
                    <a:lnTo>
                      <a:pt x="854803" y="371411"/>
                    </a:lnTo>
                    <a:lnTo>
                      <a:pt x="854672" y="377546"/>
                    </a:lnTo>
                    <a:lnTo>
                      <a:pt x="853758" y="382529"/>
                    </a:lnTo>
                    <a:lnTo>
                      <a:pt x="854712" y="391580"/>
                    </a:lnTo>
                    <a:lnTo>
                      <a:pt x="856932" y="398806"/>
                    </a:lnTo>
                    <a:lnTo>
                      <a:pt x="858277" y="403789"/>
                    </a:lnTo>
                    <a:lnTo>
                      <a:pt x="858904" y="405944"/>
                    </a:lnTo>
                    <a:lnTo>
                      <a:pt x="859818" y="412666"/>
                    </a:lnTo>
                    <a:lnTo>
                      <a:pt x="861161" y="415234"/>
                    </a:lnTo>
                    <a:lnTo>
                      <a:pt x="863533" y="420805"/>
                    </a:lnTo>
                    <a:lnTo>
                      <a:pt x="864544" y="428618"/>
                    </a:lnTo>
                    <a:lnTo>
                      <a:pt x="865941" y="434579"/>
                    </a:lnTo>
                    <a:lnTo>
                      <a:pt x="868586" y="439839"/>
                    </a:lnTo>
                    <a:lnTo>
                      <a:pt x="868542" y="447436"/>
                    </a:lnTo>
                    <a:lnTo>
                      <a:pt x="872636" y="456309"/>
                    </a:lnTo>
                    <a:lnTo>
                      <a:pt x="873671" y="458494"/>
                    </a:lnTo>
                    <a:lnTo>
                      <a:pt x="877184" y="466459"/>
                    </a:lnTo>
                    <a:lnTo>
                      <a:pt x="878450" y="467871"/>
                    </a:lnTo>
                    <a:lnTo>
                      <a:pt x="880369" y="470026"/>
                    </a:lnTo>
                    <a:lnTo>
                      <a:pt x="884874" y="469786"/>
                    </a:lnTo>
                    <a:lnTo>
                      <a:pt x="886794" y="469086"/>
                    </a:lnTo>
                    <a:lnTo>
                      <a:pt x="889895" y="468087"/>
                    </a:lnTo>
                    <a:lnTo>
                      <a:pt x="894132" y="466307"/>
                    </a:lnTo>
                    <a:lnTo>
                      <a:pt x="895751" y="465545"/>
                    </a:lnTo>
                    <a:lnTo>
                      <a:pt x="896951" y="464217"/>
                    </a:lnTo>
                    <a:lnTo>
                      <a:pt x="899550" y="461323"/>
                    </a:lnTo>
                    <a:lnTo>
                      <a:pt x="901639" y="459081"/>
                    </a:lnTo>
                    <a:lnTo>
                      <a:pt x="903846" y="456840"/>
                    </a:lnTo>
                    <a:lnTo>
                      <a:pt x="905504" y="456165"/>
                    </a:lnTo>
                    <a:lnTo>
                      <a:pt x="907423" y="455425"/>
                    </a:lnTo>
                    <a:lnTo>
                      <a:pt x="908860" y="455338"/>
                    </a:lnTo>
                    <a:lnTo>
                      <a:pt x="915597" y="454685"/>
                    </a:lnTo>
                    <a:lnTo>
                      <a:pt x="917974" y="454424"/>
                    </a:lnTo>
                    <a:lnTo>
                      <a:pt x="920481" y="455012"/>
                    </a:lnTo>
                    <a:lnTo>
                      <a:pt x="922648" y="455665"/>
                    </a:lnTo>
                    <a:lnTo>
                      <a:pt x="924763" y="457580"/>
                    </a:lnTo>
                    <a:lnTo>
                      <a:pt x="930286" y="462650"/>
                    </a:lnTo>
                    <a:lnTo>
                      <a:pt x="931696" y="463216"/>
                    </a:lnTo>
                    <a:lnTo>
                      <a:pt x="935614" y="464476"/>
                    </a:lnTo>
                    <a:lnTo>
                      <a:pt x="937051" y="464890"/>
                    </a:lnTo>
                    <a:lnTo>
                      <a:pt x="942861" y="464476"/>
                    </a:lnTo>
                    <a:lnTo>
                      <a:pt x="946582" y="464215"/>
                    </a:lnTo>
                    <a:lnTo>
                      <a:pt x="948514" y="464476"/>
                    </a:lnTo>
                    <a:lnTo>
                      <a:pt x="951374" y="464803"/>
                    </a:lnTo>
                    <a:lnTo>
                      <a:pt x="955739" y="465549"/>
                    </a:lnTo>
                    <a:lnTo>
                      <a:pt x="969491" y="450592"/>
                    </a:lnTo>
                    <a:lnTo>
                      <a:pt x="973133" y="442740"/>
                    </a:lnTo>
                    <a:lnTo>
                      <a:pt x="1086153" y="488887"/>
                    </a:lnTo>
                    <a:lnTo>
                      <a:pt x="1080795" y="513353"/>
                    </a:lnTo>
                    <a:lnTo>
                      <a:pt x="1090615" y="523903"/>
                    </a:lnTo>
                    <a:lnTo>
                      <a:pt x="1122162" y="557886"/>
                    </a:lnTo>
                    <a:lnTo>
                      <a:pt x="1141693" y="552428"/>
                    </a:lnTo>
                    <a:lnTo>
                      <a:pt x="1161565" y="536663"/>
                    </a:lnTo>
                    <a:lnTo>
                      <a:pt x="1164736" y="533718"/>
                    </a:lnTo>
                    <a:lnTo>
                      <a:pt x="1166395" y="532439"/>
                    </a:lnTo>
                    <a:lnTo>
                      <a:pt x="1169467" y="531816"/>
                    </a:lnTo>
                    <a:lnTo>
                      <a:pt x="1177505" y="532106"/>
                    </a:lnTo>
                    <a:lnTo>
                      <a:pt x="1184236" y="530900"/>
                    </a:lnTo>
                    <a:lnTo>
                      <a:pt x="1195973" y="524458"/>
                    </a:lnTo>
                    <a:lnTo>
                      <a:pt x="1199012" y="523124"/>
                    </a:lnTo>
                    <a:lnTo>
                      <a:pt x="1202698" y="523488"/>
                    </a:lnTo>
                    <a:lnTo>
                      <a:pt x="1204671" y="516406"/>
                    </a:lnTo>
                    <a:lnTo>
                      <a:pt x="1211873" y="514633"/>
                    </a:lnTo>
                    <a:lnTo>
                      <a:pt x="1223592" y="514082"/>
                    </a:lnTo>
                    <a:lnTo>
                      <a:pt x="1224948" y="515697"/>
                    </a:lnTo>
                    <a:lnTo>
                      <a:pt x="1228754" y="525333"/>
                    </a:lnTo>
                    <a:lnTo>
                      <a:pt x="1239432" y="551418"/>
                    </a:lnTo>
                    <a:lnTo>
                      <a:pt x="1239721" y="551307"/>
                    </a:lnTo>
                    <a:lnTo>
                      <a:pt x="1240615" y="553435"/>
                    </a:lnTo>
                    <a:lnTo>
                      <a:pt x="1219537" y="562719"/>
                    </a:lnTo>
                    <a:lnTo>
                      <a:pt x="1183599" y="578536"/>
                    </a:lnTo>
                    <a:lnTo>
                      <a:pt x="1183849" y="579017"/>
                    </a:lnTo>
                    <a:lnTo>
                      <a:pt x="1178508" y="584044"/>
                    </a:lnTo>
                    <a:lnTo>
                      <a:pt x="1176472" y="588029"/>
                    </a:lnTo>
                    <a:lnTo>
                      <a:pt x="1173491" y="595095"/>
                    </a:lnTo>
                    <a:lnTo>
                      <a:pt x="1167794" y="605868"/>
                    </a:lnTo>
                    <a:lnTo>
                      <a:pt x="1165486" y="609361"/>
                    </a:lnTo>
                    <a:lnTo>
                      <a:pt x="1162692" y="612070"/>
                    </a:lnTo>
                    <a:lnTo>
                      <a:pt x="1158884" y="615324"/>
                    </a:lnTo>
                    <a:lnTo>
                      <a:pt x="1153847" y="619106"/>
                    </a:lnTo>
                    <a:lnTo>
                      <a:pt x="1144622" y="624521"/>
                    </a:lnTo>
                    <a:lnTo>
                      <a:pt x="1134174" y="627918"/>
                    </a:lnTo>
                    <a:lnTo>
                      <a:pt x="1129288" y="629918"/>
                    </a:lnTo>
                    <a:lnTo>
                      <a:pt x="1126162" y="631829"/>
                    </a:lnTo>
                    <a:lnTo>
                      <a:pt x="1117910" y="634997"/>
                    </a:lnTo>
                    <a:lnTo>
                      <a:pt x="1090985" y="642431"/>
                    </a:lnTo>
                    <a:lnTo>
                      <a:pt x="1061924" y="649915"/>
                    </a:lnTo>
                    <a:lnTo>
                      <a:pt x="1058831" y="651498"/>
                    </a:lnTo>
                    <a:lnTo>
                      <a:pt x="1040851" y="660842"/>
                    </a:lnTo>
                    <a:lnTo>
                      <a:pt x="1024988" y="666962"/>
                    </a:lnTo>
                    <a:lnTo>
                      <a:pt x="998217" y="674734"/>
                    </a:lnTo>
                    <a:lnTo>
                      <a:pt x="991648" y="677193"/>
                    </a:lnTo>
                    <a:lnTo>
                      <a:pt x="985483" y="679069"/>
                    </a:lnTo>
                    <a:lnTo>
                      <a:pt x="964704" y="681758"/>
                    </a:lnTo>
                    <a:lnTo>
                      <a:pt x="946257" y="684120"/>
                    </a:lnTo>
                    <a:lnTo>
                      <a:pt x="932462" y="688927"/>
                    </a:lnTo>
                    <a:lnTo>
                      <a:pt x="928230" y="690997"/>
                    </a:lnTo>
                    <a:lnTo>
                      <a:pt x="911771" y="698302"/>
                    </a:lnTo>
                    <a:lnTo>
                      <a:pt x="908693" y="701299"/>
                    </a:lnTo>
                    <a:lnTo>
                      <a:pt x="896152" y="711044"/>
                    </a:lnTo>
                    <a:lnTo>
                      <a:pt x="893244" y="713164"/>
                    </a:lnTo>
                    <a:lnTo>
                      <a:pt x="883822" y="732842"/>
                    </a:lnTo>
                    <a:lnTo>
                      <a:pt x="879293" y="742091"/>
                    </a:lnTo>
                    <a:lnTo>
                      <a:pt x="879092" y="743268"/>
                    </a:lnTo>
                    <a:lnTo>
                      <a:pt x="878492" y="742443"/>
                    </a:lnTo>
                    <a:lnTo>
                      <a:pt x="878063" y="743492"/>
                    </a:lnTo>
                    <a:lnTo>
                      <a:pt x="879903" y="745181"/>
                    </a:lnTo>
                    <a:lnTo>
                      <a:pt x="882574" y="746080"/>
                    </a:lnTo>
                    <a:lnTo>
                      <a:pt x="878530" y="754226"/>
                    </a:lnTo>
                    <a:lnTo>
                      <a:pt x="852625" y="804878"/>
                    </a:lnTo>
                    <a:lnTo>
                      <a:pt x="855840" y="805807"/>
                    </a:lnTo>
                    <a:lnTo>
                      <a:pt x="857091" y="805992"/>
                    </a:lnTo>
                    <a:lnTo>
                      <a:pt x="859376" y="807024"/>
                    </a:lnTo>
                    <a:lnTo>
                      <a:pt x="863331" y="810260"/>
                    </a:lnTo>
                    <a:lnTo>
                      <a:pt x="868250" y="812069"/>
                    </a:lnTo>
                    <a:lnTo>
                      <a:pt x="868831" y="813677"/>
                    </a:lnTo>
                    <a:lnTo>
                      <a:pt x="868494" y="815851"/>
                    </a:lnTo>
                    <a:lnTo>
                      <a:pt x="868580" y="816902"/>
                    </a:lnTo>
                    <a:lnTo>
                      <a:pt x="872239" y="817855"/>
                    </a:lnTo>
                    <a:lnTo>
                      <a:pt x="878813" y="822996"/>
                    </a:lnTo>
                    <a:lnTo>
                      <a:pt x="890648" y="832578"/>
                    </a:lnTo>
                    <a:lnTo>
                      <a:pt x="719174" y="939536"/>
                    </a:lnTo>
                    <a:lnTo>
                      <a:pt x="716843" y="943717"/>
                    </a:lnTo>
                    <a:lnTo>
                      <a:pt x="689916" y="956235"/>
                    </a:lnTo>
                    <a:lnTo>
                      <a:pt x="651908" y="973379"/>
                    </a:lnTo>
                    <a:lnTo>
                      <a:pt x="655632" y="979273"/>
                    </a:lnTo>
                    <a:lnTo>
                      <a:pt x="660363" y="986711"/>
                    </a:lnTo>
                    <a:lnTo>
                      <a:pt x="623684" y="1002441"/>
                    </a:lnTo>
                    <a:lnTo>
                      <a:pt x="620677" y="1003730"/>
                    </a:lnTo>
                    <a:lnTo>
                      <a:pt x="619794" y="1016260"/>
                    </a:lnTo>
                    <a:lnTo>
                      <a:pt x="618773" y="1031187"/>
                    </a:lnTo>
                    <a:lnTo>
                      <a:pt x="602393" y="1027755"/>
                    </a:lnTo>
                    <a:lnTo>
                      <a:pt x="585851" y="1027699"/>
                    </a:lnTo>
                    <a:lnTo>
                      <a:pt x="584707" y="1022073"/>
                    </a:lnTo>
                    <a:lnTo>
                      <a:pt x="586173" y="1020106"/>
                    </a:lnTo>
                    <a:lnTo>
                      <a:pt x="588332" y="1018326"/>
                    </a:lnTo>
                    <a:lnTo>
                      <a:pt x="580661" y="1005727"/>
                    </a:lnTo>
                    <a:lnTo>
                      <a:pt x="533194" y="1026765"/>
                    </a:lnTo>
                    <a:lnTo>
                      <a:pt x="518715" y="1032297"/>
                    </a:lnTo>
                    <a:lnTo>
                      <a:pt x="512004" y="1007908"/>
                    </a:lnTo>
                    <a:lnTo>
                      <a:pt x="509798" y="999164"/>
                    </a:lnTo>
                    <a:lnTo>
                      <a:pt x="506121" y="989684"/>
                    </a:lnTo>
                    <a:lnTo>
                      <a:pt x="501525" y="979469"/>
                    </a:lnTo>
                    <a:lnTo>
                      <a:pt x="497388" y="973303"/>
                    </a:lnTo>
                    <a:lnTo>
                      <a:pt x="499962" y="971647"/>
                    </a:lnTo>
                    <a:lnTo>
                      <a:pt x="495795" y="966624"/>
                    </a:lnTo>
                    <a:lnTo>
                      <a:pt x="473584" y="933617"/>
                    </a:lnTo>
                    <a:lnTo>
                      <a:pt x="453295" y="934303"/>
                    </a:lnTo>
                    <a:lnTo>
                      <a:pt x="430993" y="935656"/>
                    </a:lnTo>
                    <a:lnTo>
                      <a:pt x="379257" y="937534"/>
                    </a:lnTo>
                    <a:lnTo>
                      <a:pt x="339761" y="940242"/>
                    </a:lnTo>
                    <a:lnTo>
                      <a:pt x="307397" y="937458"/>
                    </a:lnTo>
                    <a:lnTo>
                      <a:pt x="282693" y="932799"/>
                    </a:lnTo>
                    <a:lnTo>
                      <a:pt x="254309" y="925432"/>
                    </a:lnTo>
                    <a:lnTo>
                      <a:pt x="235762" y="918816"/>
                    </a:lnTo>
                    <a:lnTo>
                      <a:pt x="202648" y="903558"/>
                    </a:lnTo>
                    <a:lnTo>
                      <a:pt x="161725" y="875898"/>
                    </a:lnTo>
                    <a:lnTo>
                      <a:pt x="152354" y="867783"/>
                    </a:lnTo>
                    <a:lnTo>
                      <a:pt x="144529" y="861015"/>
                    </a:lnTo>
                    <a:lnTo>
                      <a:pt x="119449" y="834558"/>
                    </a:lnTo>
                    <a:lnTo>
                      <a:pt x="79502" y="792543"/>
                    </a:lnTo>
                    <a:lnTo>
                      <a:pt x="51173" y="761984"/>
                    </a:lnTo>
                    <a:lnTo>
                      <a:pt x="23246" y="731136"/>
                    </a:lnTo>
                    <a:lnTo>
                      <a:pt x="7711" y="713974"/>
                    </a:lnTo>
                    <a:lnTo>
                      <a:pt x="21625" y="714013"/>
                    </a:lnTo>
                    <a:lnTo>
                      <a:pt x="24393" y="714082"/>
                    </a:lnTo>
                    <a:lnTo>
                      <a:pt x="57095" y="714718"/>
                    </a:lnTo>
                    <a:lnTo>
                      <a:pt x="63221" y="712705"/>
                    </a:lnTo>
                    <a:lnTo>
                      <a:pt x="118596" y="688566"/>
                    </a:lnTo>
                    <a:lnTo>
                      <a:pt x="87896" y="614077"/>
                    </a:lnTo>
                    <a:lnTo>
                      <a:pt x="19851" y="594347"/>
                    </a:lnTo>
                    <a:lnTo>
                      <a:pt x="13591" y="576088"/>
                    </a:lnTo>
                    <a:lnTo>
                      <a:pt x="9021" y="562752"/>
                    </a:lnTo>
                    <a:lnTo>
                      <a:pt x="0" y="543988"/>
                    </a:lnTo>
                    <a:lnTo>
                      <a:pt x="287" y="541307"/>
                    </a:lnTo>
                    <a:lnTo>
                      <a:pt x="1412" y="530817"/>
                    </a:lnTo>
                    <a:lnTo>
                      <a:pt x="2506" y="521412"/>
                    </a:lnTo>
                    <a:lnTo>
                      <a:pt x="4855" y="514247"/>
                    </a:lnTo>
                    <a:lnTo>
                      <a:pt x="7317" y="510665"/>
                    </a:lnTo>
                    <a:lnTo>
                      <a:pt x="14261" y="487405"/>
                    </a:lnTo>
                    <a:lnTo>
                      <a:pt x="15556" y="482576"/>
                    </a:lnTo>
                    <a:lnTo>
                      <a:pt x="24929" y="449961"/>
                    </a:lnTo>
                    <a:lnTo>
                      <a:pt x="28637" y="433970"/>
                    </a:lnTo>
                    <a:lnTo>
                      <a:pt x="31644" y="420357"/>
                    </a:lnTo>
                    <a:lnTo>
                      <a:pt x="34792" y="409193"/>
                    </a:lnTo>
                    <a:lnTo>
                      <a:pt x="38674" y="395441"/>
                    </a:lnTo>
                    <a:lnTo>
                      <a:pt x="43617" y="378112"/>
                    </a:lnTo>
                    <a:lnTo>
                      <a:pt x="45010" y="372862"/>
                    </a:lnTo>
                    <a:lnTo>
                      <a:pt x="45900" y="370405"/>
                    </a:lnTo>
                    <a:lnTo>
                      <a:pt x="49449" y="363779"/>
                    </a:lnTo>
                    <a:lnTo>
                      <a:pt x="55428" y="353766"/>
                    </a:lnTo>
                    <a:lnTo>
                      <a:pt x="66244" y="336404"/>
                    </a:lnTo>
                    <a:close/>
                  </a:path>
                </a:pathLst>
              </a:custGeom>
              <a:solidFill>
                <a:srgbClr val="45165F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9" name="pg19">
                <a:extLst>
                  <a:ext uri="{FF2B5EF4-FFF2-40B4-BE49-F238E27FC236}">
                    <a16:creationId xmlns:a16="http://schemas.microsoft.com/office/drawing/2014/main" id="{F3E71C4D-ACE3-4E76-A8D1-4B87CF5B6425}"/>
                  </a:ext>
                </a:extLst>
              </p:cNvPr>
              <p:cNvSpPr/>
              <p:nvPr/>
            </p:nvSpPr>
            <p:spPr>
              <a:xfrm>
                <a:off x="3446250" y="3248759"/>
                <a:ext cx="573834" cy="484990"/>
              </a:xfrm>
              <a:custGeom>
                <a:avLst/>
                <a:gdLst/>
                <a:ahLst/>
                <a:cxnLst/>
                <a:rect l="0" t="0" r="0" b="0"/>
                <a:pathLst>
                  <a:path w="1124246" h="950185">
                    <a:moveTo>
                      <a:pt x="1073186" y="519836"/>
                    </a:moveTo>
                    <a:lnTo>
                      <a:pt x="1077013" y="515386"/>
                    </a:lnTo>
                    <a:lnTo>
                      <a:pt x="1076447" y="509092"/>
                    </a:lnTo>
                    <a:lnTo>
                      <a:pt x="1079307" y="501564"/>
                    </a:lnTo>
                    <a:lnTo>
                      <a:pt x="1081339" y="494487"/>
                    </a:lnTo>
                    <a:lnTo>
                      <a:pt x="1083221" y="474272"/>
                    </a:lnTo>
                    <a:lnTo>
                      <a:pt x="1086833" y="454135"/>
                    </a:lnTo>
                    <a:lnTo>
                      <a:pt x="1088099" y="423358"/>
                    </a:lnTo>
                    <a:lnTo>
                      <a:pt x="1086807" y="387176"/>
                    </a:lnTo>
                    <a:lnTo>
                      <a:pt x="1088386" y="371239"/>
                    </a:lnTo>
                    <a:lnTo>
                      <a:pt x="1086545" y="350314"/>
                    </a:lnTo>
                    <a:lnTo>
                      <a:pt x="1082772" y="333041"/>
                    </a:lnTo>
                    <a:lnTo>
                      <a:pt x="1075324" y="318404"/>
                    </a:lnTo>
                    <a:lnTo>
                      <a:pt x="1070589" y="310241"/>
                    </a:lnTo>
                    <a:lnTo>
                      <a:pt x="1050525" y="292304"/>
                    </a:lnTo>
                    <a:lnTo>
                      <a:pt x="1048620" y="286811"/>
                    </a:lnTo>
                    <a:lnTo>
                      <a:pt x="1028930" y="264848"/>
                    </a:lnTo>
                    <a:lnTo>
                      <a:pt x="978656" y="233923"/>
                    </a:lnTo>
                    <a:lnTo>
                      <a:pt x="942140" y="216722"/>
                    </a:lnTo>
                    <a:lnTo>
                      <a:pt x="928597" y="212642"/>
                    </a:lnTo>
                    <a:lnTo>
                      <a:pt x="881258" y="201308"/>
                    </a:lnTo>
                    <a:lnTo>
                      <a:pt x="854023" y="195508"/>
                    </a:lnTo>
                    <a:lnTo>
                      <a:pt x="836335" y="186716"/>
                    </a:lnTo>
                    <a:lnTo>
                      <a:pt x="826213" y="182583"/>
                    </a:lnTo>
                    <a:lnTo>
                      <a:pt x="817366" y="176235"/>
                    </a:lnTo>
                    <a:lnTo>
                      <a:pt x="790694" y="166048"/>
                    </a:lnTo>
                    <a:lnTo>
                      <a:pt x="776823" y="152738"/>
                    </a:lnTo>
                    <a:lnTo>
                      <a:pt x="771929" y="145173"/>
                    </a:lnTo>
                    <a:lnTo>
                      <a:pt x="755507" y="131315"/>
                    </a:lnTo>
                    <a:lnTo>
                      <a:pt x="740250" y="112268"/>
                    </a:lnTo>
                    <a:lnTo>
                      <a:pt x="739170" y="109742"/>
                    </a:lnTo>
                    <a:lnTo>
                      <a:pt x="736717" y="102229"/>
                    </a:lnTo>
                    <a:lnTo>
                      <a:pt x="735038" y="98393"/>
                    </a:lnTo>
                    <a:lnTo>
                      <a:pt x="732908" y="96232"/>
                    </a:lnTo>
                    <a:lnTo>
                      <a:pt x="718126" y="84216"/>
                    </a:lnTo>
                    <a:lnTo>
                      <a:pt x="698653" y="65779"/>
                    </a:lnTo>
                    <a:lnTo>
                      <a:pt x="682552" y="48265"/>
                    </a:lnTo>
                    <a:lnTo>
                      <a:pt x="666432" y="33897"/>
                    </a:lnTo>
                    <a:lnTo>
                      <a:pt x="640850" y="17429"/>
                    </a:lnTo>
                    <a:lnTo>
                      <a:pt x="612115" y="5867"/>
                    </a:lnTo>
                    <a:lnTo>
                      <a:pt x="596506" y="0"/>
                    </a:lnTo>
                    <a:lnTo>
                      <a:pt x="597084" y="4715"/>
                    </a:lnTo>
                    <a:lnTo>
                      <a:pt x="596658" y="9162"/>
                    </a:lnTo>
                    <a:lnTo>
                      <a:pt x="589877" y="21116"/>
                    </a:lnTo>
                    <a:lnTo>
                      <a:pt x="567732" y="58408"/>
                    </a:lnTo>
                    <a:lnTo>
                      <a:pt x="560374" y="76621"/>
                    </a:lnTo>
                    <a:lnTo>
                      <a:pt x="553195" y="89196"/>
                    </a:lnTo>
                    <a:lnTo>
                      <a:pt x="459679" y="251579"/>
                    </a:lnTo>
                    <a:lnTo>
                      <a:pt x="427731" y="307061"/>
                    </a:lnTo>
                    <a:lnTo>
                      <a:pt x="412016" y="333115"/>
                    </a:lnTo>
                    <a:lnTo>
                      <a:pt x="372409" y="328356"/>
                    </a:lnTo>
                    <a:lnTo>
                      <a:pt x="116312" y="314275"/>
                    </a:lnTo>
                    <a:lnTo>
                      <a:pt x="38295" y="308756"/>
                    </a:lnTo>
                    <a:lnTo>
                      <a:pt x="0" y="304641"/>
                    </a:lnTo>
                    <a:lnTo>
                      <a:pt x="488" y="319762"/>
                    </a:lnTo>
                    <a:lnTo>
                      <a:pt x="1697" y="336710"/>
                    </a:lnTo>
                    <a:lnTo>
                      <a:pt x="2124" y="339997"/>
                    </a:lnTo>
                    <a:lnTo>
                      <a:pt x="3536" y="345888"/>
                    </a:lnTo>
                    <a:lnTo>
                      <a:pt x="6359" y="357322"/>
                    </a:lnTo>
                    <a:lnTo>
                      <a:pt x="7616" y="361811"/>
                    </a:lnTo>
                    <a:lnTo>
                      <a:pt x="17339" y="345888"/>
                    </a:lnTo>
                    <a:lnTo>
                      <a:pt x="30460" y="353827"/>
                    </a:lnTo>
                    <a:lnTo>
                      <a:pt x="65179" y="374410"/>
                    </a:lnTo>
                    <a:lnTo>
                      <a:pt x="54301" y="394268"/>
                    </a:lnTo>
                    <a:lnTo>
                      <a:pt x="24942" y="402507"/>
                    </a:lnTo>
                    <a:lnTo>
                      <a:pt x="76267" y="427650"/>
                    </a:lnTo>
                    <a:lnTo>
                      <a:pt x="74887" y="430690"/>
                    </a:lnTo>
                    <a:lnTo>
                      <a:pt x="83825" y="434385"/>
                    </a:lnTo>
                    <a:lnTo>
                      <a:pt x="98332" y="440746"/>
                    </a:lnTo>
                    <a:lnTo>
                      <a:pt x="114514" y="447843"/>
                    </a:lnTo>
                    <a:lnTo>
                      <a:pt x="136002" y="460124"/>
                    </a:lnTo>
                    <a:lnTo>
                      <a:pt x="161443" y="472074"/>
                    </a:lnTo>
                    <a:lnTo>
                      <a:pt x="175422" y="479495"/>
                    </a:lnTo>
                    <a:lnTo>
                      <a:pt x="188613" y="485669"/>
                    </a:lnTo>
                    <a:lnTo>
                      <a:pt x="293746" y="530728"/>
                    </a:lnTo>
                    <a:lnTo>
                      <a:pt x="297281" y="523880"/>
                    </a:lnTo>
                    <a:lnTo>
                      <a:pt x="300940" y="525797"/>
                    </a:lnTo>
                    <a:lnTo>
                      <a:pt x="318627" y="495812"/>
                    </a:lnTo>
                    <a:lnTo>
                      <a:pt x="324290" y="498687"/>
                    </a:lnTo>
                    <a:lnTo>
                      <a:pt x="312615" y="521090"/>
                    </a:lnTo>
                    <a:lnTo>
                      <a:pt x="311077" y="542595"/>
                    </a:lnTo>
                    <a:lnTo>
                      <a:pt x="373285" y="569283"/>
                    </a:lnTo>
                    <a:lnTo>
                      <a:pt x="353749" y="620595"/>
                    </a:lnTo>
                    <a:lnTo>
                      <a:pt x="364397" y="627324"/>
                    </a:lnTo>
                    <a:lnTo>
                      <a:pt x="398920" y="651102"/>
                    </a:lnTo>
                    <a:lnTo>
                      <a:pt x="408972" y="657297"/>
                    </a:lnTo>
                    <a:lnTo>
                      <a:pt x="441978" y="677639"/>
                    </a:lnTo>
                    <a:lnTo>
                      <a:pt x="463751" y="735732"/>
                    </a:lnTo>
                    <a:lnTo>
                      <a:pt x="484256" y="722098"/>
                    </a:lnTo>
                    <a:lnTo>
                      <a:pt x="507883" y="713980"/>
                    </a:lnTo>
                    <a:lnTo>
                      <a:pt x="525982" y="709608"/>
                    </a:lnTo>
                    <a:lnTo>
                      <a:pt x="538732" y="707199"/>
                    </a:lnTo>
                    <a:lnTo>
                      <a:pt x="548780" y="707190"/>
                    </a:lnTo>
                    <a:lnTo>
                      <a:pt x="547821" y="716737"/>
                    </a:lnTo>
                    <a:lnTo>
                      <a:pt x="547137" y="724457"/>
                    </a:lnTo>
                    <a:lnTo>
                      <a:pt x="532163" y="747845"/>
                    </a:lnTo>
                    <a:lnTo>
                      <a:pt x="555712" y="762276"/>
                    </a:lnTo>
                    <a:lnTo>
                      <a:pt x="549059" y="780260"/>
                    </a:lnTo>
                    <a:lnTo>
                      <a:pt x="561879" y="788780"/>
                    </a:lnTo>
                    <a:lnTo>
                      <a:pt x="579471" y="799612"/>
                    </a:lnTo>
                    <a:lnTo>
                      <a:pt x="587217" y="810645"/>
                    </a:lnTo>
                    <a:lnTo>
                      <a:pt x="591264" y="815555"/>
                    </a:lnTo>
                    <a:lnTo>
                      <a:pt x="602890" y="819411"/>
                    </a:lnTo>
                    <a:lnTo>
                      <a:pt x="613660" y="814985"/>
                    </a:lnTo>
                    <a:lnTo>
                      <a:pt x="615073" y="813409"/>
                    </a:lnTo>
                    <a:lnTo>
                      <a:pt x="620728" y="812630"/>
                    </a:lnTo>
                    <a:lnTo>
                      <a:pt x="621879" y="815400"/>
                    </a:lnTo>
                    <a:lnTo>
                      <a:pt x="622897" y="820534"/>
                    </a:lnTo>
                    <a:lnTo>
                      <a:pt x="622987" y="824606"/>
                    </a:lnTo>
                    <a:lnTo>
                      <a:pt x="623749" y="831627"/>
                    </a:lnTo>
                    <a:lnTo>
                      <a:pt x="623928" y="834530"/>
                    </a:lnTo>
                    <a:lnTo>
                      <a:pt x="624931" y="843063"/>
                    </a:lnTo>
                    <a:lnTo>
                      <a:pt x="625173" y="847448"/>
                    </a:lnTo>
                    <a:lnTo>
                      <a:pt x="625889" y="849709"/>
                    </a:lnTo>
                    <a:lnTo>
                      <a:pt x="627952" y="852793"/>
                    </a:lnTo>
                    <a:lnTo>
                      <a:pt x="631572" y="857180"/>
                    </a:lnTo>
                    <a:lnTo>
                      <a:pt x="632106" y="860986"/>
                    </a:lnTo>
                    <a:lnTo>
                      <a:pt x="650047" y="856105"/>
                    </a:lnTo>
                    <a:lnTo>
                      <a:pt x="656790" y="854573"/>
                    </a:lnTo>
                    <a:lnTo>
                      <a:pt x="663892" y="853927"/>
                    </a:lnTo>
                    <a:lnTo>
                      <a:pt x="677254" y="853888"/>
                    </a:lnTo>
                    <a:lnTo>
                      <a:pt x="683300" y="853729"/>
                    </a:lnTo>
                    <a:lnTo>
                      <a:pt x="687998" y="858264"/>
                    </a:lnTo>
                    <a:lnTo>
                      <a:pt x="690112" y="859259"/>
                    </a:lnTo>
                    <a:lnTo>
                      <a:pt x="689616" y="873324"/>
                    </a:lnTo>
                    <a:lnTo>
                      <a:pt x="689388" y="879761"/>
                    </a:lnTo>
                    <a:lnTo>
                      <a:pt x="692588" y="879844"/>
                    </a:lnTo>
                    <a:lnTo>
                      <a:pt x="697459" y="879970"/>
                    </a:lnTo>
                    <a:lnTo>
                      <a:pt x="697459" y="885913"/>
                    </a:lnTo>
                    <a:lnTo>
                      <a:pt x="697459" y="901717"/>
                    </a:lnTo>
                    <a:lnTo>
                      <a:pt x="708944" y="901820"/>
                    </a:lnTo>
                    <a:lnTo>
                      <a:pt x="709048" y="929782"/>
                    </a:lnTo>
                    <a:lnTo>
                      <a:pt x="697148" y="943451"/>
                    </a:lnTo>
                    <a:lnTo>
                      <a:pt x="697459" y="950185"/>
                    </a:lnTo>
                    <a:lnTo>
                      <a:pt x="762185" y="949723"/>
                    </a:lnTo>
                    <a:lnTo>
                      <a:pt x="796630" y="949478"/>
                    </a:lnTo>
                    <a:lnTo>
                      <a:pt x="1046683" y="947697"/>
                    </a:lnTo>
                    <a:lnTo>
                      <a:pt x="1056823" y="947491"/>
                    </a:lnTo>
                    <a:lnTo>
                      <a:pt x="1028897" y="916642"/>
                    </a:lnTo>
                    <a:lnTo>
                      <a:pt x="1013361" y="899480"/>
                    </a:lnTo>
                    <a:lnTo>
                      <a:pt x="1027276" y="899519"/>
                    </a:lnTo>
                    <a:lnTo>
                      <a:pt x="1030043" y="899589"/>
                    </a:lnTo>
                    <a:lnTo>
                      <a:pt x="1062746" y="900224"/>
                    </a:lnTo>
                    <a:lnTo>
                      <a:pt x="1068872" y="898211"/>
                    </a:lnTo>
                    <a:lnTo>
                      <a:pt x="1124246" y="874072"/>
                    </a:lnTo>
                    <a:lnTo>
                      <a:pt x="1093547" y="799583"/>
                    </a:lnTo>
                    <a:lnTo>
                      <a:pt x="1025501" y="779853"/>
                    </a:lnTo>
                    <a:lnTo>
                      <a:pt x="1019242" y="761595"/>
                    </a:lnTo>
                    <a:lnTo>
                      <a:pt x="1014671" y="748258"/>
                    </a:lnTo>
                    <a:lnTo>
                      <a:pt x="1005650" y="729495"/>
                    </a:lnTo>
                    <a:lnTo>
                      <a:pt x="1005937" y="726814"/>
                    </a:lnTo>
                    <a:lnTo>
                      <a:pt x="1007063" y="716324"/>
                    </a:lnTo>
                    <a:lnTo>
                      <a:pt x="1008156" y="706918"/>
                    </a:lnTo>
                    <a:lnTo>
                      <a:pt x="1010505" y="699754"/>
                    </a:lnTo>
                    <a:lnTo>
                      <a:pt x="1012967" y="696172"/>
                    </a:lnTo>
                    <a:lnTo>
                      <a:pt x="1019912" y="672912"/>
                    </a:lnTo>
                    <a:lnTo>
                      <a:pt x="1021206" y="668083"/>
                    </a:lnTo>
                    <a:lnTo>
                      <a:pt x="1030580" y="635467"/>
                    </a:lnTo>
                    <a:lnTo>
                      <a:pt x="1034287" y="619476"/>
                    </a:lnTo>
                    <a:lnTo>
                      <a:pt x="1037295" y="605864"/>
                    </a:lnTo>
                    <a:lnTo>
                      <a:pt x="1040442" y="594699"/>
                    </a:lnTo>
                    <a:lnTo>
                      <a:pt x="1044325" y="580948"/>
                    </a:lnTo>
                    <a:lnTo>
                      <a:pt x="1049267" y="563618"/>
                    </a:lnTo>
                    <a:lnTo>
                      <a:pt x="1050661" y="558369"/>
                    </a:lnTo>
                    <a:lnTo>
                      <a:pt x="1051550" y="555912"/>
                    </a:lnTo>
                    <a:lnTo>
                      <a:pt x="1055100" y="549285"/>
                    </a:lnTo>
                    <a:lnTo>
                      <a:pt x="1061078" y="539272"/>
                    </a:lnTo>
                    <a:lnTo>
                      <a:pt x="1071895" y="521910"/>
                    </a:lnTo>
                    <a:close/>
                  </a:path>
                </a:pathLst>
              </a:custGeom>
              <a:solidFill>
                <a:srgbClr val="452C70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0" name="pg20">
                <a:extLst>
                  <a:ext uri="{FF2B5EF4-FFF2-40B4-BE49-F238E27FC236}">
                    <a16:creationId xmlns:a16="http://schemas.microsoft.com/office/drawing/2014/main" id="{2B00C701-4EB5-4E2E-B5EA-1D592926A20E}"/>
                  </a:ext>
                </a:extLst>
              </p:cNvPr>
              <p:cNvSpPr/>
              <p:nvPr/>
            </p:nvSpPr>
            <p:spPr>
              <a:xfrm>
                <a:off x="3411338" y="3468590"/>
                <a:ext cx="428685" cy="392954"/>
              </a:xfrm>
              <a:custGeom>
                <a:avLst/>
                <a:gdLst/>
                <a:ahLst/>
                <a:cxnLst/>
                <a:rect l="0" t="0" r="0" b="0"/>
                <a:pathLst>
                  <a:path w="839872" h="769869">
                    <a:moveTo>
                      <a:pt x="477371" y="226607"/>
                    </a:moveTo>
                    <a:lnTo>
                      <a:pt x="467320" y="220411"/>
                    </a:lnTo>
                    <a:lnTo>
                      <a:pt x="432797" y="196633"/>
                    </a:lnTo>
                    <a:lnTo>
                      <a:pt x="422148" y="189904"/>
                    </a:lnTo>
                    <a:lnTo>
                      <a:pt x="441685" y="138592"/>
                    </a:lnTo>
                    <a:lnTo>
                      <a:pt x="379476" y="111905"/>
                    </a:lnTo>
                    <a:lnTo>
                      <a:pt x="381015" y="90399"/>
                    </a:lnTo>
                    <a:lnTo>
                      <a:pt x="392689" y="67997"/>
                    </a:lnTo>
                    <a:lnTo>
                      <a:pt x="387027" y="65122"/>
                    </a:lnTo>
                    <a:lnTo>
                      <a:pt x="369340" y="95106"/>
                    </a:lnTo>
                    <a:lnTo>
                      <a:pt x="365681" y="93189"/>
                    </a:lnTo>
                    <a:lnTo>
                      <a:pt x="362146" y="100038"/>
                    </a:lnTo>
                    <a:lnTo>
                      <a:pt x="257013" y="54978"/>
                    </a:lnTo>
                    <a:lnTo>
                      <a:pt x="243822" y="48804"/>
                    </a:lnTo>
                    <a:lnTo>
                      <a:pt x="229842" y="41383"/>
                    </a:lnTo>
                    <a:lnTo>
                      <a:pt x="204402" y="29433"/>
                    </a:lnTo>
                    <a:lnTo>
                      <a:pt x="182913" y="17153"/>
                    </a:lnTo>
                    <a:lnTo>
                      <a:pt x="166732" y="10056"/>
                    </a:lnTo>
                    <a:lnTo>
                      <a:pt x="152224" y="3695"/>
                    </a:lnTo>
                    <a:lnTo>
                      <a:pt x="143287" y="0"/>
                    </a:lnTo>
                    <a:lnTo>
                      <a:pt x="142464" y="2622"/>
                    </a:lnTo>
                    <a:lnTo>
                      <a:pt x="141157" y="5945"/>
                    </a:lnTo>
                    <a:lnTo>
                      <a:pt x="140598" y="9764"/>
                    </a:lnTo>
                    <a:lnTo>
                      <a:pt x="139927" y="16604"/>
                    </a:lnTo>
                    <a:lnTo>
                      <a:pt x="139591" y="25094"/>
                    </a:lnTo>
                    <a:lnTo>
                      <a:pt x="139663" y="28709"/>
                    </a:lnTo>
                    <a:lnTo>
                      <a:pt x="140485" y="33640"/>
                    </a:lnTo>
                    <a:lnTo>
                      <a:pt x="140880" y="36038"/>
                    </a:lnTo>
                    <a:lnTo>
                      <a:pt x="141319" y="38528"/>
                    </a:lnTo>
                    <a:lnTo>
                      <a:pt x="141593" y="41059"/>
                    </a:lnTo>
                    <a:lnTo>
                      <a:pt x="141576" y="44519"/>
                    </a:lnTo>
                    <a:lnTo>
                      <a:pt x="141354" y="46804"/>
                    </a:lnTo>
                    <a:lnTo>
                      <a:pt x="140701" y="51592"/>
                    </a:lnTo>
                    <a:lnTo>
                      <a:pt x="137266" y="60876"/>
                    </a:lnTo>
                    <a:lnTo>
                      <a:pt x="136205" y="65394"/>
                    </a:lnTo>
                    <a:lnTo>
                      <a:pt x="135728" y="67420"/>
                    </a:lnTo>
                    <a:lnTo>
                      <a:pt x="134271" y="75942"/>
                    </a:lnTo>
                    <a:lnTo>
                      <a:pt x="134271" y="83792"/>
                    </a:lnTo>
                    <a:lnTo>
                      <a:pt x="132702" y="88501"/>
                    </a:lnTo>
                    <a:lnTo>
                      <a:pt x="130148" y="91977"/>
                    </a:lnTo>
                    <a:lnTo>
                      <a:pt x="129900" y="92314"/>
                    </a:lnTo>
                    <a:lnTo>
                      <a:pt x="127345" y="96399"/>
                    </a:lnTo>
                    <a:lnTo>
                      <a:pt x="126985" y="99827"/>
                    </a:lnTo>
                    <a:lnTo>
                      <a:pt x="128675" y="105191"/>
                    </a:lnTo>
                    <a:lnTo>
                      <a:pt x="140292" y="133920"/>
                    </a:lnTo>
                    <a:lnTo>
                      <a:pt x="141290" y="136388"/>
                    </a:lnTo>
                    <a:lnTo>
                      <a:pt x="143889" y="142938"/>
                    </a:lnTo>
                    <a:lnTo>
                      <a:pt x="153778" y="168050"/>
                    </a:lnTo>
                    <a:lnTo>
                      <a:pt x="156128" y="173682"/>
                    </a:lnTo>
                    <a:lnTo>
                      <a:pt x="163686" y="192707"/>
                    </a:lnTo>
                    <a:lnTo>
                      <a:pt x="168425" y="203665"/>
                    </a:lnTo>
                    <a:lnTo>
                      <a:pt x="174976" y="217062"/>
                    </a:lnTo>
                    <a:lnTo>
                      <a:pt x="173518" y="230916"/>
                    </a:lnTo>
                    <a:lnTo>
                      <a:pt x="171125" y="238552"/>
                    </a:lnTo>
                    <a:lnTo>
                      <a:pt x="154292" y="269838"/>
                    </a:lnTo>
                    <a:lnTo>
                      <a:pt x="147885" y="281403"/>
                    </a:lnTo>
                    <a:lnTo>
                      <a:pt x="140794" y="292563"/>
                    </a:lnTo>
                    <a:lnTo>
                      <a:pt x="123456" y="318643"/>
                    </a:lnTo>
                    <a:lnTo>
                      <a:pt x="117453" y="327161"/>
                    </a:lnTo>
                    <a:lnTo>
                      <a:pt x="112596" y="334051"/>
                    </a:lnTo>
                    <a:lnTo>
                      <a:pt x="106860" y="341363"/>
                    </a:lnTo>
                    <a:lnTo>
                      <a:pt x="81073" y="370390"/>
                    </a:lnTo>
                    <a:lnTo>
                      <a:pt x="44854" y="402912"/>
                    </a:lnTo>
                    <a:lnTo>
                      <a:pt x="24838" y="419621"/>
                    </a:lnTo>
                    <a:lnTo>
                      <a:pt x="10882" y="432126"/>
                    </a:lnTo>
                    <a:lnTo>
                      <a:pt x="12404" y="434529"/>
                    </a:lnTo>
                    <a:lnTo>
                      <a:pt x="0" y="444146"/>
                    </a:lnTo>
                    <a:lnTo>
                      <a:pt x="27093" y="480602"/>
                    </a:lnTo>
                    <a:lnTo>
                      <a:pt x="55084" y="504211"/>
                    </a:lnTo>
                    <a:lnTo>
                      <a:pt x="53688" y="507122"/>
                    </a:lnTo>
                    <a:lnTo>
                      <a:pt x="53077" y="509444"/>
                    </a:lnTo>
                    <a:lnTo>
                      <a:pt x="52790" y="512628"/>
                    </a:lnTo>
                    <a:lnTo>
                      <a:pt x="53103" y="514644"/>
                    </a:lnTo>
                    <a:lnTo>
                      <a:pt x="53633" y="516641"/>
                    </a:lnTo>
                    <a:lnTo>
                      <a:pt x="57753" y="522543"/>
                    </a:lnTo>
                    <a:lnTo>
                      <a:pt x="62265" y="528191"/>
                    </a:lnTo>
                    <a:lnTo>
                      <a:pt x="59951" y="531325"/>
                    </a:lnTo>
                    <a:lnTo>
                      <a:pt x="57107" y="535429"/>
                    </a:lnTo>
                    <a:lnTo>
                      <a:pt x="50837" y="545509"/>
                    </a:lnTo>
                    <a:lnTo>
                      <a:pt x="46460" y="554010"/>
                    </a:lnTo>
                    <a:lnTo>
                      <a:pt x="42729" y="563971"/>
                    </a:lnTo>
                    <a:lnTo>
                      <a:pt x="39886" y="572643"/>
                    </a:lnTo>
                    <a:lnTo>
                      <a:pt x="39091" y="576536"/>
                    </a:lnTo>
                    <a:lnTo>
                      <a:pt x="38318" y="584027"/>
                    </a:lnTo>
                    <a:lnTo>
                      <a:pt x="37332" y="599648"/>
                    </a:lnTo>
                    <a:lnTo>
                      <a:pt x="36211" y="600601"/>
                    </a:lnTo>
                    <a:lnTo>
                      <a:pt x="29209" y="610029"/>
                    </a:lnTo>
                    <a:lnTo>
                      <a:pt x="38478" y="619019"/>
                    </a:lnTo>
                    <a:lnTo>
                      <a:pt x="67240" y="634725"/>
                    </a:lnTo>
                    <a:lnTo>
                      <a:pt x="85817" y="648216"/>
                    </a:lnTo>
                    <a:lnTo>
                      <a:pt x="96134" y="642964"/>
                    </a:lnTo>
                    <a:lnTo>
                      <a:pt x="100094" y="640196"/>
                    </a:lnTo>
                    <a:lnTo>
                      <a:pt x="104949" y="638999"/>
                    </a:lnTo>
                    <a:lnTo>
                      <a:pt x="120562" y="640420"/>
                    </a:lnTo>
                    <a:lnTo>
                      <a:pt x="140734" y="638999"/>
                    </a:lnTo>
                    <a:lnTo>
                      <a:pt x="144171" y="639524"/>
                    </a:lnTo>
                    <a:lnTo>
                      <a:pt x="147532" y="643112"/>
                    </a:lnTo>
                    <a:lnTo>
                      <a:pt x="156053" y="652832"/>
                    </a:lnTo>
                    <a:lnTo>
                      <a:pt x="163168" y="660949"/>
                    </a:lnTo>
                    <a:lnTo>
                      <a:pt x="172501" y="668951"/>
                    </a:lnTo>
                    <a:lnTo>
                      <a:pt x="181835" y="672895"/>
                    </a:lnTo>
                    <a:lnTo>
                      <a:pt x="181857" y="674805"/>
                    </a:lnTo>
                    <a:lnTo>
                      <a:pt x="318095" y="708738"/>
                    </a:lnTo>
                    <a:lnTo>
                      <a:pt x="333082" y="712331"/>
                    </a:lnTo>
                    <a:lnTo>
                      <a:pt x="340991" y="714226"/>
                    </a:lnTo>
                    <a:lnTo>
                      <a:pt x="415582" y="732106"/>
                    </a:lnTo>
                    <a:lnTo>
                      <a:pt x="536435" y="761172"/>
                    </a:lnTo>
                    <a:lnTo>
                      <a:pt x="574966" y="769869"/>
                    </a:lnTo>
                    <a:lnTo>
                      <a:pt x="577593" y="758343"/>
                    </a:lnTo>
                    <a:lnTo>
                      <a:pt x="546001" y="750946"/>
                    </a:lnTo>
                    <a:lnTo>
                      <a:pt x="542062" y="747712"/>
                    </a:lnTo>
                    <a:lnTo>
                      <a:pt x="559563" y="736970"/>
                    </a:lnTo>
                    <a:lnTo>
                      <a:pt x="574758" y="726383"/>
                    </a:lnTo>
                    <a:lnTo>
                      <a:pt x="576131" y="725284"/>
                    </a:lnTo>
                    <a:lnTo>
                      <a:pt x="592675" y="708994"/>
                    </a:lnTo>
                    <a:lnTo>
                      <a:pt x="609237" y="693419"/>
                    </a:lnTo>
                    <a:lnTo>
                      <a:pt x="613266" y="689602"/>
                    </a:lnTo>
                    <a:lnTo>
                      <a:pt x="608837" y="685817"/>
                    </a:lnTo>
                    <a:lnTo>
                      <a:pt x="574218" y="655952"/>
                    </a:lnTo>
                    <a:lnTo>
                      <a:pt x="529019" y="617900"/>
                    </a:lnTo>
                    <a:lnTo>
                      <a:pt x="537222" y="615894"/>
                    </a:lnTo>
                    <a:lnTo>
                      <a:pt x="550680" y="613970"/>
                    </a:lnTo>
                    <a:lnTo>
                      <a:pt x="568440" y="613054"/>
                    </a:lnTo>
                    <a:lnTo>
                      <a:pt x="583226" y="613100"/>
                    </a:lnTo>
                    <a:lnTo>
                      <a:pt x="610690" y="614978"/>
                    </a:lnTo>
                    <a:lnTo>
                      <a:pt x="680179" y="622290"/>
                    </a:lnTo>
                    <a:lnTo>
                      <a:pt x="736474" y="625226"/>
                    </a:lnTo>
                    <a:lnTo>
                      <a:pt x="795976" y="621441"/>
                    </a:lnTo>
                    <a:lnTo>
                      <a:pt x="811209" y="620473"/>
                    </a:lnTo>
                    <a:lnTo>
                      <a:pt x="838735" y="617446"/>
                    </a:lnTo>
                    <a:lnTo>
                      <a:pt x="839872" y="585999"/>
                    </a:lnTo>
                    <a:lnTo>
                      <a:pt x="838742" y="546732"/>
                    </a:lnTo>
                    <a:lnTo>
                      <a:pt x="832354" y="546972"/>
                    </a:lnTo>
                    <a:lnTo>
                      <a:pt x="830585" y="519033"/>
                    </a:lnTo>
                    <a:lnTo>
                      <a:pt x="765859" y="519494"/>
                    </a:lnTo>
                    <a:lnTo>
                      <a:pt x="765548" y="512761"/>
                    </a:lnTo>
                    <a:lnTo>
                      <a:pt x="777447" y="499092"/>
                    </a:lnTo>
                    <a:lnTo>
                      <a:pt x="777344" y="471129"/>
                    </a:lnTo>
                    <a:lnTo>
                      <a:pt x="765859" y="471027"/>
                    </a:lnTo>
                    <a:lnTo>
                      <a:pt x="765859" y="455223"/>
                    </a:lnTo>
                    <a:lnTo>
                      <a:pt x="765859" y="449280"/>
                    </a:lnTo>
                    <a:lnTo>
                      <a:pt x="760988" y="449153"/>
                    </a:lnTo>
                    <a:lnTo>
                      <a:pt x="757788" y="449071"/>
                    </a:lnTo>
                    <a:lnTo>
                      <a:pt x="758015" y="442633"/>
                    </a:lnTo>
                    <a:lnTo>
                      <a:pt x="758512" y="428568"/>
                    </a:lnTo>
                    <a:lnTo>
                      <a:pt x="756397" y="427574"/>
                    </a:lnTo>
                    <a:lnTo>
                      <a:pt x="751700" y="423038"/>
                    </a:lnTo>
                    <a:lnTo>
                      <a:pt x="745654" y="423197"/>
                    </a:lnTo>
                    <a:lnTo>
                      <a:pt x="732292" y="423236"/>
                    </a:lnTo>
                    <a:lnTo>
                      <a:pt x="725190" y="423883"/>
                    </a:lnTo>
                    <a:lnTo>
                      <a:pt x="718446" y="425415"/>
                    </a:lnTo>
                    <a:lnTo>
                      <a:pt x="700506" y="430296"/>
                    </a:lnTo>
                    <a:lnTo>
                      <a:pt x="699972" y="426490"/>
                    </a:lnTo>
                    <a:lnTo>
                      <a:pt x="696352" y="422102"/>
                    </a:lnTo>
                    <a:lnTo>
                      <a:pt x="694288" y="419019"/>
                    </a:lnTo>
                    <a:lnTo>
                      <a:pt x="693573" y="416758"/>
                    </a:lnTo>
                    <a:lnTo>
                      <a:pt x="693331" y="412372"/>
                    </a:lnTo>
                    <a:lnTo>
                      <a:pt x="692328" y="403839"/>
                    </a:lnTo>
                    <a:lnTo>
                      <a:pt x="692149" y="400936"/>
                    </a:lnTo>
                    <a:lnTo>
                      <a:pt x="691387" y="393916"/>
                    </a:lnTo>
                    <a:lnTo>
                      <a:pt x="691296" y="389844"/>
                    </a:lnTo>
                    <a:lnTo>
                      <a:pt x="690279" y="384710"/>
                    </a:lnTo>
                    <a:lnTo>
                      <a:pt x="689127" y="381940"/>
                    </a:lnTo>
                    <a:lnTo>
                      <a:pt x="683473" y="382719"/>
                    </a:lnTo>
                    <a:lnTo>
                      <a:pt x="682060" y="384294"/>
                    </a:lnTo>
                    <a:lnTo>
                      <a:pt x="671290" y="388721"/>
                    </a:lnTo>
                    <a:lnTo>
                      <a:pt x="659663" y="384864"/>
                    </a:lnTo>
                    <a:lnTo>
                      <a:pt x="655616" y="379955"/>
                    </a:lnTo>
                    <a:lnTo>
                      <a:pt x="647871" y="368921"/>
                    </a:lnTo>
                    <a:lnTo>
                      <a:pt x="630279" y="358090"/>
                    </a:lnTo>
                    <a:lnTo>
                      <a:pt x="617459" y="349570"/>
                    </a:lnTo>
                    <a:lnTo>
                      <a:pt x="624111" y="331585"/>
                    </a:lnTo>
                    <a:lnTo>
                      <a:pt x="600563" y="317154"/>
                    </a:lnTo>
                    <a:lnTo>
                      <a:pt x="615537" y="293766"/>
                    </a:lnTo>
                    <a:lnTo>
                      <a:pt x="616221" y="286047"/>
                    </a:lnTo>
                    <a:lnTo>
                      <a:pt x="617179" y="276500"/>
                    </a:lnTo>
                    <a:lnTo>
                      <a:pt x="607132" y="276508"/>
                    </a:lnTo>
                    <a:lnTo>
                      <a:pt x="594382" y="278918"/>
                    </a:lnTo>
                    <a:lnTo>
                      <a:pt x="576282" y="283290"/>
                    </a:lnTo>
                    <a:lnTo>
                      <a:pt x="552656" y="291407"/>
                    </a:lnTo>
                    <a:lnTo>
                      <a:pt x="532150" y="305041"/>
                    </a:lnTo>
                    <a:lnTo>
                      <a:pt x="510378" y="246948"/>
                    </a:lnTo>
                    <a:close/>
                  </a:path>
                </a:pathLst>
              </a:custGeom>
              <a:solidFill>
                <a:srgbClr val="443579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1" name="pg21">
                <a:extLst>
                  <a:ext uri="{FF2B5EF4-FFF2-40B4-BE49-F238E27FC236}">
                    <a16:creationId xmlns:a16="http://schemas.microsoft.com/office/drawing/2014/main" id="{1369D32A-99EB-4018-8B08-619453605F1C}"/>
                  </a:ext>
                </a:extLst>
              </p:cNvPr>
              <p:cNvSpPr/>
              <p:nvPr/>
            </p:nvSpPr>
            <p:spPr>
              <a:xfrm>
                <a:off x="2340345" y="3003129"/>
                <a:ext cx="689637" cy="856034"/>
              </a:xfrm>
              <a:custGeom>
                <a:avLst/>
                <a:gdLst/>
                <a:ahLst/>
                <a:cxnLst/>
                <a:rect l="0" t="0" r="0" b="0"/>
                <a:pathLst>
                  <a:path w="1351126" h="1677127">
                    <a:moveTo>
                      <a:pt x="533737" y="714459"/>
                    </a:moveTo>
                    <a:lnTo>
                      <a:pt x="542156" y="744833"/>
                    </a:lnTo>
                    <a:lnTo>
                      <a:pt x="543611" y="748452"/>
                    </a:lnTo>
                    <a:lnTo>
                      <a:pt x="546885" y="756604"/>
                    </a:lnTo>
                    <a:lnTo>
                      <a:pt x="565341" y="762482"/>
                    </a:lnTo>
                    <a:lnTo>
                      <a:pt x="597196" y="768091"/>
                    </a:lnTo>
                    <a:lnTo>
                      <a:pt x="620712" y="771098"/>
                    </a:lnTo>
                    <a:lnTo>
                      <a:pt x="661862" y="774380"/>
                    </a:lnTo>
                    <a:lnTo>
                      <a:pt x="695768" y="776979"/>
                    </a:lnTo>
                    <a:lnTo>
                      <a:pt x="722975" y="782038"/>
                    </a:lnTo>
                    <a:lnTo>
                      <a:pt x="773560" y="793113"/>
                    </a:lnTo>
                    <a:lnTo>
                      <a:pt x="827152" y="812121"/>
                    </a:lnTo>
                    <a:lnTo>
                      <a:pt x="858732" y="824565"/>
                    </a:lnTo>
                    <a:lnTo>
                      <a:pt x="906446" y="848906"/>
                    </a:lnTo>
                    <a:lnTo>
                      <a:pt x="921211" y="859300"/>
                    </a:lnTo>
                    <a:lnTo>
                      <a:pt x="922853" y="861898"/>
                    </a:lnTo>
                    <a:lnTo>
                      <a:pt x="921758" y="864360"/>
                    </a:lnTo>
                    <a:lnTo>
                      <a:pt x="920938" y="865863"/>
                    </a:lnTo>
                    <a:lnTo>
                      <a:pt x="946504" y="883504"/>
                    </a:lnTo>
                    <a:lnTo>
                      <a:pt x="951836" y="888292"/>
                    </a:lnTo>
                    <a:lnTo>
                      <a:pt x="957304" y="896634"/>
                    </a:lnTo>
                    <a:lnTo>
                      <a:pt x="962363" y="905661"/>
                    </a:lnTo>
                    <a:lnTo>
                      <a:pt x="962910" y="912771"/>
                    </a:lnTo>
                    <a:lnTo>
                      <a:pt x="962765" y="924764"/>
                    </a:lnTo>
                    <a:lnTo>
                      <a:pt x="961910" y="931388"/>
                    </a:lnTo>
                    <a:lnTo>
                      <a:pt x="803673" y="1107687"/>
                    </a:lnTo>
                    <a:lnTo>
                      <a:pt x="789070" y="1130647"/>
                    </a:lnTo>
                    <a:lnTo>
                      <a:pt x="781143" y="1149434"/>
                    </a:lnTo>
                    <a:lnTo>
                      <a:pt x="775302" y="1171560"/>
                    </a:lnTo>
                    <a:lnTo>
                      <a:pt x="773633" y="1184918"/>
                    </a:lnTo>
                    <a:lnTo>
                      <a:pt x="765852" y="1190894"/>
                    </a:lnTo>
                    <a:lnTo>
                      <a:pt x="764871" y="1194938"/>
                    </a:lnTo>
                    <a:lnTo>
                      <a:pt x="822448" y="1333555"/>
                    </a:lnTo>
                    <a:lnTo>
                      <a:pt x="818275" y="1335224"/>
                    </a:lnTo>
                    <a:lnTo>
                      <a:pt x="832044" y="1354432"/>
                    </a:lnTo>
                    <a:lnTo>
                      <a:pt x="832878" y="1413726"/>
                    </a:lnTo>
                    <a:lnTo>
                      <a:pt x="837468" y="1416233"/>
                    </a:lnTo>
                    <a:lnTo>
                      <a:pt x="896233" y="1489603"/>
                    </a:lnTo>
                    <a:lnTo>
                      <a:pt x="1033427" y="1564193"/>
                    </a:lnTo>
                    <a:lnTo>
                      <a:pt x="1054063" y="1573661"/>
                    </a:lnTo>
                    <a:lnTo>
                      <a:pt x="1053660" y="1578316"/>
                    </a:lnTo>
                    <a:lnTo>
                      <a:pt x="1062520" y="1585870"/>
                    </a:lnTo>
                    <a:lnTo>
                      <a:pt x="1062891" y="1586684"/>
                    </a:lnTo>
                    <a:lnTo>
                      <a:pt x="1075473" y="1614316"/>
                    </a:lnTo>
                    <a:lnTo>
                      <a:pt x="1084189" y="1615002"/>
                    </a:lnTo>
                    <a:lnTo>
                      <a:pt x="1112045" y="1613803"/>
                    </a:lnTo>
                    <a:lnTo>
                      <a:pt x="1120932" y="1609356"/>
                    </a:lnTo>
                    <a:lnTo>
                      <a:pt x="1160579" y="1584891"/>
                    </a:lnTo>
                    <a:lnTo>
                      <a:pt x="1161091" y="1599946"/>
                    </a:lnTo>
                    <a:lnTo>
                      <a:pt x="1164339" y="1631937"/>
                    </a:lnTo>
                    <a:lnTo>
                      <a:pt x="1175195" y="1677127"/>
                    </a:lnTo>
                    <a:lnTo>
                      <a:pt x="1181049" y="1675351"/>
                    </a:lnTo>
                    <a:lnTo>
                      <a:pt x="1329935" y="1628003"/>
                    </a:lnTo>
                    <a:lnTo>
                      <a:pt x="1336429" y="1625609"/>
                    </a:lnTo>
                    <a:lnTo>
                      <a:pt x="1343436" y="1622016"/>
                    </a:lnTo>
                    <a:lnTo>
                      <a:pt x="1350272" y="1613974"/>
                    </a:lnTo>
                    <a:lnTo>
                      <a:pt x="1351126" y="1600460"/>
                    </a:lnTo>
                    <a:lnTo>
                      <a:pt x="1350442" y="1578904"/>
                    </a:lnTo>
                    <a:lnTo>
                      <a:pt x="1349441" y="1562216"/>
                    </a:lnTo>
                    <a:lnTo>
                      <a:pt x="1345518" y="1543142"/>
                    </a:lnTo>
                    <a:lnTo>
                      <a:pt x="1340811" y="1533605"/>
                    </a:lnTo>
                    <a:lnTo>
                      <a:pt x="1295752" y="1474478"/>
                    </a:lnTo>
                    <a:lnTo>
                      <a:pt x="1266021" y="1434531"/>
                    </a:lnTo>
                    <a:lnTo>
                      <a:pt x="1242615" y="1402784"/>
                    </a:lnTo>
                    <a:lnTo>
                      <a:pt x="1226099" y="1375857"/>
                    </a:lnTo>
                    <a:lnTo>
                      <a:pt x="1197116" y="1336012"/>
                    </a:lnTo>
                    <a:lnTo>
                      <a:pt x="1182132" y="1313792"/>
                    </a:lnTo>
                    <a:lnTo>
                      <a:pt x="1180054" y="1296280"/>
                    </a:lnTo>
                    <a:lnTo>
                      <a:pt x="1177210" y="1277455"/>
                    </a:lnTo>
                    <a:lnTo>
                      <a:pt x="1181039" y="1253703"/>
                    </a:lnTo>
                    <a:lnTo>
                      <a:pt x="1185414" y="1242539"/>
                    </a:lnTo>
                    <a:lnTo>
                      <a:pt x="1193726" y="1230611"/>
                    </a:lnTo>
                    <a:lnTo>
                      <a:pt x="1200288" y="1224263"/>
                    </a:lnTo>
                    <a:lnTo>
                      <a:pt x="1212756" y="1216383"/>
                    </a:lnTo>
                    <a:lnTo>
                      <a:pt x="1235724" y="1198106"/>
                    </a:lnTo>
                    <a:lnTo>
                      <a:pt x="1242286" y="1192524"/>
                    </a:lnTo>
                    <a:lnTo>
                      <a:pt x="1247975" y="1184207"/>
                    </a:lnTo>
                    <a:lnTo>
                      <a:pt x="1253443" y="1172279"/>
                    </a:lnTo>
                    <a:lnTo>
                      <a:pt x="1255302" y="1161663"/>
                    </a:lnTo>
                    <a:lnTo>
                      <a:pt x="1255193" y="1151593"/>
                    </a:lnTo>
                    <a:lnTo>
                      <a:pt x="1253333" y="1143058"/>
                    </a:lnTo>
                    <a:lnTo>
                      <a:pt x="1251802" y="1138242"/>
                    </a:lnTo>
                    <a:lnTo>
                      <a:pt x="1246771" y="1127628"/>
                    </a:lnTo>
                    <a:lnTo>
                      <a:pt x="1239224" y="1115589"/>
                    </a:lnTo>
                    <a:lnTo>
                      <a:pt x="1228944" y="1099505"/>
                    </a:lnTo>
                    <a:lnTo>
                      <a:pt x="1174987" y="1007632"/>
                    </a:lnTo>
                    <a:lnTo>
                      <a:pt x="1154159" y="974507"/>
                    </a:lnTo>
                    <a:lnTo>
                      <a:pt x="1134132" y="972903"/>
                    </a:lnTo>
                    <a:lnTo>
                      <a:pt x="1121230" y="955536"/>
                    </a:lnTo>
                    <a:lnTo>
                      <a:pt x="1119447" y="953136"/>
                    </a:lnTo>
                    <a:lnTo>
                      <a:pt x="1136566" y="938629"/>
                    </a:lnTo>
                    <a:lnTo>
                      <a:pt x="1156915" y="922244"/>
                    </a:lnTo>
                    <a:lnTo>
                      <a:pt x="1183788" y="961356"/>
                    </a:lnTo>
                    <a:lnTo>
                      <a:pt x="1218671" y="1019571"/>
                    </a:lnTo>
                    <a:lnTo>
                      <a:pt x="1284283" y="981871"/>
                    </a:lnTo>
                    <a:lnTo>
                      <a:pt x="1284898" y="978263"/>
                    </a:lnTo>
                    <a:lnTo>
                      <a:pt x="1284574" y="962846"/>
                    </a:lnTo>
                    <a:lnTo>
                      <a:pt x="1284414" y="955160"/>
                    </a:lnTo>
                    <a:lnTo>
                      <a:pt x="1286690" y="952531"/>
                    </a:lnTo>
                    <a:lnTo>
                      <a:pt x="1288276" y="949832"/>
                    </a:lnTo>
                    <a:lnTo>
                      <a:pt x="1289057" y="947549"/>
                    </a:lnTo>
                    <a:lnTo>
                      <a:pt x="1289381" y="943821"/>
                    </a:lnTo>
                    <a:lnTo>
                      <a:pt x="1289270" y="943099"/>
                    </a:lnTo>
                    <a:lnTo>
                      <a:pt x="1284762" y="911282"/>
                    </a:lnTo>
                    <a:lnTo>
                      <a:pt x="1280432" y="891482"/>
                    </a:lnTo>
                    <a:lnTo>
                      <a:pt x="1280269" y="884033"/>
                    </a:lnTo>
                    <a:lnTo>
                      <a:pt x="1280182" y="882323"/>
                    </a:lnTo>
                    <a:lnTo>
                      <a:pt x="1285674" y="882608"/>
                    </a:lnTo>
                    <a:lnTo>
                      <a:pt x="1285594" y="879748"/>
                    </a:lnTo>
                    <a:lnTo>
                      <a:pt x="1285652" y="865200"/>
                    </a:lnTo>
                    <a:lnTo>
                      <a:pt x="1289917" y="850451"/>
                    </a:lnTo>
                    <a:lnTo>
                      <a:pt x="1290809" y="847270"/>
                    </a:lnTo>
                    <a:lnTo>
                      <a:pt x="1291416" y="843833"/>
                    </a:lnTo>
                    <a:lnTo>
                      <a:pt x="1292655" y="837043"/>
                    </a:lnTo>
                    <a:lnTo>
                      <a:pt x="1294784" y="823361"/>
                    </a:lnTo>
                    <a:lnTo>
                      <a:pt x="1301323" y="783159"/>
                    </a:lnTo>
                    <a:lnTo>
                      <a:pt x="1303070" y="764609"/>
                    </a:lnTo>
                    <a:lnTo>
                      <a:pt x="1302958" y="742846"/>
                    </a:lnTo>
                    <a:lnTo>
                      <a:pt x="1301153" y="734502"/>
                    </a:lnTo>
                    <a:lnTo>
                      <a:pt x="1299349" y="728583"/>
                    </a:lnTo>
                    <a:lnTo>
                      <a:pt x="1296382" y="720098"/>
                    </a:lnTo>
                    <a:lnTo>
                      <a:pt x="1289125" y="706289"/>
                    </a:lnTo>
                    <a:lnTo>
                      <a:pt x="1260912" y="675149"/>
                    </a:lnTo>
                    <a:lnTo>
                      <a:pt x="1229175" y="653106"/>
                    </a:lnTo>
                    <a:lnTo>
                      <a:pt x="1183411" y="621041"/>
                    </a:lnTo>
                    <a:lnTo>
                      <a:pt x="1172403" y="607864"/>
                    </a:lnTo>
                    <a:lnTo>
                      <a:pt x="1163507" y="597328"/>
                    </a:lnTo>
                    <a:lnTo>
                      <a:pt x="1149670" y="586127"/>
                    </a:lnTo>
                    <a:lnTo>
                      <a:pt x="1076125" y="541161"/>
                    </a:lnTo>
                    <a:lnTo>
                      <a:pt x="1025274" y="518260"/>
                    </a:lnTo>
                    <a:lnTo>
                      <a:pt x="994594" y="500400"/>
                    </a:lnTo>
                    <a:lnTo>
                      <a:pt x="972951" y="478550"/>
                    </a:lnTo>
                    <a:lnTo>
                      <a:pt x="950194" y="431467"/>
                    </a:lnTo>
                    <a:lnTo>
                      <a:pt x="943533" y="434851"/>
                    </a:lnTo>
                    <a:lnTo>
                      <a:pt x="936438" y="422068"/>
                    </a:lnTo>
                    <a:lnTo>
                      <a:pt x="925228" y="412895"/>
                    </a:lnTo>
                    <a:lnTo>
                      <a:pt x="909265" y="403774"/>
                    </a:lnTo>
                    <a:lnTo>
                      <a:pt x="902768" y="403337"/>
                    </a:lnTo>
                    <a:lnTo>
                      <a:pt x="893458" y="414536"/>
                    </a:lnTo>
                    <a:lnTo>
                      <a:pt x="874920" y="406629"/>
                    </a:lnTo>
                    <a:lnTo>
                      <a:pt x="862265" y="400211"/>
                    </a:lnTo>
                    <a:lnTo>
                      <a:pt x="845750" y="384516"/>
                    </a:lnTo>
                    <a:lnTo>
                      <a:pt x="844141" y="385583"/>
                    </a:lnTo>
                    <a:lnTo>
                      <a:pt x="838001" y="389998"/>
                    </a:lnTo>
                    <a:lnTo>
                      <a:pt x="828023" y="400388"/>
                    </a:lnTo>
                    <a:lnTo>
                      <a:pt x="814715" y="388353"/>
                    </a:lnTo>
                    <a:lnTo>
                      <a:pt x="803060" y="379583"/>
                    </a:lnTo>
                    <a:lnTo>
                      <a:pt x="797168" y="376871"/>
                    </a:lnTo>
                    <a:lnTo>
                      <a:pt x="791573" y="374582"/>
                    </a:lnTo>
                    <a:lnTo>
                      <a:pt x="779791" y="371998"/>
                    </a:lnTo>
                    <a:lnTo>
                      <a:pt x="770297" y="372040"/>
                    </a:lnTo>
                    <a:lnTo>
                      <a:pt x="764080" y="373106"/>
                    </a:lnTo>
                    <a:lnTo>
                      <a:pt x="759528" y="374264"/>
                    </a:lnTo>
                    <a:lnTo>
                      <a:pt x="752408" y="377409"/>
                    </a:lnTo>
                    <a:lnTo>
                      <a:pt x="746531" y="380967"/>
                    </a:lnTo>
                    <a:lnTo>
                      <a:pt x="742889" y="384029"/>
                    </a:lnTo>
                    <a:lnTo>
                      <a:pt x="738997" y="388416"/>
                    </a:lnTo>
                    <a:lnTo>
                      <a:pt x="735853" y="392140"/>
                    </a:lnTo>
                    <a:lnTo>
                      <a:pt x="732459" y="398346"/>
                    </a:lnTo>
                    <a:lnTo>
                      <a:pt x="728651" y="405961"/>
                    </a:lnTo>
                    <a:lnTo>
                      <a:pt x="724429" y="414486"/>
                    </a:lnTo>
                    <a:lnTo>
                      <a:pt x="720869" y="423672"/>
                    </a:lnTo>
                    <a:lnTo>
                      <a:pt x="716234" y="435343"/>
                    </a:lnTo>
                    <a:lnTo>
                      <a:pt x="697360" y="487321"/>
                    </a:lnTo>
                    <a:lnTo>
                      <a:pt x="693291" y="486145"/>
                    </a:lnTo>
                    <a:lnTo>
                      <a:pt x="692704" y="485908"/>
                    </a:lnTo>
                    <a:lnTo>
                      <a:pt x="688466" y="484198"/>
                    </a:lnTo>
                    <a:lnTo>
                      <a:pt x="717758" y="399236"/>
                    </a:lnTo>
                    <a:lnTo>
                      <a:pt x="732960" y="356449"/>
                    </a:lnTo>
                    <a:lnTo>
                      <a:pt x="756186" y="364279"/>
                    </a:lnTo>
                    <a:lnTo>
                      <a:pt x="787067" y="354743"/>
                    </a:lnTo>
                    <a:lnTo>
                      <a:pt x="797575" y="360077"/>
                    </a:lnTo>
                    <a:lnTo>
                      <a:pt x="802911" y="358945"/>
                    </a:lnTo>
                    <a:lnTo>
                      <a:pt x="800324" y="342621"/>
                    </a:lnTo>
                    <a:lnTo>
                      <a:pt x="798231" y="326334"/>
                    </a:lnTo>
                    <a:lnTo>
                      <a:pt x="796605" y="313690"/>
                    </a:lnTo>
                    <a:lnTo>
                      <a:pt x="795797" y="297042"/>
                    </a:lnTo>
                    <a:lnTo>
                      <a:pt x="794184" y="261973"/>
                    </a:lnTo>
                    <a:lnTo>
                      <a:pt x="784780" y="260354"/>
                    </a:lnTo>
                    <a:lnTo>
                      <a:pt x="772622" y="254796"/>
                    </a:lnTo>
                    <a:lnTo>
                      <a:pt x="767319" y="251952"/>
                    </a:lnTo>
                    <a:lnTo>
                      <a:pt x="730812" y="215834"/>
                    </a:lnTo>
                    <a:lnTo>
                      <a:pt x="707434" y="190799"/>
                    </a:lnTo>
                    <a:lnTo>
                      <a:pt x="689334" y="172196"/>
                    </a:lnTo>
                    <a:lnTo>
                      <a:pt x="651400" y="157051"/>
                    </a:lnTo>
                    <a:lnTo>
                      <a:pt x="565522" y="123951"/>
                    </a:lnTo>
                    <a:lnTo>
                      <a:pt x="503568" y="100073"/>
                    </a:lnTo>
                    <a:lnTo>
                      <a:pt x="475026" y="89059"/>
                    </a:lnTo>
                    <a:lnTo>
                      <a:pt x="255641" y="2480"/>
                    </a:lnTo>
                    <a:lnTo>
                      <a:pt x="247159" y="0"/>
                    </a:lnTo>
                    <a:lnTo>
                      <a:pt x="242932" y="1005"/>
                    </a:lnTo>
                    <a:lnTo>
                      <a:pt x="234273" y="4224"/>
                    </a:lnTo>
                    <a:lnTo>
                      <a:pt x="229976" y="7144"/>
                    </a:lnTo>
                    <a:lnTo>
                      <a:pt x="228326" y="9040"/>
                    </a:lnTo>
                    <a:lnTo>
                      <a:pt x="225722" y="17027"/>
                    </a:lnTo>
                    <a:lnTo>
                      <a:pt x="200505" y="81407"/>
                    </a:lnTo>
                    <a:lnTo>
                      <a:pt x="138448" y="242015"/>
                    </a:lnTo>
                    <a:lnTo>
                      <a:pt x="133744" y="250478"/>
                    </a:lnTo>
                    <a:lnTo>
                      <a:pt x="126813" y="258237"/>
                    </a:lnTo>
                    <a:lnTo>
                      <a:pt x="109231" y="267144"/>
                    </a:lnTo>
                    <a:lnTo>
                      <a:pt x="87796" y="274848"/>
                    </a:lnTo>
                    <a:lnTo>
                      <a:pt x="71418" y="284959"/>
                    </a:lnTo>
                    <a:lnTo>
                      <a:pt x="65397" y="294108"/>
                    </a:lnTo>
                    <a:lnTo>
                      <a:pt x="34157" y="373232"/>
                    </a:lnTo>
                    <a:lnTo>
                      <a:pt x="8967" y="438483"/>
                    </a:lnTo>
                    <a:lnTo>
                      <a:pt x="1483" y="457589"/>
                    </a:lnTo>
                    <a:lnTo>
                      <a:pt x="0" y="469588"/>
                    </a:lnTo>
                    <a:lnTo>
                      <a:pt x="4603" y="478052"/>
                    </a:lnTo>
                    <a:lnTo>
                      <a:pt x="26097" y="517396"/>
                    </a:lnTo>
                    <a:lnTo>
                      <a:pt x="22649" y="534034"/>
                    </a:lnTo>
                    <a:lnTo>
                      <a:pt x="16630" y="563089"/>
                    </a:lnTo>
                    <a:lnTo>
                      <a:pt x="101085" y="577735"/>
                    </a:lnTo>
                    <a:lnTo>
                      <a:pt x="176226" y="588643"/>
                    </a:lnTo>
                    <a:lnTo>
                      <a:pt x="218546" y="602310"/>
                    </a:lnTo>
                    <a:lnTo>
                      <a:pt x="271968" y="620305"/>
                    </a:lnTo>
                    <a:lnTo>
                      <a:pt x="457396" y="696107"/>
                    </a:lnTo>
                    <a:close/>
                  </a:path>
                </a:pathLst>
              </a:custGeom>
              <a:solidFill>
                <a:srgbClr val="45115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2" name="pg22">
                <a:extLst>
                  <a:ext uri="{FF2B5EF4-FFF2-40B4-BE49-F238E27FC236}">
                    <a16:creationId xmlns:a16="http://schemas.microsoft.com/office/drawing/2014/main" id="{70F0084E-4822-4D4E-9B29-B08834FBD1A1}"/>
                  </a:ext>
                </a:extLst>
              </p:cNvPr>
              <p:cNvSpPr/>
              <p:nvPr/>
            </p:nvSpPr>
            <p:spPr>
              <a:xfrm>
                <a:off x="3091474" y="3726421"/>
                <a:ext cx="154719" cy="138014"/>
              </a:xfrm>
              <a:custGeom>
                <a:avLst/>
                <a:gdLst/>
                <a:ahLst/>
                <a:cxnLst/>
                <a:rect l="0" t="0" r="0" b="0"/>
                <a:pathLst>
                  <a:path w="303122" h="270395">
                    <a:moveTo>
                      <a:pt x="26028" y="0"/>
                    </a:moveTo>
                    <a:lnTo>
                      <a:pt x="66122" y="41509"/>
                    </a:lnTo>
                    <a:lnTo>
                      <a:pt x="123796" y="93318"/>
                    </a:lnTo>
                    <a:lnTo>
                      <a:pt x="143587" y="107711"/>
                    </a:lnTo>
                    <a:lnTo>
                      <a:pt x="160258" y="116889"/>
                    </a:lnTo>
                    <a:lnTo>
                      <a:pt x="166890" y="120540"/>
                    </a:lnTo>
                    <a:lnTo>
                      <a:pt x="172491" y="123221"/>
                    </a:lnTo>
                    <a:lnTo>
                      <a:pt x="178857" y="125474"/>
                    </a:lnTo>
                    <a:lnTo>
                      <a:pt x="190980" y="129324"/>
                    </a:lnTo>
                    <a:lnTo>
                      <a:pt x="219135" y="137123"/>
                    </a:lnTo>
                    <a:lnTo>
                      <a:pt x="277170" y="148810"/>
                    </a:lnTo>
                    <a:lnTo>
                      <a:pt x="303122" y="156769"/>
                    </a:lnTo>
                    <a:lnTo>
                      <a:pt x="302559" y="158031"/>
                    </a:lnTo>
                    <a:lnTo>
                      <a:pt x="296777" y="171014"/>
                    </a:lnTo>
                    <a:lnTo>
                      <a:pt x="279022" y="210877"/>
                    </a:lnTo>
                    <a:lnTo>
                      <a:pt x="256612" y="265734"/>
                    </a:lnTo>
                    <a:lnTo>
                      <a:pt x="253952" y="270395"/>
                    </a:lnTo>
                    <a:lnTo>
                      <a:pt x="252392" y="269218"/>
                    </a:lnTo>
                    <a:lnTo>
                      <a:pt x="240559" y="259534"/>
                    </a:lnTo>
                    <a:lnTo>
                      <a:pt x="235946" y="252937"/>
                    </a:lnTo>
                    <a:lnTo>
                      <a:pt x="228283" y="242518"/>
                    </a:lnTo>
                    <a:lnTo>
                      <a:pt x="222533" y="234237"/>
                    </a:lnTo>
                    <a:lnTo>
                      <a:pt x="214818" y="221338"/>
                    </a:lnTo>
                    <a:lnTo>
                      <a:pt x="211447" y="216289"/>
                    </a:lnTo>
                    <a:lnTo>
                      <a:pt x="207541" y="210753"/>
                    </a:lnTo>
                    <a:lnTo>
                      <a:pt x="202883" y="207497"/>
                    </a:lnTo>
                    <a:lnTo>
                      <a:pt x="191604" y="200553"/>
                    </a:lnTo>
                    <a:lnTo>
                      <a:pt x="174404" y="191373"/>
                    </a:lnTo>
                    <a:lnTo>
                      <a:pt x="161329" y="184209"/>
                    </a:lnTo>
                    <a:lnTo>
                      <a:pt x="155531" y="182144"/>
                    </a:lnTo>
                    <a:lnTo>
                      <a:pt x="149831" y="180033"/>
                    </a:lnTo>
                    <a:lnTo>
                      <a:pt x="145294" y="177336"/>
                    </a:lnTo>
                    <a:lnTo>
                      <a:pt x="137676" y="172187"/>
                    </a:lnTo>
                    <a:lnTo>
                      <a:pt x="128973" y="166538"/>
                    </a:lnTo>
                    <a:lnTo>
                      <a:pt x="128604" y="161600"/>
                    </a:lnTo>
                    <a:lnTo>
                      <a:pt x="127513" y="155674"/>
                    </a:lnTo>
                    <a:lnTo>
                      <a:pt x="125595" y="147054"/>
                    </a:lnTo>
                    <a:lnTo>
                      <a:pt x="110312" y="134379"/>
                    </a:lnTo>
                    <a:lnTo>
                      <a:pt x="101483" y="127530"/>
                    </a:lnTo>
                    <a:lnTo>
                      <a:pt x="87510" y="121655"/>
                    </a:lnTo>
                    <a:lnTo>
                      <a:pt x="78049" y="117622"/>
                    </a:lnTo>
                    <a:lnTo>
                      <a:pt x="65497" y="110451"/>
                    </a:lnTo>
                    <a:lnTo>
                      <a:pt x="59220" y="104523"/>
                    </a:lnTo>
                    <a:lnTo>
                      <a:pt x="40386" y="85198"/>
                    </a:lnTo>
                    <a:lnTo>
                      <a:pt x="36833" y="80811"/>
                    </a:lnTo>
                    <a:lnTo>
                      <a:pt x="32496" y="75072"/>
                    </a:lnTo>
                    <a:lnTo>
                      <a:pt x="29193" y="70732"/>
                    </a:lnTo>
                    <a:lnTo>
                      <a:pt x="20368" y="58164"/>
                    </a:lnTo>
                    <a:lnTo>
                      <a:pt x="10359" y="41270"/>
                    </a:lnTo>
                    <a:lnTo>
                      <a:pt x="5799" y="33801"/>
                    </a:lnTo>
                    <a:lnTo>
                      <a:pt x="4022" y="29534"/>
                    </a:lnTo>
                    <a:lnTo>
                      <a:pt x="0" y="19268"/>
                    </a:lnTo>
                    <a:lnTo>
                      <a:pt x="578" y="12670"/>
                    </a:lnTo>
                    <a:lnTo>
                      <a:pt x="4974" y="8039"/>
                    </a:lnTo>
                    <a:lnTo>
                      <a:pt x="8423" y="5575"/>
                    </a:lnTo>
                    <a:close/>
                  </a:path>
                </a:pathLst>
              </a:custGeom>
              <a:solidFill>
                <a:srgbClr val="45115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3" name="pg23">
                <a:extLst>
                  <a:ext uri="{FF2B5EF4-FFF2-40B4-BE49-F238E27FC236}">
                    <a16:creationId xmlns:a16="http://schemas.microsoft.com/office/drawing/2014/main" id="{DECB242C-902F-409A-BD22-BBFC1D161B88}"/>
                  </a:ext>
                </a:extLst>
              </p:cNvPr>
              <p:cNvSpPr/>
              <p:nvPr/>
            </p:nvSpPr>
            <p:spPr>
              <a:xfrm>
                <a:off x="2911730" y="3473857"/>
                <a:ext cx="309366" cy="480471"/>
              </a:xfrm>
              <a:custGeom>
                <a:avLst/>
                <a:gdLst/>
                <a:ahLst/>
                <a:cxnLst/>
                <a:rect l="0" t="0" r="0" b="0"/>
                <a:pathLst>
                  <a:path w="606105" h="941330">
                    <a:moveTo>
                      <a:pt x="61602" y="753107"/>
                    </a:moveTo>
                    <a:lnTo>
                      <a:pt x="210487" y="705758"/>
                    </a:lnTo>
                    <a:lnTo>
                      <a:pt x="216982" y="703364"/>
                    </a:lnTo>
                    <a:lnTo>
                      <a:pt x="223988" y="699771"/>
                    </a:lnTo>
                    <a:lnTo>
                      <a:pt x="230824" y="691730"/>
                    </a:lnTo>
                    <a:lnTo>
                      <a:pt x="231679" y="678216"/>
                    </a:lnTo>
                    <a:lnTo>
                      <a:pt x="230994" y="656660"/>
                    </a:lnTo>
                    <a:lnTo>
                      <a:pt x="229994" y="639972"/>
                    </a:lnTo>
                    <a:lnTo>
                      <a:pt x="226071" y="620897"/>
                    </a:lnTo>
                    <a:lnTo>
                      <a:pt x="221363" y="611361"/>
                    </a:lnTo>
                    <a:lnTo>
                      <a:pt x="176304" y="552234"/>
                    </a:lnTo>
                    <a:lnTo>
                      <a:pt x="146574" y="512287"/>
                    </a:lnTo>
                    <a:lnTo>
                      <a:pt x="123168" y="480539"/>
                    </a:lnTo>
                    <a:lnTo>
                      <a:pt x="106652" y="453612"/>
                    </a:lnTo>
                    <a:lnTo>
                      <a:pt x="77669" y="413767"/>
                    </a:lnTo>
                    <a:lnTo>
                      <a:pt x="62685" y="391548"/>
                    </a:lnTo>
                    <a:lnTo>
                      <a:pt x="60607" y="374035"/>
                    </a:lnTo>
                    <a:lnTo>
                      <a:pt x="57763" y="355211"/>
                    </a:lnTo>
                    <a:lnTo>
                      <a:pt x="61591" y="331459"/>
                    </a:lnTo>
                    <a:lnTo>
                      <a:pt x="65966" y="320295"/>
                    </a:lnTo>
                    <a:lnTo>
                      <a:pt x="74278" y="308367"/>
                    </a:lnTo>
                    <a:lnTo>
                      <a:pt x="80841" y="302019"/>
                    </a:lnTo>
                    <a:lnTo>
                      <a:pt x="93308" y="294138"/>
                    </a:lnTo>
                    <a:lnTo>
                      <a:pt x="116276" y="275862"/>
                    </a:lnTo>
                    <a:lnTo>
                      <a:pt x="122839" y="270280"/>
                    </a:lnTo>
                    <a:lnTo>
                      <a:pt x="128527" y="261962"/>
                    </a:lnTo>
                    <a:lnTo>
                      <a:pt x="133995" y="250034"/>
                    </a:lnTo>
                    <a:lnTo>
                      <a:pt x="135855" y="239419"/>
                    </a:lnTo>
                    <a:lnTo>
                      <a:pt x="135745" y="229349"/>
                    </a:lnTo>
                    <a:lnTo>
                      <a:pt x="133885" y="220814"/>
                    </a:lnTo>
                    <a:lnTo>
                      <a:pt x="132355" y="215998"/>
                    </a:lnTo>
                    <a:lnTo>
                      <a:pt x="127323" y="205384"/>
                    </a:lnTo>
                    <a:lnTo>
                      <a:pt x="119776" y="193345"/>
                    </a:lnTo>
                    <a:lnTo>
                      <a:pt x="109496" y="177260"/>
                    </a:lnTo>
                    <a:lnTo>
                      <a:pt x="55540" y="85387"/>
                    </a:lnTo>
                    <a:lnTo>
                      <a:pt x="34712" y="52262"/>
                    </a:lnTo>
                    <a:lnTo>
                      <a:pt x="14684" y="50658"/>
                    </a:lnTo>
                    <a:lnTo>
                      <a:pt x="1782" y="33292"/>
                    </a:lnTo>
                    <a:lnTo>
                      <a:pt x="0" y="30892"/>
                    </a:lnTo>
                    <a:lnTo>
                      <a:pt x="17119" y="16385"/>
                    </a:lnTo>
                    <a:lnTo>
                      <a:pt x="37467" y="0"/>
                    </a:lnTo>
                    <a:lnTo>
                      <a:pt x="64340" y="39111"/>
                    </a:lnTo>
                    <a:lnTo>
                      <a:pt x="99224" y="97326"/>
                    </a:lnTo>
                    <a:lnTo>
                      <a:pt x="263690" y="315910"/>
                    </a:lnTo>
                    <a:lnTo>
                      <a:pt x="315954" y="384629"/>
                    </a:lnTo>
                    <a:lnTo>
                      <a:pt x="356844" y="459467"/>
                    </a:lnTo>
                    <a:lnTo>
                      <a:pt x="378181" y="494818"/>
                    </a:lnTo>
                    <a:lnTo>
                      <a:pt x="360480" y="500424"/>
                    </a:lnTo>
                    <a:lnTo>
                      <a:pt x="357127" y="502857"/>
                    </a:lnTo>
                    <a:lnTo>
                      <a:pt x="352731" y="507488"/>
                    </a:lnTo>
                    <a:lnTo>
                      <a:pt x="352153" y="514086"/>
                    </a:lnTo>
                    <a:lnTo>
                      <a:pt x="356175" y="524352"/>
                    </a:lnTo>
                    <a:lnTo>
                      <a:pt x="357952" y="528619"/>
                    </a:lnTo>
                    <a:lnTo>
                      <a:pt x="362512" y="536088"/>
                    </a:lnTo>
                    <a:lnTo>
                      <a:pt x="372521" y="552983"/>
                    </a:lnTo>
                    <a:lnTo>
                      <a:pt x="381346" y="565551"/>
                    </a:lnTo>
                    <a:lnTo>
                      <a:pt x="384649" y="569890"/>
                    </a:lnTo>
                    <a:lnTo>
                      <a:pt x="388986" y="575629"/>
                    </a:lnTo>
                    <a:lnTo>
                      <a:pt x="392539" y="580016"/>
                    </a:lnTo>
                    <a:lnTo>
                      <a:pt x="411373" y="599341"/>
                    </a:lnTo>
                    <a:lnTo>
                      <a:pt x="417651" y="605269"/>
                    </a:lnTo>
                    <a:lnTo>
                      <a:pt x="430202" y="612440"/>
                    </a:lnTo>
                    <a:lnTo>
                      <a:pt x="439663" y="616473"/>
                    </a:lnTo>
                    <a:lnTo>
                      <a:pt x="453636" y="622349"/>
                    </a:lnTo>
                    <a:lnTo>
                      <a:pt x="462466" y="629197"/>
                    </a:lnTo>
                    <a:lnTo>
                      <a:pt x="477749" y="641872"/>
                    </a:lnTo>
                    <a:lnTo>
                      <a:pt x="479666" y="650492"/>
                    </a:lnTo>
                    <a:lnTo>
                      <a:pt x="480757" y="656418"/>
                    </a:lnTo>
                    <a:lnTo>
                      <a:pt x="481126" y="661356"/>
                    </a:lnTo>
                    <a:lnTo>
                      <a:pt x="489830" y="667006"/>
                    </a:lnTo>
                    <a:lnTo>
                      <a:pt x="497447" y="672155"/>
                    </a:lnTo>
                    <a:lnTo>
                      <a:pt x="501984" y="674851"/>
                    </a:lnTo>
                    <a:lnTo>
                      <a:pt x="507684" y="676962"/>
                    </a:lnTo>
                    <a:lnTo>
                      <a:pt x="513482" y="679027"/>
                    </a:lnTo>
                    <a:lnTo>
                      <a:pt x="526557" y="686192"/>
                    </a:lnTo>
                    <a:lnTo>
                      <a:pt x="543757" y="695371"/>
                    </a:lnTo>
                    <a:lnTo>
                      <a:pt x="555036" y="702315"/>
                    </a:lnTo>
                    <a:lnTo>
                      <a:pt x="559695" y="705571"/>
                    </a:lnTo>
                    <a:lnTo>
                      <a:pt x="563601" y="711108"/>
                    </a:lnTo>
                    <a:lnTo>
                      <a:pt x="566971" y="716156"/>
                    </a:lnTo>
                    <a:lnTo>
                      <a:pt x="574686" y="729055"/>
                    </a:lnTo>
                    <a:lnTo>
                      <a:pt x="580436" y="737336"/>
                    </a:lnTo>
                    <a:lnTo>
                      <a:pt x="588099" y="747756"/>
                    </a:lnTo>
                    <a:lnTo>
                      <a:pt x="592712" y="754352"/>
                    </a:lnTo>
                    <a:lnTo>
                      <a:pt x="604545" y="764036"/>
                    </a:lnTo>
                    <a:lnTo>
                      <a:pt x="606105" y="765214"/>
                    </a:lnTo>
                    <a:lnTo>
                      <a:pt x="603055" y="771853"/>
                    </a:lnTo>
                    <a:lnTo>
                      <a:pt x="596944" y="779399"/>
                    </a:lnTo>
                    <a:lnTo>
                      <a:pt x="575251" y="808077"/>
                    </a:lnTo>
                    <a:lnTo>
                      <a:pt x="559482" y="824012"/>
                    </a:lnTo>
                    <a:lnTo>
                      <a:pt x="544192" y="836987"/>
                    </a:lnTo>
                    <a:lnTo>
                      <a:pt x="531719" y="848258"/>
                    </a:lnTo>
                    <a:lnTo>
                      <a:pt x="500921" y="867202"/>
                    </a:lnTo>
                    <a:lnTo>
                      <a:pt x="486927" y="873567"/>
                    </a:lnTo>
                    <a:lnTo>
                      <a:pt x="439640" y="893343"/>
                    </a:lnTo>
                    <a:lnTo>
                      <a:pt x="391342" y="915003"/>
                    </a:lnTo>
                    <a:lnTo>
                      <a:pt x="332605" y="941330"/>
                    </a:lnTo>
                    <a:lnTo>
                      <a:pt x="318283" y="924250"/>
                    </a:lnTo>
                    <a:lnTo>
                      <a:pt x="309614" y="912940"/>
                    </a:lnTo>
                    <a:lnTo>
                      <a:pt x="303524" y="907317"/>
                    </a:lnTo>
                    <a:lnTo>
                      <a:pt x="293985" y="899313"/>
                    </a:lnTo>
                    <a:lnTo>
                      <a:pt x="285730" y="892416"/>
                    </a:lnTo>
                    <a:lnTo>
                      <a:pt x="276964" y="890708"/>
                    </a:lnTo>
                    <a:lnTo>
                      <a:pt x="251454" y="890629"/>
                    </a:lnTo>
                    <a:lnTo>
                      <a:pt x="242687" y="893334"/>
                    </a:lnTo>
                    <a:lnTo>
                      <a:pt x="229434" y="890997"/>
                    </a:lnTo>
                    <a:lnTo>
                      <a:pt x="225338" y="887291"/>
                    </a:lnTo>
                    <a:lnTo>
                      <a:pt x="221140" y="880142"/>
                    </a:lnTo>
                    <a:lnTo>
                      <a:pt x="217307" y="877252"/>
                    </a:lnTo>
                    <a:lnTo>
                      <a:pt x="210772" y="874703"/>
                    </a:lnTo>
                    <a:lnTo>
                      <a:pt x="210379" y="869341"/>
                    </a:lnTo>
                    <a:lnTo>
                      <a:pt x="208147" y="861039"/>
                    </a:lnTo>
                    <a:lnTo>
                      <a:pt x="205812" y="856070"/>
                    </a:lnTo>
                    <a:lnTo>
                      <a:pt x="201324" y="852234"/>
                    </a:lnTo>
                    <a:lnTo>
                      <a:pt x="194754" y="843596"/>
                    </a:lnTo>
                    <a:lnTo>
                      <a:pt x="194164" y="838702"/>
                    </a:lnTo>
                    <a:lnTo>
                      <a:pt x="192226" y="836197"/>
                    </a:lnTo>
                    <a:lnTo>
                      <a:pt x="192282" y="833862"/>
                    </a:lnTo>
                    <a:lnTo>
                      <a:pt x="193827" y="830401"/>
                    </a:lnTo>
                    <a:lnTo>
                      <a:pt x="195288" y="828488"/>
                    </a:lnTo>
                    <a:lnTo>
                      <a:pt x="196721" y="826660"/>
                    </a:lnTo>
                    <a:lnTo>
                      <a:pt x="199026" y="820976"/>
                    </a:lnTo>
                    <a:lnTo>
                      <a:pt x="200711" y="818108"/>
                    </a:lnTo>
                    <a:lnTo>
                      <a:pt x="198828" y="813409"/>
                    </a:lnTo>
                    <a:lnTo>
                      <a:pt x="198997" y="810791"/>
                    </a:lnTo>
                    <a:lnTo>
                      <a:pt x="199447" y="808711"/>
                    </a:lnTo>
                    <a:lnTo>
                      <a:pt x="200963" y="807107"/>
                    </a:lnTo>
                    <a:lnTo>
                      <a:pt x="197059" y="794867"/>
                    </a:lnTo>
                    <a:lnTo>
                      <a:pt x="201751" y="796641"/>
                    </a:lnTo>
                    <a:lnTo>
                      <a:pt x="209871" y="786400"/>
                    </a:lnTo>
                    <a:lnTo>
                      <a:pt x="198042" y="779227"/>
                    </a:lnTo>
                    <a:lnTo>
                      <a:pt x="195315" y="776807"/>
                    </a:lnTo>
                    <a:lnTo>
                      <a:pt x="189330" y="777623"/>
                    </a:lnTo>
                    <a:lnTo>
                      <a:pt x="177304" y="780493"/>
                    </a:lnTo>
                    <a:lnTo>
                      <a:pt x="167469" y="780746"/>
                    </a:lnTo>
                    <a:lnTo>
                      <a:pt x="163985" y="779930"/>
                    </a:lnTo>
                    <a:lnTo>
                      <a:pt x="153504" y="777903"/>
                    </a:lnTo>
                    <a:lnTo>
                      <a:pt x="141703" y="776104"/>
                    </a:lnTo>
                    <a:lnTo>
                      <a:pt x="129338" y="774191"/>
                    </a:lnTo>
                    <a:lnTo>
                      <a:pt x="118886" y="770702"/>
                    </a:lnTo>
                    <a:lnTo>
                      <a:pt x="113265" y="769549"/>
                    </a:lnTo>
                    <a:lnTo>
                      <a:pt x="105847" y="769914"/>
                    </a:lnTo>
                    <a:lnTo>
                      <a:pt x="100508" y="769211"/>
                    </a:lnTo>
                    <a:lnTo>
                      <a:pt x="75865" y="758550"/>
                    </a:lnTo>
                    <a:close/>
                  </a:path>
                </a:pathLst>
              </a:custGeom>
              <a:solidFill>
                <a:srgbClr val="461F66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4" name="pg24">
                <a:extLst>
                  <a:ext uri="{FF2B5EF4-FFF2-40B4-BE49-F238E27FC236}">
                    <a16:creationId xmlns:a16="http://schemas.microsoft.com/office/drawing/2014/main" id="{5E2F205D-9478-4B26-B46A-86CD3F41DFFF}"/>
                  </a:ext>
                </a:extLst>
              </p:cNvPr>
              <p:cNvSpPr/>
              <p:nvPr/>
            </p:nvSpPr>
            <p:spPr>
              <a:xfrm>
                <a:off x="2420077" y="3554486"/>
                <a:ext cx="598774" cy="354366"/>
              </a:xfrm>
              <a:custGeom>
                <a:avLst/>
                <a:gdLst/>
                <a:ahLst/>
                <a:cxnLst/>
                <a:rect l="0" t="0" r="0" b="0"/>
                <a:pathLst>
                  <a:path w="1173108" h="694268">
                    <a:moveTo>
                      <a:pt x="65393" y="6726"/>
                    </a:moveTo>
                    <a:lnTo>
                      <a:pt x="70508" y="0"/>
                    </a:lnTo>
                    <a:lnTo>
                      <a:pt x="79370" y="5675"/>
                    </a:lnTo>
                    <a:lnTo>
                      <a:pt x="82405" y="7592"/>
                    </a:lnTo>
                    <a:lnTo>
                      <a:pt x="85879" y="11958"/>
                    </a:lnTo>
                    <a:lnTo>
                      <a:pt x="86384" y="14848"/>
                    </a:lnTo>
                    <a:lnTo>
                      <a:pt x="89837" y="17475"/>
                    </a:lnTo>
                    <a:lnTo>
                      <a:pt x="118517" y="40430"/>
                    </a:lnTo>
                    <a:lnTo>
                      <a:pt x="130171" y="42863"/>
                    </a:lnTo>
                    <a:lnTo>
                      <a:pt x="142716" y="44593"/>
                    </a:lnTo>
                    <a:lnTo>
                      <a:pt x="157373" y="49627"/>
                    </a:lnTo>
                    <a:lnTo>
                      <a:pt x="172666" y="55729"/>
                    </a:lnTo>
                    <a:lnTo>
                      <a:pt x="290016" y="120536"/>
                    </a:lnTo>
                    <a:lnTo>
                      <a:pt x="375320" y="167376"/>
                    </a:lnTo>
                    <a:lnTo>
                      <a:pt x="378328" y="167752"/>
                    </a:lnTo>
                    <a:lnTo>
                      <a:pt x="498804" y="237501"/>
                    </a:lnTo>
                    <a:lnTo>
                      <a:pt x="608661" y="114728"/>
                    </a:lnTo>
                    <a:lnTo>
                      <a:pt x="666237" y="253344"/>
                    </a:lnTo>
                    <a:lnTo>
                      <a:pt x="662065" y="255014"/>
                    </a:lnTo>
                    <a:lnTo>
                      <a:pt x="675833" y="274221"/>
                    </a:lnTo>
                    <a:lnTo>
                      <a:pt x="676668" y="333516"/>
                    </a:lnTo>
                    <a:lnTo>
                      <a:pt x="681258" y="336023"/>
                    </a:lnTo>
                    <a:lnTo>
                      <a:pt x="740023" y="409393"/>
                    </a:lnTo>
                    <a:lnTo>
                      <a:pt x="877216" y="483982"/>
                    </a:lnTo>
                    <a:lnTo>
                      <a:pt x="897852" y="493451"/>
                    </a:lnTo>
                    <a:lnTo>
                      <a:pt x="897450" y="498106"/>
                    </a:lnTo>
                    <a:lnTo>
                      <a:pt x="906309" y="505660"/>
                    </a:lnTo>
                    <a:lnTo>
                      <a:pt x="906680" y="506474"/>
                    </a:lnTo>
                    <a:lnTo>
                      <a:pt x="919263" y="534106"/>
                    </a:lnTo>
                    <a:lnTo>
                      <a:pt x="927978" y="534791"/>
                    </a:lnTo>
                    <a:lnTo>
                      <a:pt x="955835" y="533592"/>
                    </a:lnTo>
                    <a:lnTo>
                      <a:pt x="964721" y="529146"/>
                    </a:lnTo>
                    <a:lnTo>
                      <a:pt x="1004369" y="504681"/>
                    </a:lnTo>
                    <a:lnTo>
                      <a:pt x="1004881" y="519736"/>
                    </a:lnTo>
                    <a:lnTo>
                      <a:pt x="1008129" y="551727"/>
                    </a:lnTo>
                    <a:lnTo>
                      <a:pt x="1018985" y="596917"/>
                    </a:lnTo>
                    <a:lnTo>
                      <a:pt x="1024839" y="595141"/>
                    </a:lnTo>
                    <a:lnTo>
                      <a:pt x="1039102" y="600584"/>
                    </a:lnTo>
                    <a:lnTo>
                      <a:pt x="1063745" y="611245"/>
                    </a:lnTo>
                    <a:lnTo>
                      <a:pt x="1069085" y="611948"/>
                    </a:lnTo>
                    <a:lnTo>
                      <a:pt x="1076502" y="611583"/>
                    </a:lnTo>
                    <a:lnTo>
                      <a:pt x="1082123" y="612736"/>
                    </a:lnTo>
                    <a:lnTo>
                      <a:pt x="1092575" y="616225"/>
                    </a:lnTo>
                    <a:lnTo>
                      <a:pt x="1104940" y="618138"/>
                    </a:lnTo>
                    <a:lnTo>
                      <a:pt x="1116741" y="619937"/>
                    </a:lnTo>
                    <a:lnTo>
                      <a:pt x="1127222" y="621964"/>
                    </a:lnTo>
                    <a:lnTo>
                      <a:pt x="1130707" y="622780"/>
                    </a:lnTo>
                    <a:lnTo>
                      <a:pt x="1140541" y="622527"/>
                    </a:lnTo>
                    <a:lnTo>
                      <a:pt x="1152568" y="619657"/>
                    </a:lnTo>
                    <a:lnTo>
                      <a:pt x="1158553" y="618841"/>
                    </a:lnTo>
                    <a:lnTo>
                      <a:pt x="1161279" y="621261"/>
                    </a:lnTo>
                    <a:lnTo>
                      <a:pt x="1173108" y="628434"/>
                    </a:lnTo>
                    <a:lnTo>
                      <a:pt x="1164988" y="638675"/>
                    </a:lnTo>
                    <a:lnTo>
                      <a:pt x="1160296" y="636901"/>
                    </a:lnTo>
                    <a:lnTo>
                      <a:pt x="1164201" y="649141"/>
                    </a:lnTo>
                    <a:lnTo>
                      <a:pt x="1162684" y="650745"/>
                    </a:lnTo>
                    <a:lnTo>
                      <a:pt x="1162234" y="652825"/>
                    </a:lnTo>
                    <a:lnTo>
                      <a:pt x="1162065" y="655443"/>
                    </a:lnTo>
                    <a:lnTo>
                      <a:pt x="1163949" y="660142"/>
                    </a:lnTo>
                    <a:lnTo>
                      <a:pt x="1162263" y="663010"/>
                    </a:lnTo>
                    <a:lnTo>
                      <a:pt x="1159958" y="668694"/>
                    </a:lnTo>
                    <a:lnTo>
                      <a:pt x="1158525" y="670522"/>
                    </a:lnTo>
                    <a:lnTo>
                      <a:pt x="1157064" y="672435"/>
                    </a:lnTo>
                    <a:lnTo>
                      <a:pt x="1155519" y="675896"/>
                    </a:lnTo>
                    <a:lnTo>
                      <a:pt x="1155463" y="678231"/>
                    </a:lnTo>
                    <a:lnTo>
                      <a:pt x="1157401" y="680736"/>
                    </a:lnTo>
                    <a:lnTo>
                      <a:pt x="1157991" y="685630"/>
                    </a:lnTo>
                    <a:lnTo>
                      <a:pt x="1164561" y="694268"/>
                    </a:lnTo>
                    <a:lnTo>
                      <a:pt x="1159495" y="690905"/>
                    </a:lnTo>
                    <a:lnTo>
                      <a:pt x="1154985" y="690152"/>
                    </a:lnTo>
                    <a:lnTo>
                      <a:pt x="1129490" y="685872"/>
                    </a:lnTo>
                    <a:lnTo>
                      <a:pt x="1074738" y="676797"/>
                    </a:lnTo>
                    <a:lnTo>
                      <a:pt x="931715" y="655125"/>
                    </a:lnTo>
                    <a:lnTo>
                      <a:pt x="860242" y="643532"/>
                    </a:lnTo>
                    <a:lnTo>
                      <a:pt x="824079" y="637826"/>
                    </a:lnTo>
                    <a:lnTo>
                      <a:pt x="789037" y="629330"/>
                    </a:lnTo>
                    <a:lnTo>
                      <a:pt x="763759" y="612464"/>
                    </a:lnTo>
                    <a:lnTo>
                      <a:pt x="759090" y="618858"/>
                    </a:lnTo>
                    <a:lnTo>
                      <a:pt x="755038" y="629802"/>
                    </a:lnTo>
                    <a:lnTo>
                      <a:pt x="751844" y="633615"/>
                    </a:lnTo>
                    <a:lnTo>
                      <a:pt x="749142" y="638042"/>
                    </a:lnTo>
                    <a:lnTo>
                      <a:pt x="752089" y="642592"/>
                    </a:lnTo>
                    <a:lnTo>
                      <a:pt x="760442" y="647757"/>
                    </a:lnTo>
                    <a:lnTo>
                      <a:pt x="761548" y="649970"/>
                    </a:lnTo>
                    <a:lnTo>
                      <a:pt x="762530" y="656120"/>
                    </a:lnTo>
                    <a:lnTo>
                      <a:pt x="760612" y="657230"/>
                    </a:lnTo>
                    <a:lnTo>
                      <a:pt x="588148" y="672908"/>
                    </a:lnTo>
                    <a:lnTo>
                      <a:pt x="587688" y="669406"/>
                    </a:lnTo>
                    <a:lnTo>
                      <a:pt x="586317" y="661006"/>
                    </a:lnTo>
                    <a:lnTo>
                      <a:pt x="581042" y="630869"/>
                    </a:lnTo>
                    <a:lnTo>
                      <a:pt x="578587" y="618921"/>
                    </a:lnTo>
                    <a:lnTo>
                      <a:pt x="577764" y="612610"/>
                    </a:lnTo>
                    <a:lnTo>
                      <a:pt x="576315" y="612871"/>
                    </a:lnTo>
                    <a:lnTo>
                      <a:pt x="574709" y="612697"/>
                    </a:lnTo>
                    <a:lnTo>
                      <a:pt x="574395" y="603733"/>
                    </a:lnTo>
                    <a:lnTo>
                      <a:pt x="574382" y="590112"/>
                    </a:lnTo>
                    <a:lnTo>
                      <a:pt x="561195" y="589045"/>
                    </a:lnTo>
                    <a:lnTo>
                      <a:pt x="539154" y="585041"/>
                    </a:lnTo>
                    <a:lnTo>
                      <a:pt x="542353" y="568112"/>
                    </a:lnTo>
                    <a:lnTo>
                      <a:pt x="544808" y="562628"/>
                    </a:lnTo>
                    <a:lnTo>
                      <a:pt x="542562" y="555165"/>
                    </a:lnTo>
                    <a:lnTo>
                      <a:pt x="538814" y="547940"/>
                    </a:lnTo>
                    <a:lnTo>
                      <a:pt x="531529" y="542130"/>
                    </a:lnTo>
                    <a:lnTo>
                      <a:pt x="527390" y="535908"/>
                    </a:lnTo>
                    <a:lnTo>
                      <a:pt x="524374" y="531925"/>
                    </a:lnTo>
                    <a:lnTo>
                      <a:pt x="520195" y="525853"/>
                    </a:lnTo>
                    <a:lnTo>
                      <a:pt x="520411" y="520828"/>
                    </a:lnTo>
                    <a:lnTo>
                      <a:pt x="520691" y="514321"/>
                    </a:lnTo>
                    <a:lnTo>
                      <a:pt x="518655" y="505856"/>
                    </a:lnTo>
                    <a:lnTo>
                      <a:pt x="512987" y="502787"/>
                    </a:lnTo>
                    <a:lnTo>
                      <a:pt x="507595" y="496718"/>
                    </a:lnTo>
                    <a:lnTo>
                      <a:pt x="501472" y="488840"/>
                    </a:lnTo>
                    <a:lnTo>
                      <a:pt x="494720" y="486837"/>
                    </a:lnTo>
                    <a:lnTo>
                      <a:pt x="484562" y="482768"/>
                    </a:lnTo>
                    <a:lnTo>
                      <a:pt x="479992" y="481201"/>
                    </a:lnTo>
                    <a:lnTo>
                      <a:pt x="478503" y="466840"/>
                    </a:lnTo>
                    <a:lnTo>
                      <a:pt x="490086" y="466339"/>
                    </a:lnTo>
                    <a:lnTo>
                      <a:pt x="494002" y="467754"/>
                    </a:lnTo>
                    <a:lnTo>
                      <a:pt x="498494" y="472476"/>
                    </a:lnTo>
                    <a:lnTo>
                      <a:pt x="501993" y="473651"/>
                    </a:lnTo>
                    <a:lnTo>
                      <a:pt x="505989" y="472650"/>
                    </a:lnTo>
                    <a:lnTo>
                      <a:pt x="509006" y="469734"/>
                    </a:lnTo>
                    <a:lnTo>
                      <a:pt x="509879" y="468254"/>
                    </a:lnTo>
                    <a:lnTo>
                      <a:pt x="497659" y="458855"/>
                    </a:lnTo>
                    <a:lnTo>
                      <a:pt x="469520" y="437291"/>
                    </a:lnTo>
                    <a:lnTo>
                      <a:pt x="464363" y="438205"/>
                    </a:lnTo>
                    <a:lnTo>
                      <a:pt x="453917" y="432720"/>
                    </a:lnTo>
                    <a:lnTo>
                      <a:pt x="431433" y="420100"/>
                    </a:lnTo>
                    <a:lnTo>
                      <a:pt x="414485" y="413789"/>
                    </a:lnTo>
                    <a:lnTo>
                      <a:pt x="408400" y="411548"/>
                    </a:lnTo>
                    <a:lnTo>
                      <a:pt x="400696" y="408718"/>
                    </a:lnTo>
                    <a:lnTo>
                      <a:pt x="381867" y="402736"/>
                    </a:lnTo>
                    <a:lnTo>
                      <a:pt x="365585" y="397687"/>
                    </a:lnTo>
                    <a:lnTo>
                      <a:pt x="361826" y="396098"/>
                    </a:lnTo>
                    <a:lnTo>
                      <a:pt x="357934" y="394858"/>
                    </a:lnTo>
                    <a:lnTo>
                      <a:pt x="340294" y="387395"/>
                    </a:lnTo>
                    <a:lnTo>
                      <a:pt x="315080" y="380083"/>
                    </a:lnTo>
                    <a:lnTo>
                      <a:pt x="300880" y="375032"/>
                    </a:lnTo>
                    <a:lnTo>
                      <a:pt x="294751" y="373946"/>
                    </a:lnTo>
                    <a:lnTo>
                      <a:pt x="289097" y="372360"/>
                    </a:lnTo>
                    <a:lnTo>
                      <a:pt x="273050" y="370532"/>
                    </a:lnTo>
                    <a:lnTo>
                      <a:pt x="255253" y="370619"/>
                    </a:lnTo>
                    <a:lnTo>
                      <a:pt x="243790" y="372120"/>
                    </a:lnTo>
                    <a:lnTo>
                      <a:pt x="235185" y="372947"/>
                    </a:lnTo>
                    <a:lnTo>
                      <a:pt x="231450" y="372860"/>
                    </a:lnTo>
                    <a:lnTo>
                      <a:pt x="218132" y="372033"/>
                    </a:lnTo>
                    <a:lnTo>
                      <a:pt x="214410" y="368791"/>
                    </a:lnTo>
                    <a:lnTo>
                      <a:pt x="188897" y="368138"/>
                    </a:lnTo>
                    <a:lnTo>
                      <a:pt x="173660" y="367702"/>
                    </a:lnTo>
                    <a:lnTo>
                      <a:pt x="164219" y="366049"/>
                    </a:lnTo>
                    <a:lnTo>
                      <a:pt x="140899" y="362066"/>
                    </a:lnTo>
                    <a:lnTo>
                      <a:pt x="136590" y="360913"/>
                    </a:lnTo>
                    <a:lnTo>
                      <a:pt x="131315" y="358173"/>
                    </a:lnTo>
                    <a:lnTo>
                      <a:pt x="127136" y="365722"/>
                    </a:lnTo>
                    <a:lnTo>
                      <a:pt x="122907" y="358913"/>
                    </a:lnTo>
                    <a:lnTo>
                      <a:pt x="110998" y="339241"/>
                    </a:lnTo>
                    <a:lnTo>
                      <a:pt x="107930" y="336499"/>
                    </a:lnTo>
                    <a:lnTo>
                      <a:pt x="105188" y="333931"/>
                    </a:lnTo>
                    <a:lnTo>
                      <a:pt x="88044" y="319157"/>
                    </a:lnTo>
                    <a:lnTo>
                      <a:pt x="80223" y="312432"/>
                    </a:lnTo>
                    <a:lnTo>
                      <a:pt x="65390" y="299812"/>
                    </a:lnTo>
                    <a:lnTo>
                      <a:pt x="59305" y="294828"/>
                    </a:lnTo>
                    <a:lnTo>
                      <a:pt x="56655" y="292239"/>
                    </a:lnTo>
                    <a:lnTo>
                      <a:pt x="51405" y="287690"/>
                    </a:lnTo>
                    <a:lnTo>
                      <a:pt x="37330" y="272241"/>
                    </a:lnTo>
                    <a:lnTo>
                      <a:pt x="30657" y="262863"/>
                    </a:lnTo>
                    <a:lnTo>
                      <a:pt x="21505" y="247501"/>
                    </a:lnTo>
                    <a:lnTo>
                      <a:pt x="17287" y="237947"/>
                    </a:lnTo>
                    <a:lnTo>
                      <a:pt x="14062" y="229070"/>
                    </a:lnTo>
                    <a:lnTo>
                      <a:pt x="7507" y="210553"/>
                    </a:lnTo>
                    <a:lnTo>
                      <a:pt x="3080" y="192381"/>
                    </a:lnTo>
                    <a:lnTo>
                      <a:pt x="1619" y="186398"/>
                    </a:lnTo>
                    <a:lnTo>
                      <a:pt x="1305" y="184004"/>
                    </a:lnTo>
                    <a:lnTo>
                      <a:pt x="391" y="172712"/>
                    </a:lnTo>
                    <a:lnTo>
                      <a:pt x="0" y="161417"/>
                    </a:lnTo>
                    <a:lnTo>
                      <a:pt x="5078" y="157434"/>
                    </a:lnTo>
                    <a:lnTo>
                      <a:pt x="12886" y="151038"/>
                    </a:lnTo>
                    <a:lnTo>
                      <a:pt x="18135" y="121574"/>
                    </a:lnTo>
                    <a:lnTo>
                      <a:pt x="20224" y="109933"/>
                    </a:lnTo>
                    <a:lnTo>
                      <a:pt x="17052" y="107365"/>
                    </a:lnTo>
                    <a:lnTo>
                      <a:pt x="26334" y="93091"/>
                    </a:lnTo>
                    <a:lnTo>
                      <a:pt x="39614" y="80229"/>
                    </a:lnTo>
                    <a:lnTo>
                      <a:pt x="43160" y="76763"/>
                    </a:lnTo>
                    <a:lnTo>
                      <a:pt x="50072" y="70003"/>
                    </a:lnTo>
                    <a:lnTo>
                      <a:pt x="55844" y="48417"/>
                    </a:lnTo>
                    <a:lnTo>
                      <a:pt x="58964" y="41866"/>
                    </a:lnTo>
                    <a:lnTo>
                      <a:pt x="68927" y="20955"/>
                    </a:lnTo>
                    <a:lnTo>
                      <a:pt x="70703" y="17299"/>
                    </a:lnTo>
                    <a:lnTo>
                      <a:pt x="73067" y="12469"/>
                    </a:lnTo>
                    <a:close/>
                  </a:path>
                </a:pathLst>
              </a:custGeom>
              <a:solidFill>
                <a:srgbClr val="440556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5" name="pg25">
                <a:extLst>
                  <a:ext uri="{FF2B5EF4-FFF2-40B4-BE49-F238E27FC236}">
                    <a16:creationId xmlns:a16="http://schemas.microsoft.com/office/drawing/2014/main" id="{C6977959-7B32-4B46-BBDC-3787C170365D}"/>
                  </a:ext>
                </a:extLst>
              </p:cNvPr>
              <p:cNvSpPr/>
              <p:nvPr/>
            </p:nvSpPr>
            <p:spPr>
              <a:xfrm>
                <a:off x="2285051" y="3271278"/>
                <a:ext cx="546779" cy="404433"/>
              </a:xfrm>
              <a:custGeom>
                <a:avLst/>
                <a:gdLst/>
                <a:ahLst/>
                <a:cxnLst/>
                <a:rect l="0" t="0" r="0" b="0"/>
                <a:pathLst>
                  <a:path w="1071241" h="792358">
                    <a:moveTo>
                      <a:pt x="124961" y="37736"/>
                    </a:moveTo>
                    <a:lnTo>
                      <a:pt x="209415" y="52382"/>
                    </a:lnTo>
                    <a:lnTo>
                      <a:pt x="284556" y="63289"/>
                    </a:lnTo>
                    <a:lnTo>
                      <a:pt x="326877" y="76956"/>
                    </a:lnTo>
                    <a:lnTo>
                      <a:pt x="380299" y="94952"/>
                    </a:lnTo>
                    <a:lnTo>
                      <a:pt x="565727" y="170753"/>
                    </a:lnTo>
                    <a:lnTo>
                      <a:pt x="642067" y="189106"/>
                    </a:lnTo>
                    <a:lnTo>
                      <a:pt x="650487" y="219480"/>
                    </a:lnTo>
                    <a:lnTo>
                      <a:pt x="651941" y="223099"/>
                    </a:lnTo>
                    <a:lnTo>
                      <a:pt x="655215" y="231251"/>
                    </a:lnTo>
                    <a:lnTo>
                      <a:pt x="673672" y="237129"/>
                    </a:lnTo>
                    <a:lnTo>
                      <a:pt x="705527" y="242737"/>
                    </a:lnTo>
                    <a:lnTo>
                      <a:pt x="729042" y="245745"/>
                    </a:lnTo>
                    <a:lnTo>
                      <a:pt x="770193" y="249027"/>
                    </a:lnTo>
                    <a:lnTo>
                      <a:pt x="804098" y="251625"/>
                    </a:lnTo>
                    <a:lnTo>
                      <a:pt x="831306" y="256685"/>
                    </a:lnTo>
                    <a:lnTo>
                      <a:pt x="881890" y="267760"/>
                    </a:lnTo>
                    <a:lnTo>
                      <a:pt x="935482" y="286767"/>
                    </a:lnTo>
                    <a:lnTo>
                      <a:pt x="967063" y="299211"/>
                    </a:lnTo>
                    <a:lnTo>
                      <a:pt x="1014777" y="323553"/>
                    </a:lnTo>
                    <a:lnTo>
                      <a:pt x="1029542" y="333947"/>
                    </a:lnTo>
                    <a:lnTo>
                      <a:pt x="1031183" y="336545"/>
                    </a:lnTo>
                    <a:lnTo>
                      <a:pt x="1030089" y="339006"/>
                    </a:lnTo>
                    <a:lnTo>
                      <a:pt x="1029269" y="340510"/>
                    </a:lnTo>
                    <a:lnTo>
                      <a:pt x="1054835" y="358151"/>
                    </a:lnTo>
                    <a:lnTo>
                      <a:pt x="1060167" y="362939"/>
                    </a:lnTo>
                    <a:lnTo>
                      <a:pt x="1065634" y="371280"/>
                    </a:lnTo>
                    <a:lnTo>
                      <a:pt x="1070693" y="380307"/>
                    </a:lnTo>
                    <a:lnTo>
                      <a:pt x="1071241" y="387417"/>
                    </a:lnTo>
                    <a:lnTo>
                      <a:pt x="1071096" y="399411"/>
                    </a:lnTo>
                    <a:lnTo>
                      <a:pt x="1070240" y="406035"/>
                    </a:lnTo>
                    <a:lnTo>
                      <a:pt x="912003" y="582334"/>
                    </a:lnTo>
                    <a:lnTo>
                      <a:pt x="897400" y="605293"/>
                    </a:lnTo>
                    <a:lnTo>
                      <a:pt x="889474" y="624081"/>
                    </a:lnTo>
                    <a:lnTo>
                      <a:pt x="883632" y="646207"/>
                    </a:lnTo>
                    <a:lnTo>
                      <a:pt x="881963" y="659565"/>
                    </a:lnTo>
                    <a:lnTo>
                      <a:pt x="874183" y="665541"/>
                    </a:lnTo>
                    <a:lnTo>
                      <a:pt x="873202" y="669584"/>
                    </a:lnTo>
                    <a:lnTo>
                      <a:pt x="763345" y="792358"/>
                    </a:lnTo>
                    <a:lnTo>
                      <a:pt x="642869" y="722609"/>
                    </a:lnTo>
                    <a:lnTo>
                      <a:pt x="639860" y="722233"/>
                    </a:lnTo>
                    <a:lnTo>
                      <a:pt x="554557" y="675393"/>
                    </a:lnTo>
                    <a:lnTo>
                      <a:pt x="437207" y="610586"/>
                    </a:lnTo>
                    <a:lnTo>
                      <a:pt x="421914" y="604484"/>
                    </a:lnTo>
                    <a:lnTo>
                      <a:pt x="407257" y="599450"/>
                    </a:lnTo>
                    <a:lnTo>
                      <a:pt x="394712" y="597720"/>
                    </a:lnTo>
                    <a:lnTo>
                      <a:pt x="383058" y="595287"/>
                    </a:lnTo>
                    <a:lnTo>
                      <a:pt x="354378" y="572332"/>
                    </a:lnTo>
                    <a:lnTo>
                      <a:pt x="350925" y="569705"/>
                    </a:lnTo>
                    <a:lnTo>
                      <a:pt x="350420" y="566815"/>
                    </a:lnTo>
                    <a:lnTo>
                      <a:pt x="346946" y="562449"/>
                    </a:lnTo>
                    <a:lnTo>
                      <a:pt x="343911" y="560532"/>
                    </a:lnTo>
                    <a:lnTo>
                      <a:pt x="335049" y="554856"/>
                    </a:lnTo>
                    <a:lnTo>
                      <a:pt x="329934" y="561583"/>
                    </a:lnTo>
                    <a:lnTo>
                      <a:pt x="308672" y="545675"/>
                    </a:lnTo>
                    <a:lnTo>
                      <a:pt x="292377" y="535207"/>
                    </a:lnTo>
                    <a:lnTo>
                      <a:pt x="243113" y="504831"/>
                    </a:lnTo>
                    <a:lnTo>
                      <a:pt x="235748" y="500087"/>
                    </a:lnTo>
                    <a:lnTo>
                      <a:pt x="215549" y="487140"/>
                    </a:lnTo>
                    <a:lnTo>
                      <a:pt x="204437" y="481090"/>
                    </a:lnTo>
                    <a:lnTo>
                      <a:pt x="204672" y="479588"/>
                    </a:lnTo>
                    <a:lnTo>
                      <a:pt x="200181" y="475760"/>
                    </a:lnTo>
                    <a:lnTo>
                      <a:pt x="196198" y="471451"/>
                    </a:lnTo>
                    <a:lnTo>
                      <a:pt x="178558" y="460246"/>
                    </a:lnTo>
                    <a:lnTo>
                      <a:pt x="148449" y="441075"/>
                    </a:lnTo>
                    <a:lnTo>
                      <a:pt x="137912" y="432522"/>
                    </a:lnTo>
                    <a:lnTo>
                      <a:pt x="133315" y="424383"/>
                    </a:lnTo>
                    <a:lnTo>
                      <a:pt x="125559" y="427110"/>
                    </a:lnTo>
                    <a:lnTo>
                      <a:pt x="122960" y="423058"/>
                    </a:lnTo>
                    <a:lnTo>
                      <a:pt x="117450" y="408934"/>
                    </a:lnTo>
                    <a:lnTo>
                      <a:pt x="115217" y="397641"/>
                    </a:lnTo>
                    <a:lnTo>
                      <a:pt x="115322" y="380799"/>
                    </a:lnTo>
                    <a:lnTo>
                      <a:pt x="116706" y="363435"/>
                    </a:lnTo>
                    <a:lnTo>
                      <a:pt x="122203" y="340521"/>
                    </a:lnTo>
                    <a:lnTo>
                      <a:pt x="134124" y="290972"/>
                    </a:lnTo>
                    <a:lnTo>
                      <a:pt x="141645" y="272128"/>
                    </a:lnTo>
                    <a:lnTo>
                      <a:pt x="145209" y="259094"/>
                    </a:lnTo>
                    <a:lnTo>
                      <a:pt x="147390" y="253871"/>
                    </a:lnTo>
                    <a:lnTo>
                      <a:pt x="149349" y="249368"/>
                    </a:lnTo>
                    <a:lnTo>
                      <a:pt x="152142" y="246713"/>
                    </a:lnTo>
                    <a:lnTo>
                      <a:pt x="155133" y="245059"/>
                    </a:lnTo>
                    <a:lnTo>
                      <a:pt x="164599" y="239662"/>
                    </a:lnTo>
                    <a:lnTo>
                      <a:pt x="165343" y="237834"/>
                    </a:lnTo>
                    <a:lnTo>
                      <a:pt x="161452" y="227369"/>
                    </a:lnTo>
                    <a:lnTo>
                      <a:pt x="140274" y="238248"/>
                    </a:lnTo>
                    <a:lnTo>
                      <a:pt x="136604" y="245799"/>
                    </a:lnTo>
                    <a:lnTo>
                      <a:pt x="141201" y="248541"/>
                    </a:lnTo>
                    <a:lnTo>
                      <a:pt x="130977" y="263316"/>
                    </a:lnTo>
                    <a:lnTo>
                      <a:pt x="127229" y="266058"/>
                    </a:lnTo>
                    <a:lnTo>
                      <a:pt x="124109" y="268387"/>
                    </a:lnTo>
                    <a:lnTo>
                      <a:pt x="118755" y="270387"/>
                    </a:lnTo>
                    <a:lnTo>
                      <a:pt x="118403" y="266733"/>
                    </a:lnTo>
                    <a:lnTo>
                      <a:pt x="104719" y="266820"/>
                    </a:lnTo>
                    <a:lnTo>
                      <a:pt x="99027" y="266145"/>
                    </a:lnTo>
                    <a:lnTo>
                      <a:pt x="95553" y="261575"/>
                    </a:lnTo>
                    <a:lnTo>
                      <a:pt x="89338" y="250631"/>
                    </a:lnTo>
                    <a:lnTo>
                      <a:pt x="84271" y="254350"/>
                    </a:lnTo>
                    <a:lnTo>
                      <a:pt x="74258" y="235506"/>
                    </a:lnTo>
                    <a:lnTo>
                      <a:pt x="70079" y="218751"/>
                    </a:lnTo>
                    <a:lnTo>
                      <a:pt x="72612" y="186372"/>
                    </a:lnTo>
                    <a:lnTo>
                      <a:pt x="78866" y="168355"/>
                    </a:lnTo>
                    <a:lnTo>
                      <a:pt x="88267" y="141132"/>
                    </a:lnTo>
                    <a:lnTo>
                      <a:pt x="84754" y="140044"/>
                    </a:lnTo>
                    <a:lnTo>
                      <a:pt x="80419" y="141611"/>
                    </a:lnTo>
                    <a:lnTo>
                      <a:pt x="67258" y="111975"/>
                    </a:lnTo>
                    <a:lnTo>
                      <a:pt x="60543" y="108617"/>
                    </a:lnTo>
                    <a:lnTo>
                      <a:pt x="56812" y="106752"/>
                    </a:lnTo>
                    <a:lnTo>
                      <a:pt x="49539" y="74373"/>
                    </a:lnTo>
                    <a:lnTo>
                      <a:pt x="11843" y="23412"/>
                    </a:lnTo>
                    <a:lnTo>
                      <a:pt x="2742" y="15925"/>
                    </a:lnTo>
                    <a:lnTo>
                      <a:pt x="0" y="13893"/>
                    </a:lnTo>
                    <a:lnTo>
                      <a:pt x="32825" y="0"/>
                    </a:lnTo>
                    <a:lnTo>
                      <a:pt x="39024" y="12123"/>
                    </a:lnTo>
                    <a:lnTo>
                      <a:pt x="83387" y="30489"/>
                    </a:lnTo>
                    <a:close/>
                  </a:path>
                </a:pathLst>
              </a:custGeom>
              <a:solidFill>
                <a:srgbClr val="440355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6" name="pg26">
                <a:extLst>
                  <a:ext uri="{FF2B5EF4-FFF2-40B4-BE49-F238E27FC236}">
                    <a16:creationId xmlns:a16="http://schemas.microsoft.com/office/drawing/2014/main" id="{B5045172-7ACA-4BA3-BD2A-BFAD089D4321}"/>
                  </a:ext>
                </a:extLst>
              </p:cNvPr>
              <p:cNvSpPr/>
              <p:nvPr/>
            </p:nvSpPr>
            <p:spPr>
              <a:xfrm>
                <a:off x="3081497" y="3806438"/>
                <a:ext cx="513353" cy="544460"/>
              </a:xfrm>
              <a:custGeom>
                <a:avLst/>
                <a:gdLst/>
                <a:ahLst/>
                <a:cxnLst/>
                <a:rect l="0" t="0" r="0" b="0"/>
                <a:pathLst>
                  <a:path w="1005752" h="1066697">
                    <a:moveTo>
                      <a:pt x="530133" y="172253"/>
                    </a:moveTo>
                    <a:lnTo>
                      <a:pt x="539328" y="164181"/>
                    </a:lnTo>
                    <a:lnTo>
                      <a:pt x="641569" y="229395"/>
                    </a:lnTo>
                    <a:lnTo>
                      <a:pt x="664307" y="242013"/>
                    </a:lnTo>
                    <a:lnTo>
                      <a:pt x="718290" y="259207"/>
                    </a:lnTo>
                    <a:lnTo>
                      <a:pt x="764438" y="272089"/>
                    </a:lnTo>
                    <a:lnTo>
                      <a:pt x="797130" y="272326"/>
                    </a:lnTo>
                    <a:lnTo>
                      <a:pt x="844734" y="273640"/>
                    </a:lnTo>
                    <a:lnTo>
                      <a:pt x="873369" y="277703"/>
                    </a:lnTo>
                    <a:lnTo>
                      <a:pt x="911071" y="300282"/>
                    </a:lnTo>
                    <a:lnTo>
                      <a:pt x="930161" y="325135"/>
                    </a:lnTo>
                    <a:lnTo>
                      <a:pt x="948058" y="360379"/>
                    </a:lnTo>
                    <a:lnTo>
                      <a:pt x="940425" y="367883"/>
                    </a:lnTo>
                    <a:lnTo>
                      <a:pt x="930204" y="377929"/>
                    </a:lnTo>
                    <a:lnTo>
                      <a:pt x="933304" y="387737"/>
                    </a:lnTo>
                    <a:lnTo>
                      <a:pt x="930555" y="394592"/>
                    </a:lnTo>
                    <a:lnTo>
                      <a:pt x="928987" y="399802"/>
                    </a:lnTo>
                    <a:lnTo>
                      <a:pt x="931149" y="419528"/>
                    </a:lnTo>
                    <a:lnTo>
                      <a:pt x="934595" y="433817"/>
                    </a:lnTo>
                    <a:lnTo>
                      <a:pt x="938261" y="445123"/>
                    </a:lnTo>
                    <a:lnTo>
                      <a:pt x="922057" y="456968"/>
                    </a:lnTo>
                    <a:lnTo>
                      <a:pt x="920219" y="458378"/>
                    </a:lnTo>
                    <a:lnTo>
                      <a:pt x="909672" y="444333"/>
                    </a:lnTo>
                    <a:lnTo>
                      <a:pt x="891832" y="452200"/>
                    </a:lnTo>
                    <a:lnTo>
                      <a:pt x="899896" y="509753"/>
                    </a:lnTo>
                    <a:lnTo>
                      <a:pt x="1005752" y="508483"/>
                    </a:lnTo>
                    <a:lnTo>
                      <a:pt x="964595" y="636647"/>
                    </a:lnTo>
                    <a:lnTo>
                      <a:pt x="953709" y="636623"/>
                    </a:lnTo>
                    <a:lnTo>
                      <a:pt x="944147" y="637387"/>
                    </a:lnTo>
                    <a:lnTo>
                      <a:pt x="940003" y="637718"/>
                    </a:lnTo>
                    <a:lnTo>
                      <a:pt x="925253" y="640788"/>
                    </a:lnTo>
                    <a:lnTo>
                      <a:pt x="885417" y="645165"/>
                    </a:lnTo>
                    <a:lnTo>
                      <a:pt x="873302" y="646501"/>
                    </a:lnTo>
                    <a:lnTo>
                      <a:pt x="837873" y="647574"/>
                    </a:lnTo>
                    <a:lnTo>
                      <a:pt x="837684" y="634730"/>
                    </a:lnTo>
                    <a:lnTo>
                      <a:pt x="829775" y="634457"/>
                    </a:lnTo>
                    <a:lnTo>
                      <a:pt x="818187" y="634980"/>
                    </a:lnTo>
                    <a:lnTo>
                      <a:pt x="798973" y="634138"/>
                    </a:lnTo>
                    <a:lnTo>
                      <a:pt x="777095" y="633295"/>
                    </a:lnTo>
                    <a:lnTo>
                      <a:pt x="764894" y="630625"/>
                    </a:lnTo>
                    <a:lnTo>
                      <a:pt x="744558" y="620371"/>
                    </a:lnTo>
                    <a:lnTo>
                      <a:pt x="729761" y="673434"/>
                    </a:lnTo>
                    <a:lnTo>
                      <a:pt x="720469" y="699258"/>
                    </a:lnTo>
                    <a:lnTo>
                      <a:pt x="718707" y="698524"/>
                    </a:lnTo>
                    <a:lnTo>
                      <a:pt x="717182" y="697889"/>
                    </a:lnTo>
                    <a:lnTo>
                      <a:pt x="710754" y="694799"/>
                    </a:lnTo>
                    <a:lnTo>
                      <a:pt x="704615" y="691880"/>
                    </a:lnTo>
                    <a:lnTo>
                      <a:pt x="694966" y="687349"/>
                    </a:lnTo>
                    <a:lnTo>
                      <a:pt x="690713" y="698102"/>
                    </a:lnTo>
                    <a:lnTo>
                      <a:pt x="682670" y="724692"/>
                    </a:lnTo>
                    <a:lnTo>
                      <a:pt x="690778" y="727984"/>
                    </a:lnTo>
                    <a:lnTo>
                      <a:pt x="676315" y="771453"/>
                    </a:lnTo>
                    <a:lnTo>
                      <a:pt x="634475" y="760996"/>
                    </a:lnTo>
                    <a:lnTo>
                      <a:pt x="628089" y="777422"/>
                    </a:lnTo>
                    <a:lnTo>
                      <a:pt x="619214" y="788138"/>
                    </a:lnTo>
                    <a:lnTo>
                      <a:pt x="568284" y="933706"/>
                    </a:lnTo>
                    <a:lnTo>
                      <a:pt x="609932" y="966507"/>
                    </a:lnTo>
                    <a:lnTo>
                      <a:pt x="593697" y="1008206"/>
                    </a:lnTo>
                    <a:lnTo>
                      <a:pt x="571251" y="1066697"/>
                    </a:lnTo>
                    <a:lnTo>
                      <a:pt x="562475" y="1061742"/>
                    </a:lnTo>
                    <a:lnTo>
                      <a:pt x="560869" y="1060741"/>
                    </a:lnTo>
                    <a:lnTo>
                      <a:pt x="544678" y="1052537"/>
                    </a:lnTo>
                    <a:lnTo>
                      <a:pt x="519935" y="1039916"/>
                    </a:lnTo>
                    <a:lnTo>
                      <a:pt x="500649" y="1030950"/>
                    </a:lnTo>
                    <a:lnTo>
                      <a:pt x="470080" y="1016600"/>
                    </a:lnTo>
                    <a:lnTo>
                      <a:pt x="468542" y="1015914"/>
                    </a:lnTo>
                    <a:lnTo>
                      <a:pt x="445196" y="1005209"/>
                    </a:lnTo>
                    <a:lnTo>
                      <a:pt x="389820" y="978189"/>
                    </a:lnTo>
                    <a:lnTo>
                      <a:pt x="384346" y="974988"/>
                    </a:lnTo>
                    <a:lnTo>
                      <a:pt x="379724" y="972237"/>
                    </a:lnTo>
                    <a:lnTo>
                      <a:pt x="377513" y="970933"/>
                    </a:lnTo>
                    <a:lnTo>
                      <a:pt x="367950" y="963277"/>
                    </a:lnTo>
                    <a:lnTo>
                      <a:pt x="361248" y="957719"/>
                    </a:lnTo>
                    <a:lnTo>
                      <a:pt x="351223" y="949504"/>
                    </a:lnTo>
                    <a:lnTo>
                      <a:pt x="338663" y="939125"/>
                    </a:lnTo>
                    <a:lnTo>
                      <a:pt x="335045" y="936383"/>
                    </a:lnTo>
                    <a:lnTo>
                      <a:pt x="333512" y="936133"/>
                    </a:lnTo>
                    <a:lnTo>
                      <a:pt x="330945" y="935737"/>
                    </a:lnTo>
                    <a:lnTo>
                      <a:pt x="326559" y="935032"/>
                    </a:lnTo>
                    <a:lnTo>
                      <a:pt x="321009" y="934555"/>
                    </a:lnTo>
                    <a:lnTo>
                      <a:pt x="319015" y="934461"/>
                    </a:lnTo>
                    <a:lnTo>
                      <a:pt x="316909" y="934229"/>
                    </a:lnTo>
                    <a:lnTo>
                      <a:pt x="314781" y="933140"/>
                    </a:lnTo>
                    <a:lnTo>
                      <a:pt x="302792" y="925045"/>
                    </a:lnTo>
                    <a:lnTo>
                      <a:pt x="296984" y="922348"/>
                    </a:lnTo>
                    <a:lnTo>
                      <a:pt x="292505" y="919367"/>
                    </a:lnTo>
                    <a:lnTo>
                      <a:pt x="290378" y="916037"/>
                    </a:lnTo>
                    <a:lnTo>
                      <a:pt x="287492" y="914057"/>
                    </a:lnTo>
                    <a:lnTo>
                      <a:pt x="283848" y="912316"/>
                    </a:lnTo>
                    <a:lnTo>
                      <a:pt x="278691" y="911989"/>
                    </a:lnTo>
                    <a:lnTo>
                      <a:pt x="273299" y="913643"/>
                    </a:lnTo>
                    <a:lnTo>
                      <a:pt x="269212" y="914470"/>
                    </a:lnTo>
                    <a:lnTo>
                      <a:pt x="263363" y="916951"/>
                    </a:lnTo>
                    <a:lnTo>
                      <a:pt x="257486" y="920194"/>
                    </a:lnTo>
                    <a:lnTo>
                      <a:pt x="253165" y="923197"/>
                    </a:lnTo>
                    <a:lnTo>
                      <a:pt x="249861" y="925003"/>
                    </a:lnTo>
                    <a:lnTo>
                      <a:pt x="246780" y="924938"/>
                    </a:lnTo>
                    <a:lnTo>
                      <a:pt x="245200" y="924938"/>
                    </a:lnTo>
                    <a:lnTo>
                      <a:pt x="241334" y="924176"/>
                    </a:lnTo>
                    <a:lnTo>
                      <a:pt x="233265" y="920781"/>
                    </a:lnTo>
                    <a:lnTo>
                      <a:pt x="230707" y="919780"/>
                    </a:lnTo>
                    <a:lnTo>
                      <a:pt x="228853" y="919040"/>
                    </a:lnTo>
                    <a:lnTo>
                      <a:pt x="225039" y="915972"/>
                    </a:lnTo>
                    <a:lnTo>
                      <a:pt x="207856" y="908834"/>
                    </a:lnTo>
                    <a:lnTo>
                      <a:pt x="191104" y="898869"/>
                    </a:lnTo>
                    <a:lnTo>
                      <a:pt x="184863" y="895125"/>
                    </a:lnTo>
                    <a:lnTo>
                      <a:pt x="179601" y="891143"/>
                    </a:lnTo>
                    <a:lnTo>
                      <a:pt x="177473" y="888577"/>
                    </a:lnTo>
                    <a:lnTo>
                      <a:pt x="175057" y="884246"/>
                    </a:lnTo>
                    <a:lnTo>
                      <a:pt x="173372" y="879023"/>
                    </a:lnTo>
                    <a:lnTo>
                      <a:pt x="172014" y="874714"/>
                    </a:lnTo>
                    <a:lnTo>
                      <a:pt x="170514" y="867143"/>
                    </a:lnTo>
                    <a:lnTo>
                      <a:pt x="169090" y="860005"/>
                    </a:lnTo>
                    <a:lnTo>
                      <a:pt x="168594" y="856849"/>
                    </a:lnTo>
                    <a:lnTo>
                      <a:pt x="167262" y="848147"/>
                    </a:lnTo>
                    <a:lnTo>
                      <a:pt x="164755" y="829542"/>
                    </a:lnTo>
                    <a:lnTo>
                      <a:pt x="163200" y="818747"/>
                    </a:lnTo>
                    <a:lnTo>
                      <a:pt x="161921" y="813679"/>
                    </a:lnTo>
                    <a:lnTo>
                      <a:pt x="161385" y="811699"/>
                    </a:lnTo>
                    <a:lnTo>
                      <a:pt x="158422" y="807041"/>
                    </a:lnTo>
                    <a:lnTo>
                      <a:pt x="155249" y="803233"/>
                    </a:lnTo>
                    <a:lnTo>
                      <a:pt x="150679" y="797488"/>
                    </a:lnTo>
                    <a:lnTo>
                      <a:pt x="149138" y="795681"/>
                    </a:lnTo>
                    <a:lnTo>
                      <a:pt x="140468" y="787784"/>
                    </a:lnTo>
                    <a:lnTo>
                      <a:pt x="135206" y="783540"/>
                    </a:lnTo>
                    <a:lnTo>
                      <a:pt x="133627" y="782299"/>
                    </a:lnTo>
                    <a:lnTo>
                      <a:pt x="129056" y="779906"/>
                    </a:lnTo>
                    <a:lnTo>
                      <a:pt x="127358" y="779079"/>
                    </a:lnTo>
                    <a:lnTo>
                      <a:pt x="121379" y="777166"/>
                    </a:lnTo>
                    <a:lnTo>
                      <a:pt x="117474" y="774924"/>
                    </a:lnTo>
                    <a:lnTo>
                      <a:pt x="114054" y="772334"/>
                    </a:lnTo>
                    <a:lnTo>
                      <a:pt x="112461" y="770354"/>
                    </a:lnTo>
                    <a:lnTo>
                      <a:pt x="111638" y="768265"/>
                    </a:lnTo>
                    <a:lnTo>
                      <a:pt x="111573" y="765457"/>
                    </a:lnTo>
                    <a:lnTo>
                      <a:pt x="111468" y="760561"/>
                    </a:lnTo>
                    <a:lnTo>
                      <a:pt x="111612" y="744459"/>
                    </a:lnTo>
                    <a:lnTo>
                      <a:pt x="110828" y="739475"/>
                    </a:lnTo>
                    <a:lnTo>
                      <a:pt x="108386" y="733580"/>
                    </a:lnTo>
                    <a:lnTo>
                      <a:pt x="103543" y="725114"/>
                    </a:lnTo>
                    <a:lnTo>
                      <a:pt x="100304" y="719871"/>
                    </a:lnTo>
                    <a:lnTo>
                      <a:pt x="98177" y="716476"/>
                    </a:lnTo>
                    <a:lnTo>
                      <a:pt x="97053" y="711819"/>
                    </a:lnTo>
                    <a:lnTo>
                      <a:pt x="96139" y="706422"/>
                    </a:lnTo>
                    <a:lnTo>
                      <a:pt x="95552" y="703027"/>
                    </a:lnTo>
                    <a:lnTo>
                      <a:pt x="95787" y="691321"/>
                    </a:lnTo>
                    <a:lnTo>
                      <a:pt x="95708" y="687752"/>
                    </a:lnTo>
                    <a:lnTo>
                      <a:pt x="95473" y="678113"/>
                    </a:lnTo>
                    <a:lnTo>
                      <a:pt x="93266" y="659530"/>
                    </a:lnTo>
                    <a:lnTo>
                      <a:pt x="87716" y="616510"/>
                    </a:lnTo>
                    <a:lnTo>
                      <a:pt x="83988" y="593407"/>
                    </a:lnTo>
                    <a:lnTo>
                      <a:pt x="80283" y="570417"/>
                    </a:lnTo>
                    <a:lnTo>
                      <a:pt x="78924" y="564149"/>
                    </a:lnTo>
                    <a:lnTo>
                      <a:pt x="75067" y="537677"/>
                    </a:lnTo>
                    <a:lnTo>
                      <a:pt x="72190" y="522606"/>
                    </a:lnTo>
                    <a:lnTo>
                      <a:pt x="70799" y="505540"/>
                    </a:lnTo>
                    <a:lnTo>
                      <a:pt x="66469" y="470333"/>
                    </a:lnTo>
                    <a:lnTo>
                      <a:pt x="62865" y="447569"/>
                    </a:lnTo>
                    <a:lnTo>
                      <a:pt x="61790" y="430853"/>
                    </a:lnTo>
                    <a:lnTo>
                      <a:pt x="62391" y="413219"/>
                    </a:lnTo>
                    <a:lnTo>
                      <a:pt x="61948" y="398118"/>
                    </a:lnTo>
                    <a:lnTo>
                      <a:pt x="59482" y="388969"/>
                    </a:lnTo>
                    <a:lnTo>
                      <a:pt x="57996" y="377635"/>
                    </a:lnTo>
                    <a:lnTo>
                      <a:pt x="54994" y="365163"/>
                    </a:lnTo>
                    <a:lnTo>
                      <a:pt x="52086" y="355635"/>
                    </a:lnTo>
                    <a:lnTo>
                      <a:pt x="50315" y="348227"/>
                    </a:lnTo>
                    <a:lnTo>
                      <a:pt x="46237" y="342623"/>
                    </a:lnTo>
                    <a:lnTo>
                      <a:pt x="40958" y="336229"/>
                    </a:lnTo>
                    <a:lnTo>
                      <a:pt x="33845" y="327587"/>
                    </a:lnTo>
                    <a:lnTo>
                      <a:pt x="18166" y="311507"/>
                    </a:lnTo>
                    <a:lnTo>
                      <a:pt x="13298" y="304606"/>
                    </a:lnTo>
                    <a:lnTo>
                      <a:pt x="0" y="289742"/>
                    </a:lnTo>
                    <a:lnTo>
                      <a:pt x="58737" y="263416"/>
                    </a:lnTo>
                    <a:lnTo>
                      <a:pt x="107035" y="241756"/>
                    </a:lnTo>
                    <a:lnTo>
                      <a:pt x="154322" y="221980"/>
                    </a:lnTo>
                    <a:lnTo>
                      <a:pt x="168316" y="215615"/>
                    </a:lnTo>
                    <a:lnTo>
                      <a:pt x="199114" y="196670"/>
                    </a:lnTo>
                    <a:lnTo>
                      <a:pt x="211587" y="185399"/>
                    </a:lnTo>
                    <a:lnTo>
                      <a:pt x="226877" y="172425"/>
                    </a:lnTo>
                    <a:lnTo>
                      <a:pt x="242646" y="156490"/>
                    </a:lnTo>
                    <a:lnTo>
                      <a:pt x="264339" y="127811"/>
                    </a:lnTo>
                    <a:lnTo>
                      <a:pt x="270450" y="120266"/>
                    </a:lnTo>
                    <a:lnTo>
                      <a:pt x="273500" y="113626"/>
                    </a:lnTo>
                    <a:lnTo>
                      <a:pt x="276160" y="108965"/>
                    </a:lnTo>
                    <a:lnTo>
                      <a:pt x="298570" y="54108"/>
                    </a:lnTo>
                    <a:lnTo>
                      <a:pt x="316325" y="14245"/>
                    </a:lnTo>
                    <a:lnTo>
                      <a:pt x="322108" y="1262"/>
                    </a:lnTo>
                    <a:lnTo>
                      <a:pt x="322670" y="0"/>
                    </a:lnTo>
                    <a:lnTo>
                      <a:pt x="351176" y="13172"/>
                    </a:lnTo>
                    <a:lnTo>
                      <a:pt x="352662" y="13949"/>
                    </a:lnTo>
                    <a:lnTo>
                      <a:pt x="411173" y="44548"/>
                    </a:lnTo>
                    <a:lnTo>
                      <a:pt x="441353" y="66713"/>
                    </a:lnTo>
                    <a:lnTo>
                      <a:pt x="447576" y="71688"/>
                    </a:lnTo>
                    <a:lnTo>
                      <a:pt x="454477" y="64003"/>
                    </a:lnTo>
                    <a:lnTo>
                      <a:pt x="479218" y="86264"/>
                    </a:lnTo>
                    <a:lnTo>
                      <a:pt x="498766" y="109444"/>
                    </a:lnTo>
                    <a:lnTo>
                      <a:pt x="522218" y="147182"/>
                    </a:lnTo>
                    <a:lnTo>
                      <a:pt x="523506" y="149258"/>
                    </a:lnTo>
                    <a:lnTo>
                      <a:pt x="531264" y="156964"/>
                    </a:lnTo>
                    <a:lnTo>
                      <a:pt x="522061" y="165184"/>
                    </a:lnTo>
                    <a:lnTo>
                      <a:pt x="518803" y="168096"/>
                    </a:lnTo>
                    <a:lnTo>
                      <a:pt x="525950" y="175924"/>
                    </a:lnTo>
                    <a:close/>
                  </a:path>
                </a:pathLst>
              </a:custGeom>
              <a:solidFill>
                <a:srgbClr val="2C858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7" name="pg27">
                <a:extLst>
                  <a:ext uri="{FF2B5EF4-FFF2-40B4-BE49-F238E27FC236}">
                    <a16:creationId xmlns:a16="http://schemas.microsoft.com/office/drawing/2014/main" id="{896AF688-AA72-45D9-9F51-BC1D03A56670}"/>
                  </a:ext>
                </a:extLst>
              </p:cNvPr>
              <p:cNvSpPr/>
              <p:nvPr/>
            </p:nvSpPr>
            <p:spPr>
              <a:xfrm>
                <a:off x="2699704" y="3867098"/>
                <a:ext cx="424662" cy="458680"/>
              </a:xfrm>
              <a:custGeom>
                <a:avLst/>
                <a:gdLst/>
                <a:ahLst/>
                <a:cxnLst/>
                <a:rect l="0" t="0" r="0" b="0"/>
                <a:pathLst>
                  <a:path w="831990" h="898638">
                    <a:moveTo>
                      <a:pt x="581650" y="73407"/>
                    </a:moveTo>
                    <a:lnTo>
                      <a:pt x="526898" y="64332"/>
                    </a:lnTo>
                    <a:lnTo>
                      <a:pt x="383875" y="42661"/>
                    </a:lnTo>
                    <a:lnTo>
                      <a:pt x="312402" y="31068"/>
                    </a:lnTo>
                    <a:lnTo>
                      <a:pt x="276239" y="25362"/>
                    </a:lnTo>
                    <a:lnTo>
                      <a:pt x="241197" y="16866"/>
                    </a:lnTo>
                    <a:lnTo>
                      <a:pt x="215919" y="0"/>
                    </a:lnTo>
                    <a:lnTo>
                      <a:pt x="211250" y="6393"/>
                    </a:lnTo>
                    <a:lnTo>
                      <a:pt x="207198" y="17338"/>
                    </a:lnTo>
                    <a:lnTo>
                      <a:pt x="204004" y="21151"/>
                    </a:lnTo>
                    <a:lnTo>
                      <a:pt x="201302" y="25577"/>
                    </a:lnTo>
                    <a:lnTo>
                      <a:pt x="204249" y="30128"/>
                    </a:lnTo>
                    <a:lnTo>
                      <a:pt x="212602" y="35292"/>
                    </a:lnTo>
                    <a:lnTo>
                      <a:pt x="213708" y="37505"/>
                    </a:lnTo>
                    <a:lnTo>
                      <a:pt x="214690" y="43655"/>
                    </a:lnTo>
                    <a:lnTo>
                      <a:pt x="212772" y="44765"/>
                    </a:lnTo>
                    <a:lnTo>
                      <a:pt x="40308" y="60443"/>
                    </a:lnTo>
                    <a:lnTo>
                      <a:pt x="42042" y="73631"/>
                    </a:lnTo>
                    <a:lnTo>
                      <a:pt x="44745" y="99938"/>
                    </a:lnTo>
                    <a:lnTo>
                      <a:pt x="46755" y="112984"/>
                    </a:lnTo>
                    <a:lnTo>
                      <a:pt x="47421" y="123520"/>
                    </a:lnTo>
                    <a:lnTo>
                      <a:pt x="46686" y="139639"/>
                    </a:lnTo>
                    <a:lnTo>
                      <a:pt x="43771" y="169578"/>
                    </a:lnTo>
                    <a:lnTo>
                      <a:pt x="40871" y="193989"/>
                    </a:lnTo>
                    <a:lnTo>
                      <a:pt x="37578" y="211480"/>
                    </a:lnTo>
                    <a:lnTo>
                      <a:pt x="34286" y="242452"/>
                    </a:lnTo>
                    <a:lnTo>
                      <a:pt x="29522" y="280876"/>
                    </a:lnTo>
                    <a:lnTo>
                      <a:pt x="25766" y="322367"/>
                    </a:lnTo>
                    <a:lnTo>
                      <a:pt x="24400" y="336168"/>
                    </a:lnTo>
                    <a:lnTo>
                      <a:pt x="20969" y="360303"/>
                    </a:lnTo>
                    <a:lnTo>
                      <a:pt x="20005" y="373280"/>
                    </a:lnTo>
                    <a:lnTo>
                      <a:pt x="21529" y="387367"/>
                    </a:lnTo>
                    <a:lnTo>
                      <a:pt x="19917" y="394825"/>
                    </a:lnTo>
                    <a:lnTo>
                      <a:pt x="13732" y="408366"/>
                    </a:lnTo>
                    <a:lnTo>
                      <a:pt x="5641" y="455913"/>
                    </a:lnTo>
                    <a:lnTo>
                      <a:pt x="2938" y="467706"/>
                    </a:lnTo>
                    <a:lnTo>
                      <a:pt x="0" y="488618"/>
                    </a:lnTo>
                    <a:lnTo>
                      <a:pt x="600" y="496430"/>
                    </a:lnTo>
                    <a:lnTo>
                      <a:pt x="2533" y="504067"/>
                    </a:lnTo>
                    <a:lnTo>
                      <a:pt x="3943" y="509464"/>
                    </a:lnTo>
                    <a:lnTo>
                      <a:pt x="12770" y="531050"/>
                    </a:lnTo>
                    <a:lnTo>
                      <a:pt x="17855" y="553342"/>
                    </a:lnTo>
                    <a:lnTo>
                      <a:pt x="19938" y="559100"/>
                    </a:lnTo>
                    <a:lnTo>
                      <a:pt x="22354" y="569326"/>
                    </a:lnTo>
                    <a:lnTo>
                      <a:pt x="25945" y="585102"/>
                    </a:lnTo>
                    <a:lnTo>
                      <a:pt x="30777" y="601396"/>
                    </a:lnTo>
                    <a:lnTo>
                      <a:pt x="31063" y="602358"/>
                    </a:lnTo>
                    <a:lnTo>
                      <a:pt x="31223" y="602836"/>
                    </a:lnTo>
                    <a:lnTo>
                      <a:pt x="32108" y="605513"/>
                    </a:lnTo>
                    <a:lnTo>
                      <a:pt x="34224" y="618460"/>
                    </a:lnTo>
                    <a:lnTo>
                      <a:pt x="36756" y="628014"/>
                    </a:lnTo>
                    <a:lnTo>
                      <a:pt x="40647" y="639045"/>
                    </a:lnTo>
                    <a:lnTo>
                      <a:pt x="45179" y="645443"/>
                    </a:lnTo>
                    <a:lnTo>
                      <a:pt x="53653" y="654823"/>
                    </a:lnTo>
                    <a:lnTo>
                      <a:pt x="59463" y="660305"/>
                    </a:lnTo>
                    <a:lnTo>
                      <a:pt x="62375" y="667944"/>
                    </a:lnTo>
                    <a:lnTo>
                      <a:pt x="71524" y="676279"/>
                    </a:lnTo>
                    <a:lnTo>
                      <a:pt x="106912" y="711854"/>
                    </a:lnTo>
                    <a:lnTo>
                      <a:pt x="129658" y="733767"/>
                    </a:lnTo>
                    <a:lnTo>
                      <a:pt x="156987" y="759771"/>
                    </a:lnTo>
                    <a:lnTo>
                      <a:pt x="168816" y="769975"/>
                    </a:lnTo>
                    <a:lnTo>
                      <a:pt x="172881" y="774794"/>
                    </a:lnTo>
                    <a:lnTo>
                      <a:pt x="181547" y="778027"/>
                    </a:lnTo>
                    <a:lnTo>
                      <a:pt x="186972" y="782646"/>
                    </a:lnTo>
                    <a:lnTo>
                      <a:pt x="192444" y="787773"/>
                    </a:lnTo>
                    <a:lnTo>
                      <a:pt x="202817" y="798613"/>
                    </a:lnTo>
                    <a:lnTo>
                      <a:pt x="222011" y="817218"/>
                    </a:lnTo>
                    <a:lnTo>
                      <a:pt x="226464" y="821527"/>
                    </a:lnTo>
                    <a:lnTo>
                      <a:pt x="234343" y="829851"/>
                    </a:lnTo>
                    <a:lnTo>
                      <a:pt x="234033" y="830747"/>
                    </a:lnTo>
                    <a:lnTo>
                      <a:pt x="235827" y="831361"/>
                    </a:lnTo>
                    <a:lnTo>
                      <a:pt x="240697" y="835561"/>
                    </a:lnTo>
                    <a:lnTo>
                      <a:pt x="245209" y="839250"/>
                    </a:lnTo>
                    <a:lnTo>
                      <a:pt x="248047" y="841461"/>
                    </a:lnTo>
                    <a:lnTo>
                      <a:pt x="257861" y="850001"/>
                    </a:lnTo>
                    <a:lnTo>
                      <a:pt x="259837" y="851624"/>
                    </a:lnTo>
                    <a:lnTo>
                      <a:pt x="259983" y="853526"/>
                    </a:lnTo>
                    <a:lnTo>
                      <a:pt x="261242" y="852780"/>
                    </a:lnTo>
                    <a:lnTo>
                      <a:pt x="262446" y="853770"/>
                    </a:lnTo>
                    <a:lnTo>
                      <a:pt x="267673" y="858109"/>
                    </a:lnTo>
                    <a:lnTo>
                      <a:pt x="275808" y="864710"/>
                    </a:lnTo>
                    <a:lnTo>
                      <a:pt x="286037" y="873994"/>
                    </a:lnTo>
                    <a:lnTo>
                      <a:pt x="286160" y="874897"/>
                    </a:lnTo>
                    <a:lnTo>
                      <a:pt x="286998" y="874703"/>
                    </a:lnTo>
                    <a:lnTo>
                      <a:pt x="294520" y="880255"/>
                    </a:lnTo>
                    <a:lnTo>
                      <a:pt x="303578" y="888488"/>
                    </a:lnTo>
                    <a:lnTo>
                      <a:pt x="303730" y="889609"/>
                    </a:lnTo>
                    <a:lnTo>
                      <a:pt x="304834" y="889439"/>
                    </a:lnTo>
                    <a:lnTo>
                      <a:pt x="311686" y="894377"/>
                    </a:lnTo>
                    <a:lnTo>
                      <a:pt x="312699" y="895001"/>
                    </a:lnTo>
                    <a:lnTo>
                      <a:pt x="313691" y="895391"/>
                    </a:lnTo>
                    <a:lnTo>
                      <a:pt x="315374" y="896026"/>
                    </a:lnTo>
                    <a:lnTo>
                      <a:pt x="320723" y="897215"/>
                    </a:lnTo>
                    <a:lnTo>
                      <a:pt x="327305" y="897563"/>
                    </a:lnTo>
                    <a:lnTo>
                      <a:pt x="331639" y="897924"/>
                    </a:lnTo>
                    <a:lnTo>
                      <a:pt x="348603" y="898638"/>
                    </a:lnTo>
                    <a:lnTo>
                      <a:pt x="354378" y="898377"/>
                    </a:lnTo>
                    <a:lnTo>
                      <a:pt x="357084" y="893482"/>
                    </a:lnTo>
                    <a:lnTo>
                      <a:pt x="361922" y="879137"/>
                    </a:lnTo>
                    <a:lnTo>
                      <a:pt x="366360" y="866797"/>
                    </a:lnTo>
                    <a:lnTo>
                      <a:pt x="365611" y="864492"/>
                    </a:lnTo>
                    <a:lnTo>
                      <a:pt x="364546" y="863689"/>
                    </a:lnTo>
                    <a:lnTo>
                      <a:pt x="360046" y="862288"/>
                    </a:lnTo>
                    <a:lnTo>
                      <a:pt x="354540" y="859165"/>
                    </a:lnTo>
                    <a:lnTo>
                      <a:pt x="350725" y="855888"/>
                    </a:lnTo>
                    <a:lnTo>
                      <a:pt x="343244" y="845082"/>
                    </a:lnTo>
                    <a:lnTo>
                      <a:pt x="332364" y="837975"/>
                    </a:lnTo>
                    <a:lnTo>
                      <a:pt x="334640" y="831494"/>
                    </a:lnTo>
                    <a:lnTo>
                      <a:pt x="335543" y="828924"/>
                    </a:lnTo>
                    <a:lnTo>
                      <a:pt x="338493" y="823679"/>
                    </a:lnTo>
                    <a:lnTo>
                      <a:pt x="342006" y="819696"/>
                    </a:lnTo>
                    <a:lnTo>
                      <a:pt x="344414" y="818567"/>
                    </a:lnTo>
                    <a:lnTo>
                      <a:pt x="346093" y="817781"/>
                    </a:lnTo>
                    <a:lnTo>
                      <a:pt x="350976" y="817716"/>
                    </a:lnTo>
                    <a:lnTo>
                      <a:pt x="353314" y="818543"/>
                    </a:lnTo>
                    <a:lnTo>
                      <a:pt x="367872" y="824092"/>
                    </a:lnTo>
                    <a:lnTo>
                      <a:pt x="371542" y="825507"/>
                    </a:lnTo>
                    <a:lnTo>
                      <a:pt x="375667" y="825355"/>
                    </a:lnTo>
                    <a:lnTo>
                      <a:pt x="379232" y="823766"/>
                    </a:lnTo>
                    <a:lnTo>
                      <a:pt x="383431" y="823176"/>
                    </a:lnTo>
                    <a:lnTo>
                      <a:pt x="384155" y="823074"/>
                    </a:lnTo>
                    <a:lnTo>
                      <a:pt x="389819" y="822856"/>
                    </a:lnTo>
                    <a:lnTo>
                      <a:pt x="395493" y="821801"/>
                    </a:lnTo>
                    <a:lnTo>
                      <a:pt x="400817" y="819833"/>
                    </a:lnTo>
                    <a:lnTo>
                      <a:pt x="404191" y="818079"/>
                    </a:lnTo>
                    <a:lnTo>
                      <a:pt x="406422" y="815609"/>
                    </a:lnTo>
                    <a:lnTo>
                      <a:pt x="406281" y="811355"/>
                    </a:lnTo>
                    <a:lnTo>
                      <a:pt x="405862" y="809011"/>
                    </a:lnTo>
                    <a:lnTo>
                      <a:pt x="405721" y="806515"/>
                    </a:lnTo>
                    <a:lnTo>
                      <a:pt x="405875" y="804088"/>
                    </a:lnTo>
                    <a:lnTo>
                      <a:pt x="408033" y="803037"/>
                    </a:lnTo>
                    <a:lnTo>
                      <a:pt x="410327" y="802391"/>
                    </a:lnTo>
                    <a:lnTo>
                      <a:pt x="413777" y="800889"/>
                    </a:lnTo>
                    <a:lnTo>
                      <a:pt x="416300" y="797797"/>
                    </a:lnTo>
                    <a:lnTo>
                      <a:pt x="419532" y="792802"/>
                    </a:lnTo>
                    <a:lnTo>
                      <a:pt x="423325" y="790561"/>
                    </a:lnTo>
                    <a:lnTo>
                      <a:pt x="427578" y="788730"/>
                    </a:lnTo>
                    <a:lnTo>
                      <a:pt x="429340" y="786239"/>
                    </a:lnTo>
                    <a:lnTo>
                      <a:pt x="429891" y="782493"/>
                    </a:lnTo>
                    <a:lnTo>
                      <a:pt x="429960" y="779977"/>
                    </a:lnTo>
                    <a:lnTo>
                      <a:pt x="430310" y="775677"/>
                    </a:lnTo>
                    <a:lnTo>
                      <a:pt x="431433" y="770054"/>
                    </a:lnTo>
                    <a:lnTo>
                      <a:pt x="425776" y="760415"/>
                    </a:lnTo>
                    <a:lnTo>
                      <a:pt x="423765" y="754689"/>
                    </a:lnTo>
                    <a:lnTo>
                      <a:pt x="424457" y="754900"/>
                    </a:lnTo>
                    <a:lnTo>
                      <a:pt x="455177" y="774258"/>
                    </a:lnTo>
                    <a:lnTo>
                      <a:pt x="459128" y="763904"/>
                    </a:lnTo>
                    <a:lnTo>
                      <a:pt x="461948" y="765666"/>
                    </a:lnTo>
                    <a:lnTo>
                      <a:pt x="473281" y="743318"/>
                    </a:lnTo>
                    <a:lnTo>
                      <a:pt x="500624" y="757131"/>
                    </a:lnTo>
                    <a:lnTo>
                      <a:pt x="545909" y="781653"/>
                    </a:lnTo>
                    <a:lnTo>
                      <a:pt x="549105" y="783612"/>
                    </a:lnTo>
                    <a:lnTo>
                      <a:pt x="552381" y="785357"/>
                    </a:lnTo>
                    <a:lnTo>
                      <a:pt x="554250" y="778360"/>
                    </a:lnTo>
                    <a:lnTo>
                      <a:pt x="555377" y="776504"/>
                    </a:lnTo>
                    <a:lnTo>
                      <a:pt x="556556" y="776604"/>
                    </a:lnTo>
                    <a:lnTo>
                      <a:pt x="556827" y="779031"/>
                    </a:lnTo>
                    <a:lnTo>
                      <a:pt x="559352" y="785472"/>
                    </a:lnTo>
                    <a:lnTo>
                      <a:pt x="561774" y="788824"/>
                    </a:lnTo>
                    <a:lnTo>
                      <a:pt x="567047" y="792141"/>
                    </a:lnTo>
                    <a:lnTo>
                      <a:pt x="579932" y="798667"/>
                    </a:lnTo>
                    <a:lnTo>
                      <a:pt x="585541" y="801159"/>
                    </a:lnTo>
                    <a:lnTo>
                      <a:pt x="586433" y="801570"/>
                    </a:lnTo>
                    <a:lnTo>
                      <a:pt x="588692" y="799718"/>
                    </a:lnTo>
                    <a:lnTo>
                      <a:pt x="608187" y="792626"/>
                    </a:lnTo>
                    <a:lnTo>
                      <a:pt x="613528" y="790319"/>
                    </a:lnTo>
                    <a:lnTo>
                      <a:pt x="615056" y="789557"/>
                    </a:lnTo>
                    <a:lnTo>
                      <a:pt x="620931" y="787163"/>
                    </a:lnTo>
                    <a:lnTo>
                      <a:pt x="627603" y="786162"/>
                    </a:lnTo>
                    <a:lnTo>
                      <a:pt x="638663" y="784663"/>
                    </a:lnTo>
                    <a:lnTo>
                      <a:pt x="641966" y="783749"/>
                    </a:lnTo>
                    <a:lnTo>
                      <a:pt x="643781" y="783248"/>
                    </a:lnTo>
                    <a:lnTo>
                      <a:pt x="647816" y="780528"/>
                    </a:lnTo>
                    <a:lnTo>
                      <a:pt x="650374" y="778700"/>
                    </a:lnTo>
                    <a:lnTo>
                      <a:pt x="651772" y="776110"/>
                    </a:lnTo>
                    <a:lnTo>
                      <a:pt x="653339" y="773129"/>
                    </a:lnTo>
                    <a:lnTo>
                      <a:pt x="655520" y="767079"/>
                    </a:lnTo>
                    <a:lnTo>
                      <a:pt x="656251" y="765077"/>
                    </a:lnTo>
                    <a:lnTo>
                      <a:pt x="657399" y="759595"/>
                    </a:lnTo>
                    <a:lnTo>
                      <a:pt x="657595" y="756765"/>
                    </a:lnTo>
                    <a:lnTo>
                      <a:pt x="656903" y="749214"/>
                    </a:lnTo>
                    <a:lnTo>
                      <a:pt x="657046" y="744820"/>
                    </a:lnTo>
                    <a:lnTo>
                      <a:pt x="657751" y="742252"/>
                    </a:lnTo>
                    <a:lnTo>
                      <a:pt x="658705" y="738335"/>
                    </a:lnTo>
                    <a:lnTo>
                      <a:pt x="658185" y="737342"/>
                    </a:lnTo>
                    <a:lnTo>
                      <a:pt x="657621" y="736267"/>
                    </a:lnTo>
                    <a:lnTo>
                      <a:pt x="656303" y="735027"/>
                    </a:lnTo>
                    <a:lnTo>
                      <a:pt x="652399" y="733025"/>
                    </a:lnTo>
                    <a:lnTo>
                      <a:pt x="649421" y="731545"/>
                    </a:lnTo>
                    <a:lnTo>
                      <a:pt x="647176" y="730283"/>
                    </a:lnTo>
                    <a:lnTo>
                      <a:pt x="645165" y="727062"/>
                    </a:lnTo>
                    <a:lnTo>
                      <a:pt x="639785" y="718163"/>
                    </a:lnTo>
                    <a:lnTo>
                      <a:pt x="636090" y="714180"/>
                    </a:lnTo>
                    <a:lnTo>
                      <a:pt x="632839" y="706957"/>
                    </a:lnTo>
                    <a:lnTo>
                      <a:pt x="632460" y="702561"/>
                    </a:lnTo>
                    <a:lnTo>
                      <a:pt x="628713" y="696990"/>
                    </a:lnTo>
                    <a:lnTo>
                      <a:pt x="632251" y="693269"/>
                    </a:lnTo>
                    <a:lnTo>
                      <a:pt x="636665" y="695010"/>
                    </a:lnTo>
                    <a:lnTo>
                      <a:pt x="638544" y="686873"/>
                    </a:lnTo>
                    <a:lnTo>
                      <a:pt x="639550" y="683304"/>
                    </a:lnTo>
                    <a:lnTo>
                      <a:pt x="640686" y="679321"/>
                    </a:lnTo>
                    <a:lnTo>
                      <a:pt x="643154" y="674577"/>
                    </a:lnTo>
                    <a:lnTo>
                      <a:pt x="645413" y="672009"/>
                    </a:lnTo>
                    <a:lnTo>
                      <a:pt x="648207" y="670594"/>
                    </a:lnTo>
                    <a:lnTo>
                      <a:pt x="651824" y="670507"/>
                    </a:lnTo>
                    <a:lnTo>
                      <a:pt x="659671" y="676078"/>
                    </a:lnTo>
                    <a:lnTo>
                      <a:pt x="663353" y="678581"/>
                    </a:lnTo>
                    <a:lnTo>
                      <a:pt x="667440" y="678146"/>
                    </a:lnTo>
                    <a:lnTo>
                      <a:pt x="670796" y="676340"/>
                    </a:lnTo>
                    <a:lnTo>
                      <a:pt x="673302" y="673663"/>
                    </a:lnTo>
                    <a:lnTo>
                      <a:pt x="674399" y="671682"/>
                    </a:lnTo>
                    <a:lnTo>
                      <a:pt x="676515" y="667852"/>
                    </a:lnTo>
                    <a:lnTo>
                      <a:pt x="682664" y="655820"/>
                    </a:lnTo>
                    <a:lnTo>
                      <a:pt x="684597" y="653099"/>
                    </a:lnTo>
                    <a:lnTo>
                      <a:pt x="688452" y="646856"/>
                    </a:lnTo>
                    <a:lnTo>
                      <a:pt x="696674" y="637976"/>
                    </a:lnTo>
                    <a:lnTo>
                      <a:pt x="698549" y="636799"/>
                    </a:lnTo>
                    <a:lnTo>
                      <a:pt x="697208" y="632941"/>
                    </a:lnTo>
                    <a:lnTo>
                      <a:pt x="705610" y="630864"/>
                    </a:lnTo>
                    <a:lnTo>
                      <a:pt x="713293" y="626843"/>
                    </a:lnTo>
                    <a:lnTo>
                      <a:pt x="717334" y="627709"/>
                    </a:lnTo>
                    <a:lnTo>
                      <a:pt x="722021" y="628240"/>
                    </a:lnTo>
                    <a:lnTo>
                      <a:pt x="727798" y="626982"/>
                    </a:lnTo>
                    <a:lnTo>
                      <a:pt x="732166" y="625030"/>
                    </a:lnTo>
                    <a:lnTo>
                      <a:pt x="733932" y="623826"/>
                    </a:lnTo>
                    <a:lnTo>
                      <a:pt x="738209" y="617304"/>
                    </a:lnTo>
                    <a:lnTo>
                      <a:pt x="745497" y="603629"/>
                    </a:lnTo>
                    <a:lnTo>
                      <a:pt x="728446" y="593485"/>
                    </a:lnTo>
                    <a:lnTo>
                      <a:pt x="727082" y="592234"/>
                    </a:lnTo>
                    <a:lnTo>
                      <a:pt x="725486" y="590255"/>
                    </a:lnTo>
                    <a:lnTo>
                      <a:pt x="720463" y="580782"/>
                    </a:lnTo>
                    <a:lnTo>
                      <a:pt x="717817" y="574521"/>
                    </a:lnTo>
                    <a:lnTo>
                      <a:pt x="719189" y="573886"/>
                    </a:lnTo>
                    <a:lnTo>
                      <a:pt x="712758" y="557494"/>
                    </a:lnTo>
                    <a:lnTo>
                      <a:pt x="706468" y="541990"/>
                    </a:lnTo>
                    <a:lnTo>
                      <a:pt x="704254" y="534635"/>
                    </a:lnTo>
                    <a:lnTo>
                      <a:pt x="709221" y="531503"/>
                    </a:lnTo>
                    <a:lnTo>
                      <a:pt x="714552" y="527749"/>
                    </a:lnTo>
                    <a:lnTo>
                      <a:pt x="718166" y="525159"/>
                    </a:lnTo>
                    <a:lnTo>
                      <a:pt x="722041" y="522454"/>
                    </a:lnTo>
                    <a:lnTo>
                      <a:pt x="725947" y="519616"/>
                    </a:lnTo>
                    <a:lnTo>
                      <a:pt x="761168" y="494230"/>
                    </a:lnTo>
                    <a:lnTo>
                      <a:pt x="773783" y="485079"/>
                    </a:lnTo>
                    <a:lnTo>
                      <a:pt x="776843" y="492877"/>
                    </a:lnTo>
                    <a:lnTo>
                      <a:pt x="783154" y="511945"/>
                    </a:lnTo>
                    <a:lnTo>
                      <a:pt x="796481" y="501984"/>
                    </a:lnTo>
                    <a:lnTo>
                      <a:pt x="806232" y="494385"/>
                    </a:lnTo>
                    <a:lnTo>
                      <a:pt x="812704" y="489088"/>
                    </a:lnTo>
                    <a:lnTo>
                      <a:pt x="819260" y="484021"/>
                    </a:lnTo>
                    <a:lnTo>
                      <a:pt x="831990" y="474563"/>
                    </a:lnTo>
                    <a:lnTo>
                      <a:pt x="828285" y="451573"/>
                    </a:lnTo>
                    <a:lnTo>
                      <a:pt x="826926" y="445306"/>
                    </a:lnTo>
                    <a:lnTo>
                      <a:pt x="823069" y="418834"/>
                    </a:lnTo>
                    <a:lnTo>
                      <a:pt x="820192" y="403763"/>
                    </a:lnTo>
                    <a:lnTo>
                      <a:pt x="818802" y="386697"/>
                    </a:lnTo>
                    <a:lnTo>
                      <a:pt x="814471" y="351489"/>
                    </a:lnTo>
                    <a:lnTo>
                      <a:pt x="810867" y="328726"/>
                    </a:lnTo>
                    <a:lnTo>
                      <a:pt x="809792" y="312010"/>
                    </a:lnTo>
                    <a:lnTo>
                      <a:pt x="810393" y="294376"/>
                    </a:lnTo>
                    <a:lnTo>
                      <a:pt x="809950" y="279275"/>
                    </a:lnTo>
                    <a:lnTo>
                      <a:pt x="807485" y="270126"/>
                    </a:lnTo>
                    <a:lnTo>
                      <a:pt x="805998" y="258792"/>
                    </a:lnTo>
                    <a:lnTo>
                      <a:pt x="802996" y="246319"/>
                    </a:lnTo>
                    <a:lnTo>
                      <a:pt x="800088" y="236792"/>
                    </a:lnTo>
                    <a:lnTo>
                      <a:pt x="798317" y="229384"/>
                    </a:lnTo>
                    <a:lnTo>
                      <a:pt x="794239" y="223780"/>
                    </a:lnTo>
                    <a:lnTo>
                      <a:pt x="788960" y="217386"/>
                    </a:lnTo>
                    <a:lnTo>
                      <a:pt x="781847" y="208744"/>
                    </a:lnTo>
                    <a:lnTo>
                      <a:pt x="766168" y="192664"/>
                    </a:lnTo>
                    <a:lnTo>
                      <a:pt x="761300" y="185763"/>
                    </a:lnTo>
                    <a:lnTo>
                      <a:pt x="748002" y="170899"/>
                    </a:lnTo>
                    <a:lnTo>
                      <a:pt x="733680" y="153820"/>
                    </a:lnTo>
                    <a:lnTo>
                      <a:pt x="725011" y="142510"/>
                    </a:lnTo>
                    <a:lnTo>
                      <a:pt x="718922" y="136886"/>
                    </a:lnTo>
                    <a:lnTo>
                      <a:pt x="709382" y="128882"/>
                    </a:lnTo>
                    <a:lnTo>
                      <a:pt x="701127" y="121985"/>
                    </a:lnTo>
                    <a:lnTo>
                      <a:pt x="692361" y="120277"/>
                    </a:lnTo>
                    <a:lnTo>
                      <a:pt x="666851" y="120199"/>
                    </a:lnTo>
                    <a:lnTo>
                      <a:pt x="658084" y="122904"/>
                    </a:lnTo>
                    <a:lnTo>
                      <a:pt x="644831" y="120566"/>
                    </a:lnTo>
                    <a:lnTo>
                      <a:pt x="640735" y="116860"/>
                    </a:lnTo>
                    <a:lnTo>
                      <a:pt x="636537" y="109711"/>
                    </a:lnTo>
                    <a:lnTo>
                      <a:pt x="632704" y="106821"/>
                    </a:lnTo>
                    <a:lnTo>
                      <a:pt x="626169" y="104273"/>
                    </a:lnTo>
                    <a:lnTo>
                      <a:pt x="625776" y="98910"/>
                    </a:lnTo>
                    <a:lnTo>
                      <a:pt x="623544" y="90608"/>
                    </a:lnTo>
                    <a:lnTo>
                      <a:pt x="621209" y="85640"/>
                    </a:lnTo>
                    <a:lnTo>
                      <a:pt x="616721" y="81803"/>
                    </a:lnTo>
                    <a:lnTo>
                      <a:pt x="611655" y="78441"/>
                    </a:lnTo>
                    <a:lnTo>
                      <a:pt x="607145" y="77688"/>
                    </a:lnTo>
                    <a:close/>
                  </a:path>
                </a:pathLst>
              </a:custGeom>
              <a:solidFill>
                <a:srgbClr val="433E81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8" name="pg28">
                <a:extLst>
                  <a:ext uri="{FF2B5EF4-FFF2-40B4-BE49-F238E27FC236}">
                    <a16:creationId xmlns:a16="http://schemas.microsoft.com/office/drawing/2014/main" id="{42410B2B-118F-43C9-87E7-85DC16FA39EC}"/>
                  </a:ext>
                </a:extLst>
              </p:cNvPr>
              <p:cNvSpPr/>
              <p:nvPr/>
            </p:nvSpPr>
            <p:spPr>
              <a:xfrm>
                <a:off x="3371558" y="3990382"/>
                <a:ext cx="449250" cy="524789"/>
              </a:xfrm>
              <a:custGeom>
                <a:avLst/>
                <a:gdLst/>
                <a:ahLst/>
                <a:cxnLst/>
                <a:rect l="0" t="0" r="0" b="0"/>
                <a:pathLst>
                  <a:path w="880164" h="1028158">
                    <a:moveTo>
                      <a:pt x="672643" y="102654"/>
                    </a:moveTo>
                    <a:lnTo>
                      <a:pt x="696097" y="107720"/>
                    </a:lnTo>
                    <a:lnTo>
                      <a:pt x="695751" y="109463"/>
                    </a:lnTo>
                    <a:lnTo>
                      <a:pt x="769056" y="128869"/>
                    </a:lnTo>
                    <a:lnTo>
                      <a:pt x="817838" y="144166"/>
                    </a:lnTo>
                    <a:lnTo>
                      <a:pt x="829643" y="150155"/>
                    </a:lnTo>
                    <a:lnTo>
                      <a:pt x="844744" y="163225"/>
                    </a:lnTo>
                    <a:lnTo>
                      <a:pt x="872522" y="167147"/>
                    </a:lnTo>
                    <a:lnTo>
                      <a:pt x="880164" y="213081"/>
                    </a:lnTo>
                    <a:lnTo>
                      <a:pt x="871030" y="267795"/>
                    </a:lnTo>
                    <a:lnTo>
                      <a:pt x="853133" y="317470"/>
                    </a:lnTo>
                    <a:lnTo>
                      <a:pt x="820136" y="380407"/>
                    </a:lnTo>
                    <a:lnTo>
                      <a:pt x="784156" y="454929"/>
                    </a:lnTo>
                    <a:lnTo>
                      <a:pt x="766717" y="502391"/>
                    </a:lnTo>
                    <a:lnTo>
                      <a:pt x="728660" y="504008"/>
                    </a:lnTo>
                    <a:lnTo>
                      <a:pt x="722112" y="525231"/>
                    </a:lnTo>
                    <a:lnTo>
                      <a:pt x="716528" y="559061"/>
                    </a:lnTo>
                    <a:lnTo>
                      <a:pt x="712416" y="584027"/>
                    </a:lnTo>
                    <a:lnTo>
                      <a:pt x="709758" y="612386"/>
                    </a:lnTo>
                    <a:lnTo>
                      <a:pt x="719495" y="644061"/>
                    </a:lnTo>
                    <a:lnTo>
                      <a:pt x="735491" y="659922"/>
                    </a:lnTo>
                    <a:lnTo>
                      <a:pt x="742751" y="714198"/>
                    </a:lnTo>
                    <a:lnTo>
                      <a:pt x="741237" y="723355"/>
                    </a:lnTo>
                    <a:lnTo>
                      <a:pt x="740961" y="726803"/>
                    </a:lnTo>
                    <a:lnTo>
                      <a:pt x="741089" y="731375"/>
                    </a:lnTo>
                    <a:lnTo>
                      <a:pt x="742322" y="746017"/>
                    </a:lnTo>
                    <a:lnTo>
                      <a:pt x="744164" y="764702"/>
                    </a:lnTo>
                    <a:lnTo>
                      <a:pt x="746847" y="778004"/>
                    </a:lnTo>
                    <a:lnTo>
                      <a:pt x="749187" y="784911"/>
                    </a:lnTo>
                    <a:lnTo>
                      <a:pt x="755942" y="796667"/>
                    </a:lnTo>
                    <a:lnTo>
                      <a:pt x="761856" y="807285"/>
                    </a:lnTo>
                    <a:lnTo>
                      <a:pt x="769692" y="814924"/>
                    </a:lnTo>
                    <a:lnTo>
                      <a:pt x="772720" y="820909"/>
                    </a:lnTo>
                    <a:lnTo>
                      <a:pt x="778296" y="828545"/>
                    </a:lnTo>
                    <a:lnTo>
                      <a:pt x="787996" y="836097"/>
                    </a:lnTo>
                    <a:lnTo>
                      <a:pt x="803366" y="849672"/>
                    </a:lnTo>
                    <a:lnTo>
                      <a:pt x="793642" y="874471"/>
                    </a:lnTo>
                    <a:lnTo>
                      <a:pt x="772589" y="914166"/>
                    </a:lnTo>
                    <a:lnTo>
                      <a:pt x="757792" y="912464"/>
                    </a:lnTo>
                    <a:lnTo>
                      <a:pt x="746385" y="910821"/>
                    </a:lnTo>
                    <a:lnTo>
                      <a:pt x="743917" y="910647"/>
                    </a:lnTo>
                    <a:lnTo>
                      <a:pt x="740783" y="910322"/>
                    </a:lnTo>
                    <a:lnTo>
                      <a:pt x="737624" y="909994"/>
                    </a:lnTo>
                    <a:lnTo>
                      <a:pt x="735051" y="910560"/>
                    </a:lnTo>
                    <a:lnTo>
                      <a:pt x="733497" y="910908"/>
                    </a:lnTo>
                    <a:lnTo>
                      <a:pt x="722155" y="916087"/>
                    </a:lnTo>
                    <a:lnTo>
                      <a:pt x="715550" y="918137"/>
                    </a:lnTo>
                    <a:lnTo>
                      <a:pt x="709574" y="919478"/>
                    </a:lnTo>
                    <a:lnTo>
                      <a:pt x="698496" y="920194"/>
                    </a:lnTo>
                    <a:lnTo>
                      <a:pt x="677587" y="918814"/>
                    </a:lnTo>
                    <a:lnTo>
                      <a:pt x="656000" y="916189"/>
                    </a:lnTo>
                    <a:lnTo>
                      <a:pt x="645659" y="918240"/>
                    </a:lnTo>
                    <a:lnTo>
                      <a:pt x="628930" y="924407"/>
                    </a:lnTo>
                    <a:lnTo>
                      <a:pt x="617362" y="929160"/>
                    </a:lnTo>
                    <a:lnTo>
                      <a:pt x="612985" y="932287"/>
                    </a:lnTo>
                    <a:lnTo>
                      <a:pt x="612651" y="936857"/>
                    </a:lnTo>
                    <a:lnTo>
                      <a:pt x="611761" y="939702"/>
                    </a:lnTo>
                    <a:lnTo>
                      <a:pt x="609148" y="939813"/>
                    </a:lnTo>
                    <a:lnTo>
                      <a:pt x="607924" y="938531"/>
                    </a:lnTo>
                    <a:lnTo>
                      <a:pt x="607313" y="937136"/>
                    </a:lnTo>
                    <a:lnTo>
                      <a:pt x="601196" y="938307"/>
                    </a:lnTo>
                    <a:lnTo>
                      <a:pt x="598139" y="941430"/>
                    </a:lnTo>
                    <a:lnTo>
                      <a:pt x="593412" y="942655"/>
                    </a:lnTo>
                    <a:lnTo>
                      <a:pt x="590020" y="943156"/>
                    </a:lnTo>
                    <a:lnTo>
                      <a:pt x="580068" y="959264"/>
                    </a:lnTo>
                    <a:lnTo>
                      <a:pt x="576731" y="963834"/>
                    </a:lnTo>
                    <a:lnTo>
                      <a:pt x="574564" y="970859"/>
                    </a:lnTo>
                    <a:lnTo>
                      <a:pt x="572451" y="977268"/>
                    </a:lnTo>
                    <a:lnTo>
                      <a:pt x="570792" y="993780"/>
                    </a:lnTo>
                    <a:lnTo>
                      <a:pt x="572904" y="1002892"/>
                    </a:lnTo>
                    <a:lnTo>
                      <a:pt x="564688" y="1026511"/>
                    </a:lnTo>
                    <a:lnTo>
                      <a:pt x="564457" y="1027018"/>
                    </a:lnTo>
                    <a:lnTo>
                      <a:pt x="564216" y="1027320"/>
                    </a:lnTo>
                    <a:lnTo>
                      <a:pt x="563661" y="1027455"/>
                    </a:lnTo>
                    <a:lnTo>
                      <a:pt x="526912" y="1028158"/>
                    </a:lnTo>
                    <a:lnTo>
                      <a:pt x="520035" y="1005214"/>
                    </a:lnTo>
                    <a:lnTo>
                      <a:pt x="517925" y="1000648"/>
                    </a:lnTo>
                    <a:lnTo>
                      <a:pt x="524905" y="998855"/>
                    </a:lnTo>
                    <a:lnTo>
                      <a:pt x="529570" y="975242"/>
                    </a:lnTo>
                    <a:lnTo>
                      <a:pt x="536298" y="960124"/>
                    </a:lnTo>
                    <a:lnTo>
                      <a:pt x="536778" y="944677"/>
                    </a:lnTo>
                    <a:lnTo>
                      <a:pt x="537830" y="934420"/>
                    </a:lnTo>
                    <a:lnTo>
                      <a:pt x="543120" y="923376"/>
                    </a:lnTo>
                    <a:lnTo>
                      <a:pt x="546356" y="916366"/>
                    </a:lnTo>
                    <a:lnTo>
                      <a:pt x="551465" y="893966"/>
                    </a:lnTo>
                    <a:lnTo>
                      <a:pt x="551712" y="885781"/>
                    </a:lnTo>
                    <a:lnTo>
                      <a:pt x="551064" y="879857"/>
                    </a:lnTo>
                    <a:lnTo>
                      <a:pt x="551220" y="876375"/>
                    </a:lnTo>
                    <a:lnTo>
                      <a:pt x="550097" y="872307"/>
                    </a:lnTo>
                    <a:lnTo>
                      <a:pt x="548204" y="867737"/>
                    </a:lnTo>
                    <a:lnTo>
                      <a:pt x="545030" y="864908"/>
                    </a:lnTo>
                    <a:lnTo>
                      <a:pt x="542955" y="863755"/>
                    </a:lnTo>
                    <a:lnTo>
                      <a:pt x="538032" y="862841"/>
                    </a:lnTo>
                    <a:lnTo>
                      <a:pt x="512030" y="856073"/>
                    </a:lnTo>
                    <a:lnTo>
                      <a:pt x="496710" y="859850"/>
                    </a:lnTo>
                    <a:lnTo>
                      <a:pt x="490607" y="871082"/>
                    </a:lnTo>
                    <a:lnTo>
                      <a:pt x="485896" y="871742"/>
                    </a:lnTo>
                    <a:lnTo>
                      <a:pt x="485597" y="871783"/>
                    </a:lnTo>
                    <a:lnTo>
                      <a:pt x="483602" y="874005"/>
                    </a:lnTo>
                    <a:lnTo>
                      <a:pt x="482578" y="879178"/>
                    </a:lnTo>
                    <a:lnTo>
                      <a:pt x="480571" y="882381"/>
                    </a:lnTo>
                    <a:lnTo>
                      <a:pt x="479424" y="885295"/>
                    </a:lnTo>
                    <a:lnTo>
                      <a:pt x="478809" y="888005"/>
                    </a:lnTo>
                    <a:lnTo>
                      <a:pt x="478318" y="892399"/>
                    </a:lnTo>
                    <a:lnTo>
                      <a:pt x="477908" y="898187"/>
                    </a:lnTo>
                    <a:lnTo>
                      <a:pt x="476475" y="900118"/>
                    </a:lnTo>
                    <a:lnTo>
                      <a:pt x="470126" y="906113"/>
                    </a:lnTo>
                    <a:lnTo>
                      <a:pt x="463646" y="917371"/>
                    </a:lnTo>
                    <a:lnTo>
                      <a:pt x="460396" y="919874"/>
                    </a:lnTo>
                    <a:lnTo>
                      <a:pt x="458907" y="921027"/>
                    </a:lnTo>
                    <a:lnTo>
                      <a:pt x="452926" y="923443"/>
                    </a:lnTo>
                    <a:lnTo>
                      <a:pt x="443894" y="926525"/>
                    </a:lnTo>
                    <a:lnTo>
                      <a:pt x="436717" y="932411"/>
                    </a:lnTo>
                    <a:lnTo>
                      <a:pt x="430902" y="936807"/>
                    </a:lnTo>
                    <a:lnTo>
                      <a:pt x="429739" y="938707"/>
                    </a:lnTo>
                    <a:lnTo>
                      <a:pt x="429362" y="950450"/>
                    </a:lnTo>
                    <a:lnTo>
                      <a:pt x="428841" y="951902"/>
                    </a:lnTo>
                    <a:lnTo>
                      <a:pt x="426176" y="954457"/>
                    </a:lnTo>
                    <a:lnTo>
                      <a:pt x="423279" y="957127"/>
                    </a:lnTo>
                    <a:lnTo>
                      <a:pt x="420212" y="961175"/>
                    </a:lnTo>
                    <a:lnTo>
                      <a:pt x="414891" y="968857"/>
                    </a:lnTo>
                    <a:lnTo>
                      <a:pt x="402501" y="988615"/>
                    </a:lnTo>
                    <a:lnTo>
                      <a:pt x="400450" y="991423"/>
                    </a:lnTo>
                    <a:lnTo>
                      <a:pt x="398894" y="993708"/>
                    </a:lnTo>
                    <a:lnTo>
                      <a:pt x="392773" y="991771"/>
                    </a:lnTo>
                    <a:lnTo>
                      <a:pt x="374454" y="980026"/>
                    </a:lnTo>
                    <a:lnTo>
                      <a:pt x="355915" y="968766"/>
                    </a:lnTo>
                    <a:lnTo>
                      <a:pt x="345264" y="961523"/>
                    </a:lnTo>
                    <a:lnTo>
                      <a:pt x="334484" y="953460"/>
                    </a:lnTo>
                    <a:lnTo>
                      <a:pt x="330451" y="947684"/>
                    </a:lnTo>
                    <a:lnTo>
                      <a:pt x="323505" y="936631"/>
                    </a:lnTo>
                    <a:lnTo>
                      <a:pt x="322330" y="935717"/>
                    </a:lnTo>
                    <a:lnTo>
                      <a:pt x="317472" y="931909"/>
                    </a:lnTo>
                    <a:lnTo>
                      <a:pt x="315292" y="930733"/>
                    </a:lnTo>
                    <a:lnTo>
                      <a:pt x="311191" y="928666"/>
                    </a:lnTo>
                    <a:lnTo>
                      <a:pt x="303932" y="926511"/>
                    </a:lnTo>
                    <a:lnTo>
                      <a:pt x="298409" y="925423"/>
                    </a:lnTo>
                    <a:lnTo>
                      <a:pt x="295667" y="924836"/>
                    </a:lnTo>
                    <a:lnTo>
                      <a:pt x="289870" y="924773"/>
                    </a:lnTo>
                    <a:lnTo>
                      <a:pt x="284463" y="925423"/>
                    </a:lnTo>
                    <a:lnTo>
                      <a:pt x="279907" y="926511"/>
                    </a:lnTo>
                    <a:lnTo>
                      <a:pt x="257841" y="931996"/>
                    </a:lnTo>
                    <a:lnTo>
                      <a:pt x="239274" y="935978"/>
                    </a:lnTo>
                    <a:lnTo>
                      <a:pt x="221686" y="939787"/>
                    </a:lnTo>
                    <a:lnTo>
                      <a:pt x="217033" y="941554"/>
                    </a:lnTo>
                    <a:lnTo>
                      <a:pt x="210934" y="940788"/>
                    </a:lnTo>
                    <a:lnTo>
                      <a:pt x="203766" y="938575"/>
                    </a:lnTo>
                    <a:lnTo>
                      <a:pt x="188655" y="934350"/>
                    </a:lnTo>
                    <a:lnTo>
                      <a:pt x="170750" y="923486"/>
                    </a:lnTo>
                    <a:lnTo>
                      <a:pt x="148683" y="910977"/>
                    </a:lnTo>
                    <a:lnTo>
                      <a:pt x="132318" y="899125"/>
                    </a:lnTo>
                    <a:lnTo>
                      <a:pt x="130619" y="893987"/>
                    </a:lnTo>
                    <a:lnTo>
                      <a:pt x="129618" y="888153"/>
                    </a:lnTo>
                    <a:lnTo>
                      <a:pt x="129649" y="877456"/>
                    </a:lnTo>
                    <a:lnTo>
                      <a:pt x="128139" y="875189"/>
                    </a:lnTo>
                    <a:lnTo>
                      <a:pt x="128079" y="873289"/>
                    </a:lnTo>
                    <a:lnTo>
                      <a:pt x="127772" y="870255"/>
                    </a:lnTo>
                    <a:lnTo>
                      <a:pt x="127321" y="865256"/>
                    </a:lnTo>
                    <a:lnTo>
                      <a:pt x="126682" y="856597"/>
                    </a:lnTo>
                    <a:lnTo>
                      <a:pt x="125611" y="850789"/>
                    </a:lnTo>
                    <a:lnTo>
                      <a:pt x="124919" y="846980"/>
                    </a:lnTo>
                    <a:lnTo>
                      <a:pt x="117228" y="834686"/>
                    </a:lnTo>
                    <a:lnTo>
                      <a:pt x="112083" y="826308"/>
                    </a:lnTo>
                    <a:lnTo>
                      <a:pt x="105124" y="814602"/>
                    </a:lnTo>
                    <a:lnTo>
                      <a:pt x="101691" y="810619"/>
                    </a:lnTo>
                    <a:lnTo>
                      <a:pt x="79937" y="795257"/>
                    </a:lnTo>
                    <a:lnTo>
                      <a:pt x="70810" y="788445"/>
                    </a:lnTo>
                    <a:lnTo>
                      <a:pt x="60939" y="780981"/>
                    </a:lnTo>
                    <a:lnTo>
                      <a:pt x="41053" y="764617"/>
                    </a:lnTo>
                    <a:lnTo>
                      <a:pt x="37044" y="761312"/>
                    </a:lnTo>
                    <a:lnTo>
                      <a:pt x="33819" y="755414"/>
                    </a:lnTo>
                    <a:lnTo>
                      <a:pt x="32578" y="747427"/>
                    </a:lnTo>
                    <a:lnTo>
                      <a:pt x="32408" y="739965"/>
                    </a:lnTo>
                    <a:lnTo>
                      <a:pt x="30190" y="732740"/>
                    </a:lnTo>
                    <a:lnTo>
                      <a:pt x="27212" y="726842"/>
                    </a:lnTo>
                    <a:lnTo>
                      <a:pt x="25266" y="724037"/>
                    </a:lnTo>
                    <a:lnTo>
                      <a:pt x="23882" y="722035"/>
                    </a:lnTo>
                    <a:lnTo>
                      <a:pt x="19591" y="716424"/>
                    </a:lnTo>
                    <a:lnTo>
                      <a:pt x="16809" y="714041"/>
                    </a:lnTo>
                    <a:lnTo>
                      <a:pt x="16142" y="713471"/>
                    </a:lnTo>
                    <a:lnTo>
                      <a:pt x="15562" y="713118"/>
                    </a:lnTo>
                    <a:lnTo>
                      <a:pt x="12464" y="711460"/>
                    </a:lnTo>
                    <a:lnTo>
                      <a:pt x="11461" y="710946"/>
                    </a:lnTo>
                    <a:lnTo>
                      <a:pt x="9373" y="709869"/>
                    </a:lnTo>
                    <a:lnTo>
                      <a:pt x="2967" y="706318"/>
                    </a:lnTo>
                    <a:lnTo>
                      <a:pt x="25413" y="647826"/>
                    </a:lnTo>
                    <a:lnTo>
                      <a:pt x="41648" y="606127"/>
                    </a:lnTo>
                    <a:lnTo>
                      <a:pt x="0" y="573326"/>
                    </a:lnTo>
                    <a:lnTo>
                      <a:pt x="50930" y="427759"/>
                    </a:lnTo>
                    <a:lnTo>
                      <a:pt x="59805" y="417043"/>
                    </a:lnTo>
                    <a:lnTo>
                      <a:pt x="66191" y="400616"/>
                    </a:lnTo>
                    <a:lnTo>
                      <a:pt x="108031" y="411073"/>
                    </a:lnTo>
                    <a:lnTo>
                      <a:pt x="122494" y="367605"/>
                    </a:lnTo>
                    <a:lnTo>
                      <a:pt x="114386" y="364312"/>
                    </a:lnTo>
                    <a:lnTo>
                      <a:pt x="122429" y="337722"/>
                    </a:lnTo>
                    <a:lnTo>
                      <a:pt x="126682" y="326969"/>
                    </a:lnTo>
                    <a:lnTo>
                      <a:pt x="136331" y="331500"/>
                    </a:lnTo>
                    <a:lnTo>
                      <a:pt x="142470" y="334419"/>
                    </a:lnTo>
                    <a:lnTo>
                      <a:pt x="148898" y="337509"/>
                    </a:lnTo>
                    <a:lnTo>
                      <a:pt x="150423" y="338145"/>
                    </a:lnTo>
                    <a:lnTo>
                      <a:pt x="152185" y="338878"/>
                    </a:lnTo>
                    <a:lnTo>
                      <a:pt x="161477" y="313054"/>
                    </a:lnTo>
                    <a:lnTo>
                      <a:pt x="176274" y="259991"/>
                    </a:lnTo>
                    <a:lnTo>
                      <a:pt x="196610" y="270245"/>
                    </a:lnTo>
                    <a:lnTo>
                      <a:pt x="208811" y="272915"/>
                    </a:lnTo>
                    <a:lnTo>
                      <a:pt x="230689" y="273758"/>
                    </a:lnTo>
                    <a:lnTo>
                      <a:pt x="249902" y="274600"/>
                    </a:lnTo>
                    <a:lnTo>
                      <a:pt x="261491" y="274078"/>
                    </a:lnTo>
                    <a:lnTo>
                      <a:pt x="269400" y="274350"/>
                    </a:lnTo>
                    <a:lnTo>
                      <a:pt x="269589" y="287194"/>
                    </a:lnTo>
                    <a:lnTo>
                      <a:pt x="305018" y="286121"/>
                    </a:lnTo>
                    <a:lnTo>
                      <a:pt x="317133" y="284785"/>
                    </a:lnTo>
                    <a:lnTo>
                      <a:pt x="356969" y="280408"/>
                    </a:lnTo>
                    <a:lnTo>
                      <a:pt x="371719" y="277338"/>
                    </a:lnTo>
                    <a:lnTo>
                      <a:pt x="375863" y="277007"/>
                    </a:lnTo>
                    <a:lnTo>
                      <a:pt x="385425" y="276243"/>
                    </a:lnTo>
                    <a:lnTo>
                      <a:pt x="396311" y="276267"/>
                    </a:lnTo>
                    <a:lnTo>
                      <a:pt x="437468" y="148103"/>
                    </a:lnTo>
                    <a:lnTo>
                      <a:pt x="331612" y="149374"/>
                    </a:lnTo>
                    <a:lnTo>
                      <a:pt x="323548" y="91820"/>
                    </a:lnTo>
                    <a:lnTo>
                      <a:pt x="341388" y="83953"/>
                    </a:lnTo>
                    <a:lnTo>
                      <a:pt x="351935" y="97999"/>
                    </a:lnTo>
                    <a:lnTo>
                      <a:pt x="353773" y="96588"/>
                    </a:lnTo>
                    <a:lnTo>
                      <a:pt x="369977" y="84743"/>
                    </a:lnTo>
                    <a:lnTo>
                      <a:pt x="366311" y="73437"/>
                    </a:lnTo>
                    <a:lnTo>
                      <a:pt x="362865" y="59148"/>
                    </a:lnTo>
                    <a:lnTo>
                      <a:pt x="360702" y="39422"/>
                    </a:lnTo>
                    <a:lnTo>
                      <a:pt x="362271" y="34212"/>
                    </a:lnTo>
                    <a:lnTo>
                      <a:pt x="365020" y="27357"/>
                    </a:lnTo>
                    <a:lnTo>
                      <a:pt x="361920" y="17549"/>
                    </a:lnTo>
                    <a:lnTo>
                      <a:pt x="372141" y="7503"/>
                    </a:lnTo>
                    <a:lnTo>
                      <a:pt x="379774" y="0"/>
                    </a:lnTo>
                    <a:lnTo>
                      <a:pt x="397789" y="27003"/>
                    </a:lnTo>
                    <a:lnTo>
                      <a:pt x="426544" y="59503"/>
                    </a:lnTo>
                    <a:lnTo>
                      <a:pt x="448259" y="76830"/>
                    </a:lnTo>
                    <a:lnTo>
                      <a:pt x="472001" y="87703"/>
                    </a:lnTo>
                    <a:lnTo>
                      <a:pt x="506758" y="97128"/>
                    </a:lnTo>
                    <a:lnTo>
                      <a:pt x="528197" y="98062"/>
                    </a:lnTo>
                    <a:lnTo>
                      <a:pt x="551932" y="96131"/>
                    </a:lnTo>
                    <a:lnTo>
                      <a:pt x="607240" y="86858"/>
                    </a:lnTo>
                    <a:lnTo>
                      <a:pt x="632034" y="85178"/>
                    </a:lnTo>
                    <a:lnTo>
                      <a:pt x="657757" y="85394"/>
                    </a:lnTo>
                    <a:lnTo>
                      <a:pt x="655710" y="98995"/>
                    </a:lnTo>
                    <a:close/>
                  </a:path>
                </a:pathLst>
              </a:custGeom>
              <a:solidFill>
                <a:srgbClr val="44387C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39" name="pg29">
                <a:extLst>
                  <a:ext uri="{FF2B5EF4-FFF2-40B4-BE49-F238E27FC236}">
                    <a16:creationId xmlns:a16="http://schemas.microsoft.com/office/drawing/2014/main" id="{238CB5B2-7BC5-4884-AEFC-18FC739F48A7}"/>
                  </a:ext>
                </a:extLst>
              </p:cNvPr>
              <p:cNvSpPr/>
              <p:nvPr/>
            </p:nvSpPr>
            <p:spPr>
              <a:xfrm>
                <a:off x="2962375" y="3249622"/>
                <a:ext cx="472524" cy="556817"/>
              </a:xfrm>
              <a:custGeom>
                <a:avLst/>
                <a:gdLst/>
                <a:ahLst/>
                <a:cxnLst/>
                <a:rect l="0" t="0" r="0" b="0"/>
                <a:pathLst>
                  <a:path w="925762" h="1090906">
                    <a:moveTo>
                      <a:pt x="725244" y="624930"/>
                    </a:moveTo>
                    <a:lnTo>
                      <a:pt x="698781" y="639128"/>
                    </a:lnTo>
                    <a:lnTo>
                      <a:pt x="686193" y="650253"/>
                    </a:lnTo>
                    <a:lnTo>
                      <a:pt x="674026" y="662742"/>
                    </a:lnTo>
                    <a:lnTo>
                      <a:pt x="657976" y="692655"/>
                    </a:lnTo>
                    <a:lnTo>
                      <a:pt x="652165" y="708104"/>
                    </a:lnTo>
                    <a:lnTo>
                      <a:pt x="649563" y="727419"/>
                    </a:lnTo>
                    <a:lnTo>
                      <a:pt x="650655" y="746563"/>
                    </a:lnTo>
                    <a:lnTo>
                      <a:pt x="653959" y="766265"/>
                    </a:lnTo>
                    <a:lnTo>
                      <a:pt x="656986" y="774846"/>
                    </a:lnTo>
                    <a:lnTo>
                      <a:pt x="659111" y="779109"/>
                    </a:lnTo>
                    <a:lnTo>
                      <a:pt x="661174" y="784341"/>
                    </a:lnTo>
                    <a:lnTo>
                      <a:pt x="668799" y="796243"/>
                    </a:lnTo>
                    <a:lnTo>
                      <a:pt x="677119" y="807871"/>
                    </a:lnTo>
                    <a:lnTo>
                      <a:pt x="708055" y="849280"/>
                    </a:lnTo>
                    <a:lnTo>
                      <a:pt x="708784" y="850332"/>
                    </a:lnTo>
                    <a:lnTo>
                      <a:pt x="684772" y="867221"/>
                    </a:lnTo>
                    <a:lnTo>
                      <a:pt x="679943" y="870614"/>
                    </a:lnTo>
                    <a:lnTo>
                      <a:pt x="682762" y="877848"/>
                    </a:lnTo>
                    <a:lnTo>
                      <a:pt x="685546" y="883905"/>
                    </a:lnTo>
                    <a:lnTo>
                      <a:pt x="688738" y="895206"/>
                    </a:lnTo>
                    <a:lnTo>
                      <a:pt x="689577" y="910821"/>
                    </a:lnTo>
                    <a:lnTo>
                      <a:pt x="688150" y="922747"/>
                    </a:lnTo>
                    <a:lnTo>
                      <a:pt x="686429" y="928921"/>
                    </a:lnTo>
                    <a:lnTo>
                      <a:pt x="684312" y="932733"/>
                    </a:lnTo>
                    <a:lnTo>
                      <a:pt x="683016" y="935071"/>
                    </a:lnTo>
                    <a:lnTo>
                      <a:pt x="681428" y="937930"/>
                    </a:lnTo>
                    <a:lnTo>
                      <a:pt x="671450" y="950217"/>
                    </a:lnTo>
                    <a:lnTo>
                      <a:pt x="660792" y="962069"/>
                    </a:lnTo>
                    <a:lnTo>
                      <a:pt x="651053" y="973967"/>
                    </a:lnTo>
                    <a:lnTo>
                      <a:pt x="640133" y="984896"/>
                    </a:lnTo>
                    <a:lnTo>
                      <a:pt x="630705" y="995170"/>
                    </a:lnTo>
                    <a:lnTo>
                      <a:pt x="624399" y="1002809"/>
                    </a:lnTo>
                    <a:lnTo>
                      <a:pt x="617706" y="1010302"/>
                    </a:lnTo>
                    <a:lnTo>
                      <a:pt x="613370" y="1015155"/>
                    </a:lnTo>
                    <a:lnTo>
                      <a:pt x="612926" y="1015653"/>
                    </a:lnTo>
                    <a:lnTo>
                      <a:pt x="602432" y="1027399"/>
                    </a:lnTo>
                    <a:lnTo>
                      <a:pt x="576906" y="1052032"/>
                    </a:lnTo>
                    <a:lnTo>
                      <a:pt x="572761" y="1056815"/>
                    </a:lnTo>
                    <a:lnTo>
                      <a:pt x="569113" y="1062859"/>
                    </a:lnTo>
                    <a:lnTo>
                      <a:pt x="564500" y="1072765"/>
                    </a:lnTo>
                    <a:lnTo>
                      <a:pt x="556562" y="1089809"/>
                    </a:lnTo>
                    <a:lnTo>
                      <a:pt x="556051" y="1090906"/>
                    </a:lnTo>
                    <a:lnTo>
                      <a:pt x="530099" y="1082948"/>
                    </a:lnTo>
                    <a:lnTo>
                      <a:pt x="472064" y="1071261"/>
                    </a:lnTo>
                    <a:lnTo>
                      <a:pt x="443909" y="1063461"/>
                    </a:lnTo>
                    <a:lnTo>
                      <a:pt x="431786" y="1059612"/>
                    </a:lnTo>
                    <a:lnTo>
                      <a:pt x="425420" y="1057359"/>
                    </a:lnTo>
                    <a:lnTo>
                      <a:pt x="419818" y="1054678"/>
                    </a:lnTo>
                    <a:lnTo>
                      <a:pt x="413187" y="1051026"/>
                    </a:lnTo>
                    <a:lnTo>
                      <a:pt x="396516" y="1041849"/>
                    </a:lnTo>
                    <a:lnTo>
                      <a:pt x="376725" y="1027455"/>
                    </a:lnTo>
                    <a:lnTo>
                      <a:pt x="319050" y="975647"/>
                    </a:lnTo>
                    <a:lnTo>
                      <a:pt x="278956" y="934137"/>
                    </a:lnTo>
                    <a:lnTo>
                      <a:pt x="257619" y="898786"/>
                    </a:lnTo>
                    <a:lnTo>
                      <a:pt x="216730" y="823949"/>
                    </a:lnTo>
                    <a:lnTo>
                      <a:pt x="164466" y="755229"/>
                    </a:lnTo>
                    <a:lnTo>
                      <a:pt x="0" y="536645"/>
                    </a:lnTo>
                    <a:lnTo>
                      <a:pt x="65611" y="498946"/>
                    </a:lnTo>
                    <a:lnTo>
                      <a:pt x="66226" y="495338"/>
                    </a:lnTo>
                    <a:lnTo>
                      <a:pt x="65902" y="479921"/>
                    </a:lnTo>
                    <a:lnTo>
                      <a:pt x="65742" y="472235"/>
                    </a:lnTo>
                    <a:lnTo>
                      <a:pt x="68018" y="469606"/>
                    </a:lnTo>
                    <a:lnTo>
                      <a:pt x="69605" y="466907"/>
                    </a:lnTo>
                    <a:lnTo>
                      <a:pt x="70385" y="464624"/>
                    </a:lnTo>
                    <a:lnTo>
                      <a:pt x="70709" y="460896"/>
                    </a:lnTo>
                    <a:lnTo>
                      <a:pt x="70598" y="460174"/>
                    </a:lnTo>
                    <a:lnTo>
                      <a:pt x="66090" y="428357"/>
                    </a:lnTo>
                    <a:lnTo>
                      <a:pt x="61760" y="408557"/>
                    </a:lnTo>
                    <a:lnTo>
                      <a:pt x="61597" y="401108"/>
                    </a:lnTo>
                    <a:lnTo>
                      <a:pt x="61511" y="399398"/>
                    </a:lnTo>
                    <a:lnTo>
                      <a:pt x="67002" y="399683"/>
                    </a:lnTo>
                    <a:lnTo>
                      <a:pt x="68168" y="399733"/>
                    </a:lnTo>
                    <a:lnTo>
                      <a:pt x="69083" y="403646"/>
                    </a:lnTo>
                    <a:lnTo>
                      <a:pt x="72996" y="412137"/>
                    </a:lnTo>
                    <a:lnTo>
                      <a:pt x="81235" y="421711"/>
                    </a:lnTo>
                    <a:lnTo>
                      <a:pt x="89392" y="428122"/>
                    </a:lnTo>
                    <a:lnTo>
                      <a:pt x="116112" y="429830"/>
                    </a:lnTo>
                    <a:lnTo>
                      <a:pt x="165842" y="440657"/>
                    </a:lnTo>
                    <a:lnTo>
                      <a:pt x="176923" y="444196"/>
                    </a:lnTo>
                    <a:lnTo>
                      <a:pt x="202192" y="455876"/>
                    </a:lnTo>
                    <a:lnTo>
                      <a:pt x="212527" y="460988"/>
                    </a:lnTo>
                    <a:lnTo>
                      <a:pt x="217726" y="464733"/>
                    </a:lnTo>
                    <a:lnTo>
                      <a:pt x="223573" y="470618"/>
                    </a:lnTo>
                    <a:lnTo>
                      <a:pt x="239523" y="490404"/>
                    </a:lnTo>
                    <a:lnTo>
                      <a:pt x="255996" y="511664"/>
                    </a:lnTo>
                    <a:lnTo>
                      <a:pt x="260994" y="517333"/>
                    </a:lnTo>
                    <a:lnTo>
                      <a:pt x="261445" y="505636"/>
                    </a:lnTo>
                    <a:lnTo>
                      <a:pt x="259125" y="477120"/>
                    </a:lnTo>
                    <a:lnTo>
                      <a:pt x="273247" y="452107"/>
                    </a:lnTo>
                    <a:lnTo>
                      <a:pt x="280047" y="457284"/>
                    </a:lnTo>
                    <a:lnTo>
                      <a:pt x="284121" y="454052"/>
                    </a:lnTo>
                    <a:lnTo>
                      <a:pt x="289295" y="449743"/>
                    </a:lnTo>
                    <a:lnTo>
                      <a:pt x="307598" y="435506"/>
                    </a:lnTo>
                    <a:lnTo>
                      <a:pt x="341628" y="465225"/>
                    </a:lnTo>
                    <a:lnTo>
                      <a:pt x="343688" y="463247"/>
                    </a:lnTo>
                    <a:lnTo>
                      <a:pt x="349964" y="457754"/>
                    </a:lnTo>
                    <a:lnTo>
                      <a:pt x="354860" y="461904"/>
                    </a:lnTo>
                    <a:lnTo>
                      <a:pt x="365853" y="450468"/>
                    </a:lnTo>
                    <a:lnTo>
                      <a:pt x="372303" y="442818"/>
                    </a:lnTo>
                    <a:lnTo>
                      <a:pt x="362687" y="434692"/>
                    </a:lnTo>
                    <a:lnTo>
                      <a:pt x="357448" y="430287"/>
                    </a:lnTo>
                    <a:lnTo>
                      <a:pt x="363282" y="415985"/>
                    </a:lnTo>
                    <a:lnTo>
                      <a:pt x="382788" y="368159"/>
                    </a:lnTo>
                    <a:lnTo>
                      <a:pt x="437820" y="333350"/>
                    </a:lnTo>
                    <a:lnTo>
                      <a:pt x="409907" y="266916"/>
                    </a:lnTo>
                    <a:lnTo>
                      <a:pt x="455079" y="165086"/>
                    </a:lnTo>
                    <a:lnTo>
                      <a:pt x="493154" y="4380"/>
                    </a:lnTo>
                    <a:lnTo>
                      <a:pt x="494193" y="0"/>
                    </a:lnTo>
                    <a:lnTo>
                      <a:pt x="539633" y="15582"/>
                    </a:lnTo>
                    <a:lnTo>
                      <a:pt x="583762" y="34217"/>
                    </a:lnTo>
                    <a:lnTo>
                      <a:pt x="602159" y="43945"/>
                    </a:lnTo>
                    <a:lnTo>
                      <a:pt x="604054" y="43836"/>
                    </a:lnTo>
                    <a:lnTo>
                      <a:pt x="608259" y="43597"/>
                    </a:lnTo>
                    <a:lnTo>
                      <a:pt x="622010" y="41688"/>
                    </a:lnTo>
                    <a:lnTo>
                      <a:pt x="670639" y="36245"/>
                    </a:lnTo>
                    <a:lnTo>
                      <a:pt x="681460" y="34413"/>
                    </a:lnTo>
                    <a:lnTo>
                      <a:pt x="686071" y="37355"/>
                    </a:lnTo>
                    <a:lnTo>
                      <a:pt x="690805" y="41076"/>
                    </a:lnTo>
                    <a:lnTo>
                      <a:pt x="697657" y="49296"/>
                    </a:lnTo>
                    <a:lnTo>
                      <a:pt x="700960" y="51625"/>
                    </a:lnTo>
                    <a:lnTo>
                      <a:pt x="706743" y="55359"/>
                    </a:lnTo>
                    <a:lnTo>
                      <a:pt x="713230" y="60336"/>
                    </a:lnTo>
                    <a:lnTo>
                      <a:pt x="717020" y="61309"/>
                    </a:lnTo>
                    <a:lnTo>
                      <a:pt x="721434" y="62032"/>
                    </a:lnTo>
                    <a:lnTo>
                      <a:pt x="725802" y="64001"/>
                    </a:lnTo>
                    <a:lnTo>
                      <a:pt x="735464" y="71672"/>
                    </a:lnTo>
                    <a:lnTo>
                      <a:pt x="738982" y="75089"/>
                    </a:lnTo>
                    <a:lnTo>
                      <a:pt x="742279" y="78852"/>
                    </a:lnTo>
                    <a:lnTo>
                      <a:pt x="743227" y="84173"/>
                    </a:lnTo>
                    <a:lnTo>
                      <a:pt x="743238" y="90079"/>
                    </a:lnTo>
                    <a:lnTo>
                      <a:pt x="743693" y="93135"/>
                    </a:lnTo>
                    <a:lnTo>
                      <a:pt x="747897" y="97485"/>
                    </a:lnTo>
                    <a:lnTo>
                      <a:pt x="755306" y="103951"/>
                    </a:lnTo>
                    <a:lnTo>
                      <a:pt x="762851" y="110506"/>
                    </a:lnTo>
                    <a:lnTo>
                      <a:pt x="771874" y="115705"/>
                    </a:lnTo>
                    <a:lnTo>
                      <a:pt x="775923" y="118288"/>
                    </a:lnTo>
                    <a:lnTo>
                      <a:pt x="779543" y="122251"/>
                    </a:lnTo>
                    <a:lnTo>
                      <a:pt x="783458" y="128262"/>
                    </a:lnTo>
                    <a:lnTo>
                      <a:pt x="787765" y="146401"/>
                    </a:lnTo>
                    <a:lnTo>
                      <a:pt x="790224" y="162660"/>
                    </a:lnTo>
                    <a:lnTo>
                      <a:pt x="790312" y="172932"/>
                    </a:lnTo>
                    <a:lnTo>
                      <a:pt x="791082" y="177347"/>
                    </a:lnTo>
                    <a:lnTo>
                      <a:pt x="794062" y="184733"/>
                    </a:lnTo>
                    <a:lnTo>
                      <a:pt x="799295" y="194603"/>
                    </a:lnTo>
                    <a:lnTo>
                      <a:pt x="800322" y="198198"/>
                    </a:lnTo>
                    <a:lnTo>
                      <a:pt x="800045" y="205691"/>
                    </a:lnTo>
                    <a:lnTo>
                      <a:pt x="800536" y="208287"/>
                    </a:lnTo>
                    <a:lnTo>
                      <a:pt x="803451" y="212087"/>
                    </a:lnTo>
                    <a:lnTo>
                      <a:pt x="805925" y="214629"/>
                    </a:lnTo>
                    <a:lnTo>
                      <a:pt x="809541" y="216516"/>
                    </a:lnTo>
                    <a:lnTo>
                      <a:pt x="815132" y="218790"/>
                    </a:lnTo>
                    <a:lnTo>
                      <a:pt x="829232" y="222657"/>
                    </a:lnTo>
                    <a:lnTo>
                      <a:pt x="832345" y="223958"/>
                    </a:lnTo>
                    <a:lnTo>
                      <a:pt x="837613" y="225390"/>
                    </a:lnTo>
                    <a:lnTo>
                      <a:pt x="837887" y="225464"/>
                    </a:lnTo>
                    <a:lnTo>
                      <a:pt x="845266" y="226154"/>
                    </a:lnTo>
                    <a:lnTo>
                      <a:pt x="849946" y="227904"/>
                    </a:lnTo>
                    <a:lnTo>
                      <a:pt x="856666" y="232315"/>
                    </a:lnTo>
                    <a:lnTo>
                      <a:pt x="861538" y="238278"/>
                    </a:lnTo>
                    <a:lnTo>
                      <a:pt x="872958" y="250909"/>
                    </a:lnTo>
                    <a:lnTo>
                      <a:pt x="887336" y="261938"/>
                    </a:lnTo>
                    <a:lnTo>
                      <a:pt x="901107" y="273000"/>
                    </a:lnTo>
                    <a:lnTo>
                      <a:pt x="903200" y="274702"/>
                    </a:lnTo>
                    <a:lnTo>
                      <a:pt x="903564" y="274998"/>
                    </a:lnTo>
                    <a:lnTo>
                      <a:pt x="906042" y="279671"/>
                    </a:lnTo>
                    <a:lnTo>
                      <a:pt x="908522" y="282613"/>
                    </a:lnTo>
                    <a:lnTo>
                      <a:pt x="914017" y="286835"/>
                    </a:lnTo>
                    <a:lnTo>
                      <a:pt x="920157" y="290933"/>
                    </a:lnTo>
                    <a:lnTo>
                      <a:pt x="924092" y="295392"/>
                    </a:lnTo>
                    <a:lnTo>
                      <a:pt x="925120" y="298711"/>
                    </a:lnTo>
                    <a:lnTo>
                      <a:pt x="925762" y="300785"/>
                    </a:lnTo>
                    <a:lnTo>
                      <a:pt x="917017" y="300010"/>
                    </a:lnTo>
                    <a:lnTo>
                      <a:pt x="903678" y="297309"/>
                    </a:lnTo>
                    <a:lnTo>
                      <a:pt x="892924" y="290537"/>
                    </a:lnTo>
                    <a:lnTo>
                      <a:pt x="887460" y="284628"/>
                    </a:lnTo>
                    <a:lnTo>
                      <a:pt x="881775" y="277209"/>
                    </a:lnTo>
                    <a:lnTo>
                      <a:pt x="875939" y="273536"/>
                    </a:lnTo>
                    <a:lnTo>
                      <a:pt x="871009" y="273042"/>
                    </a:lnTo>
                    <a:lnTo>
                      <a:pt x="865895" y="275205"/>
                    </a:lnTo>
                    <a:lnTo>
                      <a:pt x="865596" y="275488"/>
                    </a:lnTo>
                    <a:lnTo>
                      <a:pt x="862252" y="278661"/>
                    </a:lnTo>
                    <a:lnTo>
                      <a:pt x="858529" y="288659"/>
                    </a:lnTo>
                    <a:lnTo>
                      <a:pt x="857568" y="293207"/>
                    </a:lnTo>
                    <a:lnTo>
                      <a:pt x="856158" y="305766"/>
                    </a:lnTo>
                    <a:lnTo>
                      <a:pt x="850168" y="358758"/>
                    </a:lnTo>
                    <a:lnTo>
                      <a:pt x="848774" y="368906"/>
                    </a:lnTo>
                    <a:lnTo>
                      <a:pt x="845822" y="378070"/>
                    </a:lnTo>
                    <a:lnTo>
                      <a:pt x="841966" y="387008"/>
                    </a:lnTo>
                    <a:lnTo>
                      <a:pt x="834743" y="398901"/>
                    </a:lnTo>
                    <a:lnTo>
                      <a:pt x="833075" y="401123"/>
                    </a:lnTo>
                    <a:lnTo>
                      <a:pt x="830668" y="404303"/>
                    </a:lnTo>
                    <a:lnTo>
                      <a:pt x="825942" y="409722"/>
                    </a:lnTo>
                    <a:lnTo>
                      <a:pt x="820531" y="414810"/>
                    </a:lnTo>
                    <a:lnTo>
                      <a:pt x="797116" y="436794"/>
                    </a:lnTo>
                    <a:lnTo>
                      <a:pt x="786645" y="445976"/>
                    </a:lnTo>
                    <a:lnTo>
                      <a:pt x="759667" y="473356"/>
                    </a:lnTo>
                    <a:lnTo>
                      <a:pt x="749229" y="491001"/>
                    </a:lnTo>
                    <a:lnTo>
                      <a:pt x="736961" y="529555"/>
                    </a:lnTo>
                    <a:lnTo>
                      <a:pt x="726135" y="565498"/>
                    </a:lnTo>
                    <a:lnTo>
                      <a:pt x="724948" y="568415"/>
                    </a:lnTo>
                    <a:lnTo>
                      <a:pt x="720848" y="578025"/>
                    </a:lnTo>
                    <a:lnTo>
                      <a:pt x="712985" y="590854"/>
                    </a:lnTo>
                    <a:lnTo>
                      <a:pt x="713136" y="592967"/>
                    </a:lnTo>
                    <a:lnTo>
                      <a:pt x="745394" y="607563"/>
                    </a:lnTo>
                    <a:lnTo>
                      <a:pt x="761458" y="612399"/>
                    </a:lnTo>
                    <a:lnTo>
                      <a:pt x="776583" y="614425"/>
                    </a:lnTo>
                    <a:lnTo>
                      <a:pt x="765074" y="616353"/>
                    </a:lnTo>
                    <a:lnTo>
                      <a:pt x="744096" y="620131"/>
                    </a:lnTo>
                    <a:lnTo>
                      <a:pt x="741157" y="620656"/>
                    </a:lnTo>
                    <a:close/>
                  </a:path>
                </a:pathLst>
              </a:custGeom>
              <a:solidFill>
                <a:srgbClr val="336D8D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0" name="pg30">
                <a:extLst>
                  <a:ext uri="{FF2B5EF4-FFF2-40B4-BE49-F238E27FC236}">
                    <a16:creationId xmlns:a16="http://schemas.microsoft.com/office/drawing/2014/main" id="{906B3D75-8194-467B-BB57-F328CB6CCCDB}"/>
                  </a:ext>
                </a:extLst>
              </p:cNvPr>
              <p:cNvSpPr/>
              <p:nvPr/>
            </p:nvSpPr>
            <p:spPr>
              <a:xfrm>
                <a:off x="2744151" y="4109323"/>
                <a:ext cx="521733" cy="611194"/>
              </a:xfrm>
              <a:custGeom>
                <a:avLst/>
                <a:gdLst/>
                <a:ahLst/>
                <a:cxnLst/>
                <a:rect l="0" t="0" r="0" b="0"/>
                <a:pathLst>
                  <a:path w="1022170" h="1197441">
                    <a:moveTo>
                      <a:pt x="0" y="1000944"/>
                    </a:moveTo>
                    <a:lnTo>
                      <a:pt x="144368" y="952722"/>
                    </a:lnTo>
                    <a:lnTo>
                      <a:pt x="174243" y="943367"/>
                    </a:lnTo>
                    <a:lnTo>
                      <a:pt x="179910" y="905410"/>
                    </a:lnTo>
                    <a:lnTo>
                      <a:pt x="156510" y="896679"/>
                    </a:lnTo>
                    <a:lnTo>
                      <a:pt x="159163" y="883478"/>
                    </a:lnTo>
                    <a:lnTo>
                      <a:pt x="188834" y="894679"/>
                    </a:lnTo>
                    <a:lnTo>
                      <a:pt x="232015" y="842982"/>
                    </a:lnTo>
                    <a:lnTo>
                      <a:pt x="232953" y="837853"/>
                    </a:lnTo>
                    <a:lnTo>
                      <a:pt x="232764" y="824911"/>
                    </a:lnTo>
                    <a:lnTo>
                      <a:pt x="232580" y="818188"/>
                    </a:lnTo>
                    <a:lnTo>
                      <a:pt x="239344" y="818791"/>
                    </a:lnTo>
                    <a:lnTo>
                      <a:pt x="240927" y="815487"/>
                    </a:lnTo>
                    <a:lnTo>
                      <a:pt x="254749" y="804140"/>
                    </a:lnTo>
                    <a:lnTo>
                      <a:pt x="283084" y="745427"/>
                    </a:lnTo>
                    <a:lnTo>
                      <a:pt x="321532" y="714209"/>
                    </a:lnTo>
                    <a:lnTo>
                      <a:pt x="346448" y="670290"/>
                    </a:lnTo>
                    <a:lnTo>
                      <a:pt x="353930" y="645217"/>
                    </a:lnTo>
                    <a:lnTo>
                      <a:pt x="378603" y="618277"/>
                    </a:lnTo>
                    <a:lnTo>
                      <a:pt x="350870" y="602377"/>
                    </a:lnTo>
                    <a:lnTo>
                      <a:pt x="366156" y="575953"/>
                    </a:lnTo>
                    <a:lnTo>
                      <a:pt x="379616" y="579006"/>
                    </a:lnTo>
                    <a:lnTo>
                      <a:pt x="381973" y="578410"/>
                    </a:lnTo>
                    <a:lnTo>
                      <a:pt x="385935" y="574053"/>
                    </a:lnTo>
                    <a:lnTo>
                      <a:pt x="395325" y="571250"/>
                    </a:lnTo>
                    <a:lnTo>
                      <a:pt x="403841" y="570193"/>
                    </a:lnTo>
                    <a:lnTo>
                      <a:pt x="404727" y="549629"/>
                    </a:lnTo>
                    <a:lnTo>
                      <a:pt x="413096" y="532846"/>
                    </a:lnTo>
                    <a:lnTo>
                      <a:pt x="421900" y="506744"/>
                    </a:lnTo>
                    <a:lnTo>
                      <a:pt x="426112" y="470644"/>
                    </a:lnTo>
                    <a:lnTo>
                      <a:pt x="458200" y="347013"/>
                    </a:lnTo>
                    <a:lnTo>
                      <a:pt x="465301" y="310793"/>
                    </a:lnTo>
                    <a:lnTo>
                      <a:pt x="467169" y="303797"/>
                    </a:lnTo>
                    <a:lnTo>
                      <a:pt x="468296" y="301940"/>
                    </a:lnTo>
                    <a:lnTo>
                      <a:pt x="469476" y="302040"/>
                    </a:lnTo>
                    <a:lnTo>
                      <a:pt x="469746" y="304467"/>
                    </a:lnTo>
                    <a:lnTo>
                      <a:pt x="472272" y="310909"/>
                    </a:lnTo>
                    <a:lnTo>
                      <a:pt x="474693" y="314260"/>
                    </a:lnTo>
                    <a:lnTo>
                      <a:pt x="479966" y="317577"/>
                    </a:lnTo>
                    <a:lnTo>
                      <a:pt x="492852" y="324103"/>
                    </a:lnTo>
                    <a:lnTo>
                      <a:pt x="498460" y="326595"/>
                    </a:lnTo>
                    <a:lnTo>
                      <a:pt x="499352" y="327006"/>
                    </a:lnTo>
                    <a:lnTo>
                      <a:pt x="501612" y="325154"/>
                    </a:lnTo>
                    <a:lnTo>
                      <a:pt x="521106" y="318062"/>
                    </a:lnTo>
                    <a:lnTo>
                      <a:pt x="526447" y="315755"/>
                    </a:lnTo>
                    <a:lnTo>
                      <a:pt x="527975" y="314993"/>
                    </a:lnTo>
                    <a:lnTo>
                      <a:pt x="533851" y="312600"/>
                    </a:lnTo>
                    <a:lnTo>
                      <a:pt x="540522" y="311599"/>
                    </a:lnTo>
                    <a:lnTo>
                      <a:pt x="551582" y="310099"/>
                    </a:lnTo>
                    <a:lnTo>
                      <a:pt x="554885" y="309185"/>
                    </a:lnTo>
                    <a:lnTo>
                      <a:pt x="556700" y="308684"/>
                    </a:lnTo>
                    <a:lnTo>
                      <a:pt x="560735" y="305964"/>
                    </a:lnTo>
                    <a:lnTo>
                      <a:pt x="563294" y="304136"/>
                    </a:lnTo>
                    <a:lnTo>
                      <a:pt x="564691" y="301546"/>
                    </a:lnTo>
                    <a:lnTo>
                      <a:pt x="566258" y="298565"/>
                    </a:lnTo>
                    <a:lnTo>
                      <a:pt x="568439" y="292515"/>
                    </a:lnTo>
                    <a:lnTo>
                      <a:pt x="569170" y="290513"/>
                    </a:lnTo>
                    <a:lnTo>
                      <a:pt x="570318" y="285031"/>
                    </a:lnTo>
                    <a:lnTo>
                      <a:pt x="570514" y="282202"/>
                    </a:lnTo>
                    <a:lnTo>
                      <a:pt x="569822" y="274650"/>
                    </a:lnTo>
                    <a:lnTo>
                      <a:pt x="569966" y="270256"/>
                    </a:lnTo>
                    <a:lnTo>
                      <a:pt x="570671" y="267688"/>
                    </a:lnTo>
                    <a:lnTo>
                      <a:pt x="571624" y="263771"/>
                    </a:lnTo>
                    <a:lnTo>
                      <a:pt x="571104" y="262778"/>
                    </a:lnTo>
                    <a:lnTo>
                      <a:pt x="570540" y="261703"/>
                    </a:lnTo>
                    <a:lnTo>
                      <a:pt x="569222" y="260463"/>
                    </a:lnTo>
                    <a:lnTo>
                      <a:pt x="565318" y="258461"/>
                    </a:lnTo>
                    <a:lnTo>
                      <a:pt x="562340" y="256981"/>
                    </a:lnTo>
                    <a:lnTo>
                      <a:pt x="560095" y="255719"/>
                    </a:lnTo>
                    <a:lnTo>
                      <a:pt x="558084" y="252498"/>
                    </a:lnTo>
                    <a:lnTo>
                      <a:pt x="552704" y="243599"/>
                    </a:lnTo>
                    <a:lnTo>
                      <a:pt x="549010" y="239617"/>
                    </a:lnTo>
                    <a:lnTo>
                      <a:pt x="545758" y="232394"/>
                    </a:lnTo>
                    <a:lnTo>
                      <a:pt x="545379" y="227997"/>
                    </a:lnTo>
                    <a:lnTo>
                      <a:pt x="541632" y="222426"/>
                    </a:lnTo>
                    <a:lnTo>
                      <a:pt x="545170" y="218705"/>
                    </a:lnTo>
                    <a:lnTo>
                      <a:pt x="549584" y="220446"/>
                    </a:lnTo>
                    <a:lnTo>
                      <a:pt x="551463" y="212309"/>
                    </a:lnTo>
                    <a:lnTo>
                      <a:pt x="552469" y="208740"/>
                    </a:lnTo>
                    <a:lnTo>
                      <a:pt x="553605" y="204757"/>
                    </a:lnTo>
                    <a:lnTo>
                      <a:pt x="556073" y="200013"/>
                    </a:lnTo>
                    <a:lnTo>
                      <a:pt x="558332" y="197445"/>
                    </a:lnTo>
                    <a:lnTo>
                      <a:pt x="561126" y="196030"/>
                    </a:lnTo>
                    <a:lnTo>
                      <a:pt x="564743" y="195943"/>
                    </a:lnTo>
                    <a:lnTo>
                      <a:pt x="572590" y="201515"/>
                    </a:lnTo>
                    <a:lnTo>
                      <a:pt x="576272" y="204017"/>
                    </a:lnTo>
                    <a:lnTo>
                      <a:pt x="580359" y="203582"/>
                    </a:lnTo>
                    <a:lnTo>
                      <a:pt x="583715" y="201776"/>
                    </a:lnTo>
                    <a:lnTo>
                      <a:pt x="586222" y="199099"/>
                    </a:lnTo>
                    <a:lnTo>
                      <a:pt x="587318" y="197119"/>
                    </a:lnTo>
                    <a:lnTo>
                      <a:pt x="589434" y="193288"/>
                    </a:lnTo>
                    <a:lnTo>
                      <a:pt x="595584" y="181256"/>
                    </a:lnTo>
                    <a:lnTo>
                      <a:pt x="597516" y="178535"/>
                    </a:lnTo>
                    <a:lnTo>
                      <a:pt x="601371" y="172292"/>
                    </a:lnTo>
                    <a:lnTo>
                      <a:pt x="609593" y="163413"/>
                    </a:lnTo>
                    <a:lnTo>
                      <a:pt x="611469" y="162235"/>
                    </a:lnTo>
                    <a:lnTo>
                      <a:pt x="610128" y="158377"/>
                    </a:lnTo>
                    <a:lnTo>
                      <a:pt x="618530" y="156301"/>
                    </a:lnTo>
                    <a:lnTo>
                      <a:pt x="626212" y="152279"/>
                    </a:lnTo>
                    <a:lnTo>
                      <a:pt x="630253" y="153145"/>
                    </a:lnTo>
                    <a:lnTo>
                      <a:pt x="634940" y="153676"/>
                    </a:lnTo>
                    <a:lnTo>
                      <a:pt x="640717" y="152418"/>
                    </a:lnTo>
                    <a:lnTo>
                      <a:pt x="645085" y="150466"/>
                    </a:lnTo>
                    <a:lnTo>
                      <a:pt x="646851" y="149263"/>
                    </a:lnTo>
                    <a:lnTo>
                      <a:pt x="651128" y="142740"/>
                    </a:lnTo>
                    <a:lnTo>
                      <a:pt x="658416" y="129065"/>
                    </a:lnTo>
                    <a:lnTo>
                      <a:pt x="641365" y="118921"/>
                    </a:lnTo>
                    <a:lnTo>
                      <a:pt x="640002" y="117670"/>
                    </a:lnTo>
                    <a:lnTo>
                      <a:pt x="638406" y="115692"/>
                    </a:lnTo>
                    <a:lnTo>
                      <a:pt x="633382" y="106218"/>
                    </a:lnTo>
                    <a:lnTo>
                      <a:pt x="630736" y="99957"/>
                    </a:lnTo>
                    <a:lnTo>
                      <a:pt x="632109" y="99322"/>
                    </a:lnTo>
                    <a:lnTo>
                      <a:pt x="625677" y="82930"/>
                    </a:lnTo>
                    <a:lnTo>
                      <a:pt x="619388" y="67427"/>
                    </a:lnTo>
                    <a:lnTo>
                      <a:pt x="617173" y="60071"/>
                    </a:lnTo>
                    <a:lnTo>
                      <a:pt x="622141" y="56939"/>
                    </a:lnTo>
                    <a:lnTo>
                      <a:pt x="627471" y="53185"/>
                    </a:lnTo>
                    <a:lnTo>
                      <a:pt x="631085" y="50595"/>
                    </a:lnTo>
                    <a:lnTo>
                      <a:pt x="634961" y="47890"/>
                    </a:lnTo>
                    <a:lnTo>
                      <a:pt x="638867" y="45052"/>
                    </a:lnTo>
                    <a:lnTo>
                      <a:pt x="674087" y="19666"/>
                    </a:lnTo>
                    <a:lnTo>
                      <a:pt x="686702" y="10515"/>
                    </a:lnTo>
                    <a:lnTo>
                      <a:pt x="689762" y="18313"/>
                    </a:lnTo>
                    <a:lnTo>
                      <a:pt x="696073" y="37381"/>
                    </a:lnTo>
                    <a:lnTo>
                      <a:pt x="709400" y="27420"/>
                    </a:lnTo>
                    <a:lnTo>
                      <a:pt x="719151" y="19821"/>
                    </a:lnTo>
                    <a:lnTo>
                      <a:pt x="725624" y="14524"/>
                    </a:lnTo>
                    <a:lnTo>
                      <a:pt x="732179" y="9458"/>
                    </a:lnTo>
                    <a:lnTo>
                      <a:pt x="744909" y="0"/>
                    </a:lnTo>
                    <a:lnTo>
                      <a:pt x="748638" y="23103"/>
                    </a:lnTo>
                    <a:lnTo>
                      <a:pt x="754188" y="66123"/>
                    </a:lnTo>
                    <a:lnTo>
                      <a:pt x="756395" y="84706"/>
                    </a:lnTo>
                    <a:lnTo>
                      <a:pt x="756630" y="94345"/>
                    </a:lnTo>
                    <a:lnTo>
                      <a:pt x="756708" y="97914"/>
                    </a:lnTo>
                    <a:lnTo>
                      <a:pt x="756473" y="109620"/>
                    </a:lnTo>
                    <a:lnTo>
                      <a:pt x="757061" y="113015"/>
                    </a:lnTo>
                    <a:lnTo>
                      <a:pt x="757975" y="118412"/>
                    </a:lnTo>
                    <a:lnTo>
                      <a:pt x="759098" y="123069"/>
                    </a:lnTo>
                    <a:lnTo>
                      <a:pt x="761225" y="126464"/>
                    </a:lnTo>
                    <a:lnTo>
                      <a:pt x="764464" y="131707"/>
                    </a:lnTo>
                    <a:lnTo>
                      <a:pt x="769308" y="140172"/>
                    </a:lnTo>
                    <a:lnTo>
                      <a:pt x="771750" y="146068"/>
                    </a:lnTo>
                    <a:lnTo>
                      <a:pt x="772533" y="151051"/>
                    </a:lnTo>
                    <a:lnTo>
                      <a:pt x="772390" y="167154"/>
                    </a:lnTo>
                    <a:lnTo>
                      <a:pt x="772494" y="172050"/>
                    </a:lnTo>
                    <a:lnTo>
                      <a:pt x="772559" y="174858"/>
                    </a:lnTo>
                    <a:lnTo>
                      <a:pt x="773382" y="176947"/>
                    </a:lnTo>
                    <a:lnTo>
                      <a:pt x="774975" y="178927"/>
                    </a:lnTo>
                    <a:lnTo>
                      <a:pt x="778395" y="181517"/>
                    </a:lnTo>
                    <a:lnTo>
                      <a:pt x="782300" y="183758"/>
                    </a:lnTo>
                    <a:lnTo>
                      <a:pt x="788280" y="185671"/>
                    </a:lnTo>
                    <a:lnTo>
                      <a:pt x="789978" y="186498"/>
                    </a:lnTo>
                    <a:lnTo>
                      <a:pt x="794548" y="188892"/>
                    </a:lnTo>
                    <a:lnTo>
                      <a:pt x="796127" y="190133"/>
                    </a:lnTo>
                    <a:lnTo>
                      <a:pt x="801390" y="194376"/>
                    </a:lnTo>
                    <a:lnTo>
                      <a:pt x="810060" y="202274"/>
                    </a:lnTo>
                    <a:lnTo>
                      <a:pt x="811601" y="204080"/>
                    </a:lnTo>
                    <a:lnTo>
                      <a:pt x="816170" y="209826"/>
                    </a:lnTo>
                    <a:lnTo>
                      <a:pt x="819344" y="213634"/>
                    </a:lnTo>
                    <a:lnTo>
                      <a:pt x="822307" y="218291"/>
                    </a:lnTo>
                    <a:lnTo>
                      <a:pt x="822842" y="220272"/>
                    </a:lnTo>
                    <a:lnTo>
                      <a:pt x="824122" y="225340"/>
                    </a:lnTo>
                    <a:lnTo>
                      <a:pt x="825676" y="236135"/>
                    </a:lnTo>
                    <a:lnTo>
                      <a:pt x="828183" y="254739"/>
                    </a:lnTo>
                    <a:lnTo>
                      <a:pt x="829515" y="263442"/>
                    </a:lnTo>
                    <a:lnTo>
                      <a:pt x="830012" y="266598"/>
                    </a:lnTo>
                    <a:lnTo>
                      <a:pt x="831435" y="273736"/>
                    </a:lnTo>
                    <a:lnTo>
                      <a:pt x="832935" y="281307"/>
                    </a:lnTo>
                    <a:lnTo>
                      <a:pt x="834294" y="285616"/>
                    </a:lnTo>
                    <a:lnTo>
                      <a:pt x="835978" y="290839"/>
                    </a:lnTo>
                    <a:lnTo>
                      <a:pt x="838394" y="295170"/>
                    </a:lnTo>
                    <a:lnTo>
                      <a:pt x="840523" y="297736"/>
                    </a:lnTo>
                    <a:lnTo>
                      <a:pt x="845784" y="301718"/>
                    </a:lnTo>
                    <a:lnTo>
                      <a:pt x="852025" y="305461"/>
                    </a:lnTo>
                    <a:lnTo>
                      <a:pt x="868777" y="315427"/>
                    </a:lnTo>
                    <a:lnTo>
                      <a:pt x="885961" y="322565"/>
                    </a:lnTo>
                    <a:lnTo>
                      <a:pt x="889774" y="325633"/>
                    </a:lnTo>
                    <a:lnTo>
                      <a:pt x="891628" y="326373"/>
                    </a:lnTo>
                    <a:lnTo>
                      <a:pt x="894187" y="327374"/>
                    </a:lnTo>
                    <a:lnTo>
                      <a:pt x="902256" y="330769"/>
                    </a:lnTo>
                    <a:lnTo>
                      <a:pt x="906121" y="331531"/>
                    </a:lnTo>
                    <a:lnTo>
                      <a:pt x="907701" y="331531"/>
                    </a:lnTo>
                    <a:lnTo>
                      <a:pt x="910782" y="331596"/>
                    </a:lnTo>
                    <a:lnTo>
                      <a:pt x="914086" y="329790"/>
                    </a:lnTo>
                    <a:lnTo>
                      <a:pt x="918407" y="326787"/>
                    </a:lnTo>
                    <a:lnTo>
                      <a:pt x="924284" y="323544"/>
                    </a:lnTo>
                    <a:lnTo>
                      <a:pt x="930133" y="321063"/>
                    </a:lnTo>
                    <a:lnTo>
                      <a:pt x="934221" y="320236"/>
                    </a:lnTo>
                    <a:lnTo>
                      <a:pt x="939613" y="318582"/>
                    </a:lnTo>
                    <a:lnTo>
                      <a:pt x="944770" y="318909"/>
                    </a:lnTo>
                    <a:lnTo>
                      <a:pt x="948413" y="320650"/>
                    </a:lnTo>
                    <a:lnTo>
                      <a:pt x="951299" y="322630"/>
                    </a:lnTo>
                    <a:lnTo>
                      <a:pt x="953427" y="325960"/>
                    </a:lnTo>
                    <a:lnTo>
                      <a:pt x="957906" y="328941"/>
                    </a:lnTo>
                    <a:lnTo>
                      <a:pt x="963713" y="331638"/>
                    </a:lnTo>
                    <a:lnTo>
                      <a:pt x="975703" y="339733"/>
                    </a:lnTo>
                    <a:lnTo>
                      <a:pt x="977830" y="340821"/>
                    </a:lnTo>
                    <a:lnTo>
                      <a:pt x="979937" y="341054"/>
                    </a:lnTo>
                    <a:lnTo>
                      <a:pt x="981931" y="341148"/>
                    </a:lnTo>
                    <a:lnTo>
                      <a:pt x="987481" y="341624"/>
                    </a:lnTo>
                    <a:lnTo>
                      <a:pt x="991866" y="342329"/>
                    </a:lnTo>
                    <a:lnTo>
                      <a:pt x="994434" y="342726"/>
                    </a:lnTo>
                    <a:lnTo>
                      <a:pt x="995967" y="342976"/>
                    </a:lnTo>
                    <a:lnTo>
                      <a:pt x="999584" y="345718"/>
                    </a:lnTo>
                    <a:lnTo>
                      <a:pt x="1012144" y="356096"/>
                    </a:lnTo>
                    <a:lnTo>
                      <a:pt x="1022170" y="364312"/>
                    </a:lnTo>
                    <a:lnTo>
                      <a:pt x="1021659" y="365124"/>
                    </a:lnTo>
                    <a:lnTo>
                      <a:pt x="1020002" y="368358"/>
                    </a:lnTo>
                    <a:lnTo>
                      <a:pt x="1012369" y="374823"/>
                    </a:lnTo>
                    <a:lnTo>
                      <a:pt x="1006872" y="378960"/>
                    </a:lnTo>
                    <a:lnTo>
                      <a:pt x="999408" y="397961"/>
                    </a:lnTo>
                    <a:lnTo>
                      <a:pt x="992378" y="416044"/>
                    </a:lnTo>
                    <a:lnTo>
                      <a:pt x="990298" y="422233"/>
                    </a:lnTo>
                    <a:lnTo>
                      <a:pt x="985923" y="443628"/>
                    </a:lnTo>
                    <a:lnTo>
                      <a:pt x="985017" y="447869"/>
                    </a:lnTo>
                    <a:lnTo>
                      <a:pt x="977939" y="466394"/>
                    </a:lnTo>
                    <a:lnTo>
                      <a:pt x="969877" y="479088"/>
                    </a:lnTo>
                    <a:lnTo>
                      <a:pt x="967331" y="483493"/>
                    </a:lnTo>
                    <a:lnTo>
                      <a:pt x="949162" y="504328"/>
                    </a:lnTo>
                    <a:lnTo>
                      <a:pt x="942876" y="509290"/>
                    </a:lnTo>
                    <a:lnTo>
                      <a:pt x="933224" y="516750"/>
                    </a:lnTo>
                    <a:lnTo>
                      <a:pt x="915345" y="530619"/>
                    </a:lnTo>
                    <a:lnTo>
                      <a:pt x="905224" y="540780"/>
                    </a:lnTo>
                    <a:lnTo>
                      <a:pt x="880882" y="582419"/>
                    </a:lnTo>
                    <a:lnTo>
                      <a:pt x="875341" y="594436"/>
                    </a:lnTo>
                    <a:lnTo>
                      <a:pt x="850597" y="660573"/>
                    </a:lnTo>
                    <a:lnTo>
                      <a:pt x="847763" y="669184"/>
                    </a:lnTo>
                    <a:lnTo>
                      <a:pt x="837048" y="695737"/>
                    </a:lnTo>
                    <a:lnTo>
                      <a:pt x="832074" y="707110"/>
                    </a:lnTo>
                    <a:lnTo>
                      <a:pt x="830569" y="709384"/>
                    </a:lnTo>
                    <a:lnTo>
                      <a:pt x="828420" y="714690"/>
                    </a:lnTo>
                    <a:lnTo>
                      <a:pt x="814550" y="729943"/>
                    </a:lnTo>
                    <a:lnTo>
                      <a:pt x="811247" y="732574"/>
                    </a:lnTo>
                    <a:lnTo>
                      <a:pt x="807004" y="735125"/>
                    </a:lnTo>
                    <a:lnTo>
                      <a:pt x="800489" y="737231"/>
                    </a:lnTo>
                    <a:lnTo>
                      <a:pt x="791299" y="741057"/>
                    </a:lnTo>
                    <a:lnTo>
                      <a:pt x="775149" y="748406"/>
                    </a:lnTo>
                    <a:lnTo>
                      <a:pt x="769490" y="750095"/>
                    </a:lnTo>
                    <a:lnTo>
                      <a:pt x="760775" y="751634"/>
                    </a:lnTo>
                    <a:lnTo>
                      <a:pt x="759030" y="752700"/>
                    </a:lnTo>
                    <a:lnTo>
                      <a:pt x="757027" y="754587"/>
                    </a:lnTo>
                    <a:lnTo>
                      <a:pt x="753646" y="756920"/>
                    </a:lnTo>
                    <a:lnTo>
                      <a:pt x="747819" y="759558"/>
                    </a:lnTo>
                    <a:lnTo>
                      <a:pt x="742765" y="763129"/>
                    </a:lnTo>
                    <a:lnTo>
                      <a:pt x="739213" y="765510"/>
                    </a:lnTo>
                    <a:lnTo>
                      <a:pt x="737075" y="766487"/>
                    </a:lnTo>
                    <a:lnTo>
                      <a:pt x="733169" y="767708"/>
                    </a:lnTo>
                    <a:lnTo>
                      <a:pt x="729106" y="768587"/>
                    </a:lnTo>
                    <a:lnTo>
                      <a:pt x="725885" y="769679"/>
                    </a:lnTo>
                    <a:lnTo>
                      <a:pt x="723364" y="771227"/>
                    </a:lnTo>
                    <a:lnTo>
                      <a:pt x="717281" y="775829"/>
                    </a:lnTo>
                    <a:lnTo>
                      <a:pt x="698687" y="784489"/>
                    </a:lnTo>
                    <a:lnTo>
                      <a:pt x="695074" y="785514"/>
                    </a:lnTo>
                    <a:lnTo>
                      <a:pt x="693823" y="786491"/>
                    </a:lnTo>
                    <a:lnTo>
                      <a:pt x="692840" y="788654"/>
                    </a:lnTo>
                    <a:lnTo>
                      <a:pt x="692439" y="791072"/>
                    </a:lnTo>
                    <a:lnTo>
                      <a:pt x="687452" y="804980"/>
                    </a:lnTo>
                    <a:lnTo>
                      <a:pt x="683730" y="814771"/>
                    </a:lnTo>
                    <a:lnTo>
                      <a:pt x="623296" y="864806"/>
                    </a:lnTo>
                    <a:lnTo>
                      <a:pt x="568158" y="891580"/>
                    </a:lnTo>
                    <a:lnTo>
                      <a:pt x="479098" y="951608"/>
                    </a:lnTo>
                    <a:lnTo>
                      <a:pt x="496828" y="1069344"/>
                    </a:lnTo>
                    <a:lnTo>
                      <a:pt x="510510" y="1162764"/>
                    </a:lnTo>
                    <a:lnTo>
                      <a:pt x="375534" y="1197441"/>
                    </a:lnTo>
                    <a:lnTo>
                      <a:pt x="352016" y="1105948"/>
                    </a:lnTo>
                    <a:lnTo>
                      <a:pt x="286345" y="1122945"/>
                    </a:lnTo>
                    <a:lnTo>
                      <a:pt x="25446" y="1187634"/>
                    </a:lnTo>
                    <a:lnTo>
                      <a:pt x="23322" y="1176446"/>
                    </a:lnTo>
                    <a:lnTo>
                      <a:pt x="23156" y="1170831"/>
                    </a:lnTo>
                    <a:lnTo>
                      <a:pt x="13512" y="1168825"/>
                    </a:lnTo>
                    <a:lnTo>
                      <a:pt x="15617" y="1167341"/>
                    </a:lnTo>
                    <a:lnTo>
                      <a:pt x="16480" y="1163806"/>
                    </a:lnTo>
                    <a:lnTo>
                      <a:pt x="16594" y="1160020"/>
                    </a:lnTo>
                    <a:lnTo>
                      <a:pt x="21004" y="1155661"/>
                    </a:lnTo>
                    <a:lnTo>
                      <a:pt x="21988" y="1152002"/>
                    </a:lnTo>
                    <a:lnTo>
                      <a:pt x="21238" y="1147854"/>
                    </a:lnTo>
                    <a:lnTo>
                      <a:pt x="16983" y="1142283"/>
                    </a:lnTo>
                    <a:lnTo>
                      <a:pt x="16561" y="1140053"/>
                    </a:lnTo>
                    <a:lnTo>
                      <a:pt x="17236" y="1136396"/>
                    </a:lnTo>
                    <a:lnTo>
                      <a:pt x="17264" y="1135023"/>
                    </a:lnTo>
                    <a:lnTo>
                      <a:pt x="9514" y="1116231"/>
                    </a:lnTo>
                    <a:lnTo>
                      <a:pt x="9343" y="1113870"/>
                    </a:lnTo>
                    <a:lnTo>
                      <a:pt x="10016" y="1111581"/>
                    </a:lnTo>
                    <a:lnTo>
                      <a:pt x="14476" y="1107121"/>
                    </a:lnTo>
                    <a:lnTo>
                      <a:pt x="15003" y="1104976"/>
                    </a:lnTo>
                    <a:lnTo>
                      <a:pt x="14558" y="1102982"/>
                    </a:lnTo>
                    <a:lnTo>
                      <a:pt x="8171" y="1093986"/>
                    </a:lnTo>
                    <a:lnTo>
                      <a:pt x="8169" y="1091270"/>
                    </a:lnTo>
                    <a:lnTo>
                      <a:pt x="9466" y="1088789"/>
                    </a:lnTo>
                    <a:lnTo>
                      <a:pt x="10585" y="1087183"/>
                    </a:lnTo>
                    <a:lnTo>
                      <a:pt x="10567" y="1085272"/>
                    </a:lnTo>
                    <a:lnTo>
                      <a:pt x="10103" y="1083309"/>
                    </a:lnTo>
                    <a:lnTo>
                      <a:pt x="9083" y="1080852"/>
                    </a:lnTo>
                    <a:lnTo>
                      <a:pt x="6547" y="1078321"/>
                    </a:lnTo>
                    <a:lnTo>
                      <a:pt x="6144" y="1075300"/>
                    </a:lnTo>
                    <a:lnTo>
                      <a:pt x="5951" y="1069910"/>
                    </a:lnTo>
                    <a:lnTo>
                      <a:pt x="7932" y="1060016"/>
                    </a:lnTo>
                    <a:lnTo>
                      <a:pt x="5890" y="1043233"/>
                    </a:lnTo>
                    <a:lnTo>
                      <a:pt x="4180" y="1037966"/>
                    </a:lnTo>
                    <a:lnTo>
                      <a:pt x="3207" y="1032141"/>
                    </a:lnTo>
                    <a:lnTo>
                      <a:pt x="1187" y="1020617"/>
                    </a:lnTo>
                    <a:lnTo>
                      <a:pt x="1505" y="1015525"/>
                    </a:lnTo>
                    <a:lnTo>
                      <a:pt x="1484" y="1011407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813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2416F30-51A0-4C77-A182-5CBBA8D87BBE}"/>
                </a:ext>
              </a:extLst>
            </p:cNvPr>
            <p:cNvGrpSpPr/>
            <p:nvPr/>
          </p:nvGrpSpPr>
          <p:grpSpPr>
            <a:xfrm>
              <a:off x="1884951" y="4335906"/>
              <a:ext cx="1866900" cy="188366"/>
              <a:chOff x="1979909" y="4874538"/>
              <a:chExt cx="1866900" cy="188366"/>
            </a:xfrm>
          </p:grpSpPr>
          <p:pic>
            <p:nvPicPr>
              <p:cNvPr id="42" name="pic32">
                <a:extLst>
                  <a:ext uri="{FF2B5EF4-FFF2-40B4-BE49-F238E27FC236}">
                    <a16:creationId xmlns:a16="http://schemas.microsoft.com/office/drawing/2014/main" id="{A4AFEB9F-487B-4FB0-9F34-81A88DC2FCC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79909" y="4874538"/>
                <a:ext cx="1866900" cy="112013"/>
              </a:xfrm>
              <a:prstGeom prst="rect">
                <a:avLst/>
              </a:prstGeom>
            </p:spPr>
          </p:pic>
          <p:sp>
            <p:nvSpPr>
              <p:cNvPr id="43" name="pl33">
                <a:extLst>
                  <a:ext uri="{FF2B5EF4-FFF2-40B4-BE49-F238E27FC236}">
                    <a16:creationId xmlns:a16="http://schemas.microsoft.com/office/drawing/2014/main" id="{29FA9766-E8BF-4239-960F-FAF10E6ECF30}"/>
                  </a:ext>
                </a:extLst>
              </p:cNvPr>
              <p:cNvSpPr/>
              <p:nvPr/>
            </p:nvSpPr>
            <p:spPr>
              <a:xfrm>
                <a:off x="2455303" y="4964149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0"/>
                    </a:moveTo>
                    <a:lnTo>
                      <a:pt x="0" y="43891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4" name="pl34">
                <a:extLst>
                  <a:ext uri="{FF2B5EF4-FFF2-40B4-BE49-F238E27FC236}">
                    <a16:creationId xmlns:a16="http://schemas.microsoft.com/office/drawing/2014/main" id="{0B61E39A-AEB0-4F2E-8D6E-01EA6D341B75}"/>
                  </a:ext>
                </a:extLst>
              </p:cNvPr>
              <p:cNvSpPr/>
              <p:nvPr/>
            </p:nvSpPr>
            <p:spPr>
              <a:xfrm>
                <a:off x="2929481" y="4964149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0"/>
                    </a:moveTo>
                    <a:lnTo>
                      <a:pt x="0" y="43891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5" name="pl35">
                <a:extLst>
                  <a:ext uri="{FF2B5EF4-FFF2-40B4-BE49-F238E27FC236}">
                    <a16:creationId xmlns:a16="http://schemas.microsoft.com/office/drawing/2014/main" id="{DCB796D5-D20C-499A-B783-878BF042CD91}"/>
                  </a:ext>
                </a:extLst>
              </p:cNvPr>
              <p:cNvSpPr/>
              <p:nvPr/>
            </p:nvSpPr>
            <p:spPr>
              <a:xfrm>
                <a:off x="3403660" y="4964149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0"/>
                    </a:moveTo>
                    <a:lnTo>
                      <a:pt x="0" y="43891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6" name="pl36">
                <a:extLst>
                  <a:ext uri="{FF2B5EF4-FFF2-40B4-BE49-F238E27FC236}">
                    <a16:creationId xmlns:a16="http://schemas.microsoft.com/office/drawing/2014/main" id="{0AD28522-0B3C-46C7-8BE3-21B65CCC50BF}"/>
                  </a:ext>
                </a:extLst>
              </p:cNvPr>
              <p:cNvSpPr/>
              <p:nvPr/>
            </p:nvSpPr>
            <p:spPr>
              <a:xfrm>
                <a:off x="2455303" y="4874538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43891"/>
                    </a:moveTo>
                    <a:lnTo>
                      <a:pt x="0" y="0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7" name="pl37">
                <a:extLst>
                  <a:ext uri="{FF2B5EF4-FFF2-40B4-BE49-F238E27FC236}">
                    <a16:creationId xmlns:a16="http://schemas.microsoft.com/office/drawing/2014/main" id="{64D13F4F-26E5-4E00-8EDD-433E1BFA1082}"/>
                  </a:ext>
                </a:extLst>
              </p:cNvPr>
              <p:cNvSpPr/>
              <p:nvPr/>
            </p:nvSpPr>
            <p:spPr>
              <a:xfrm>
                <a:off x="2929481" y="4874538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43891"/>
                    </a:moveTo>
                    <a:lnTo>
                      <a:pt x="0" y="0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8" name="pl38">
                <a:extLst>
                  <a:ext uri="{FF2B5EF4-FFF2-40B4-BE49-F238E27FC236}">
                    <a16:creationId xmlns:a16="http://schemas.microsoft.com/office/drawing/2014/main" id="{8C001D09-D923-4378-8908-F65BDEC8F707}"/>
                  </a:ext>
                </a:extLst>
              </p:cNvPr>
              <p:cNvSpPr/>
              <p:nvPr/>
            </p:nvSpPr>
            <p:spPr>
              <a:xfrm>
                <a:off x="3403660" y="4874538"/>
                <a:ext cx="0" cy="22403"/>
              </a:xfrm>
              <a:custGeom>
                <a:avLst/>
                <a:gdLst/>
                <a:ahLst/>
                <a:cxnLst/>
                <a:rect l="0" t="0" r="0" b="0"/>
                <a:pathLst>
                  <a:path h="43891">
                    <a:moveTo>
                      <a:pt x="0" y="43891"/>
                    </a:moveTo>
                    <a:lnTo>
                      <a:pt x="0" y="0"/>
                    </a:lnTo>
                  </a:path>
                </a:pathLst>
              </a:custGeom>
              <a:ln w="4762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solidFill>
                    <a:schemeClr val="bg1"/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49" name="tx39">
                <a:extLst>
                  <a:ext uri="{FF2B5EF4-FFF2-40B4-BE49-F238E27FC236}">
                    <a16:creationId xmlns:a16="http://schemas.microsoft.com/office/drawing/2014/main" id="{B273A53A-80FF-4864-95D4-665568673518}"/>
                  </a:ext>
                </a:extLst>
              </p:cNvPr>
              <p:cNvSpPr/>
              <p:nvPr/>
            </p:nvSpPr>
            <p:spPr>
              <a:xfrm>
                <a:off x="2407715" y="5021208"/>
                <a:ext cx="95175" cy="4169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250</a:t>
                </a:r>
              </a:p>
            </p:txBody>
          </p:sp>
          <p:sp>
            <p:nvSpPr>
              <p:cNvPr id="50" name="tx40">
                <a:extLst>
                  <a:ext uri="{FF2B5EF4-FFF2-40B4-BE49-F238E27FC236}">
                    <a16:creationId xmlns:a16="http://schemas.microsoft.com/office/drawing/2014/main" id="{000436C7-FEEE-4CAC-8121-782E0C3EC004}"/>
                  </a:ext>
                </a:extLst>
              </p:cNvPr>
              <p:cNvSpPr/>
              <p:nvPr/>
            </p:nvSpPr>
            <p:spPr>
              <a:xfrm>
                <a:off x="2881894" y="5021208"/>
                <a:ext cx="95175" cy="4169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500</a:t>
                </a:r>
              </a:p>
            </p:txBody>
          </p:sp>
          <p:sp>
            <p:nvSpPr>
              <p:cNvPr id="51" name="tx41">
                <a:extLst>
                  <a:ext uri="{FF2B5EF4-FFF2-40B4-BE49-F238E27FC236}">
                    <a16:creationId xmlns:a16="http://schemas.microsoft.com/office/drawing/2014/main" id="{F509627C-556B-4A29-926B-764FA3AC8699}"/>
                  </a:ext>
                </a:extLst>
              </p:cNvPr>
              <p:cNvSpPr/>
              <p:nvPr/>
            </p:nvSpPr>
            <p:spPr>
              <a:xfrm>
                <a:off x="3356072" y="5021208"/>
                <a:ext cx="95175" cy="4169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750</a:t>
                </a:r>
              </a:p>
            </p:txBody>
          </p:sp>
        </p:grp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C5237B51-EB78-42EB-913E-924B95ACA861}"/>
              </a:ext>
            </a:extLst>
          </p:cNvPr>
          <p:cNvGrpSpPr/>
          <p:nvPr/>
        </p:nvGrpSpPr>
        <p:grpSpPr>
          <a:xfrm>
            <a:off x="595487" y="5501635"/>
            <a:ext cx="4355225" cy="1000872"/>
            <a:chOff x="3891153" y="2678453"/>
            <a:chExt cx="4355225" cy="1000872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A418334A-CBA5-474C-B9C6-87B33A6681CB}"/>
                </a:ext>
              </a:extLst>
            </p:cNvPr>
            <p:cNvGrpSpPr/>
            <p:nvPr/>
          </p:nvGrpSpPr>
          <p:grpSpPr>
            <a:xfrm>
              <a:off x="4017573" y="2678453"/>
              <a:ext cx="3985426" cy="854500"/>
              <a:chOff x="3489821" y="2575700"/>
              <a:chExt cx="5277330" cy="1131492"/>
            </a:xfrm>
          </p:grpSpPr>
          <p:sp>
            <p:nvSpPr>
              <p:cNvPr id="60" name="pl5">
                <a:extLst>
                  <a:ext uri="{FF2B5EF4-FFF2-40B4-BE49-F238E27FC236}">
                    <a16:creationId xmlns:a16="http://schemas.microsoft.com/office/drawing/2014/main" id="{04675F89-6B08-4225-86CC-8E824300185A}"/>
                  </a:ext>
                </a:extLst>
              </p:cNvPr>
              <p:cNvSpPr/>
              <p:nvPr/>
            </p:nvSpPr>
            <p:spPr>
              <a:xfrm>
                <a:off x="3489821" y="2718072"/>
                <a:ext cx="5277330" cy="989120"/>
              </a:xfrm>
              <a:custGeom>
                <a:avLst/>
                <a:gdLst/>
                <a:ahLst/>
                <a:cxnLst/>
                <a:rect l="0" t="0" r="0" b="0"/>
                <a:pathLst>
                  <a:path w="9164836" h="1717747">
                    <a:moveTo>
                      <a:pt x="0" y="1405635"/>
                    </a:moveTo>
                    <a:lnTo>
                      <a:pt x="46054" y="1440890"/>
                    </a:lnTo>
                    <a:lnTo>
                      <a:pt x="92108" y="1457436"/>
                    </a:lnTo>
                    <a:lnTo>
                      <a:pt x="138163" y="1356304"/>
                    </a:lnTo>
                    <a:lnTo>
                      <a:pt x="184217" y="1351262"/>
                    </a:lnTo>
                    <a:lnTo>
                      <a:pt x="230272" y="1343146"/>
                    </a:lnTo>
                    <a:lnTo>
                      <a:pt x="276326" y="1231800"/>
                    </a:lnTo>
                    <a:lnTo>
                      <a:pt x="322381" y="1202964"/>
                    </a:lnTo>
                    <a:lnTo>
                      <a:pt x="368435" y="1283603"/>
                    </a:lnTo>
                    <a:lnTo>
                      <a:pt x="414490" y="1329154"/>
                    </a:lnTo>
                    <a:lnTo>
                      <a:pt x="460544" y="1357212"/>
                    </a:lnTo>
                    <a:lnTo>
                      <a:pt x="506599" y="1277939"/>
                    </a:lnTo>
                    <a:lnTo>
                      <a:pt x="552653" y="1255143"/>
                    </a:lnTo>
                    <a:lnTo>
                      <a:pt x="598707" y="1229449"/>
                    </a:lnTo>
                    <a:lnTo>
                      <a:pt x="644762" y="1221920"/>
                    </a:lnTo>
                    <a:lnTo>
                      <a:pt x="690816" y="1257818"/>
                    </a:lnTo>
                    <a:lnTo>
                      <a:pt x="736871" y="1141455"/>
                    </a:lnTo>
                    <a:lnTo>
                      <a:pt x="782925" y="1110031"/>
                    </a:lnTo>
                    <a:lnTo>
                      <a:pt x="828980" y="1236980"/>
                    </a:lnTo>
                    <a:lnTo>
                      <a:pt x="875034" y="1191421"/>
                    </a:lnTo>
                    <a:lnTo>
                      <a:pt x="921089" y="1222186"/>
                    </a:lnTo>
                    <a:lnTo>
                      <a:pt x="967143" y="1290837"/>
                    </a:lnTo>
                    <a:lnTo>
                      <a:pt x="1013198" y="1305528"/>
                    </a:lnTo>
                    <a:lnTo>
                      <a:pt x="1059252" y="1371645"/>
                    </a:lnTo>
                    <a:lnTo>
                      <a:pt x="1105306" y="1420036"/>
                    </a:lnTo>
                    <a:lnTo>
                      <a:pt x="1151361" y="1458854"/>
                    </a:lnTo>
                    <a:lnTo>
                      <a:pt x="1197415" y="1568505"/>
                    </a:lnTo>
                    <a:lnTo>
                      <a:pt x="1243470" y="1514843"/>
                    </a:lnTo>
                    <a:lnTo>
                      <a:pt x="1289524" y="1504749"/>
                    </a:lnTo>
                    <a:lnTo>
                      <a:pt x="1335579" y="1578256"/>
                    </a:lnTo>
                    <a:lnTo>
                      <a:pt x="1381633" y="1496709"/>
                    </a:lnTo>
                    <a:lnTo>
                      <a:pt x="1427688" y="1466163"/>
                    </a:lnTo>
                    <a:lnTo>
                      <a:pt x="1473742" y="1488817"/>
                    </a:lnTo>
                    <a:lnTo>
                      <a:pt x="1519797" y="1430568"/>
                    </a:lnTo>
                    <a:lnTo>
                      <a:pt x="1565851" y="1373166"/>
                    </a:lnTo>
                    <a:lnTo>
                      <a:pt x="1611905" y="1319797"/>
                    </a:lnTo>
                    <a:lnTo>
                      <a:pt x="1657960" y="1276555"/>
                    </a:lnTo>
                    <a:lnTo>
                      <a:pt x="1704014" y="1240062"/>
                    </a:lnTo>
                    <a:lnTo>
                      <a:pt x="1750069" y="1244395"/>
                    </a:lnTo>
                    <a:lnTo>
                      <a:pt x="1796123" y="1263884"/>
                    </a:lnTo>
                    <a:lnTo>
                      <a:pt x="1842178" y="1288745"/>
                    </a:lnTo>
                    <a:lnTo>
                      <a:pt x="1888232" y="1333641"/>
                    </a:lnTo>
                    <a:lnTo>
                      <a:pt x="1934287" y="1346316"/>
                    </a:lnTo>
                    <a:lnTo>
                      <a:pt x="1980341" y="1429188"/>
                    </a:lnTo>
                    <a:lnTo>
                      <a:pt x="2026396" y="1288726"/>
                    </a:lnTo>
                    <a:lnTo>
                      <a:pt x="2072450" y="1210405"/>
                    </a:lnTo>
                    <a:lnTo>
                      <a:pt x="2118504" y="1282926"/>
                    </a:lnTo>
                    <a:lnTo>
                      <a:pt x="2164559" y="1309119"/>
                    </a:lnTo>
                    <a:lnTo>
                      <a:pt x="2210613" y="1339611"/>
                    </a:lnTo>
                    <a:lnTo>
                      <a:pt x="2256668" y="26295"/>
                    </a:lnTo>
                    <a:lnTo>
                      <a:pt x="2302722" y="1294366"/>
                    </a:lnTo>
                    <a:lnTo>
                      <a:pt x="2348777" y="1277758"/>
                    </a:lnTo>
                    <a:lnTo>
                      <a:pt x="2394831" y="1279609"/>
                    </a:lnTo>
                    <a:lnTo>
                      <a:pt x="2440886" y="1282694"/>
                    </a:lnTo>
                    <a:lnTo>
                      <a:pt x="2486940" y="1192811"/>
                    </a:lnTo>
                    <a:lnTo>
                      <a:pt x="2532995" y="1209079"/>
                    </a:lnTo>
                    <a:lnTo>
                      <a:pt x="2579049" y="1110250"/>
                    </a:lnTo>
                    <a:lnTo>
                      <a:pt x="2625103" y="1210489"/>
                    </a:lnTo>
                    <a:lnTo>
                      <a:pt x="2671158" y="1174693"/>
                    </a:lnTo>
                    <a:lnTo>
                      <a:pt x="2717212" y="1164376"/>
                    </a:lnTo>
                    <a:lnTo>
                      <a:pt x="2763267" y="1151384"/>
                    </a:lnTo>
                    <a:lnTo>
                      <a:pt x="2809321" y="1125778"/>
                    </a:lnTo>
                    <a:lnTo>
                      <a:pt x="2855376" y="1158801"/>
                    </a:lnTo>
                    <a:lnTo>
                      <a:pt x="2901430" y="1179832"/>
                    </a:lnTo>
                    <a:lnTo>
                      <a:pt x="2947485" y="1245528"/>
                    </a:lnTo>
                    <a:lnTo>
                      <a:pt x="2993539" y="1315511"/>
                    </a:lnTo>
                    <a:lnTo>
                      <a:pt x="3039594" y="1295657"/>
                    </a:lnTo>
                    <a:lnTo>
                      <a:pt x="3085648" y="1266880"/>
                    </a:lnTo>
                    <a:lnTo>
                      <a:pt x="3131703" y="1263612"/>
                    </a:lnTo>
                    <a:lnTo>
                      <a:pt x="3177757" y="1204183"/>
                    </a:lnTo>
                    <a:lnTo>
                      <a:pt x="3223811" y="1073533"/>
                    </a:lnTo>
                    <a:lnTo>
                      <a:pt x="3269866" y="1103804"/>
                    </a:lnTo>
                    <a:lnTo>
                      <a:pt x="3315920" y="1253293"/>
                    </a:lnTo>
                    <a:lnTo>
                      <a:pt x="3361975" y="1186312"/>
                    </a:lnTo>
                    <a:lnTo>
                      <a:pt x="3408029" y="1232769"/>
                    </a:lnTo>
                    <a:lnTo>
                      <a:pt x="3454084" y="1277674"/>
                    </a:lnTo>
                    <a:lnTo>
                      <a:pt x="3500138" y="1210882"/>
                    </a:lnTo>
                    <a:lnTo>
                      <a:pt x="3546193" y="1229737"/>
                    </a:lnTo>
                    <a:lnTo>
                      <a:pt x="3592247" y="1308850"/>
                    </a:lnTo>
                    <a:lnTo>
                      <a:pt x="3638302" y="1296349"/>
                    </a:lnTo>
                    <a:lnTo>
                      <a:pt x="3684356" y="1305825"/>
                    </a:lnTo>
                    <a:lnTo>
                      <a:pt x="3730410" y="1305575"/>
                    </a:lnTo>
                    <a:lnTo>
                      <a:pt x="3776465" y="1280522"/>
                    </a:lnTo>
                    <a:lnTo>
                      <a:pt x="3822519" y="1304905"/>
                    </a:lnTo>
                    <a:lnTo>
                      <a:pt x="3868574" y="1262992"/>
                    </a:lnTo>
                    <a:lnTo>
                      <a:pt x="3914628" y="1277377"/>
                    </a:lnTo>
                    <a:lnTo>
                      <a:pt x="3960683" y="1255822"/>
                    </a:lnTo>
                    <a:lnTo>
                      <a:pt x="4006737" y="1184194"/>
                    </a:lnTo>
                    <a:lnTo>
                      <a:pt x="4052792" y="1156124"/>
                    </a:lnTo>
                    <a:lnTo>
                      <a:pt x="4098846" y="1178018"/>
                    </a:lnTo>
                    <a:lnTo>
                      <a:pt x="4144901" y="1103995"/>
                    </a:lnTo>
                    <a:lnTo>
                      <a:pt x="4190955" y="1036480"/>
                    </a:lnTo>
                    <a:lnTo>
                      <a:pt x="4237009" y="1001699"/>
                    </a:lnTo>
                    <a:lnTo>
                      <a:pt x="4283064" y="987046"/>
                    </a:lnTo>
                    <a:lnTo>
                      <a:pt x="4329118" y="1027841"/>
                    </a:lnTo>
                    <a:lnTo>
                      <a:pt x="4375173" y="946153"/>
                    </a:lnTo>
                    <a:lnTo>
                      <a:pt x="4421227" y="983273"/>
                    </a:lnTo>
                    <a:lnTo>
                      <a:pt x="4467282" y="840518"/>
                    </a:lnTo>
                    <a:lnTo>
                      <a:pt x="4513336" y="755008"/>
                    </a:lnTo>
                    <a:lnTo>
                      <a:pt x="4559391" y="761568"/>
                    </a:lnTo>
                    <a:lnTo>
                      <a:pt x="4605445" y="827892"/>
                    </a:lnTo>
                    <a:lnTo>
                      <a:pt x="4651500" y="865829"/>
                    </a:lnTo>
                    <a:lnTo>
                      <a:pt x="4697554" y="848694"/>
                    </a:lnTo>
                    <a:lnTo>
                      <a:pt x="4743608" y="865605"/>
                    </a:lnTo>
                    <a:lnTo>
                      <a:pt x="4789663" y="879559"/>
                    </a:lnTo>
                    <a:lnTo>
                      <a:pt x="4835717" y="951672"/>
                    </a:lnTo>
                    <a:lnTo>
                      <a:pt x="4881772" y="952780"/>
                    </a:lnTo>
                    <a:lnTo>
                      <a:pt x="4927826" y="1001706"/>
                    </a:lnTo>
                    <a:lnTo>
                      <a:pt x="4973881" y="1111034"/>
                    </a:lnTo>
                    <a:lnTo>
                      <a:pt x="5019935" y="1137128"/>
                    </a:lnTo>
                    <a:lnTo>
                      <a:pt x="5065990" y="1076550"/>
                    </a:lnTo>
                    <a:lnTo>
                      <a:pt x="5112044" y="1112853"/>
                    </a:lnTo>
                    <a:lnTo>
                      <a:pt x="5158099" y="1075769"/>
                    </a:lnTo>
                    <a:lnTo>
                      <a:pt x="5204153" y="1179416"/>
                    </a:lnTo>
                    <a:lnTo>
                      <a:pt x="5250207" y="1182979"/>
                    </a:lnTo>
                    <a:lnTo>
                      <a:pt x="5296262" y="1149294"/>
                    </a:lnTo>
                    <a:lnTo>
                      <a:pt x="5342316" y="1128992"/>
                    </a:lnTo>
                    <a:lnTo>
                      <a:pt x="5388371" y="1123679"/>
                    </a:lnTo>
                    <a:lnTo>
                      <a:pt x="5434425" y="1163571"/>
                    </a:lnTo>
                    <a:lnTo>
                      <a:pt x="5480480" y="1219603"/>
                    </a:lnTo>
                    <a:lnTo>
                      <a:pt x="5526534" y="1285303"/>
                    </a:lnTo>
                    <a:lnTo>
                      <a:pt x="5572589" y="1277932"/>
                    </a:lnTo>
                    <a:lnTo>
                      <a:pt x="5618643" y="1339623"/>
                    </a:lnTo>
                    <a:lnTo>
                      <a:pt x="5664698" y="1371216"/>
                    </a:lnTo>
                    <a:lnTo>
                      <a:pt x="5710752" y="1386684"/>
                    </a:lnTo>
                    <a:lnTo>
                      <a:pt x="5756807" y="1267539"/>
                    </a:lnTo>
                    <a:lnTo>
                      <a:pt x="5802861" y="1310497"/>
                    </a:lnTo>
                    <a:lnTo>
                      <a:pt x="5848915" y="1295273"/>
                    </a:lnTo>
                    <a:lnTo>
                      <a:pt x="5894970" y="1290019"/>
                    </a:lnTo>
                    <a:lnTo>
                      <a:pt x="5941024" y="1352565"/>
                    </a:lnTo>
                    <a:lnTo>
                      <a:pt x="5987079" y="1357145"/>
                    </a:lnTo>
                    <a:lnTo>
                      <a:pt x="6033133" y="1263673"/>
                    </a:lnTo>
                    <a:lnTo>
                      <a:pt x="6079188" y="1233876"/>
                    </a:lnTo>
                    <a:lnTo>
                      <a:pt x="6125242" y="1231725"/>
                    </a:lnTo>
                    <a:lnTo>
                      <a:pt x="6171297" y="1258721"/>
                    </a:lnTo>
                    <a:lnTo>
                      <a:pt x="6217351" y="1392439"/>
                    </a:lnTo>
                    <a:lnTo>
                      <a:pt x="6263406" y="1318881"/>
                    </a:lnTo>
                    <a:lnTo>
                      <a:pt x="6309460" y="1412720"/>
                    </a:lnTo>
                    <a:lnTo>
                      <a:pt x="6355514" y="1365130"/>
                    </a:lnTo>
                    <a:lnTo>
                      <a:pt x="6401569" y="1241883"/>
                    </a:lnTo>
                    <a:lnTo>
                      <a:pt x="6447623" y="1335058"/>
                    </a:lnTo>
                    <a:lnTo>
                      <a:pt x="6493678" y="1289743"/>
                    </a:lnTo>
                    <a:lnTo>
                      <a:pt x="6539732" y="1306484"/>
                    </a:lnTo>
                    <a:lnTo>
                      <a:pt x="6585787" y="1408710"/>
                    </a:lnTo>
                    <a:lnTo>
                      <a:pt x="6631841" y="1506430"/>
                    </a:lnTo>
                    <a:lnTo>
                      <a:pt x="6677896" y="1608348"/>
                    </a:lnTo>
                    <a:lnTo>
                      <a:pt x="6723950" y="1641472"/>
                    </a:lnTo>
                    <a:lnTo>
                      <a:pt x="6770005" y="1717747"/>
                    </a:lnTo>
                    <a:lnTo>
                      <a:pt x="6816059" y="1697710"/>
                    </a:lnTo>
                    <a:lnTo>
                      <a:pt x="6862113" y="0"/>
                    </a:lnTo>
                    <a:lnTo>
                      <a:pt x="6908168" y="1639971"/>
                    </a:lnTo>
                    <a:lnTo>
                      <a:pt x="6954222" y="1590912"/>
                    </a:lnTo>
                    <a:lnTo>
                      <a:pt x="7000277" y="1543373"/>
                    </a:lnTo>
                    <a:lnTo>
                      <a:pt x="7046331" y="1516945"/>
                    </a:lnTo>
                    <a:lnTo>
                      <a:pt x="7092386" y="1586357"/>
                    </a:lnTo>
                    <a:lnTo>
                      <a:pt x="7138440" y="1592463"/>
                    </a:lnTo>
                    <a:lnTo>
                      <a:pt x="7184495" y="1608652"/>
                    </a:lnTo>
                    <a:lnTo>
                      <a:pt x="7230549" y="1574973"/>
                    </a:lnTo>
                    <a:lnTo>
                      <a:pt x="7276604" y="1596581"/>
                    </a:lnTo>
                    <a:lnTo>
                      <a:pt x="7322658" y="1534560"/>
                    </a:lnTo>
                    <a:lnTo>
                      <a:pt x="7368712" y="1560690"/>
                    </a:lnTo>
                    <a:lnTo>
                      <a:pt x="7414767" y="1490625"/>
                    </a:lnTo>
                    <a:lnTo>
                      <a:pt x="7460821" y="1560587"/>
                    </a:lnTo>
                    <a:lnTo>
                      <a:pt x="7506876" y="1639495"/>
                    </a:lnTo>
                    <a:lnTo>
                      <a:pt x="7552930" y="1430820"/>
                    </a:lnTo>
                    <a:lnTo>
                      <a:pt x="7598985" y="1458347"/>
                    </a:lnTo>
                    <a:lnTo>
                      <a:pt x="7645039" y="1439046"/>
                    </a:lnTo>
                    <a:lnTo>
                      <a:pt x="7691094" y="1397460"/>
                    </a:lnTo>
                    <a:lnTo>
                      <a:pt x="7737148" y="1429217"/>
                    </a:lnTo>
                    <a:lnTo>
                      <a:pt x="7783203" y="1395935"/>
                    </a:lnTo>
                    <a:lnTo>
                      <a:pt x="7829257" y="1371540"/>
                    </a:lnTo>
                    <a:lnTo>
                      <a:pt x="7875311" y="1385164"/>
                    </a:lnTo>
                    <a:lnTo>
                      <a:pt x="7921366" y="1382351"/>
                    </a:lnTo>
                    <a:lnTo>
                      <a:pt x="7967420" y="1384080"/>
                    </a:lnTo>
                    <a:lnTo>
                      <a:pt x="8013475" y="1245409"/>
                    </a:lnTo>
                    <a:lnTo>
                      <a:pt x="8059529" y="1294207"/>
                    </a:lnTo>
                    <a:lnTo>
                      <a:pt x="8105584" y="1364774"/>
                    </a:lnTo>
                    <a:lnTo>
                      <a:pt x="8151638" y="1361898"/>
                    </a:lnTo>
                    <a:lnTo>
                      <a:pt x="8197693" y="1342515"/>
                    </a:lnTo>
                    <a:lnTo>
                      <a:pt x="8243747" y="1313937"/>
                    </a:lnTo>
                    <a:lnTo>
                      <a:pt x="8289802" y="1343569"/>
                    </a:lnTo>
                    <a:lnTo>
                      <a:pt x="8335856" y="1412403"/>
                    </a:lnTo>
                    <a:lnTo>
                      <a:pt x="8381910" y="1330374"/>
                    </a:lnTo>
                    <a:lnTo>
                      <a:pt x="8427965" y="1352878"/>
                    </a:lnTo>
                    <a:lnTo>
                      <a:pt x="8474019" y="1409304"/>
                    </a:lnTo>
                    <a:lnTo>
                      <a:pt x="8520074" y="1425886"/>
                    </a:lnTo>
                    <a:lnTo>
                      <a:pt x="8566128" y="1438037"/>
                    </a:lnTo>
                    <a:lnTo>
                      <a:pt x="8612183" y="1365195"/>
                    </a:lnTo>
                    <a:lnTo>
                      <a:pt x="8658237" y="1359577"/>
                    </a:lnTo>
                    <a:lnTo>
                      <a:pt x="8704292" y="1310821"/>
                    </a:lnTo>
                    <a:lnTo>
                      <a:pt x="8750346" y="1343552"/>
                    </a:lnTo>
                    <a:lnTo>
                      <a:pt x="8796401" y="1329970"/>
                    </a:lnTo>
                    <a:lnTo>
                      <a:pt x="8842455" y="1351025"/>
                    </a:lnTo>
                    <a:lnTo>
                      <a:pt x="8888510" y="1344202"/>
                    </a:lnTo>
                    <a:lnTo>
                      <a:pt x="8934564" y="1402270"/>
                    </a:lnTo>
                    <a:lnTo>
                      <a:pt x="8980618" y="1488338"/>
                    </a:lnTo>
                    <a:lnTo>
                      <a:pt x="9026673" y="1357955"/>
                    </a:lnTo>
                    <a:lnTo>
                      <a:pt x="9072727" y="1319039"/>
                    </a:lnTo>
                    <a:lnTo>
                      <a:pt x="9118782" y="1400196"/>
                    </a:lnTo>
                    <a:lnTo>
                      <a:pt x="9164836" y="1439685"/>
                    </a:lnTo>
                  </a:path>
                </a:pathLst>
              </a:custGeom>
              <a:ln w="190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5BE8DB82-AD6D-4B31-A7DE-22FEF3D98649}"/>
                  </a:ext>
                </a:extLst>
              </p:cNvPr>
              <p:cNvSpPr/>
              <p:nvPr/>
            </p:nvSpPr>
            <p:spPr>
              <a:xfrm>
                <a:off x="4505987" y="2575700"/>
                <a:ext cx="566630" cy="56663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F00B3B0B-BC2F-422B-BEE2-D96C7D8183EE}"/>
                  </a:ext>
                </a:extLst>
              </p:cNvPr>
              <p:cNvSpPr/>
              <p:nvPr/>
            </p:nvSpPr>
            <p:spPr>
              <a:xfrm>
                <a:off x="7127135" y="2575700"/>
                <a:ext cx="566630" cy="56663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itchFamily="2" charset="0"/>
                  <a:ea typeface="Roboto" pitchFamily="2" charset="0"/>
                </a:endParaRPr>
              </a:p>
            </p:txBody>
          </p:sp>
        </p:grp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D2FE6ECB-6F1A-4918-9075-2884E7B89761}"/>
                </a:ext>
              </a:extLst>
            </p:cNvPr>
            <p:cNvCxnSpPr/>
            <p:nvPr/>
          </p:nvCxnSpPr>
          <p:spPr>
            <a:xfrm>
              <a:off x="3891739" y="3677419"/>
              <a:ext cx="435463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0316A124-E99F-453D-8B10-54771CBBB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1153" y="2678453"/>
              <a:ext cx="0" cy="1000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uppieren 214">
            <a:extLst>
              <a:ext uri="{FF2B5EF4-FFF2-40B4-BE49-F238E27FC236}">
                <a16:creationId xmlns:a16="http://schemas.microsoft.com/office/drawing/2014/main" id="{570B61AA-1EBF-45C6-8D3D-3AAD29413CEE}"/>
              </a:ext>
            </a:extLst>
          </p:cNvPr>
          <p:cNvGrpSpPr/>
          <p:nvPr/>
        </p:nvGrpSpPr>
        <p:grpSpPr>
          <a:xfrm>
            <a:off x="5388849" y="1267185"/>
            <a:ext cx="3729227" cy="3293028"/>
            <a:chOff x="4975503" y="1291510"/>
            <a:chExt cx="3815533" cy="3369228"/>
          </a:xfrm>
        </p:grpSpPr>
        <p:sp>
          <p:nvSpPr>
            <p:cNvPr id="91" name="rc16">
              <a:extLst>
                <a:ext uri="{FF2B5EF4-FFF2-40B4-BE49-F238E27FC236}">
                  <a16:creationId xmlns:a16="http://schemas.microsoft.com/office/drawing/2014/main" id="{E95A2927-B744-4220-8ECD-1F425F055BFF}"/>
                </a:ext>
              </a:extLst>
            </p:cNvPr>
            <p:cNvSpPr/>
            <p:nvPr/>
          </p:nvSpPr>
          <p:spPr>
            <a:xfrm>
              <a:off x="5591860" y="3195484"/>
              <a:ext cx="639835" cy="475993"/>
            </a:xfrm>
            <a:prstGeom prst="rect">
              <a:avLst/>
            </a:prstGeom>
            <a:solidFill>
              <a:srgbClr val="9C1D9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2" name="rc17">
              <a:extLst>
                <a:ext uri="{FF2B5EF4-FFF2-40B4-BE49-F238E27FC236}">
                  <a16:creationId xmlns:a16="http://schemas.microsoft.com/office/drawing/2014/main" id="{730B9215-B247-478A-A268-E9FEAD4B7705}"/>
                </a:ext>
              </a:extLst>
            </p:cNvPr>
            <p:cNvSpPr/>
            <p:nvPr/>
          </p:nvSpPr>
          <p:spPr>
            <a:xfrm>
              <a:off x="5591860" y="1767503"/>
              <a:ext cx="639835" cy="475993"/>
            </a:xfrm>
            <a:prstGeom prst="rect">
              <a:avLst/>
            </a:prstGeom>
            <a:solidFill>
              <a:srgbClr val="C23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3" name="rc18">
              <a:extLst>
                <a:ext uri="{FF2B5EF4-FFF2-40B4-BE49-F238E27FC236}">
                  <a16:creationId xmlns:a16="http://schemas.microsoft.com/office/drawing/2014/main" id="{1C55AAF1-9CFA-4BED-9C32-427B984E1321}"/>
                </a:ext>
              </a:extLst>
            </p:cNvPr>
            <p:cNvSpPr/>
            <p:nvPr/>
          </p:nvSpPr>
          <p:spPr>
            <a:xfrm>
              <a:off x="5591860" y="2719491"/>
              <a:ext cx="639835" cy="475993"/>
            </a:xfrm>
            <a:prstGeom prst="rect">
              <a:avLst/>
            </a:prstGeom>
            <a:solidFill>
              <a:srgbClr val="E1646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4" name="rc19">
              <a:extLst>
                <a:ext uri="{FF2B5EF4-FFF2-40B4-BE49-F238E27FC236}">
                  <a16:creationId xmlns:a16="http://schemas.microsoft.com/office/drawing/2014/main" id="{196CE2E3-2101-46E9-8791-85A1E43C64A1}"/>
                </a:ext>
              </a:extLst>
            </p:cNvPr>
            <p:cNvSpPr/>
            <p:nvPr/>
          </p:nvSpPr>
          <p:spPr>
            <a:xfrm>
              <a:off x="5591860" y="1291510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5" name="rc20">
              <a:extLst>
                <a:ext uri="{FF2B5EF4-FFF2-40B4-BE49-F238E27FC236}">
                  <a16:creationId xmlns:a16="http://schemas.microsoft.com/office/drawing/2014/main" id="{23024626-6D25-4F9C-A2A3-ED66556FC6AA}"/>
                </a:ext>
              </a:extLst>
            </p:cNvPr>
            <p:cNvSpPr/>
            <p:nvPr/>
          </p:nvSpPr>
          <p:spPr>
            <a:xfrm>
              <a:off x="5591860" y="2243497"/>
              <a:ext cx="639835" cy="475993"/>
            </a:xfrm>
            <a:prstGeom prst="rect">
              <a:avLst/>
            </a:prstGeom>
            <a:solidFill>
              <a:srgbClr val="F0F92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6" name="rc21">
              <a:extLst>
                <a:ext uri="{FF2B5EF4-FFF2-40B4-BE49-F238E27FC236}">
                  <a16:creationId xmlns:a16="http://schemas.microsoft.com/office/drawing/2014/main" id="{DF6FCC6E-43C1-40A9-869B-1E822C88D742}"/>
                </a:ext>
              </a:extLst>
            </p:cNvPr>
            <p:cNvSpPr/>
            <p:nvPr/>
          </p:nvSpPr>
          <p:spPr>
            <a:xfrm>
              <a:off x="8151201" y="3195484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7" name="rc22">
              <a:extLst>
                <a:ext uri="{FF2B5EF4-FFF2-40B4-BE49-F238E27FC236}">
                  <a16:creationId xmlns:a16="http://schemas.microsoft.com/office/drawing/2014/main" id="{D2472E76-9A66-4F74-8EFC-3FD28E95AE63}"/>
                </a:ext>
              </a:extLst>
            </p:cNvPr>
            <p:cNvSpPr/>
            <p:nvPr/>
          </p:nvSpPr>
          <p:spPr>
            <a:xfrm>
              <a:off x="8151201" y="1767503"/>
              <a:ext cx="639835" cy="475993"/>
            </a:xfrm>
            <a:prstGeom prst="rect">
              <a:avLst/>
            </a:prstGeom>
            <a:solidFill>
              <a:srgbClr val="6A00A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8" name="rc23">
              <a:extLst>
                <a:ext uri="{FF2B5EF4-FFF2-40B4-BE49-F238E27FC236}">
                  <a16:creationId xmlns:a16="http://schemas.microsoft.com/office/drawing/2014/main" id="{B20A0B91-5EDA-4026-B88F-F99467FF1D59}"/>
                </a:ext>
              </a:extLst>
            </p:cNvPr>
            <p:cNvSpPr/>
            <p:nvPr/>
          </p:nvSpPr>
          <p:spPr>
            <a:xfrm>
              <a:off x="8151201" y="2719491"/>
              <a:ext cx="639835" cy="475993"/>
            </a:xfrm>
            <a:prstGeom prst="rect">
              <a:avLst/>
            </a:prstGeom>
            <a:solidFill>
              <a:srgbClr val="9C1D9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99" name="rc24">
              <a:extLst>
                <a:ext uri="{FF2B5EF4-FFF2-40B4-BE49-F238E27FC236}">
                  <a16:creationId xmlns:a16="http://schemas.microsoft.com/office/drawing/2014/main" id="{766ABFE8-E1A7-471F-A72A-656073884F57}"/>
                </a:ext>
              </a:extLst>
            </p:cNvPr>
            <p:cNvSpPr/>
            <p:nvPr/>
          </p:nvSpPr>
          <p:spPr>
            <a:xfrm>
              <a:off x="8151201" y="1291510"/>
              <a:ext cx="639835" cy="475993"/>
            </a:xfrm>
            <a:prstGeom prst="rect">
              <a:avLst/>
            </a:prstGeom>
            <a:solidFill>
              <a:srgbClr val="F0F92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0" name="rc25">
              <a:extLst>
                <a:ext uri="{FF2B5EF4-FFF2-40B4-BE49-F238E27FC236}">
                  <a16:creationId xmlns:a16="http://schemas.microsoft.com/office/drawing/2014/main" id="{C8B9EFD8-FD1A-4076-AE32-222ED0FFC9FC}"/>
                </a:ext>
              </a:extLst>
            </p:cNvPr>
            <p:cNvSpPr/>
            <p:nvPr/>
          </p:nvSpPr>
          <p:spPr>
            <a:xfrm>
              <a:off x="8151201" y="2243497"/>
              <a:ext cx="639835" cy="475993"/>
            </a:xfrm>
            <a:prstGeom prst="rect">
              <a:avLst/>
            </a:prstGeom>
            <a:solidFill>
              <a:srgbClr val="C23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1" name="rc26">
              <a:extLst>
                <a:ext uri="{FF2B5EF4-FFF2-40B4-BE49-F238E27FC236}">
                  <a16:creationId xmlns:a16="http://schemas.microsoft.com/office/drawing/2014/main" id="{86E689E0-940E-46DB-891F-FD6DCC3C14C2}"/>
                </a:ext>
              </a:extLst>
            </p:cNvPr>
            <p:cNvSpPr/>
            <p:nvPr/>
          </p:nvSpPr>
          <p:spPr>
            <a:xfrm>
              <a:off x="6871530" y="3195484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2" name="rc27">
              <a:extLst>
                <a:ext uri="{FF2B5EF4-FFF2-40B4-BE49-F238E27FC236}">
                  <a16:creationId xmlns:a16="http://schemas.microsoft.com/office/drawing/2014/main" id="{31327FFC-95DC-40E2-8661-887D5ED5EC78}"/>
                </a:ext>
              </a:extLst>
            </p:cNvPr>
            <p:cNvSpPr/>
            <p:nvPr/>
          </p:nvSpPr>
          <p:spPr>
            <a:xfrm>
              <a:off x="6871530" y="1767503"/>
              <a:ext cx="639835" cy="475993"/>
            </a:xfrm>
            <a:prstGeom prst="rect">
              <a:avLst/>
            </a:prstGeom>
            <a:solidFill>
              <a:srgbClr val="F0F92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3" name="rc28">
              <a:extLst>
                <a:ext uri="{FF2B5EF4-FFF2-40B4-BE49-F238E27FC236}">
                  <a16:creationId xmlns:a16="http://schemas.microsoft.com/office/drawing/2014/main" id="{5908AE27-BF8E-45BA-968F-D034FA73A7D4}"/>
                </a:ext>
              </a:extLst>
            </p:cNvPr>
            <p:cNvSpPr/>
            <p:nvPr/>
          </p:nvSpPr>
          <p:spPr>
            <a:xfrm>
              <a:off x="6871530" y="2719491"/>
              <a:ext cx="639835" cy="475993"/>
            </a:xfrm>
            <a:prstGeom prst="rect">
              <a:avLst/>
            </a:prstGeom>
            <a:solidFill>
              <a:srgbClr val="6A00A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4" name="rc29">
              <a:extLst>
                <a:ext uri="{FF2B5EF4-FFF2-40B4-BE49-F238E27FC236}">
                  <a16:creationId xmlns:a16="http://schemas.microsoft.com/office/drawing/2014/main" id="{D998DAA9-677D-4D1E-9AD3-345E13C268F1}"/>
                </a:ext>
              </a:extLst>
            </p:cNvPr>
            <p:cNvSpPr/>
            <p:nvPr/>
          </p:nvSpPr>
          <p:spPr>
            <a:xfrm>
              <a:off x="6871530" y="1291510"/>
              <a:ext cx="639835" cy="475993"/>
            </a:xfrm>
            <a:prstGeom prst="rect">
              <a:avLst/>
            </a:prstGeom>
            <a:solidFill>
              <a:srgbClr val="9C1D9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5" name="rc30">
              <a:extLst>
                <a:ext uri="{FF2B5EF4-FFF2-40B4-BE49-F238E27FC236}">
                  <a16:creationId xmlns:a16="http://schemas.microsoft.com/office/drawing/2014/main" id="{D240CC76-7D2F-4278-8300-37D5F1AC4E34}"/>
                </a:ext>
              </a:extLst>
            </p:cNvPr>
            <p:cNvSpPr/>
            <p:nvPr/>
          </p:nvSpPr>
          <p:spPr>
            <a:xfrm>
              <a:off x="6871530" y="2243497"/>
              <a:ext cx="639835" cy="475993"/>
            </a:xfrm>
            <a:prstGeom prst="rect">
              <a:avLst/>
            </a:prstGeom>
            <a:solidFill>
              <a:srgbClr val="C23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6" name="rc31">
              <a:extLst>
                <a:ext uri="{FF2B5EF4-FFF2-40B4-BE49-F238E27FC236}">
                  <a16:creationId xmlns:a16="http://schemas.microsoft.com/office/drawing/2014/main" id="{5C0D438E-EA71-4D16-8D51-22F517BD5C0A}"/>
                </a:ext>
              </a:extLst>
            </p:cNvPr>
            <p:cNvSpPr/>
            <p:nvPr/>
          </p:nvSpPr>
          <p:spPr>
            <a:xfrm>
              <a:off x="7511365" y="3195484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7" name="rc32">
              <a:extLst>
                <a:ext uri="{FF2B5EF4-FFF2-40B4-BE49-F238E27FC236}">
                  <a16:creationId xmlns:a16="http://schemas.microsoft.com/office/drawing/2014/main" id="{C7B3D4FF-B212-49C0-9BCE-42F04C61575B}"/>
                </a:ext>
              </a:extLst>
            </p:cNvPr>
            <p:cNvSpPr/>
            <p:nvPr/>
          </p:nvSpPr>
          <p:spPr>
            <a:xfrm>
              <a:off x="7511365" y="1767503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8" name="rc33">
              <a:extLst>
                <a:ext uri="{FF2B5EF4-FFF2-40B4-BE49-F238E27FC236}">
                  <a16:creationId xmlns:a16="http://schemas.microsoft.com/office/drawing/2014/main" id="{4B7D18B1-7B50-4F8E-84E4-442D4EA0E3CD}"/>
                </a:ext>
              </a:extLst>
            </p:cNvPr>
            <p:cNvSpPr/>
            <p:nvPr/>
          </p:nvSpPr>
          <p:spPr>
            <a:xfrm>
              <a:off x="7511365" y="2719491"/>
              <a:ext cx="639835" cy="475993"/>
            </a:xfrm>
            <a:prstGeom prst="rect">
              <a:avLst/>
            </a:prstGeom>
            <a:solidFill>
              <a:srgbClr val="C23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9" name="rc34">
              <a:extLst>
                <a:ext uri="{FF2B5EF4-FFF2-40B4-BE49-F238E27FC236}">
                  <a16:creationId xmlns:a16="http://schemas.microsoft.com/office/drawing/2014/main" id="{D298FEFE-E640-47D4-AE16-F40A5F34FF42}"/>
                </a:ext>
              </a:extLst>
            </p:cNvPr>
            <p:cNvSpPr/>
            <p:nvPr/>
          </p:nvSpPr>
          <p:spPr>
            <a:xfrm>
              <a:off x="7511365" y="1291510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0" name="rc35">
              <a:extLst>
                <a:ext uri="{FF2B5EF4-FFF2-40B4-BE49-F238E27FC236}">
                  <a16:creationId xmlns:a16="http://schemas.microsoft.com/office/drawing/2014/main" id="{474292B0-6697-402C-98BE-DE580C4E889B}"/>
                </a:ext>
              </a:extLst>
            </p:cNvPr>
            <p:cNvSpPr/>
            <p:nvPr/>
          </p:nvSpPr>
          <p:spPr>
            <a:xfrm>
              <a:off x="7511365" y="2243497"/>
              <a:ext cx="639835" cy="475993"/>
            </a:xfrm>
            <a:prstGeom prst="rect">
              <a:avLst/>
            </a:prstGeom>
            <a:solidFill>
              <a:srgbClr val="370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1" name="rc36">
              <a:extLst>
                <a:ext uri="{FF2B5EF4-FFF2-40B4-BE49-F238E27FC236}">
                  <a16:creationId xmlns:a16="http://schemas.microsoft.com/office/drawing/2014/main" id="{282BAB30-1E2A-4564-BAA1-5AD482AC2886}"/>
                </a:ext>
              </a:extLst>
            </p:cNvPr>
            <p:cNvSpPr/>
            <p:nvPr/>
          </p:nvSpPr>
          <p:spPr>
            <a:xfrm>
              <a:off x="6231696" y="3195484"/>
              <a:ext cx="639835" cy="475993"/>
            </a:xfrm>
            <a:prstGeom prst="rect">
              <a:avLst/>
            </a:prstGeom>
            <a:solidFill>
              <a:srgbClr val="0D08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2" name="rc37">
              <a:extLst>
                <a:ext uri="{FF2B5EF4-FFF2-40B4-BE49-F238E27FC236}">
                  <a16:creationId xmlns:a16="http://schemas.microsoft.com/office/drawing/2014/main" id="{EFC043FF-4DA6-49A5-9527-7FB1865762FE}"/>
                </a:ext>
              </a:extLst>
            </p:cNvPr>
            <p:cNvSpPr/>
            <p:nvPr/>
          </p:nvSpPr>
          <p:spPr>
            <a:xfrm>
              <a:off x="6231696" y="1767503"/>
              <a:ext cx="639835" cy="475993"/>
            </a:xfrm>
            <a:prstGeom prst="rect">
              <a:avLst/>
            </a:prstGeom>
            <a:solidFill>
              <a:srgbClr val="0D08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3" name="rc38">
              <a:extLst>
                <a:ext uri="{FF2B5EF4-FFF2-40B4-BE49-F238E27FC236}">
                  <a16:creationId xmlns:a16="http://schemas.microsoft.com/office/drawing/2014/main" id="{584FF5DA-9C17-4DA6-96EF-C7439FED258A}"/>
                </a:ext>
              </a:extLst>
            </p:cNvPr>
            <p:cNvSpPr/>
            <p:nvPr/>
          </p:nvSpPr>
          <p:spPr>
            <a:xfrm>
              <a:off x="6231696" y="2719491"/>
              <a:ext cx="639835" cy="475993"/>
            </a:xfrm>
            <a:prstGeom prst="rect">
              <a:avLst/>
            </a:prstGeom>
            <a:solidFill>
              <a:srgbClr val="0D08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4" name="rc39">
              <a:extLst>
                <a:ext uri="{FF2B5EF4-FFF2-40B4-BE49-F238E27FC236}">
                  <a16:creationId xmlns:a16="http://schemas.microsoft.com/office/drawing/2014/main" id="{260D6C74-9473-4E93-BBD2-4A8D02FB8FAE}"/>
                </a:ext>
              </a:extLst>
            </p:cNvPr>
            <p:cNvSpPr/>
            <p:nvPr/>
          </p:nvSpPr>
          <p:spPr>
            <a:xfrm>
              <a:off x="6231696" y="1291510"/>
              <a:ext cx="639835" cy="475993"/>
            </a:xfrm>
            <a:prstGeom prst="rect">
              <a:avLst/>
            </a:prstGeom>
            <a:solidFill>
              <a:srgbClr val="0D08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5" name="rc40">
              <a:extLst>
                <a:ext uri="{FF2B5EF4-FFF2-40B4-BE49-F238E27FC236}">
                  <a16:creationId xmlns:a16="http://schemas.microsoft.com/office/drawing/2014/main" id="{73152DB7-6C01-4B85-9B2B-D493D7CFE7A9}"/>
                </a:ext>
              </a:extLst>
            </p:cNvPr>
            <p:cNvSpPr/>
            <p:nvPr/>
          </p:nvSpPr>
          <p:spPr>
            <a:xfrm>
              <a:off x="6231696" y="2243497"/>
              <a:ext cx="639835" cy="475993"/>
            </a:xfrm>
            <a:prstGeom prst="rect">
              <a:avLst/>
            </a:prstGeom>
            <a:solidFill>
              <a:srgbClr val="0D08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7" name="tx42">
              <a:extLst>
                <a:ext uri="{FF2B5EF4-FFF2-40B4-BE49-F238E27FC236}">
                  <a16:creationId xmlns:a16="http://schemas.microsoft.com/office/drawing/2014/main" id="{A4D073D8-EAA2-4A02-9ED1-C960DC8B0104}"/>
                </a:ext>
              </a:extLst>
            </p:cNvPr>
            <p:cNvSpPr/>
            <p:nvPr/>
          </p:nvSpPr>
          <p:spPr>
            <a:xfrm>
              <a:off x="5109409" y="3416921"/>
              <a:ext cx="192695" cy="325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Assault</a:t>
              </a:r>
            </a:p>
          </p:txBody>
        </p:sp>
        <p:sp>
          <p:nvSpPr>
            <p:cNvPr id="118" name="tx43">
              <a:extLst>
                <a:ext uri="{FF2B5EF4-FFF2-40B4-BE49-F238E27FC236}">
                  <a16:creationId xmlns:a16="http://schemas.microsoft.com/office/drawing/2014/main" id="{0E6F86EB-887D-4AE4-9E57-C48F0858ADF9}"/>
                </a:ext>
              </a:extLst>
            </p:cNvPr>
            <p:cNvSpPr/>
            <p:nvPr/>
          </p:nvSpPr>
          <p:spPr>
            <a:xfrm>
              <a:off x="5083300" y="2932025"/>
              <a:ext cx="218805" cy="41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Burglary</a:t>
              </a:r>
            </a:p>
          </p:txBody>
        </p:sp>
        <p:sp>
          <p:nvSpPr>
            <p:cNvPr id="119" name="tx44">
              <a:extLst>
                <a:ext uri="{FF2B5EF4-FFF2-40B4-BE49-F238E27FC236}">
                  <a16:creationId xmlns:a16="http://schemas.microsoft.com/office/drawing/2014/main" id="{35967547-FFAD-4D06-8209-308DBD6EDFB8}"/>
                </a:ext>
              </a:extLst>
            </p:cNvPr>
            <p:cNvSpPr/>
            <p:nvPr/>
          </p:nvSpPr>
          <p:spPr>
            <a:xfrm>
              <a:off x="4975503" y="2456032"/>
              <a:ext cx="326601" cy="41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Drug-related</a:t>
              </a:r>
            </a:p>
          </p:txBody>
        </p:sp>
        <p:sp>
          <p:nvSpPr>
            <p:cNvPr id="120" name="tx45">
              <a:extLst>
                <a:ext uri="{FF2B5EF4-FFF2-40B4-BE49-F238E27FC236}">
                  <a16:creationId xmlns:a16="http://schemas.microsoft.com/office/drawing/2014/main" id="{E1055351-F772-49CD-8434-9DC6CA4F091B}"/>
                </a:ext>
              </a:extLst>
            </p:cNvPr>
            <p:cNvSpPr/>
            <p:nvPr/>
          </p:nvSpPr>
          <p:spPr>
            <a:xfrm>
              <a:off x="5079998" y="1980038"/>
              <a:ext cx="222104" cy="41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Robbery</a:t>
              </a:r>
            </a:p>
          </p:txBody>
        </p:sp>
        <p:sp>
          <p:nvSpPr>
            <p:cNvPr id="121" name="tx46">
              <a:extLst>
                <a:ext uri="{FF2B5EF4-FFF2-40B4-BE49-F238E27FC236}">
                  <a16:creationId xmlns:a16="http://schemas.microsoft.com/office/drawing/2014/main" id="{67FF1FF2-2929-4032-AA1E-53D3E22D12D3}"/>
                </a:ext>
              </a:extLst>
            </p:cNvPr>
            <p:cNvSpPr/>
            <p:nvPr/>
          </p:nvSpPr>
          <p:spPr>
            <a:xfrm>
              <a:off x="5138874" y="1512400"/>
              <a:ext cx="163228" cy="331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Traffic</a:t>
              </a:r>
            </a:p>
          </p:txBody>
        </p:sp>
        <p:sp>
          <p:nvSpPr>
            <p:cNvPr id="132" name="tx57">
              <a:extLst>
                <a:ext uri="{FF2B5EF4-FFF2-40B4-BE49-F238E27FC236}">
                  <a16:creationId xmlns:a16="http://schemas.microsoft.com/office/drawing/2014/main" id="{B6C61D54-7F90-4DDD-81AF-F34D4B4EEEE1}"/>
                </a:ext>
              </a:extLst>
            </p:cNvPr>
            <p:cNvSpPr/>
            <p:nvPr/>
          </p:nvSpPr>
          <p:spPr>
            <a:xfrm rot="2433360">
              <a:off x="5751702" y="3997984"/>
              <a:ext cx="320145" cy="420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err="1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Gröpelingen</a:t>
              </a:r>
              <a:endParaRPr sz="11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endParaRPr>
            </a:p>
          </p:txBody>
        </p:sp>
        <p:sp>
          <p:nvSpPr>
            <p:cNvPr id="133" name="tx58">
              <a:extLst>
                <a:ext uri="{FF2B5EF4-FFF2-40B4-BE49-F238E27FC236}">
                  <a16:creationId xmlns:a16="http://schemas.microsoft.com/office/drawing/2014/main" id="{68DE2F3F-AC26-4D4A-B57C-18FD38B95333}"/>
                </a:ext>
              </a:extLst>
            </p:cNvPr>
            <p:cNvSpPr/>
            <p:nvPr/>
          </p:nvSpPr>
          <p:spPr>
            <a:xfrm rot="2433360">
              <a:off x="6394823" y="3998533"/>
              <a:ext cx="313574" cy="414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Hemelingen</a:t>
              </a:r>
            </a:p>
          </p:txBody>
        </p:sp>
        <p:sp>
          <p:nvSpPr>
            <p:cNvPr id="134" name="tx59">
              <a:extLst>
                <a:ext uri="{FF2B5EF4-FFF2-40B4-BE49-F238E27FC236}">
                  <a16:creationId xmlns:a16="http://schemas.microsoft.com/office/drawing/2014/main" id="{ADC55B45-D67E-4587-A353-C0C30A89EF46}"/>
                </a:ext>
              </a:extLst>
            </p:cNvPr>
            <p:cNvSpPr/>
            <p:nvPr/>
          </p:nvSpPr>
          <p:spPr>
            <a:xfrm rot="2433360">
              <a:off x="7127777" y="4007435"/>
              <a:ext cx="127335" cy="325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Mitte</a:t>
              </a:r>
            </a:p>
          </p:txBody>
        </p:sp>
        <p:sp>
          <p:nvSpPr>
            <p:cNvPr id="135" name="tx60">
              <a:extLst>
                <a:ext uri="{FF2B5EF4-FFF2-40B4-BE49-F238E27FC236}">
                  <a16:creationId xmlns:a16="http://schemas.microsoft.com/office/drawing/2014/main" id="{677BA68C-828B-42A1-AF8A-B4BC17DA9242}"/>
                </a:ext>
              </a:extLst>
            </p:cNvPr>
            <p:cNvSpPr/>
            <p:nvPr/>
          </p:nvSpPr>
          <p:spPr>
            <a:xfrm rot="2433360">
              <a:off x="7713686" y="4007435"/>
              <a:ext cx="235188" cy="325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Neustadt</a:t>
              </a:r>
            </a:p>
          </p:txBody>
        </p:sp>
        <p:sp>
          <p:nvSpPr>
            <p:cNvPr id="136" name="tx61">
              <a:extLst>
                <a:ext uri="{FF2B5EF4-FFF2-40B4-BE49-F238E27FC236}">
                  <a16:creationId xmlns:a16="http://schemas.microsoft.com/office/drawing/2014/main" id="{50830BCA-25A7-4B73-9741-F6D7C3F2F209}"/>
                </a:ext>
              </a:extLst>
            </p:cNvPr>
            <p:cNvSpPr/>
            <p:nvPr/>
          </p:nvSpPr>
          <p:spPr>
            <a:xfrm rot="2433360">
              <a:off x="8397650" y="4007435"/>
              <a:ext cx="146931" cy="325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err="1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Walle</a:t>
              </a:r>
              <a:endParaRPr sz="11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endParaRPr>
            </a:p>
          </p:txBody>
        </p: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1F32FD98-B832-47F1-B0DA-F58E1A93BED7}"/>
                </a:ext>
              </a:extLst>
            </p:cNvPr>
            <p:cNvGrpSpPr/>
            <p:nvPr/>
          </p:nvGrpSpPr>
          <p:grpSpPr>
            <a:xfrm>
              <a:off x="6170931" y="4435468"/>
              <a:ext cx="1923089" cy="225270"/>
              <a:chOff x="5706759" y="4972565"/>
              <a:chExt cx="1786824" cy="274539"/>
            </a:xfrm>
          </p:grpSpPr>
          <p:pic>
            <p:nvPicPr>
              <p:cNvPr id="140" name="pic65">
                <a:extLst>
                  <a:ext uri="{FF2B5EF4-FFF2-40B4-BE49-F238E27FC236}">
                    <a16:creationId xmlns:a16="http://schemas.microsoft.com/office/drawing/2014/main" id="{05E3A103-5D46-4E10-99BF-14EEE5E64CF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06759" y="4972565"/>
                <a:ext cx="1786824" cy="107209"/>
              </a:xfrm>
              <a:prstGeom prst="rect">
                <a:avLst/>
              </a:prstGeom>
            </p:spPr>
          </p:pic>
          <p:sp>
            <p:nvSpPr>
              <p:cNvPr id="149" name="tx74">
                <a:extLst>
                  <a:ext uri="{FF2B5EF4-FFF2-40B4-BE49-F238E27FC236}">
                    <a16:creationId xmlns:a16="http://schemas.microsoft.com/office/drawing/2014/main" id="{5EE63DF6-1A8D-49EE-A4EE-47B9085D4A22}"/>
                  </a:ext>
                </a:extLst>
              </p:cNvPr>
              <p:cNvSpPr/>
              <p:nvPr/>
            </p:nvSpPr>
            <p:spPr>
              <a:xfrm>
                <a:off x="5851376" y="5207196"/>
                <a:ext cx="60729" cy="3990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20</a:t>
                </a:r>
              </a:p>
            </p:txBody>
          </p:sp>
          <p:sp>
            <p:nvSpPr>
              <p:cNvPr id="150" name="tx75">
                <a:extLst>
                  <a:ext uri="{FF2B5EF4-FFF2-40B4-BE49-F238E27FC236}">
                    <a16:creationId xmlns:a16="http://schemas.microsoft.com/office/drawing/2014/main" id="{52C44AF8-944E-4062-8F02-1F83A15F4244}"/>
                  </a:ext>
                </a:extLst>
              </p:cNvPr>
              <p:cNvSpPr/>
              <p:nvPr/>
            </p:nvSpPr>
            <p:spPr>
              <a:xfrm>
                <a:off x="6326274" y="5207196"/>
                <a:ext cx="60729" cy="3990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40</a:t>
                </a:r>
              </a:p>
            </p:txBody>
          </p:sp>
          <p:sp>
            <p:nvSpPr>
              <p:cNvPr id="151" name="tx76">
                <a:extLst>
                  <a:ext uri="{FF2B5EF4-FFF2-40B4-BE49-F238E27FC236}">
                    <a16:creationId xmlns:a16="http://schemas.microsoft.com/office/drawing/2014/main" id="{96FA4BA9-C6F9-49CE-9A6B-862F46AEDCE1}"/>
                  </a:ext>
                </a:extLst>
              </p:cNvPr>
              <p:cNvSpPr/>
              <p:nvPr/>
            </p:nvSpPr>
            <p:spPr>
              <a:xfrm>
                <a:off x="6801173" y="5207196"/>
                <a:ext cx="60729" cy="3990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60</a:t>
                </a:r>
              </a:p>
            </p:txBody>
          </p:sp>
          <p:sp>
            <p:nvSpPr>
              <p:cNvPr id="152" name="tx77">
                <a:extLst>
                  <a:ext uri="{FF2B5EF4-FFF2-40B4-BE49-F238E27FC236}">
                    <a16:creationId xmlns:a16="http://schemas.microsoft.com/office/drawing/2014/main" id="{BC8DD476-6AC5-404E-BE02-91FD026CF75E}"/>
                  </a:ext>
                </a:extLst>
              </p:cNvPr>
              <p:cNvSpPr/>
              <p:nvPr/>
            </p:nvSpPr>
            <p:spPr>
              <a:xfrm>
                <a:off x="7276071" y="5207196"/>
                <a:ext cx="60729" cy="3990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80</a:t>
                </a:r>
              </a:p>
            </p:txBody>
          </p:sp>
        </p:grpSp>
      </p:grpSp>
      <p:sp>
        <p:nvSpPr>
          <p:cNvPr id="122" name="Rechteck 121">
            <a:extLst>
              <a:ext uri="{FF2B5EF4-FFF2-40B4-BE49-F238E27FC236}">
                <a16:creationId xmlns:a16="http://schemas.microsoft.com/office/drawing/2014/main" id="{4ED5818A-5BC3-4A5C-8219-E0A338FF73ED}"/>
              </a:ext>
            </a:extLst>
          </p:cNvPr>
          <p:cNvSpPr/>
          <p:nvPr/>
        </p:nvSpPr>
        <p:spPr>
          <a:xfrm rot="1498537">
            <a:off x="9343028" y="1041067"/>
            <a:ext cx="2419350" cy="113347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EXAMPLE RESULT</a:t>
            </a:r>
          </a:p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(Made </a:t>
            </a:r>
            <a:r>
              <a:rPr lang="de-DE" sz="1600" err="1">
                <a:latin typeface="Roboto" pitchFamily="2" charset="0"/>
                <a:ea typeface="Roboto" pitchFamily="2" charset="0"/>
              </a:rPr>
              <a:t>up</a:t>
            </a:r>
            <a:r>
              <a:rPr lang="de-DE" sz="1600"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8A28DE95-50FD-44CD-81D4-814AFFA89D47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9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2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2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11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293687" y="270817"/>
            <a:ext cx="9163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Questions to answer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b="1" u="sng" err="1">
                <a:solidFill>
                  <a:srgbClr val="FFCB56"/>
                </a:solidFill>
                <a:latin typeface="Roboto" pitchFamily="2" charset="0"/>
                <a:ea typeface="Roboto" pitchFamily="2" charset="0"/>
              </a:rPr>
              <a:t>both</a:t>
            </a:r>
            <a:r>
              <a:rPr lang="de-DE" sz="2400" b="1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crime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report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projects</a:t>
            </a:r>
            <a:endParaRPr lang="de-DE" sz="2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F4CFA5B-AC65-4A56-9DA1-2D407089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" y="1006937"/>
            <a:ext cx="1160462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Categorize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reports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into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distinct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types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(e.g., Theft,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Vandalism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) and map their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district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distribution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rgbClr val="FFCB56"/>
              </a:solidFill>
              <a:effectLst/>
              <a:latin typeface="Roboto" pitchFamily="2" charset="0"/>
              <a:ea typeface="Roboto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How do specific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frequencies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change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over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time (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date_posted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) per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district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? Are there seasonal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spikes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2000">
              <a:solidFill>
                <a:srgbClr val="FFCB56"/>
              </a:solidFill>
              <a:latin typeface="Roboto" pitchFamily="2" charset="0"/>
              <a:ea typeface="Roboto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Do specific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types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spike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in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certain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districts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during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short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timeframes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(e.g.,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holidays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)? What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drives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these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anomalies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000" b="0" i="0" u="none" strike="noStrike" cap="none" normalizeH="0" baseline="0">
              <a:ln>
                <a:noFill/>
              </a:ln>
              <a:solidFill>
                <a:srgbClr val="FFCB56"/>
              </a:solidFill>
              <a:effectLst/>
              <a:latin typeface="Roboto" pitchFamily="2" charset="0"/>
              <a:ea typeface="Roboto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Which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district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has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the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highest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volume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for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each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type, and how does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composition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vary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citywide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2000">
              <a:solidFill>
                <a:srgbClr val="FFCB56"/>
              </a:solidFill>
              <a:latin typeface="Roboto" pitchFamily="2" charset="0"/>
              <a:ea typeface="Roboto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Which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crime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type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most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frequently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targets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the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altLang="de-DE" sz="2000" b="1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elderly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, and in which </a:t>
            </a:r>
            <a:r>
              <a:rPr kumimoji="0" lang="de-DE" altLang="de-DE" sz="2000" b="0" i="0" u="none" strike="noStrike" cap="none" normalizeH="0" baseline="0" err="1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district</a:t>
            </a:r>
            <a:r>
              <a:rPr kumimoji="0" lang="de-DE" altLang="de-DE" sz="2000" b="0" i="0" u="none" strike="noStrike" cap="none" normalizeH="0" baseline="0">
                <a:ln>
                  <a:noFill/>
                </a:ln>
                <a:solidFill>
                  <a:srgbClr val="FFCB56"/>
                </a:solidFill>
                <a:effectLst/>
                <a:latin typeface="Roboto" pitchFamily="2" charset="0"/>
                <a:ea typeface="Roboto" pitchFamily="2" charset="0"/>
              </a:rPr>
              <a:t>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114732-61C0-4026-9604-F1AD548DAE6E}"/>
              </a:ext>
            </a:extLst>
          </p:cNvPr>
          <p:cNvSpPr txBox="1"/>
          <p:nvPr/>
        </p:nvSpPr>
        <p:spPr>
          <a:xfrm>
            <a:off x="791941" y="5290432"/>
            <a:ext cx="990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These two projects involves analyzing a dataset of real-world criminal case descriptions.</a:t>
            </a:r>
          </a:p>
          <a:p>
            <a:r>
              <a:rPr lang="en-US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By the nature of this research, you will be required to work directly with</a:t>
            </a:r>
            <a:r>
              <a:rPr lang="en-US" b="1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 explicit, uncensored, </a:t>
            </a:r>
            <a:r>
              <a:rPr lang="en-US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and</a:t>
            </a:r>
            <a:r>
              <a:rPr lang="en-US" b="1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sometimes</a:t>
            </a:r>
            <a:r>
              <a:rPr lang="en-US" b="1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 graphical </a:t>
            </a:r>
            <a:r>
              <a:rPr lang="en-US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content</a:t>
            </a:r>
            <a:endParaRPr lang="de-DE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562FC21-1414-4C18-B2CC-A3774DEDC44D}"/>
              </a:ext>
            </a:extLst>
          </p:cNvPr>
          <p:cNvSpPr/>
          <p:nvPr/>
        </p:nvSpPr>
        <p:spPr>
          <a:xfrm>
            <a:off x="678363" y="5262471"/>
            <a:ext cx="9906529" cy="930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40831D3-E77E-4084-BAF9-89964645715E}"/>
              </a:ext>
            </a:extLst>
          </p:cNvPr>
          <p:cNvSpPr/>
          <p:nvPr/>
        </p:nvSpPr>
        <p:spPr>
          <a:xfrm>
            <a:off x="10696503" y="5726072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ABE2C97-B840-4535-89E1-822F5C3CE9FC}"/>
              </a:ext>
            </a:extLst>
          </p:cNvPr>
          <p:cNvSpPr/>
          <p:nvPr/>
        </p:nvSpPr>
        <p:spPr>
          <a:xfrm>
            <a:off x="11338651" y="5726072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5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75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12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pg5">
            <a:extLst>
              <a:ext uri="{FF2B5EF4-FFF2-40B4-BE49-F238E27FC236}">
                <a16:creationId xmlns:a16="http://schemas.microsoft.com/office/drawing/2014/main" id="{1C65C2C8-DAE3-41EC-8671-195FBA70A206}"/>
              </a:ext>
            </a:extLst>
          </p:cNvPr>
          <p:cNvSpPr/>
          <p:nvPr/>
        </p:nvSpPr>
        <p:spPr>
          <a:xfrm>
            <a:off x="1929980" y="1869040"/>
            <a:ext cx="1390898" cy="1147418"/>
          </a:xfrm>
          <a:custGeom>
            <a:avLst/>
            <a:gdLst/>
            <a:ahLst/>
            <a:cxnLst/>
            <a:rect l="0" t="0" r="0" b="0"/>
            <a:pathLst>
              <a:path w="1548470" h="1277407">
                <a:moveTo>
                  <a:pt x="705199" y="143709"/>
                </a:moveTo>
                <a:lnTo>
                  <a:pt x="666049" y="141809"/>
                </a:lnTo>
                <a:lnTo>
                  <a:pt x="666111" y="142307"/>
                </a:lnTo>
                <a:lnTo>
                  <a:pt x="658999" y="141428"/>
                </a:lnTo>
                <a:lnTo>
                  <a:pt x="651969" y="167243"/>
                </a:lnTo>
                <a:lnTo>
                  <a:pt x="649648" y="175874"/>
                </a:lnTo>
                <a:lnTo>
                  <a:pt x="648107" y="181404"/>
                </a:lnTo>
                <a:lnTo>
                  <a:pt x="645682" y="181197"/>
                </a:lnTo>
                <a:lnTo>
                  <a:pt x="632971" y="180044"/>
                </a:lnTo>
                <a:lnTo>
                  <a:pt x="621194" y="179053"/>
                </a:lnTo>
                <a:lnTo>
                  <a:pt x="619030" y="178831"/>
                </a:lnTo>
                <a:lnTo>
                  <a:pt x="616338" y="178660"/>
                </a:lnTo>
                <a:lnTo>
                  <a:pt x="615235" y="183793"/>
                </a:lnTo>
                <a:lnTo>
                  <a:pt x="614517" y="183902"/>
                </a:lnTo>
                <a:lnTo>
                  <a:pt x="605209" y="183528"/>
                </a:lnTo>
                <a:lnTo>
                  <a:pt x="594740" y="183130"/>
                </a:lnTo>
                <a:lnTo>
                  <a:pt x="593463" y="195737"/>
                </a:lnTo>
                <a:lnTo>
                  <a:pt x="583778" y="196363"/>
                </a:lnTo>
                <a:lnTo>
                  <a:pt x="580807" y="196557"/>
                </a:lnTo>
                <a:lnTo>
                  <a:pt x="579177" y="196662"/>
                </a:lnTo>
                <a:lnTo>
                  <a:pt x="566850" y="177704"/>
                </a:lnTo>
                <a:lnTo>
                  <a:pt x="560001" y="168403"/>
                </a:lnTo>
                <a:lnTo>
                  <a:pt x="548785" y="158562"/>
                </a:lnTo>
                <a:lnTo>
                  <a:pt x="549592" y="167441"/>
                </a:lnTo>
                <a:lnTo>
                  <a:pt x="549909" y="169275"/>
                </a:lnTo>
                <a:lnTo>
                  <a:pt x="539948" y="171534"/>
                </a:lnTo>
                <a:lnTo>
                  <a:pt x="540321" y="175182"/>
                </a:lnTo>
                <a:lnTo>
                  <a:pt x="539277" y="175820"/>
                </a:lnTo>
                <a:lnTo>
                  <a:pt x="534594" y="172827"/>
                </a:lnTo>
                <a:lnTo>
                  <a:pt x="533365" y="170076"/>
                </a:lnTo>
                <a:lnTo>
                  <a:pt x="509166" y="172451"/>
                </a:lnTo>
                <a:lnTo>
                  <a:pt x="504405" y="180975"/>
                </a:lnTo>
                <a:lnTo>
                  <a:pt x="502302" y="179817"/>
                </a:lnTo>
                <a:lnTo>
                  <a:pt x="499001" y="176969"/>
                </a:lnTo>
                <a:lnTo>
                  <a:pt x="496977" y="180646"/>
                </a:lnTo>
                <a:lnTo>
                  <a:pt x="491880" y="178063"/>
                </a:lnTo>
                <a:lnTo>
                  <a:pt x="488956" y="187743"/>
                </a:lnTo>
                <a:lnTo>
                  <a:pt x="491236" y="189173"/>
                </a:lnTo>
                <a:lnTo>
                  <a:pt x="486900" y="205251"/>
                </a:lnTo>
                <a:lnTo>
                  <a:pt x="483633" y="214670"/>
                </a:lnTo>
                <a:lnTo>
                  <a:pt x="481984" y="219427"/>
                </a:lnTo>
                <a:lnTo>
                  <a:pt x="477775" y="219630"/>
                </a:lnTo>
                <a:lnTo>
                  <a:pt x="476543" y="229188"/>
                </a:lnTo>
                <a:lnTo>
                  <a:pt x="477818" y="235745"/>
                </a:lnTo>
                <a:lnTo>
                  <a:pt x="469739" y="237199"/>
                </a:lnTo>
                <a:lnTo>
                  <a:pt x="434244" y="243804"/>
                </a:lnTo>
                <a:lnTo>
                  <a:pt x="441400" y="255884"/>
                </a:lnTo>
                <a:lnTo>
                  <a:pt x="448756" y="263921"/>
                </a:lnTo>
                <a:lnTo>
                  <a:pt x="459213" y="272097"/>
                </a:lnTo>
                <a:lnTo>
                  <a:pt x="470600" y="275995"/>
                </a:lnTo>
                <a:lnTo>
                  <a:pt x="469898" y="287736"/>
                </a:lnTo>
                <a:lnTo>
                  <a:pt x="414187" y="282397"/>
                </a:lnTo>
                <a:lnTo>
                  <a:pt x="413788" y="287590"/>
                </a:lnTo>
                <a:lnTo>
                  <a:pt x="427224" y="289914"/>
                </a:lnTo>
                <a:lnTo>
                  <a:pt x="428023" y="326854"/>
                </a:lnTo>
                <a:lnTo>
                  <a:pt x="428423" y="349418"/>
                </a:lnTo>
                <a:lnTo>
                  <a:pt x="427224" y="356007"/>
                </a:lnTo>
                <a:lnTo>
                  <a:pt x="427624" y="363796"/>
                </a:lnTo>
                <a:lnTo>
                  <a:pt x="449412" y="369187"/>
                </a:lnTo>
                <a:lnTo>
                  <a:pt x="435620" y="451462"/>
                </a:lnTo>
                <a:lnTo>
                  <a:pt x="409634" y="447667"/>
                </a:lnTo>
                <a:lnTo>
                  <a:pt x="407040" y="462694"/>
                </a:lnTo>
                <a:lnTo>
                  <a:pt x="404595" y="462244"/>
                </a:lnTo>
                <a:lnTo>
                  <a:pt x="389738" y="458429"/>
                </a:lnTo>
                <a:lnTo>
                  <a:pt x="386804" y="475601"/>
                </a:lnTo>
                <a:lnTo>
                  <a:pt x="384197" y="498474"/>
                </a:lnTo>
                <a:lnTo>
                  <a:pt x="385639" y="499046"/>
                </a:lnTo>
                <a:lnTo>
                  <a:pt x="382036" y="517431"/>
                </a:lnTo>
                <a:lnTo>
                  <a:pt x="387658" y="517575"/>
                </a:lnTo>
                <a:lnTo>
                  <a:pt x="405736" y="520717"/>
                </a:lnTo>
                <a:lnTo>
                  <a:pt x="405244" y="547320"/>
                </a:lnTo>
                <a:lnTo>
                  <a:pt x="392649" y="547749"/>
                </a:lnTo>
                <a:lnTo>
                  <a:pt x="348727" y="553762"/>
                </a:lnTo>
                <a:lnTo>
                  <a:pt x="340200" y="554930"/>
                </a:lnTo>
                <a:lnTo>
                  <a:pt x="330813" y="556214"/>
                </a:lnTo>
                <a:lnTo>
                  <a:pt x="278170" y="562519"/>
                </a:lnTo>
                <a:lnTo>
                  <a:pt x="246802" y="555133"/>
                </a:lnTo>
                <a:lnTo>
                  <a:pt x="218678" y="533877"/>
                </a:lnTo>
                <a:lnTo>
                  <a:pt x="175591" y="501094"/>
                </a:lnTo>
                <a:lnTo>
                  <a:pt x="120786" y="465610"/>
                </a:lnTo>
                <a:lnTo>
                  <a:pt x="80041" y="432831"/>
                </a:lnTo>
                <a:lnTo>
                  <a:pt x="31101" y="388449"/>
                </a:lnTo>
                <a:lnTo>
                  <a:pt x="0" y="419894"/>
                </a:lnTo>
                <a:lnTo>
                  <a:pt x="4423" y="426879"/>
                </a:lnTo>
                <a:lnTo>
                  <a:pt x="11541" y="438020"/>
                </a:lnTo>
                <a:lnTo>
                  <a:pt x="20340" y="454766"/>
                </a:lnTo>
                <a:lnTo>
                  <a:pt x="27268" y="467950"/>
                </a:lnTo>
                <a:lnTo>
                  <a:pt x="34355" y="487856"/>
                </a:lnTo>
                <a:lnTo>
                  <a:pt x="41497" y="524870"/>
                </a:lnTo>
                <a:lnTo>
                  <a:pt x="45180" y="568216"/>
                </a:lnTo>
                <a:lnTo>
                  <a:pt x="47204" y="589890"/>
                </a:lnTo>
                <a:lnTo>
                  <a:pt x="51656" y="630473"/>
                </a:lnTo>
                <a:lnTo>
                  <a:pt x="55065" y="670163"/>
                </a:lnTo>
                <a:lnTo>
                  <a:pt x="58382" y="704783"/>
                </a:lnTo>
                <a:lnTo>
                  <a:pt x="61214" y="734420"/>
                </a:lnTo>
                <a:lnTo>
                  <a:pt x="61527" y="739490"/>
                </a:lnTo>
                <a:lnTo>
                  <a:pt x="63552" y="758487"/>
                </a:lnTo>
                <a:lnTo>
                  <a:pt x="70329" y="822745"/>
                </a:lnTo>
                <a:lnTo>
                  <a:pt x="72587" y="844245"/>
                </a:lnTo>
                <a:lnTo>
                  <a:pt x="75956" y="869898"/>
                </a:lnTo>
                <a:lnTo>
                  <a:pt x="92017" y="915900"/>
                </a:lnTo>
                <a:lnTo>
                  <a:pt x="97554" y="931741"/>
                </a:lnTo>
                <a:lnTo>
                  <a:pt x="97958" y="934157"/>
                </a:lnTo>
                <a:lnTo>
                  <a:pt x="109057" y="965534"/>
                </a:lnTo>
                <a:lnTo>
                  <a:pt x="121709" y="1002395"/>
                </a:lnTo>
                <a:lnTo>
                  <a:pt x="128851" y="1023481"/>
                </a:lnTo>
                <a:lnTo>
                  <a:pt x="142340" y="1047984"/>
                </a:lnTo>
                <a:lnTo>
                  <a:pt x="165686" y="1090395"/>
                </a:lnTo>
                <a:lnTo>
                  <a:pt x="170975" y="1099359"/>
                </a:lnTo>
                <a:lnTo>
                  <a:pt x="175688" y="1107324"/>
                </a:lnTo>
                <a:lnTo>
                  <a:pt x="182803" y="1119443"/>
                </a:lnTo>
                <a:lnTo>
                  <a:pt x="191134" y="1129258"/>
                </a:lnTo>
                <a:lnTo>
                  <a:pt x="216401" y="1159047"/>
                </a:lnTo>
                <a:lnTo>
                  <a:pt x="227564" y="1172168"/>
                </a:lnTo>
                <a:lnTo>
                  <a:pt x="237357" y="1182635"/>
                </a:lnTo>
                <a:lnTo>
                  <a:pt x="258066" y="1204788"/>
                </a:lnTo>
                <a:lnTo>
                  <a:pt x="265038" y="1211771"/>
                </a:lnTo>
                <a:lnTo>
                  <a:pt x="278212" y="1224959"/>
                </a:lnTo>
                <a:lnTo>
                  <a:pt x="296335" y="1240322"/>
                </a:lnTo>
                <a:lnTo>
                  <a:pt x="311690" y="1253564"/>
                </a:lnTo>
                <a:lnTo>
                  <a:pt x="344516" y="1239671"/>
                </a:lnTo>
                <a:lnTo>
                  <a:pt x="350715" y="1251795"/>
                </a:lnTo>
                <a:lnTo>
                  <a:pt x="395078" y="1270160"/>
                </a:lnTo>
                <a:lnTo>
                  <a:pt x="436652" y="1277407"/>
                </a:lnTo>
                <a:lnTo>
                  <a:pt x="442671" y="1248352"/>
                </a:lnTo>
                <a:lnTo>
                  <a:pt x="446118" y="1231714"/>
                </a:lnTo>
                <a:lnTo>
                  <a:pt x="424624" y="1192370"/>
                </a:lnTo>
                <a:lnTo>
                  <a:pt x="420021" y="1183906"/>
                </a:lnTo>
                <a:lnTo>
                  <a:pt x="421504" y="1171907"/>
                </a:lnTo>
                <a:lnTo>
                  <a:pt x="428989" y="1152801"/>
                </a:lnTo>
                <a:lnTo>
                  <a:pt x="454178" y="1087550"/>
                </a:lnTo>
                <a:lnTo>
                  <a:pt x="485418" y="1008426"/>
                </a:lnTo>
                <a:lnTo>
                  <a:pt x="491440" y="999277"/>
                </a:lnTo>
                <a:lnTo>
                  <a:pt x="507817" y="989166"/>
                </a:lnTo>
                <a:lnTo>
                  <a:pt x="529252" y="981462"/>
                </a:lnTo>
                <a:lnTo>
                  <a:pt x="546834" y="972555"/>
                </a:lnTo>
                <a:lnTo>
                  <a:pt x="553766" y="964796"/>
                </a:lnTo>
                <a:lnTo>
                  <a:pt x="558470" y="956333"/>
                </a:lnTo>
                <a:lnTo>
                  <a:pt x="620526" y="795725"/>
                </a:lnTo>
                <a:lnTo>
                  <a:pt x="645744" y="731345"/>
                </a:lnTo>
                <a:lnTo>
                  <a:pt x="648348" y="723358"/>
                </a:lnTo>
                <a:lnTo>
                  <a:pt x="649997" y="721462"/>
                </a:lnTo>
                <a:lnTo>
                  <a:pt x="654295" y="718542"/>
                </a:lnTo>
                <a:lnTo>
                  <a:pt x="662953" y="715323"/>
                </a:lnTo>
                <a:lnTo>
                  <a:pt x="667180" y="714317"/>
                </a:lnTo>
                <a:lnTo>
                  <a:pt x="675662" y="716798"/>
                </a:lnTo>
                <a:lnTo>
                  <a:pt x="895047" y="803377"/>
                </a:lnTo>
                <a:lnTo>
                  <a:pt x="923589" y="814391"/>
                </a:lnTo>
                <a:lnTo>
                  <a:pt x="985543" y="838269"/>
                </a:lnTo>
                <a:lnTo>
                  <a:pt x="1071421" y="871369"/>
                </a:lnTo>
                <a:lnTo>
                  <a:pt x="1109355" y="886514"/>
                </a:lnTo>
                <a:lnTo>
                  <a:pt x="1127455" y="905117"/>
                </a:lnTo>
                <a:lnTo>
                  <a:pt x="1150833" y="930152"/>
                </a:lnTo>
                <a:lnTo>
                  <a:pt x="1187340" y="966270"/>
                </a:lnTo>
                <a:lnTo>
                  <a:pt x="1192643" y="969114"/>
                </a:lnTo>
                <a:lnTo>
                  <a:pt x="1204801" y="974672"/>
                </a:lnTo>
                <a:lnTo>
                  <a:pt x="1214205" y="976291"/>
                </a:lnTo>
                <a:lnTo>
                  <a:pt x="1215818" y="1011359"/>
                </a:lnTo>
                <a:lnTo>
                  <a:pt x="1216626" y="1028008"/>
                </a:lnTo>
                <a:lnTo>
                  <a:pt x="1218252" y="1040652"/>
                </a:lnTo>
                <a:lnTo>
                  <a:pt x="1220346" y="1056939"/>
                </a:lnTo>
                <a:lnTo>
                  <a:pt x="1222933" y="1073263"/>
                </a:lnTo>
                <a:lnTo>
                  <a:pt x="1217597" y="1074395"/>
                </a:lnTo>
                <a:lnTo>
                  <a:pt x="1207088" y="1069061"/>
                </a:lnTo>
                <a:lnTo>
                  <a:pt x="1176207" y="1078597"/>
                </a:lnTo>
                <a:lnTo>
                  <a:pt x="1152982" y="1070767"/>
                </a:lnTo>
                <a:lnTo>
                  <a:pt x="1137779" y="1113554"/>
                </a:lnTo>
                <a:lnTo>
                  <a:pt x="1108488" y="1198516"/>
                </a:lnTo>
                <a:lnTo>
                  <a:pt x="1112726" y="1200226"/>
                </a:lnTo>
                <a:lnTo>
                  <a:pt x="1113312" y="1200463"/>
                </a:lnTo>
                <a:lnTo>
                  <a:pt x="1117381" y="1201639"/>
                </a:lnTo>
                <a:lnTo>
                  <a:pt x="1136255" y="1149661"/>
                </a:lnTo>
                <a:lnTo>
                  <a:pt x="1140890" y="1137990"/>
                </a:lnTo>
                <a:lnTo>
                  <a:pt x="1144450" y="1128804"/>
                </a:lnTo>
                <a:lnTo>
                  <a:pt x="1148672" y="1120279"/>
                </a:lnTo>
                <a:lnTo>
                  <a:pt x="1152480" y="1112664"/>
                </a:lnTo>
                <a:lnTo>
                  <a:pt x="1155874" y="1106458"/>
                </a:lnTo>
                <a:lnTo>
                  <a:pt x="1159019" y="1102734"/>
                </a:lnTo>
                <a:lnTo>
                  <a:pt x="1162910" y="1098347"/>
                </a:lnTo>
                <a:lnTo>
                  <a:pt x="1166553" y="1095285"/>
                </a:lnTo>
                <a:lnTo>
                  <a:pt x="1172429" y="1091727"/>
                </a:lnTo>
                <a:lnTo>
                  <a:pt x="1179549" y="1088582"/>
                </a:lnTo>
                <a:lnTo>
                  <a:pt x="1184101" y="1087424"/>
                </a:lnTo>
                <a:lnTo>
                  <a:pt x="1190319" y="1086358"/>
                </a:lnTo>
                <a:lnTo>
                  <a:pt x="1199813" y="1086316"/>
                </a:lnTo>
                <a:lnTo>
                  <a:pt x="1211595" y="1088900"/>
                </a:lnTo>
                <a:lnTo>
                  <a:pt x="1217189" y="1091189"/>
                </a:lnTo>
                <a:lnTo>
                  <a:pt x="1223082" y="1093901"/>
                </a:lnTo>
                <a:lnTo>
                  <a:pt x="1234737" y="1102671"/>
                </a:lnTo>
                <a:lnTo>
                  <a:pt x="1248044" y="1114706"/>
                </a:lnTo>
                <a:lnTo>
                  <a:pt x="1258022" y="1104316"/>
                </a:lnTo>
                <a:lnTo>
                  <a:pt x="1253701" y="1098878"/>
                </a:lnTo>
                <a:lnTo>
                  <a:pt x="1247418" y="1089979"/>
                </a:lnTo>
                <a:lnTo>
                  <a:pt x="1242866" y="1080828"/>
                </a:lnTo>
                <a:lnTo>
                  <a:pt x="1240438" y="1073914"/>
                </a:lnTo>
                <a:lnTo>
                  <a:pt x="1237879" y="1061640"/>
                </a:lnTo>
                <a:lnTo>
                  <a:pt x="1236616" y="1047592"/>
                </a:lnTo>
                <a:lnTo>
                  <a:pt x="1236163" y="1039105"/>
                </a:lnTo>
                <a:lnTo>
                  <a:pt x="1237149" y="1031183"/>
                </a:lnTo>
                <a:lnTo>
                  <a:pt x="1238751" y="1023142"/>
                </a:lnTo>
                <a:lnTo>
                  <a:pt x="1240953" y="1014052"/>
                </a:lnTo>
                <a:lnTo>
                  <a:pt x="1246580" y="1001553"/>
                </a:lnTo>
                <a:lnTo>
                  <a:pt x="1249881" y="993932"/>
                </a:lnTo>
                <a:lnTo>
                  <a:pt x="1255563" y="986245"/>
                </a:lnTo>
                <a:lnTo>
                  <a:pt x="1263663" y="976531"/>
                </a:lnTo>
                <a:lnTo>
                  <a:pt x="1271567" y="968409"/>
                </a:lnTo>
                <a:lnTo>
                  <a:pt x="1276982" y="964041"/>
                </a:lnTo>
                <a:lnTo>
                  <a:pt x="1280424" y="961264"/>
                </a:lnTo>
                <a:lnTo>
                  <a:pt x="1283795" y="958977"/>
                </a:lnTo>
                <a:lnTo>
                  <a:pt x="1287481" y="955908"/>
                </a:lnTo>
                <a:lnTo>
                  <a:pt x="1301277" y="950818"/>
                </a:lnTo>
                <a:lnTo>
                  <a:pt x="1305642" y="949166"/>
                </a:lnTo>
                <a:lnTo>
                  <a:pt x="1310477" y="948481"/>
                </a:lnTo>
                <a:lnTo>
                  <a:pt x="1326499" y="946712"/>
                </a:lnTo>
                <a:lnTo>
                  <a:pt x="1349200" y="947915"/>
                </a:lnTo>
                <a:lnTo>
                  <a:pt x="1367731" y="954028"/>
                </a:lnTo>
                <a:lnTo>
                  <a:pt x="1381815" y="960513"/>
                </a:lnTo>
                <a:lnTo>
                  <a:pt x="1396640" y="969497"/>
                </a:lnTo>
                <a:lnTo>
                  <a:pt x="1406183" y="976999"/>
                </a:lnTo>
                <a:lnTo>
                  <a:pt x="1430552" y="953380"/>
                </a:lnTo>
                <a:lnTo>
                  <a:pt x="1470394" y="839927"/>
                </a:lnTo>
                <a:lnTo>
                  <a:pt x="1464032" y="831753"/>
                </a:lnTo>
                <a:lnTo>
                  <a:pt x="1427124" y="783346"/>
                </a:lnTo>
                <a:lnTo>
                  <a:pt x="1424807" y="779364"/>
                </a:lnTo>
                <a:lnTo>
                  <a:pt x="1427865" y="775845"/>
                </a:lnTo>
                <a:lnTo>
                  <a:pt x="1433457" y="772310"/>
                </a:lnTo>
                <a:lnTo>
                  <a:pt x="1428666" y="759734"/>
                </a:lnTo>
                <a:lnTo>
                  <a:pt x="1430234" y="745956"/>
                </a:lnTo>
                <a:lnTo>
                  <a:pt x="1434269" y="722768"/>
                </a:lnTo>
                <a:lnTo>
                  <a:pt x="1441220" y="694429"/>
                </a:lnTo>
                <a:lnTo>
                  <a:pt x="1445142" y="682444"/>
                </a:lnTo>
                <a:lnTo>
                  <a:pt x="1443573" y="668107"/>
                </a:lnTo>
                <a:lnTo>
                  <a:pt x="1436847" y="652425"/>
                </a:lnTo>
                <a:lnTo>
                  <a:pt x="1430122" y="635400"/>
                </a:lnTo>
                <a:lnTo>
                  <a:pt x="1423061" y="616808"/>
                </a:lnTo>
                <a:lnTo>
                  <a:pt x="1416184" y="601905"/>
                </a:lnTo>
                <a:lnTo>
                  <a:pt x="1414430" y="598103"/>
                </a:lnTo>
                <a:lnTo>
                  <a:pt x="1410165" y="589833"/>
                </a:lnTo>
                <a:lnTo>
                  <a:pt x="1409751" y="589054"/>
                </a:lnTo>
                <a:lnTo>
                  <a:pt x="1403558" y="577383"/>
                </a:lnTo>
                <a:lnTo>
                  <a:pt x="1394311" y="571984"/>
                </a:lnTo>
                <a:lnTo>
                  <a:pt x="1358344" y="552772"/>
                </a:lnTo>
                <a:lnTo>
                  <a:pt x="1349310" y="545189"/>
                </a:lnTo>
                <a:lnTo>
                  <a:pt x="1338900" y="528295"/>
                </a:lnTo>
                <a:lnTo>
                  <a:pt x="1329517" y="499814"/>
                </a:lnTo>
                <a:lnTo>
                  <a:pt x="1347169" y="501397"/>
                </a:lnTo>
                <a:lnTo>
                  <a:pt x="1359364" y="496073"/>
                </a:lnTo>
                <a:lnTo>
                  <a:pt x="1371582" y="490250"/>
                </a:lnTo>
                <a:lnTo>
                  <a:pt x="1376555" y="483190"/>
                </a:lnTo>
                <a:lnTo>
                  <a:pt x="1379270" y="464883"/>
                </a:lnTo>
                <a:lnTo>
                  <a:pt x="1376555" y="437312"/>
                </a:lnTo>
                <a:lnTo>
                  <a:pt x="1374972" y="412677"/>
                </a:lnTo>
                <a:lnTo>
                  <a:pt x="1379270" y="403186"/>
                </a:lnTo>
                <a:lnTo>
                  <a:pt x="1385831" y="402283"/>
                </a:lnTo>
                <a:lnTo>
                  <a:pt x="1426322" y="404769"/>
                </a:lnTo>
                <a:lnTo>
                  <a:pt x="1443288" y="404995"/>
                </a:lnTo>
                <a:lnTo>
                  <a:pt x="1458365" y="401086"/>
                </a:lnTo>
                <a:lnTo>
                  <a:pt x="1480262" y="388068"/>
                </a:lnTo>
                <a:lnTo>
                  <a:pt x="1494921" y="371073"/>
                </a:lnTo>
                <a:lnTo>
                  <a:pt x="1513742" y="349381"/>
                </a:lnTo>
                <a:lnTo>
                  <a:pt x="1548470" y="318169"/>
                </a:lnTo>
                <a:lnTo>
                  <a:pt x="1542970" y="313181"/>
                </a:lnTo>
                <a:lnTo>
                  <a:pt x="1541638" y="311353"/>
                </a:lnTo>
                <a:lnTo>
                  <a:pt x="1540628" y="309048"/>
                </a:lnTo>
                <a:lnTo>
                  <a:pt x="1533750" y="297388"/>
                </a:lnTo>
                <a:lnTo>
                  <a:pt x="1531374" y="293509"/>
                </a:lnTo>
                <a:lnTo>
                  <a:pt x="1522667" y="277564"/>
                </a:lnTo>
                <a:lnTo>
                  <a:pt x="1519948" y="273390"/>
                </a:lnTo>
                <a:lnTo>
                  <a:pt x="1518403" y="270495"/>
                </a:lnTo>
                <a:lnTo>
                  <a:pt x="1516665" y="264637"/>
                </a:lnTo>
                <a:lnTo>
                  <a:pt x="1515103" y="264907"/>
                </a:lnTo>
                <a:lnTo>
                  <a:pt x="1514608" y="263806"/>
                </a:lnTo>
                <a:lnTo>
                  <a:pt x="1498647" y="268798"/>
                </a:lnTo>
                <a:lnTo>
                  <a:pt x="1501034" y="278297"/>
                </a:lnTo>
                <a:lnTo>
                  <a:pt x="1500603" y="281653"/>
                </a:lnTo>
                <a:lnTo>
                  <a:pt x="1498032" y="283475"/>
                </a:lnTo>
                <a:lnTo>
                  <a:pt x="1495011" y="284215"/>
                </a:lnTo>
                <a:lnTo>
                  <a:pt x="1494272" y="284230"/>
                </a:lnTo>
                <a:lnTo>
                  <a:pt x="1493272" y="282143"/>
                </a:lnTo>
                <a:lnTo>
                  <a:pt x="1490996" y="277451"/>
                </a:lnTo>
                <a:lnTo>
                  <a:pt x="1489869" y="274195"/>
                </a:lnTo>
                <a:lnTo>
                  <a:pt x="1488213" y="273967"/>
                </a:lnTo>
                <a:lnTo>
                  <a:pt x="1485568" y="273860"/>
                </a:lnTo>
                <a:lnTo>
                  <a:pt x="1482375" y="262411"/>
                </a:lnTo>
                <a:lnTo>
                  <a:pt x="1482148" y="261616"/>
                </a:lnTo>
                <a:lnTo>
                  <a:pt x="1486140" y="256413"/>
                </a:lnTo>
                <a:lnTo>
                  <a:pt x="1484709" y="253973"/>
                </a:lnTo>
                <a:lnTo>
                  <a:pt x="1481623" y="251571"/>
                </a:lnTo>
                <a:lnTo>
                  <a:pt x="1472475" y="246404"/>
                </a:lnTo>
                <a:lnTo>
                  <a:pt x="1470096" y="246900"/>
                </a:lnTo>
                <a:lnTo>
                  <a:pt x="1470034" y="250117"/>
                </a:lnTo>
                <a:lnTo>
                  <a:pt x="1469837" y="250091"/>
                </a:lnTo>
                <a:lnTo>
                  <a:pt x="1465009" y="242792"/>
                </a:lnTo>
                <a:lnTo>
                  <a:pt x="1458239" y="242796"/>
                </a:lnTo>
                <a:lnTo>
                  <a:pt x="1453641" y="239645"/>
                </a:lnTo>
                <a:lnTo>
                  <a:pt x="1450136" y="234548"/>
                </a:lnTo>
                <a:lnTo>
                  <a:pt x="1448021" y="227486"/>
                </a:lnTo>
                <a:lnTo>
                  <a:pt x="1444752" y="221292"/>
                </a:lnTo>
                <a:lnTo>
                  <a:pt x="1438565" y="220119"/>
                </a:lnTo>
                <a:lnTo>
                  <a:pt x="1432709" y="219808"/>
                </a:lnTo>
                <a:lnTo>
                  <a:pt x="1432640" y="216213"/>
                </a:lnTo>
                <a:lnTo>
                  <a:pt x="1433785" y="207515"/>
                </a:lnTo>
                <a:lnTo>
                  <a:pt x="1434508" y="196662"/>
                </a:lnTo>
                <a:lnTo>
                  <a:pt x="1431552" y="180557"/>
                </a:lnTo>
                <a:lnTo>
                  <a:pt x="1428201" y="158159"/>
                </a:lnTo>
                <a:lnTo>
                  <a:pt x="1427839" y="156288"/>
                </a:lnTo>
                <a:lnTo>
                  <a:pt x="1425089" y="140601"/>
                </a:lnTo>
                <a:lnTo>
                  <a:pt x="1422979" y="128366"/>
                </a:lnTo>
                <a:lnTo>
                  <a:pt x="1421234" y="123089"/>
                </a:lnTo>
                <a:lnTo>
                  <a:pt x="1417836" y="114952"/>
                </a:lnTo>
                <a:lnTo>
                  <a:pt x="1413888" y="109631"/>
                </a:lnTo>
                <a:lnTo>
                  <a:pt x="1414303" y="109685"/>
                </a:lnTo>
                <a:lnTo>
                  <a:pt x="1413005" y="106101"/>
                </a:lnTo>
                <a:lnTo>
                  <a:pt x="1405368" y="104982"/>
                </a:lnTo>
                <a:lnTo>
                  <a:pt x="1394004" y="102832"/>
                </a:lnTo>
                <a:lnTo>
                  <a:pt x="1369071" y="97167"/>
                </a:lnTo>
                <a:lnTo>
                  <a:pt x="1333409" y="90175"/>
                </a:lnTo>
                <a:lnTo>
                  <a:pt x="1298336" y="82972"/>
                </a:lnTo>
                <a:lnTo>
                  <a:pt x="1294861" y="82179"/>
                </a:lnTo>
                <a:lnTo>
                  <a:pt x="1293098" y="81796"/>
                </a:lnTo>
                <a:lnTo>
                  <a:pt x="1266867" y="72758"/>
                </a:lnTo>
                <a:lnTo>
                  <a:pt x="1256222" y="68541"/>
                </a:lnTo>
                <a:lnTo>
                  <a:pt x="1251590" y="67259"/>
                </a:lnTo>
                <a:lnTo>
                  <a:pt x="1248718" y="66624"/>
                </a:lnTo>
                <a:lnTo>
                  <a:pt x="1246631" y="66462"/>
                </a:lnTo>
                <a:lnTo>
                  <a:pt x="1240236" y="62634"/>
                </a:lnTo>
                <a:lnTo>
                  <a:pt x="1235087" y="59616"/>
                </a:lnTo>
                <a:lnTo>
                  <a:pt x="1221307" y="48554"/>
                </a:lnTo>
                <a:lnTo>
                  <a:pt x="1218567" y="55570"/>
                </a:lnTo>
                <a:lnTo>
                  <a:pt x="1211405" y="72223"/>
                </a:lnTo>
                <a:lnTo>
                  <a:pt x="1207225" y="82386"/>
                </a:lnTo>
                <a:lnTo>
                  <a:pt x="1205226" y="88121"/>
                </a:lnTo>
                <a:lnTo>
                  <a:pt x="1203984" y="90943"/>
                </a:lnTo>
                <a:lnTo>
                  <a:pt x="1204771" y="93698"/>
                </a:lnTo>
                <a:lnTo>
                  <a:pt x="1204509" y="94625"/>
                </a:lnTo>
                <a:lnTo>
                  <a:pt x="1204492" y="95372"/>
                </a:lnTo>
                <a:lnTo>
                  <a:pt x="1203776" y="99655"/>
                </a:lnTo>
                <a:lnTo>
                  <a:pt x="1191663" y="109990"/>
                </a:lnTo>
                <a:lnTo>
                  <a:pt x="1182321" y="120453"/>
                </a:lnTo>
                <a:lnTo>
                  <a:pt x="1179303" y="120386"/>
                </a:lnTo>
                <a:lnTo>
                  <a:pt x="1177202" y="120340"/>
                </a:lnTo>
                <a:lnTo>
                  <a:pt x="1176492" y="121935"/>
                </a:lnTo>
                <a:lnTo>
                  <a:pt x="1167997" y="112081"/>
                </a:lnTo>
                <a:lnTo>
                  <a:pt x="1166590" y="112913"/>
                </a:lnTo>
                <a:lnTo>
                  <a:pt x="1171339" y="120843"/>
                </a:lnTo>
                <a:lnTo>
                  <a:pt x="1173298" y="128190"/>
                </a:lnTo>
                <a:lnTo>
                  <a:pt x="1174570" y="141528"/>
                </a:lnTo>
                <a:lnTo>
                  <a:pt x="1173710" y="142914"/>
                </a:lnTo>
                <a:lnTo>
                  <a:pt x="1172949" y="145517"/>
                </a:lnTo>
                <a:lnTo>
                  <a:pt x="1171066" y="151763"/>
                </a:lnTo>
                <a:lnTo>
                  <a:pt x="1168293" y="158257"/>
                </a:lnTo>
                <a:lnTo>
                  <a:pt x="1163198" y="165167"/>
                </a:lnTo>
                <a:lnTo>
                  <a:pt x="1161405" y="163550"/>
                </a:lnTo>
                <a:lnTo>
                  <a:pt x="1157402" y="159942"/>
                </a:lnTo>
                <a:lnTo>
                  <a:pt x="1153877" y="163299"/>
                </a:lnTo>
                <a:lnTo>
                  <a:pt x="1147132" y="169722"/>
                </a:lnTo>
                <a:lnTo>
                  <a:pt x="1127067" y="184198"/>
                </a:lnTo>
                <a:lnTo>
                  <a:pt x="1106145" y="213155"/>
                </a:lnTo>
                <a:lnTo>
                  <a:pt x="1100382" y="205251"/>
                </a:lnTo>
                <a:lnTo>
                  <a:pt x="1098663" y="201824"/>
                </a:lnTo>
                <a:lnTo>
                  <a:pt x="1091652" y="196740"/>
                </a:lnTo>
                <a:lnTo>
                  <a:pt x="1072430" y="177939"/>
                </a:lnTo>
                <a:lnTo>
                  <a:pt x="1060356" y="166035"/>
                </a:lnTo>
                <a:lnTo>
                  <a:pt x="1052791" y="164936"/>
                </a:lnTo>
                <a:lnTo>
                  <a:pt x="1048088" y="159726"/>
                </a:lnTo>
                <a:lnTo>
                  <a:pt x="1050475" y="157576"/>
                </a:lnTo>
                <a:lnTo>
                  <a:pt x="1057045" y="147883"/>
                </a:lnTo>
                <a:lnTo>
                  <a:pt x="1054733" y="139968"/>
                </a:lnTo>
                <a:lnTo>
                  <a:pt x="1052159" y="136151"/>
                </a:lnTo>
                <a:lnTo>
                  <a:pt x="1049692" y="134148"/>
                </a:lnTo>
                <a:lnTo>
                  <a:pt x="1047887" y="132051"/>
                </a:lnTo>
                <a:lnTo>
                  <a:pt x="1048564" y="126588"/>
                </a:lnTo>
                <a:lnTo>
                  <a:pt x="1050665" y="118223"/>
                </a:lnTo>
                <a:lnTo>
                  <a:pt x="1053549" y="114847"/>
                </a:lnTo>
                <a:lnTo>
                  <a:pt x="1062380" y="103829"/>
                </a:lnTo>
                <a:lnTo>
                  <a:pt x="1066461" y="98852"/>
                </a:lnTo>
                <a:lnTo>
                  <a:pt x="1070448" y="93311"/>
                </a:lnTo>
                <a:lnTo>
                  <a:pt x="1068066" y="88192"/>
                </a:lnTo>
                <a:lnTo>
                  <a:pt x="1060880" y="78504"/>
                </a:lnTo>
                <a:lnTo>
                  <a:pt x="1057198" y="69398"/>
                </a:lnTo>
                <a:lnTo>
                  <a:pt x="1050300" y="57078"/>
                </a:lnTo>
                <a:lnTo>
                  <a:pt x="1045713" y="47562"/>
                </a:lnTo>
                <a:lnTo>
                  <a:pt x="1044664" y="45061"/>
                </a:lnTo>
                <a:lnTo>
                  <a:pt x="1040155" y="34184"/>
                </a:lnTo>
                <a:lnTo>
                  <a:pt x="1044237" y="31531"/>
                </a:lnTo>
                <a:lnTo>
                  <a:pt x="1039170" y="22907"/>
                </a:lnTo>
                <a:lnTo>
                  <a:pt x="1028214" y="1353"/>
                </a:lnTo>
                <a:lnTo>
                  <a:pt x="1027356" y="0"/>
                </a:lnTo>
                <a:lnTo>
                  <a:pt x="1027396" y="998"/>
                </a:lnTo>
                <a:lnTo>
                  <a:pt x="1014614" y="34650"/>
                </a:lnTo>
                <a:lnTo>
                  <a:pt x="1013266" y="39958"/>
                </a:lnTo>
                <a:lnTo>
                  <a:pt x="1001446" y="55120"/>
                </a:lnTo>
                <a:lnTo>
                  <a:pt x="993604" y="61135"/>
                </a:lnTo>
                <a:lnTo>
                  <a:pt x="988108" y="64639"/>
                </a:lnTo>
                <a:lnTo>
                  <a:pt x="985796" y="66119"/>
                </a:lnTo>
                <a:lnTo>
                  <a:pt x="984878" y="66032"/>
                </a:lnTo>
                <a:lnTo>
                  <a:pt x="972822" y="71773"/>
                </a:lnTo>
                <a:lnTo>
                  <a:pt x="959927" y="78721"/>
                </a:lnTo>
                <a:lnTo>
                  <a:pt x="945653" y="84271"/>
                </a:lnTo>
                <a:lnTo>
                  <a:pt x="944347" y="83870"/>
                </a:lnTo>
                <a:lnTo>
                  <a:pt x="928162" y="86969"/>
                </a:lnTo>
                <a:lnTo>
                  <a:pt x="924062" y="89402"/>
                </a:lnTo>
                <a:lnTo>
                  <a:pt x="921165" y="91409"/>
                </a:lnTo>
                <a:lnTo>
                  <a:pt x="917963" y="93679"/>
                </a:lnTo>
                <a:lnTo>
                  <a:pt x="913692" y="99459"/>
                </a:lnTo>
                <a:lnTo>
                  <a:pt x="908744" y="105320"/>
                </a:lnTo>
                <a:lnTo>
                  <a:pt x="903734" y="110860"/>
                </a:lnTo>
                <a:lnTo>
                  <a:pt x="886174" y="129631"/>
                </a:lnTo>
                <a:lnTo>
                  <a:pt x="883568" y="132495"/>
                </a:lnTo>
                <a:lnTo>
                  <a:pt x="881124" y="134495"/>
                </a:lnTo>
                <a:lnTo>
                  <a:pt x="876994" y="137012"/>
                </a:lnTo>
                <a:lnTo>
                  <a:pt x="870829" y="140708"/>
                </a:lnTo>
                <a:lnTo>
                  <a:pt x="864939" y="142930"/>
                </a:lnTo>
                <a:lnTo>
                  <a:pt x="860703" y="143935"/>
                </a:lnTo>
                <a:lnTo>
                  <a:pt x="851594" y="148477"/>
                </a:lnTo>
                <a:lnTo>
                  <a:pt x="842550" y="151152"/>
                </a:lnTo>
                <a:lnTo>
                  <a:pt x="834175" y="153915"/>
                </a:lnTo>
                <a:lnTo>
                  <a:pt x="828166" y="155591"/>
                </a:lnTo>
                <a:lnTo>
                  <a:pt x="824733" y="156638"/>
                </a:lnTo>
                <a:lnTo>
                  <a:pt x="818719" y="156925"/>
                </a:lnTo>
                <a:lnTo>
                  <a:pt x="815203" y="157502"/>
                </a:lnTo>
                <a:lnTo>
                  <a:pt x="805097" y="158516"/>
                </a:lnTo>
                <a:lnTo>
                  <a:pt x="801737" y="159739"/>
                </a:lnTo>
                <a:lnTo>
                  <a:pt x="799884" y="160096"/>
                </a:lnTo>
                <a:lnTo>
                  <a:pt x="799567" y="160390"/>
                </a:lnTo>
                <a:lnTo>
                  <a:pt x="784905" y="159739"/>
                </a:lnTo>
                <a:lnTo>
                  <a:pt x="784190" y="159482"/>
                </a:lnTo>
                <a:lnTo>
                  <a:pt x="783163" y="160089"/>
                </a:lnTo>
                <a:lnTo>
                  <a:pt x="770164" y="159430"/>
                </a:lnTo>
                <a:lnTo>
                  <a:pt x="755148" y="173672"/>
                </a:lnTo>
                <a:lnTo>
                  <a:pt x="754028" y="174501"/>
                </a:lnTo>
                <a:lnTo>
                  <a:pt x="755562" y="175954"/>
                </a:lnTo>
                <a:lnTo>
                  <a:pt x="759530" y="180807"/>
                </a:lnTo>
                <a:lnTo>
                  <a:pt x="772033" y="199782"/>
                </a:lnTo>
                <a:lnTo>
                  <a:pt x="719465" y="225913"/>
                </a:lnTo>
                <a:lnTo>
                  <a:pt x="715599" y="213619"/>
                </a:lnTo>
                <a:lnTo>
                  <a:pt x="714564" y="208973"/>
                </a:lnTo>
                <a:lnTo>
                  <a:pt x="713714" y="205101"/>
                </a:lnTo>
                <a:lnTo>
                  <a:pt x="712608" y="192973"/>
                </a:lnTo>
                <a:lnTo>
                  <a:pt x="711969" y="186405"/>
                </a:lnTo>
                <a:lnTo>
                  <a:pt x="708461" y="16259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g6">
            <a:extLst>
              <a:ext uri="{FF2B5EF4-FFF2-40B4-BE49-F238E27FC236}">
                <a16:creationId xmlns:a16="http://schemas.microsoft.com/office/drawing/2014/main" id="{A4592FD4-A1A6-4597-A855-4A05D7BF8952}"/>
              </a:ext>
            </a:extLst>
          </p:cNvPr>
          <p:cNvSpPr/>
          <p:nvPr/>
        </p:nvSpPr>
        <p:spPr>
          <a:xfrm>
            <a:off x="1527160" y="1618824"/>
            <a:ext cx="851043" cy="755493"/>
          </a:xfrm>
          <a:custGeom>
            <a:avLst/>
            <a:gdLst/>
            <a:ahLst/>
            <a:cxnLst/>
            <a:rect l="0" t="0" r="0" b="0"/>
            <a:pathLst>
              <a:path w="947456" h="841082">
                <a:moveTo>
                  <a:pt x="13906" y="528696"/>
                </a:moveTo>
                <a:lnTo>
                  <a:pt x="0" y="554991"/>
                </a:lnTo>
                <a:lnTo>
                  <a:pt x="19857" y="558547"/>
                </a:lnTo>
                <a:lnTo>
                  <a:pt x="47095" y="562269"/>
                </a:lnTo>
                <a:lnTo>
                  <a:pt x="65074" y="564946"/>
                </a:lnTo>
                <a:lnTo>
                  <a:pt x="70715" y="565773"/>
                </a:lnTo>
                <a:lnTo>
                  <a:pt x="112184" y="571320"/>
                </a:lnTo>
                <a:lnTo>
                  <a:pt x="129484" y="573561"/>
                </a:lnTo>
                <a:lnTo>
                  <a:pt x="177495" y="580373"/>
                </a:lnTo>
                <a:lnTo>
                  <a:pt x="250054" y="591753"/>
                </a:lnTo>
                <a:lnTo>
                  <a:pt x="254023" y="592406"/>
                </a:lnTo>
                <a:lnTo>
                  <a:pt x="257418" y="592993"/>
                </a:lnTo>
                <a:lnTo>
                  <a:pt x="278623" y="596745"/>
                </a:lnTo>
                <a:lnTo>
                  <a:pt x="286767" y="598186"/>
                </a:lnTo>
                <a:lnTo>
                  <a:pt x="299096" y="600390"/>
                </a:lnTo>
                <a:lnTo>
                  <a:pt x="320431" y="605526"/>
                </a:lnTo>
                <a:lnTo>
                  <a:pt x="327195" y="607180"/>
                </a:lnTo>
                <a:lnTo>
                  <a:pt x="332418" y="608769"/>
                </a:lnTo>
                <a:lnTo>
                  <a:pt x="348961" y="613903"/>
                </a:lnTo>
                <a:lnTo>
                  <a:pt x="356769" y="616580"/>
                </a:lnTo>
                <a:lnTo>
                  <a:pt x="366196" y="621476"/>
                </a:lnTo>
                <a:lnTo>
                  <a:pt x="371445" y="623631"/>
                </a:lnTo>
                <a:lnTo>
                  <a:pt x="379475" y="627613"/>
                </a:lnTo>
                <a:lnTo>
                  <a:pt x="383367" y="629615"/>
                </a:lnTo>
                <a:lnTo>
                  <a:pt x="396294" y="640146"/>
                </a:lnTo>
                <a:lnTo>
                  <a:pt x="400158" y="643563"/>
                </a:lnTo>
                <a:lnTo>
                  <a:pt x="404507" y="647458"/>
                </a:lnTo>
                <a:lnTo>
                  <a:pt x="415657" y="658490"/>
                </a:lnTo>
                <a:lnTo>
                  <a:pt x="423125" y="665585"/>
                </a:lnTo>
                <a:lnTo>
                  <a:pt x="437772" y="682350"/>
                </a:lnTo>
                <a:lnTo>
                  <a:pt x="448454" y="698457"/>
                </a:lnTo>
                <a:lnTo>
                  <a:pt x="479556" y="667012"/>
                </a:lnTo>
                <a:lnTo>
                  <a:pt x="528496" y="711395"/>
                </a:lnTo>
                <a:lnTo>
                  <a:pt x="569241" y="744174"/>
                </a:lnTo>
                <a:lnTo>
                  <a:pt x="624046" y="779658"/>
                </a:lnTo>
                <a:lnTo>
                  <a:pt x="667133" y="812441"/>
                </a:lnTo>
                <a:lnTo>
                  <a:pt x="695257" y="833696"/>
                </a:lnTo>
                <a:lnTo>
                  <a:pt x="726625" y="841082"/>
                </a:lnTo>
                <a:lnTo>
                  <a:pt x="779268" y="834778"/>
                </a:lnTo>
                <a:lnTo>
                  <a:pt x="788655" y="833494"/>
                </a:lnTo>
                <a:lnTo>
                  <a:pt x="797182" y="832325"/>
                </a:lnTo>
                <a:lnTo>
                  <a:pt x="841104" y="826312"/>
                </a:lnTo>
                <a:lnTo>
                  <a:pt x="853699" y="825883"/>
                </a:lnTo>
                <a:lnTo>
                  <a:pt x="854190" y="799281"/>
                </a:lnTo>
                <a:lnTo>
                  <a:pt x="836113" y="796138"/>
                </a:lnTo>
                <a:lnTo>
                  <a:pt x="830491" y="795995"/>
                </a:lnTo>
                <a:lnTo>
                  <a:pt x="834094" y="777610"/>
                </a:lnTo>
                <a:lnTo>
                  <a:pt x="832652" y="777037"/>
                </a:lnTo>
                <a:lnTo>
                  <a:pt x="835259" y="754165"/>
                </a:lnTo>
                <a:lnTo>
                  <a:pt x="838193" y="736992"/>
                </a:lnTo>
                <a:lnTo>
                  <a:pt x="853050" y="740807"/>
                </a:lnTo>
                <a:lnTo>
                  <a:pt x="855495" y="741257"/>
                </a:lnTo>
                <a:lnTo>
                  <a:pt x="858089" y="726230"/>
                </a:lnTo>
                <a:lnTo>
                  <a:pt x="884075" y="730026"/>
                </a:lnTo>
                <a:lnTo>
                  <a:pt x="897867" y="647750"/>
                </a:lnTo>
                <a:lnTo>
                  <a:pt x="876079" y="642359"/>
                </a:lnTo>
                <a:lnTo>
                  <a:pt x="875679" y="634571"/>
                </a:lnTo>
                <a:lnTo>
                  <a:pt x="876878" y="627981"/>
                </a:lnTo>
                <a:lnTo>
                  <a:pt x="876478" y="605417"/>
                </a:lnTo>
                <a:lnTo>
                  <a:pt x="875679" y="568478"/>
                </a:lnTo>
                <a:lnTo>
                  <a:pt x="862243" y="566153"/>
                </a:lnTo>
                <a:lnTo>
                  <a:pt x="862642" y="560961"/>
                </a:lnTo>
                <a:lnTo>
                  <a:pt x="918352" y="566299"/>
                </a:lnTo>
                <a:lnTo>
                  <a:pt x="919055" y="554558"/>
                </a:lnTo>
                <a:lnTo>
                  <a:pt x="907668" y="550661"/>
                </a:lnTo>
                <a:lnTo>
                  <a:pt x="897211" y="542484"/>
                </a:lnTo>
                <a:lnTo>
                  <a:pt x="889855" y="534447"/>
                </a:lnTo>
                <a:lnTo>
                  <a:pt x="882699" y="522367"/>
                </a:lnTo>
                <a:lnTo>
                  <a:pt x="918194" y="515762"/>
                </a:lnTo>
                <a:lnTo>
                  <a:pt x="926273" y="514308"/>
                </a:lnTo>
                <a:lnTo>
                  <a:pt x="924998" y="507751"/>
                </a:lnTo>
                <a:lnTo>
                  <a:pt x="926230" y="498193"/>
                </a:lnTo>
                <a:lnTo>
                  <a:pt x="930439" y="497991"/>
                </a:lnTo>
                <a:lnTo>
                  <a:pt x="932088" y="493233"/>
                </a:lnTo>
                <a:lnTo>
                  <a:pt x="935355" y="483815"/>
                </a:lnTo>
                <a:lnTo>
                  <a:pt x="939691" y="467736"/>
                </a:lnTo>
                <a:lnTo>
                  <a:pt x="937411" y="466307"/>
                </a:lnTo>
                <a:lnTo>
                  <a:pt x="940335" y="456627"/>
                </a:lnTo>
                <a:lnTo>
                  <a:pt x="945432" y="459210"/>
                </a:lnTo>
                <a:lnTo>
                  <a:pt x="947456" y="455532"/>
                </a:lnTo>
                <a:lnTo>
                  <a:pt x="945082" y="442561"/>
                </a:lnTo>
                <a:lnTo>
                  <a:pt x="944194" y="437926"/>
                </a:lnTo>
                <a:lnTo>
                  <a:pt x="942601" y="433269"/>
                </a:lnTo>
                <a:lnTo>
                  <a:pt x="941595" y="429528"/>
                </a:lnTo>
                <a:lnTo>
                  <a:pt x="941451" y="425959"/>
                </a:lnTo>
                <a:lnTo>
                  <a:pt x="939114" y="402836"/>
                </a:lnTo>
                <a:lnTo>
                  <a:pt x="937305" y="378053"/>
                </a:lnTo>
                <a:lnTo>
                  <a:pt x="936992" y="371739"/>
                </a:lnTo>
                <a:lnTo>
                  <a:pt x="935758" y="360699"/>
                </a:lnTo>
                <a:lnTo>
                  <a:pt x="932625" y="359720"/>
                </a:lnTo>
                <a:lnTo>
                  <a:pt x="929595" y="352323"/>
                </a:lnTo>
                <a:lnTo>
                  <a:pt x="918431" y="350255"/>
                </a:lnTo>
                <a:lnTo>
                  <a:pt x="913143" y="345772"/>
                </a:lnTo>
                <a:lnTo>
                  <a:pt x="897397" y="336547"/>
                </a:lnTo>
                <a:lnTo>
                  <a:pt x="890294" y="332064"/>
                </a:lnTo>
                <a:lnTo>
                  <a:pt x="889314" y="330737"/>
                </a:lnTo>
                <a:lnTo>
                  <a:pt x="887408" y="328081"/>
                </a:lnTo>
                <a:lnTo>
                  <a:pt x="886271" y="326515"/>
                </a:lnTo>
                <a:lnTo>
                  <a:pt x="880631" y="327907"/>
                </a:lnTo>
                <a:lnTo>
                  <a:pt x="875825" y="311979"/>
                </a:lnTo>
                <a:lnTo>
                  <a:pt x="871191" y="312632"/>
                </a:lnTo>
                <a:lnTo>
                  <a:pt x="870329" y="308737"/>
                </a:lnTo>
                <a:lnTo>
                  <a:pt x="872222" y="302273"/>
                </a:lnTo>
                <a:lnTo>
                  <a:pt x="863056" y="297031"/>
                </a:lnTo>
                <a:lnTo>
                  <a:pt x="863696" y="289566"/>
                </a:lnTo>
                <a:lnTo>
                  <a:pt x="871034" y="275705"/>
                </a:lnTo>
                <a:lnTo>
                  <a:pt x="868605" y="271309"/>
                </a:lnTo>
                <a:lnTo>
                  <a:pt x="868501" y="266892"/>
                </a:lnTo>
                <a:lnTo>
                  <a:pt x="871230" y="262757"/>
                </a:lnTo>
                <a:lnTo>
                  <a:pt x="876183" y="262213"/>
                </a:lnTo>
                <a:lnTo>
                  <a:pt x="879141" y="262628"/>
                </a:lnTo>
                <a:lnTo>
                  <a:pt x="885382" y="260887"/>
                </a:lnTo>
                <a:lnTo>
                  <a:pt x="885457" y="259817"/>
                </a:lnTo>
                <a:lnTo>
                  <a:pt x="894589" y="258835"/>
                </a:lnTo>
                <a:lnTo>
                  <a:pt x="898701" y="260278"/>
                </a:lnTo>
                <a:lnTo>
                  <a:pt x="902337" y="259871"/>
                </a:lnTo>
                <a:lnTo>
                  <a:pt x="901436" y="255616"/>
                </a:lnTo>
                <a:lnTo>
                  <a:pt x="897579" y="245203"/>
                </a:lnTo>
                <a:lnTo>
                  <a:pt x="892811" y="240713"/>
                </a:lnTo>
                <a:lnTo>
                  <a:pt x="887896" y="236267"/>
                </a:lnTo>
                <a:lnTo>
                  <a:pt x="880570" y="228620"/>
                </a:lnTo>
                <a:lnTo>
                  <a:pt x="876939" y="227258"/>
                </a:lnTo>
                <a:lnTo>
                  <a:pt x="873002" y="225092"/>
                </a:lnTo>
                <a:lnTo>
                  <a:pt x="860271" y="214045"/>
                </a:lnTo>
                <a:lnTo>
                  <a:pt x="857558" y="212855"/>
                </a:lnTo>
                <a:lnTo>
                  <a:pt x="853240" y="211839"/>
                </a:lnTo>
                <a:lnTo>
                  <a:pt x="841846" y="209408"/>
                </a:lnTo>
                <a:lnTo>
                  <a:pt x="833869" y="209327"/>
                </a:lnTo>
                <a:lnTo>
                  <a:pt x="821861" y="207972"/>
                </a:lnTo>
                <a:lnTo>
                  <a:pt x="819959" y="208015"/>
                </a:lnTo>
                <a:lnTo>
                  <a:pt x="818018" y="207182"/>
                </a:lnTo>
                <a:lnTo>
                  <a:pt x="816587" y="207930"/>
                </a:lnTo>
                <a:lnTo>
                  <a:pt x="816435" y="211173"/>
                </a:lnTo>
                <a:lnTo>
                  <a:pt x="811076" y="216633"/>
                </a:lnTo>
                <a:lnTo>
                  <a:pt x="801091" y="226946"/>
                </a:lnTo>
                <a:lnTo>
                  <a:pt x="797966" y="225258"/>
                </a:lnTo>
                <a:lnTo>
                  <a:pt x="754930" y="202222"/>
                </a:lnTo>
                <a:lnTo>
                  <a:pt x="738658" y="193815"/>
                </a:lnTo>
                <a:lnTo>
                  <a:pt x="726010" y="187739"/>
                </a:lnTo>
                <a:lnTo>
                  <a:pt x="731360" y="179717"/>
                </a:lnTo>
                <a:lnTo>
                  <a:pt x="730342" y="179103"/>
                </a:lnTo>
                <a:lnTo>
                  <a:pt x="729374" y="178531"/>
                </a:lnTo>
                <a:lnTo>
                  <a:pt x="668284" y="142312"/>
                </a:lnTo>
                <a:lnTo>
                  <a:pt x="676564" y="130886"/>
                </a:lnTo>
                <a:lnTo>
                  <a:pt x="684316" y="115746"/>
                </a:lnTo>
                <a:lnTo>
                  <a:pt x="661164" y="98645"/>
                </a:lnTo>
                <a:lnTo>
                  <a:pt x="655248" y="94269"/>
                </a:lnTo>
                <a:lnTo>
                  <a:pt x="664784" y="78177"/>
                </a:lnTo>
                <a:lnTo>
                  <a:pt x="669382" y="71224"/>
                </a:lnTo>
                <a:lnTo>
                  <a:pt x="649634" y="56334"/>
                </a:lnTo>
                <a:lnTo>
                  <a:pt x="646397" y="59531"/>
                </a:lnTo>
                <a:lnTo>
                  <a:pt x="629040" y="51018"/>
                </a:lnTo>
                <a:lnTo>
                  <a:pt x="625306" y="48343"/>
                </a:lnTo>
                <a:lnTo>
                  <a:pt x="620311" y="58280"/>
                </a:lnTo>
                <a:lnTo>
                  <a:pt x="618535" y="59346"/>
                </a:lnTo>
                <a:lnTo>
                  <a:pt x="598505" y="62021"/>
                </a:lnTo>
                <a:lnTo>
                  <a:pt x="597166" y="61760"/>
                </a:lnTo>
                <a:lnTo>
                  <a:pt x="591245" y="57039"/>
                </a:lnTo>
                <a:lnTo>
                  <a:pt x="584076" y="50994"/>
                </a:lnTo>
                <a:lnTo>
                  <a:pt x="572239" y="39627"/>
                </a:lnTo>
                <a:lnTo>
                  <a:pt x="564297" y="33481"/>
                </a:lnTo>
                <a:lnTo>
                  <a:pt x="560418" y="25399"/>
                </a:lnTo>
                <a:lnTo>
                  <a:pt x="561567" y="19764"/>
                </a:lnTo>
                <a:lnTo>
                  <a:pt x="563151" y="14263"/>
                </a:lnTo>
                <a:lnTo>
                  <a:pt x="562867" y="13399"/>
                </a:lnTo>
                <a:lnTo>
                  <a:pt x="560495" y="9338"/>
                </a:lnTo>
                <a:lnTo>
                  <a:pt x="554818" y="4263"/>
                </a:lnTo>
                <a:lnTo>
                  <a:pt x="542498" y="0"/>
                </a:lnTo>
                <a:lnTo>
                  <a:pt x="533010" y="8687"/>
                </a:lnTo>
                <a:lnTo>
                  <a:pt x="530820" y="13257"/>
                </a:lnTo>
                <a:lnTo>
                  <a:pt x="528550" y="17316"/>
                </a:lnTo>
                <a:lnTo>
                  <a:pt x="524884" y="20624"/>
                </a:lnTo>
                <a:lnTo>
                  <a:pt x="517798" y="25749"/>
                </a:lnTo>
                <a:lnTo>
                  <a:pt x="491933" y="25161"/>
                </a:lnTo>
                <a:lnTo>
                  <a:pt x="460326" y="25677"/>
                </a:lnTo>
                <a:lnTo>
                  <a:pt x="464487" y="46487"/>
                </a:lnTo>
                <a:lnTo>
                  <a:pt x="467594" y="66293"/>
                </a:lnTo>
                <a:lnTo>
                  <a:pt x="455975" y="70471"/>
                </a:lnTo>
                <a:lnTo>
                  <a:pt x="427670" y="75500"/>
                </a:lnTo>
                <a:lnTo>
                  <a:pt x="412883" y="78045"/>
                </a:lnTo>
                <a:lnTo>
                  <a:pt x="390417" y="81318"/>
                </a:lnTo>
                <a:lnTo>
                  <a:pt x="381965" y="82319"/>
                </a:lnTo>
                <a:lnTo>
                  <a:pt x="382200" y="81648"/>
                </a:lnTo>
                <a:lnTo>
                  <a:pt x="381075" y="81268"/>
                </a:lnTo>
                <a:lnTo>
                  <a:pt x="380862" y="82086"/>
                </a:lnTo>
                <a:lnTo>
                  <a:pt x="379402" y="82808"/>
                </a:lnTo>
                <a:lnTo>
                  <a:pt x="362663" y="88325"/>
                </a:lnTo>
                <a:lnTo>
                  <a:pt x="359162" y="89459"/>
                </a:lnTo>
                <a:lnTo>
                  <a:pt x="358771" y="89239"/>
                </a:lnTo>
                <a:lnTo>
                  <a:pt x="358561" y="89653"/>
                </a:lnTo>
                <a:lnTo>
                  <a:pt x="344406" y="94234"/>
                </a:lnTo>
                <a:lnTo>
                  <a:pt x="343575" y="93720"/>
                </a:lnTo>
                <a:lnTo>
                  <a:pt x="343184" y="94630"/>
                </a:lnTo>
                <a:lnTo>
                  <a:pt x="337204" y="96564"/>
                </a:lnTo>
                <a:lnTo>
                  <a:pt x="291468" y="110238"/>
                </a:lnTo>
                <a:lnTo>
                  <a:pt x="294277" y="141866"/>
                </a:lnTo>
                <a:lnTo>
                  <a:pt x="297491" y="192050"/>
                </a:lnTo>
                <a:lnTo>
                  <a:pt x="293903" y="193160"/>
                </a:lnTo>
                <a:lnTo>
                  <a:pt x="297451" y="205632"/>
                </a:lnTo>
                <a:lnTo>
                  <a:pt x="295267" y="207166"/>
                </a:lnTo>
                <a:lnTo>
                  <a:pt x="296343" y="210494"/>
                </a:lnTo>
                <a:lnTo>
                  <a:pt x="291514" y="215097"/>
                </a:lnTo>
                <a:lnTo>
                  <a:pt x="287070" y="210842"/>
                </a:lnTo>
                <a:lnTo>
                  <a:pt x="281477" y="213353"/>
                </a:lnTo>
                <a:lnTo>
                  <a:pt x="280202" y="216307"/>
                </a:lnTo>
                <a:lnTo>
                  <a:pt x="268140" y="220106"/>
                </a:lnTo>
                <a:lnTo>
                  <a:pt x="265153" y="227345"/>
                </a:lnTo>
                <a:lnTo>
                  <a:pt x="266774" y="231066"/>
                </a:lnTo>
                <a:lnTo>
                  <a:pt x="244960" y="237432"/>
                </a:lnTo>
                <a:lnTo>
                  <a:pt x="230830" y="242563"/>
                </a:lnTo>
                <a:lnTo>
                  <a:pt x="231641" y="245704"/>
                </a:lnTo>
                <a:lnTo>
                  <a:pt x="232693" y="252411"/>
                </a:lnTo>
                <a:lnTo>
                  <a:pt x="223373" y="254861"/>
                </a:lnTo>
                <a:lnTo>
                  <a:pt x="222209" y="246496"/>
                </a:lnTo>
                <a:lnTo>
                  <a:pt x="212209" y="249773"/>
                </a:lnTo>
                <a:lnTo>
                  <a:pt x="201526" y="251845"/>
                </a:lnTo>
                <a:lnTo>
                  <a:pt x="199456" y="253120"/>
                </a:lnTo>
                <a:lnTo>
                  <a:pt x="175992" y="255775"/>
                </a:lnTo>
                <a:lnTo>
                  <a:pt x="175613" y="261346"/>
                </a:lnTo>
                <a:lnTo>
                  <a:pt x="166448" y="267222"/>
                </a:lnTo>
                <a:lnTo>
                  <a:pt x="164659" y="267484"/>
                </a:lnTo>
                <a:lnTo>
                  <a:pt x="165323" y="278332"/>
                </a:lnTo>
                <a:lnTo>
                  <a:pt x="147864" y="280504"/>
                </a:lnTo>
                <a:lnTo>
                  <a:pt x="144901" y="281505"/>
                </a:lnTo>
                <a:lnTo>
                  <a:pt x="146699" y="291553"/>
                </a:lnTo>
                <a:lnTo>
                  <a:pt x="144416" y="291470"/>
                </a:lnTo>
                <a:lnTo>
                  <a:pt x="144671" y="292691"/>
                </a:lnTo>
                <a:lnTo>
                  <a:pt x="127194" y="291636"/>
                </a:lnTo>
                <a:lnTo>
                  <a:pt x="123129" y="291433"/>
                </a:lnTo>
                <a:lnTo>
                  <a:pt x="112783" y="290837"/>
                </a:lnTo>
                <a:lnTo>
                  <a:pt x="107848" y="292750"/>
                </a:lnTo>
                <a:lnTo>
                  <a:pt x="101414" y="297483"/>
                </a:lnTo>
                <a:lnTo>
                  <a:pt x="98131" y="299873"/>
                </a:lnTo>
                <a:lnTo>
                  <a:pt x="82042" y="312539"/>
                </a:lnTo>
                <a:lnTo>
                  <a:pt x="81773" y="311871"/>
                </a:lnTo>
                <a:lnTo>
                  <a:pt x="86890" y="307115"/>
                </a:lnTo>
                <a:lnTo>
                  <a:pt x="83390" y="303614"/>
                </a:lnTo>
                <a:lnTo>
                  <a:pt x="80714" y="293995"/>
                </a:lnTo>
                <a:lnTo>
                  <a:pt x="73982" y="294907"/>
                </a:lnTo>
                <a:lnTo>
                  <a:pt x="78020" y="315720"/>
                </a:lnTo>
                <a:lnTo>
                  <a:pt x="92801" y="334615"/>
                </a:lnTo>
                <a:lnTo>
                  <a:pt x="91185" y="351069"/>
                </a:lnTo>
                <a:lnTo>
                  <a:pt x="115348" y="355716"/>
                </a:lnTo>
                <a:lnTo>
                  <a:pt x="113129" y="367938"/>
                </a:lnTo>
                <a:lnTo>
                  <a:pt x="110254" y="383498"/>
                </a:lnTo>
                <a:lnTo>
                  <a:pt x="106984" y="384793"/>
                </a:lnTo>
                <a:lnTo>
                  <a:pt x="102422" y="391084"/>
                </a:lnTo>
                <a:lnTo>
                  <a:pt x="106481" y="392396"/>
                </a:lnTo>
                <a:lnTo>
                  <a:pt x="105119" y="397535"/>
                </a:lnTo>
                <a:lnTo>
                  <a:pt x="101351" y="399430"/>
                </a:lnTo>
                <a:lnTo>
                  <a:pt x="96211" y="415410"/>
                </a:lnTo>
                <a:lnTo>
                  <a:pt x="77317" y="408716"/>
                </a:lnTo>
                <a:lnTo>
                  <a:pt x="48338" y="46354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g7">
            <a:extLst>
              <a:ext uri="{FF2B5EF4-FFF2-40B4-BE49-F238E27FC236}">
                <a16:creationId xmlns:a16="http://schemas.microsoft.com/office/drawing/2014/main" id="{E36C8D1F-CCF6-4959-9DF4-A979E4D4AA71}"/>
              </a:ext>
            </a:extLst>
          </p:cNvPr>
          <p:cNvSpPr/>
          <p:nvPr/>
        </p:nvSpPr>
        <p:spPr>
          <a:xfrm>
            <a:off x="1828856" y="1636752"/>
            <a:ext cx="53485" cy="54750"/>
          </a:xfrm>
          <a:custGeom>
            <a:avLst/>
            <a:gdLst/>
            <a:ahLst/>
            <a:cxnLst/>
            <a:rect l="0" t="0" r="0" b="0"/>
            <a:pathLst>
              <a:path w="59544" h="60952">
                <a:moveTo>
                  <a:pt x="16195" y="0"/>
                </a:moveTo>
                <a:lnTo>
                  <a:pt x="0" y="25011"/>
                </a:lnTo>
                <a:lnTo>
                  <a:pt x="44275" y="60952"/>
                </a:lnTo>
                <a:lnTo>
                  <a:pt x="59544" y="3513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g8">
            <a:extLst>
              <a:ext uri="{FF2B5EF4-FFF2-40B4-BE49-F238E27FC236}">
                <a16:creationId xmlns:a16="http://schemas.microsoft.com/office/drawing/2014/main" id="{85C7F9C9-1DF8-416D-A4A8-CBEFA909147F}"/>
              </a:ext>
            </a:extLst>
          </p:cNvPr>
          <p:cNvSpPr/>
          <p:nvPr/>
        </p:nvSpPr>
        <p:spPr>
          <a:xfrm>
            <a:off x="297678" y="1020241"/>
            <a:ext cx="1380478" cy="1097098"/>
          </a:xfrm>
          <a:custGeom>
            <a:avLst/>
            <a:gdLst/>
            <a:ahLst/>
            <a:cxnLst/>
            <a:rect l="0" t="0" r="0" b="0"/>
            <a:pathLst>
              <a:path w="1536870" h="1221386">
                <a:moveTo>
                  <a:pt x="676374" y="293692"/>
                </a:moveTo>
                <a:lnTo>
                  <a:pt x="677057" y="290504"/>
                </a:lnTo>
                <a:lnTo>
                  <a:pt x="634852" y="283573"/>
                </a:lnTo>
                <a:lnTo>
                  <a:pt x="635405" y="282741"/>
                </a:lnTo>
                <a:lnTo>
                  <a:pt x="579809" y="152329"/>
                </a:lnTo>
                <a:lnTo>
                  <a:pt x="544038" y="159060"/>
                </a:lnTo>
                <a:lnTo>
                  <a:pt x="541013" y="126014"/>
                </a:lnTo>
                <a:lnTo>
                  <a:pt x="539897" y="125152"/>
                </a:lnTo>
                <a:lnTo>
                  <a:pt x="508887" y="130799"/>
                </a:lnTo>
                <a:lnTo>
                  <a:pt x="514731" y="55009"/>
                </a:lnTo>
                <a:lnTo>
                  <a:pt x="514739" y="53953"/>
                </a:lnTo>
                <a:lnTo>
                  <a:pt x="485128" y="61298"/>
                </a:lnTo>
                <a:lnTo>
                  <a:pt x="467832" y="8752"/>
                </a:lnTo>
                <a:lnTo>
                  <a:pt x="466638" y="8193"/>
                </a:lnTo>
                <a:lnTo>
                  <a:pt x="447799" y="12670"/>
                </a:lnTo>
                <a:lnTo>
                  <a:pt x="448748" y="15775"/>
                </a:lnTo>
                <a:lnTo>
                  <a:pt x="432048" y="19864"/>
                </a:lnTo>
                <a:lnTo>
                  <a:pt x="394537" y="28789"/>
                </a:lnTo>
                <a:lnTo>
                  <a:pt x="392759" y="28184"/>
                </a:lnTo>
                <a:lnTo>
                  <a:pt x="388439" y="26922"/>
                </a:lnTo>
                <a:lnTo>
                  <a:pt x="388141" y="26909"/>
                </a:lnTo>
                <a:lnTo>
                  <a:pt x="389012" y="24036"/>
                </a:lnTo>
                <a:lnTo>
                  <a:pt x="386281" y="24818"/>
                </a:lnTo>
                <a:lnTo>
                  <a:pt x="385647" y="24628"/>
                </a:lnTo>
                <a:lnTo>
                  <a:pt x="369466" y="24959"/>
                </a:lnTo>
                <a:lnTo>
                  <a:pt x="350664" y="23618"/>
                </a:lnTo>
                <a:lnTo>
                  <a:pt x="345998" y="24041"/>
                </a:lnTo>
                <a:lnTo>
                  <a:pt x="336082" y="24868"/>
                </a:lnTo>
                <a:lnTo>
                  <a:pt x="329748" y="27007"/>
                </a:lnTo>
                <a:lnTo>
                  <a:pt x="326468" y="21558"/>
                </a:lnTo>
                <a:lnTo>
                  <a:pt x="323195" y="16432"/>
                </a:lnTo>
                <a:lnTo>
                  <a:pt x="316851" y="21449"/>
                </a:lnTo>
                <a:lnTo>
                  <a:pt x="307160" y="11279"/>
                </a:lnTo>
                <a:lnTo>
                  <a:pt x="306012" y="10076"/>
                </a:lnTo>
                <a:lnTo>
                  <a:pt x="301764" y="0"/>
                </a:lnTo>
                <a:lnTo>
                  <a:pt x="292406" y="2189"/>
                </a:lnTo>
                <a:lnTo>
                  <a:pt x="249273" y="12076"/>
                </a:lnTo>
                <a:lnTo>
                  <a:pt x="215429" y="19993"/>
                </a:lnTo>
                <a:lnTo>
                  <a:pt x="192439" y="24757"/>
                </a:lnTo>
                <a:lnTo>
                  <a:pt x="192099" y="23971"/>
                </a:lnTo>
                <a:lnTo>
                  <a:pt x="173034" y="28228"/>
                </a:lnTo>
                <a:lnTo>
                  <a:pt x="157949" y="32171"/>
                </a:lnTo>
                <a:lnTo>
                  <a:pt x="139469" y="36511"/>
                </a:lnTo>
                <a:lnTo>
                  <a:pt x="136329" y="37960"/>
                </a:lnTo>
                <a:lnTo>
                  <a:pt x="134623" y="39466"/>
                </a:lnTo>
                <a:lnTo>
                  <a:pt x="131644" y="43938"/>
                </a:lnTo>
                <a:lnTo>
                  <a:pt x="129223" y="47834"/>
                </a:lnTo>
                <a:lnTo>
                  <a:pt x="128014" y="47157"/>
                </a:lnTo>
                <a:lnTo>
                  <a:pt x="121091" y="43287"/>
                </a:lnTo>
                <a:lnTo>
                  <a:pt x="116258" y="45653"/>
                </a:lnTo>
                <a:lnTo>
                  <a:pt x="110293" y="48574"/>
                </a:lnTo>
                <a:lnTo>
                  <a:pt x="106375" y="49398"/>
                </a:lnTo>
                <a:lnTo>
                  <a:pt x="104287" y="48073"/>
                </a:lnTo>
                <a:lnTo>
                  <a:pt x="103151" y="44591"/>
                </a:lnTo>
                <a:lnTo>
                  <a:pt x="103778" y="30519"/>
                </a:lnTo>
                <a:lnTo>
                  <a:pt x="104293" y="26715"/>
                </a:lnTo>
                <a:lnTo>
                  <a:pt x="105375" y="22082"/>
                </a:lnTo>
                <a:lnTo>
                  <a:pt x="107216" y="17788"/>
                </a:lnTo>
                <a:lnTo>
                  <a:pt x="101701" y="14073"/>
                </a:lnTo>
                <a:lnTo>
                  <a:pt x="93670" y="12641"/>
                </a:lnTo>
                <a:lnTo>
                  <a:pt x="92228" y="17453"/>
                </a:lnTo>
                <a:lnTo>
                  <a:pt x="89193" y="18957"/>
                </a:lnTo>
                <a:lnTo>
                  <a:pt x="78718" y="24191"/>
                </a:lnTo>
                <a:lnTo>
                  <a:pt x="79110" y="29161"/>
                </a:lnTo>
                <a:lnTo>
                  <a:pt x="48471" y="38358"/>
                </a:lnTo>
                <a:lnTo>
                  <a:pt x="35476" y="41348"/>
                </a:lnTo>
                <a:lnTo>
                  <a:pt x="13294" y="48006"/>
                </a:lnTo>
                <a:lnTo>
                  <a:pt x="12413" y="48269"/>
                </a:lnTo>
                <a:lnTo>
                  <a:pt x="7194" y="51316"/>
                </a:lnTo>
                <a:lnTo>
                  <a:pt x="0" y="53294"/>
                </a:lnTo>
                <a:lnTo>
                  <a:pt x="6541" y="84195"/>
                </a:lnTo>
                <a:lnTo>
                  <a:pt x="14910" y="116014"/>
                </a:lnTo>
                <a:lnTo>
                  <a:pt x="32064" y="137681"/>
                </a:lnTo>
                <a:lnTo>
                  <a:pt x="85547" y="204466"/>
                </a:lnTo>
                <a:lnTo>
                  <a:pt x="100223" y="222635"/>
                </a:lnTo>
                <a:lnTo>
                  <a:pt x="106978" y="233621"/>
                </a:lnTo>
                <a:lnTo>
                  <a:pt x="111791" y="241841"/>
                </a:lnTo>
                <a:lnTo>
                  <a:pt x="116577" y="247690"/>
                </a:lnTo>
                <a:lnTo>
                  <a:pt x="123207" y="255795"/>
                </a:lnTo>
                <a:lnTo>
                  <a:pt x="127998" y="265738"/>
                </a:lnTo>
                <a:lnTo>
                  <a:pt x="135102" y="288239"/>
                </a:lnTo>
                <a:lnTo>
                  <a:pt x="135390" y="290741"/>
                </a:lnTo>
                <a:lnTo>
                  <a:pt x="137338" y="297762"/>
                </a:lnTo>
                <a:lnTo>
                  <a:pt x="139998" y="307344"/>
                </a:lnTo>
                <a:lnTo>
                  <a:pt x="135638" y="309498"/>
                </a:lnTo>
                <a:lnTo>
                  <a:pt x="147885" y="331912"/>
                </a:lnTo>
                <a:lnTo>
                  <a:pt x="159336" y="352823"/>
                </a:lnTo>
                <a:lnTo>
                  <a:pt x="164950" y="349341"/>
                </a:lnTo>
                <a:lnTo>
                  <a:pt x="180777" y="384135"/>
                </a:lnTo>
                <a:lnTo>
                  <a:pt x="174926" y="388205"/>
                </a:lnTo>
                <a:lnTo>
                  <a:pt x="188258" y="411946"/>
                </a:lnTo>
                <a:lnTo>
                  <a:pt x="183675" y="414686"/>
                </a:lnTo>
                <a:lnTo>
                  <a:pt x="187762" y="422890"/>
                </a:lnTo>
                <a:lnTo>
                  <a:pt x="206460" y="448459"/>
                </a:lnTo>
                <a:lnTo>
                  <a:pt x="212779" y="443149"/>
                </a:lnTo>
                <a:lnTo>
                  <a:pt x="221171" y="453556"/>
                </a:lnTo>
                <a:lnTo>
                  <a:pt x="223194" y="456065"/>
                </a:lnTo>
                <a:lnTo>
                  <a:pt x="223500" y="456444"/>
                </a:lnTo>
                <a:lnTo>
                  <a:pt x="234715" y="470544"/>
                </a:lnTo>
                <a:lnTo>
                  <a:pt x="227181" y="479009"/>
                </a:lnTo>
                <a:lnTo>
                  <a:pt x="241675" y="497875"/>
                </a:lnTo>
                <a:lnTo>
                  <a:pt x="250541" y="491129"/>
                </a:lnTo>
                <a:lnTo>
                  <a:pt x="260751" y="505079"/>
                </a:lnTo>
                <a:lnTo>
                  <a:pt x="262618" y="512898"/>
                </a:lnTo>
                <a:lnTo>
                  <a:pt x="263266" y="515608"/>
                </a:lnTo>
                <a:lnTo>
                  <a:pt x="265413" y="524598"/>
                </a:lnTo>
                <a:lnTo>
                  <a:pt x="268665" y="532735"/>
                </a:lnTo>
                <a:lnTo>
                  <a:pt x="275702" y="550491"/>
                </a:lnTo>
                <a:lnTo>
                  <a:pt x="282309" y="564439"/>
                </a:lnTo>
                <a:lnTo>
                  <a:pt x="288065" y="576945"/>
                </a:lnTo>
                <a:lnTo>
                  <a:pt x="292824" y="587287"/>
                </a:lnTo>
                <a:lnTo>
                  <a:pt x="293110" y="587909"/>
                </a:lnTo>
                <a:lnTo>
                  <a:pt x="295758" y="592924"/>
                </a:lnTo>
                <a:lnTo>
                  <a:pt x="322591" y="628697"/>
                </a:lnTo>
                <a:lnTo>
                  <a:pt x="343706" y="645900"/>
                </a:lnTo>
                <a:lnTo>
                  <a:pt x="357818" y="658007"/>
                </a:lnTo>
                <a:lnTo>
                  <a:pt x="365732" y="664557"/>
                </a:lnTo>
                <a:lnTo>
                  <a:pt x="402800" y="696196"/>
                </a:lnTo>
                <a:lnTo>
                  <a:pt x="424645" y="682422"/>
                </a:lnTo>
                <a:lnTo>
                  <a:pt x="428496" y="679920"/>
                </a:lnTo>
                <a:lnTo>
                  <a:pt x="442010" y="672609"/>
                </a:lnTo>
                <a:lnTo>
                  <a:pt x="452469" y="685817"/>
                </a:lnTo>
                <a:lnTo>
                  <a:pt x="453435" y="686971"/>
                </a:lnTo>
                <a:lnTo>
                  <a:pt x="479628" y="719023"/>
                </a:lnTo>
                <a:lnTo>
                  <a:pt x="484643" y="725160"/>
                </a:lnTo>
                <a:lnTo>
                  <a:pt x="503444" y="748419"/>
                </a:lnTo>
                <a:lnTo>
                  <a:pt x="518003" y="766918"/>
                </a:lnTo>
                <a:lnTo>
                  <a:pt x="526477" y="777797"/>
                </a:lnTo>
                <a:lnTo>
                  <a:pt x="539860" y="793485"/>
                </a:lnTo>
                <a:lnTo>
                  <a:pt x="586266" y="833503"/>
                </a:lnTo>
                <a:lnTo>
                  <a:pt x="606975" y="850519"/>
                </a:lnTo>
                <a:lnTo>
                  <a:pt x="623563" y="865450"/>
                </a:lnTo>
                <a:lnTo>
                  <a:pt x="627644" y="869124"/>
                </a:lnTo>
                <a:lnTo>
                  <a:pt x="664413" y="899173"/>
                </a:lnTo>
                <a:lnTo>
                  <a:pt x="683725" y="915275"/>
                </a:lnTo>
                <a:lnTo>
                  <a:pt x="710321" y="922827"/>
                </a:lnTo>
                <a:lnTo>
                  <a:pt x="741466" y="931506"/>
                </a:lnTo>
                <a:lnTo>
                  <a:pt x="745549" y="932379"/>
                </a:lnTo>
                <a:lnTo>
                  <a:pt x="758999" y="935948"/>
                </a:lnTo>
                <a:lnTo>
                  <a:pt x="766324" y="940104"/>
                </a:lnTo>
                <a:lnTo>
                  <a:pt x="778388" y="945001"/>
                </a:lnTo>
                <a:lnTo>
                  <a:pt x="781783" y="946416"/>
                </a:lnTo>
                <a:lnTo>
                  <a:pt x="786709" y="948574"/>
                </a:lnTo>
                <a:lnTo>
                  <a:pt x="809778" y="958687"/>
                </a:lnTo>
                <a:lnTo>
                  <a:pt x="817965" y="962257"/>
                </a:lnTo>
                <a:lnTo>
                  <a:pt x="837915" y="970568"/>
                </a:lnTo>
                <a:lnTo>
                  <a:pt x="862241" y="981950"/>
                </a:lnTo>
                <a:lnTo>
                  <a:pt x="895498" y="996311"/>
                </a:lnTo>
                <a:lnTo>
                  <a:pt x="954633" y="1022117"/>
                </a:lnTo>
                <a:lnTo>
                  <a:pt x="966514" y="1027274"/>
                </a:lnTo>
                <a:lnTo>
                  <a:pt x="969374" y="1028515"/>
                </a:lnTo>
                <a:lnTo>
                  <a:pt x="995615" y="1040928"/>
                </a:lnTo>
                <a:lnTo>
                  <a:pt x="1051503" y="1069860"/>
                </a:lnTo>
                <a:lnTo>
                  <a:pt x="1075098" y="1083133"/>
                </a:lnTo>
                <a:lnTo>
                  <a:pt x="1093731" y="1093511"/>
                </a:lnTo>
                <a:lnTo>
                  <a:pt x="1105991" y="1100497"/>
                </a:lnTo>
                <a:lnTo>
                  <a:pt x="1145710" y="1122736"/>
                </a:lnTo>
                <a:lnTo>
                  <a:pt x="1165492" y="1134203"/>
                </a:lnTo>
                <a:lnTo>
                  <a:pt x="1172739" y="1138338"/>
                </a:lnTo>
                <a:lnTo>
                  <a:pt x="1198239" y="1153286"/>
                </a:lnTo>
                <a:lnTo>
                  <a:pt x="1216545" y="1163341"/>
                </a:lnTo>
                <a:lnTo>
                  <a:pt x="1236797" y="1172805"/>
                </a:lnTo>
                <a:lnTo>
                  <a:pt x="1266698" y="1186753"/>
                </a:lnTo>
                <a:lnTo>
                  <a:pt x="1271804" y="1189060"/>
                </a:lnTo>
                <a:lnTo>
                  <a:pt x="1276634" y="1191062"/>
                </a:lnTo>
                <a:lnTo>
                  <a:pt x="1319331" y="1208579"/>
                </a:lnTo>
                <a:lnTo>
                  <a:pt x="1338787" y="1215303"/>
                </a:lnTo>
                <a:lnTo>
                  <a:pt x="1348880" y="1217543"/>
                </a:lnTo>
                <a:lnTo>
                  <a:pt x="1352561" y="1218370"/>
                </a:lnTo>
                <a:lnTo>
                  <a:pt x="1368768" y="1221386"/>
                </a:lnTo>
                <a:lnTo>
                  <a:pt x="1382674" y="1195090"/>
                </a:lnTo>
                <a:lnTo>
                  <a:pt x="1417106" y="1129935"/>
                </a:lnTo>
                <a:lnTo>
                  <a:pt x="1446085" y="1075111"/>
                </a:lnTo>
                <a:lnTo>
                  <a:pt x="1464979" y="1081805"/>
                </a:lnTo>
                <a:lnTo>
                  <a:pt x="1470119" y="1065825"/>
                </a:lnTo>
                <a:lnTo>
                  <a:pt x="1473887" y="1063929"/>
                </a:lnTo>
                <a:lnTo>
                  <a:pt x="1475249" y="1058791"/>
                </a:lnTo>
                <a:lnTo>
                  <a:pt x="1471190" y="1057479"/>
                </a:lnTo>
                <a:lnTo>
                  <a:pt x="1475752" y="1051187"/>
                </a:lnTo>
                <a:lnTo>
                  <a:pt x="1479022" y="1049892"/>
                </a:lnTo>
                <a:lnTo>
                  <a:pt x="1481897" y="1034332"/>
                </a:lnTo>
                <a:lnTo>
                  <a:pt x="1484116" y="1022110"/>
                </a:lnTo>
                <a:lnTo>
                  <a:pt x="1459953" y="1017464"/>
                </a:lnTo>
                <a:lnTo>
                  <a:pt x="1461570" y="1001009"/>
                </a:lnTo>
                <a:lnTo>
                  <a:pt x="1446788" y="982115"/>
                </a:lnTo>
                <a:lnTo>
                  <a:pt x="1442750" y="961301"/>
                </a:lnTo>
                <a:lnTo>
                  <a:pt x="1441035" y="953963"/>
                </a:lnTo>
                <a:lnTo>
                  <a:pt x="1436744" y="928931"/>
                </a:lnTo>
                <a:lnTo>
                  <a:pt x="1435121" y="917967"/>
                </a:lnTo>
                <a:lnTo>
                  <a:pt x="1427114" y="920161"/>
                </a:lnTo>
                <a:lnTo>
                  <a:pt x="1424868" y="917526"/>
                </a:lnTo>
                <a:lnTo>
                  <a:pt x="1445312" y="907450"/>
                </a:lnTo>
                <a:lnTo>
                  <a:pt x="1450267" y="902061"/>
                </a:lnTo>
                <a:lnTo>
                  <a:pt x="1452001" y="899787"/>
                </a:lnTo>
                <a:lnTo>
                  <a:pt x="1451458" y="898440"/>
                </a:lnTo>
                <a:lnTo>
                  <a:pt x="1450578" y="897885"/>
                </a:lnTo>
                <a:lnTo>
                  <a:pt x="1426369" y="891413"/>
                </a:lnTo>
                <a:lnTo>
                  <a:pt x="1426365" y="890740"/>
                </a:lnTo>
                <a:lnTo>
                  <a:pt x="1425370" y="890864"/>
                </a:lnTo>
                <a:lnTo>
                  <a:pt x="1422091" y="887859"/>
                </a:lnTo>
                <a:lnTo>
                  <a:pt x="1420480" y="885563"/>
                </a:lnTo>
                <a:lnTo>
                  <a:pt x="1418945" y="880222"/>
                </a:lnTo>
                <a:lnTo>
                  <a:pt x="1419249" y="876442"/>
                </a:lnTo>
                <a:lnTo>
                  <a:pt x="1420224" y="871343"/>
                </a:lnTo>
                <a:lnTo>
                  <a:pt x="1412759" y="861552"/>
                </a:lnTo>
                <a:lnTo>
                  <a:pt x="1406502" y="856310"/>
                </a:lnTo>
                <a:lnTo>
                  <a:pt x="1402984" y="853230"/>
                </a:lnTo>
                <a:lnTo>
                  <a:pt x="1400411" y="849563"/>
                </a:lnTo>
                <a:lnTo>
                  <a:pt x="1397842" y="852930"/>
                </a:lnTo>
                <a:lnTo>
                  <a:pt x="1399201" y="864062"/>
                </a:lnTo>
                <a:lnTo>
                  <a:pt x="1337949" y="857087"/>
                </a:lnTo>
                <a:lnTo>
                  <a:pt x="1336683" y="852691"/>
                </a:lnTo>
                <a:lnTo>
                  <a:pt x="1341226" y="837981"/>
                </a:lnTo>
                <a:lnTo>
                  <a:pt x="1330780" y="835000"/>
                </a:lnTo>
                <a:lnTo>
                  <a:pt x="1326681" y="836153"/>
                </a:lnTo>
                <a:lnTo>
                  <a:pt x="1324552" y="834412"/>
                </a:lnTo>
                <a:lnTo>
                  <a:pt x="1323207" y="832105"/>
                </a:lnTo>
                <a:lnTo>
                  <a:pt x="1316744" y="832519"/>
                </a:lnTo>
                <a:lnTo>
                  <a:pt x="1313636" y="832345"/>
                </a:lnTo>
                <a:lnTo>
                  <a:pt x="1312436" y="836001"/>
                </a:lnTo>
                <a:lnTo>
                  <a:pt x="1303492" y="839570"/>
                </a:lnTo>
                <a:lnTo>
                  <a:pt x="1302055" y="844554"/>
                </a:lnTo>
                <a:lnTo>
                  <a:pt x="1301755" y="847622"/>
                </a:lnTo>
                <a:lnTo>
                  <a:pt x="1300566" y="846708"/>
                </a:lnTo>
                <a:lnTo>
                  <a:pt x="1296167" y="846534"/>
                </a:lnTo>
                <a:lnTo>
                  <a:pt x="1290199" y="845881"/>
                </a:lnTo>
                <a:lnTo>
                  <a:pt x="1289037" y="834826"/>
                </a:lnTo>
                <a:lnTo>
                  <a:pt x="1288828" y="832758"/>
                </a:lnTo>
                <a:lnTo>
                  <a:pt x="1288762" y="830192"/>
                </a:lnTo>
                <a:lnTo>
                  <a:pt x="1287327" y="825535"/>
                </a:lnTo>
                <a:lnTo>
                  <a:pt x="1293659" y="819899"/>
                </a:lnTo>
                <a:lnTo>
                  <a:pt x="1295435" y="817810"/>
                </a:lnTo>
                <a:lnTo>
                  <a:pt x="1297171" y="815655"/>
                </a:lnTo>
                <a:lnTo>
                  <a:pt x="1298725" y="815416"/>
                </a:lnTo>
                <a:lnTo>
                  <a:pt x="1302160" y="808845"/>
                </a:lnTo>
                <a:lnTo>
                  <a:pt x="1302251" y="802621"/>
                </a:lnTo>
                <a:lnTo>
                  <a:pt x="1302342" y="795897"/>
                </a:lnTo>
                <a:lnTo>
                  <a:pt x="1299313" y="788935"/>
                </a:lnTo>
                <a:lnTo>
                  <a:pt x="1288488" y="780208"/>
                </a:lnTo>
                <a:lnTo>
                  <a:pt x="1287221" y="778968"/>
                </a:lnTo>
                <a:lnTo>
                  <a:pt x="1302655" y="754054"/>
                </a:lnTo>
                <a:lnTo>
                  <a:pt x="1309498" y="751159"/>
                </a:lnTo>
                <a:lnTo>
                  <a:pt x="1318181" y="740866"/>
                </a:lnTo>
                <a:lnTo>
                  <a:pt x="1320634" y="738037"/>
                </a:lnTo>
                <a:lnTo>
                  <a:pt x="1323103" y="735207"/>
                </a:lnTo>
                <a:lnTo>
                  <a:pt x="1324591" y="725656"/>
                </a:lnTo>
                <a:lnTo>
                  <a:pt x="1327215" y="721521"/>
                </a:lnTo>
                <a:lnTo>
                  <a:pt x="1329461" y="718692"/>
                </a:lnTo>
                <a:lnTo>
                  <a:pt x="1331590" y="717538"/>
                </a:lnTo>
                <a:lnTo>
                  <a:pt x="1337222" y="716402"/>
                </a:lnTo>
                <a:lnTo>
                  <a:pt x="1337413" y="716363"/>
                </a:lnTo>
                <a:lnTo>
                  <a:pt x="1341539" y="718039"/>
                </a:lnTo>
                <a:lnTo>
                  <a:pt x="1344424" y="716363"/>
                </a:lnTo>
                <a:lnTo>
                  <a:pt x="1349426" y="715297"/>
                </a:lnTo>
                <a:lnTo>
                  <a:pt x="1351163" y="713471"/>
                </a:lnTo>
                <a:lnTo>
                  <a:pt x="1350510" y="711556"/>
                </a:lnTo>
                <a:lnTo>
                  <a:pt x="1349086" y="709488"/>
                </a:lnTo>
                <a:lnTo>
                  <a:pt x="1347362" y="709488"/>
                </a:lnTo>
                <a:lnTo>
                  <a:pt x="1345182" y="708574"/>
                </a:lnTo>
                <a:lnTo>
                  <a:pt x="1342454" y="700849"/>
                </a:lnTo>
                <a:lnTo>
                  <a:pt x="1340586" y="697193"/>
                </a:lnTo>
                <a:lnTo>
                  <a:pt x="1337269" y="695539"/>
                </a:lnTo>
                <a:lnTo>
                  <a:pt x="1330166" y="692625"/>
                </a:lnTo>
                <a:lnTo>
                  <a:pt x="1324565" y="687314"/>
                </a:lnTo>
                <a:lnTo>
                  <a:pt x="1319890" y="683898"/>
                </a:lnTo>
                <a:lnTo>
                  <a:pt x="1312134" y="677761"/>
                </a:lnTo>
                <a:lnTo>
                  <a:pt x="1308152" y="673693"/>
                </a:lnTo>
                <a:lnTo>
                  <a:pt x="1305175" y="668884"/>
                </a:lnTo>
                <a:lnTo>
                  <a:pt x="1303830" y="666055"/>
                </a:lnTo>
                <a:lnTo>
                  <a:pt x="1303216" y="662486"/>
                </a:lnTo>
                <a:lnTo>
                  <a:pt x="1304078" y="656503"/>
                </a:lnTo>
                <a:lnTo>
                  <a:pt x="1304718" y="641160"/>
                </a:lnTo>
                <a:lnTo>
                  <a:pt x="1306207" y="639071"/>
                </a:lnTo>
                <a:lnTo>
                  <a:pt x="1307199" y="627126"/>
                </a:lnTo>
                <a:lnTo>
                  <a:pt x="1313767" y="620488"/>
                </a:lnTo>
                <a:lnTo>
                  <a:pt x="1317317" y="618575"/>
                </a:lnTo>
                <a:lnTo>
                  <a:pt x="1320282" y="613091"/>
                </a:lnTo>
                <a:lnTo>
                  <a:pt x="1323351" y="611938"/>
                </a:lnTo>
                <a:lnTo>
                  <a:pt x="1326026" y="611938"/>
                </a:lnTo>
                <a:lnTo>
                  <a:pt x="1328286" y="611850"/>
                </a:lnTo>
                <a:lnTo>
                  <a:pt x="1330806" y="609435"/>
                </a:lnTo>
                <a:lnTo>
                  <a:pt x="1335428" y="603624"/>
                </a:lnTo>
                <a:lnTo>
                  <a:pt x="1340038" y="601470"/>
                </a:lnTo>
                <a:lnTo>
                  <a:pt x="1343353" y="598989"/>
                </a:lnTo>
                <a:lnTo>
                  <a:pt x="1344581" y="597729"/>
                </a:lnTo>
                <a:lnTo>
                  <a:pt x="1346383" y="595835"/>
                </a:lnTo>
                <a:lnTo>
                  <a:pt x="1349007" y="594660"/>
                </a:lnTo>
                <a:lnTo>
                  <a:pt x="1350717" y="593920"/>
                </a:lnTo>
                <a:lnTo>
                  <a:pt x="1355092" y="593507"/>
                </a:lnTo>
                <a:lnTo>
                  <a:pt x="1360197" y="590852"/>
                </a:lnTo>
                <a:lnTo>
                  <a:pt x="1362469" y="588697"/>
                </a:lnTo>
                <a:lnTo>
                  <a:pt x="1365511" y="586020"/>
                </a:lnTo>
                <a:lnTo>
                  <a:pt x="1367822" y="584954"/>
                </a:lnTo>
                <a:lnTo>
                  <a:pt x="1371936" y="584279"/>
                </a:lnTo>
                <a:lnTo>
                  <a:pt x="1374259" y="584192"/>
                </a:lnTo>
                <a:lnTo>
                  <a:pt x="1377302" y="581799"/>
                </a:lnTo>
                <a:lnTo>
                  <a:pt x="1379887" y="581472"/>
                </a:lnTo>
                <a:lnTo>
                  <a:pt x="1381714" y="582212"/>
                </a:lnTo>
                <a:lnTo>
                  <a:pt x="1385815" y="580558"/>
                </a:lnTo>
                <a:lnTo>
                  <a:pt x="1389067" y="576578"/>
                </a:lnTo>
                <a:lnTo>
                  <a:pt x="1391520" y="574075"/>
                </a:lnTo>
                <a:lnTo>
                  <a:pt x="1391899" y="568678"/>
                </a:lnTo>
                <a:lnTo>
                  <a:pt x="1390959" y="562693"/>
                </a:lnTo>
                <a:lnTo>
                  <a:pt x="1395229" y="557710"/>
                </a:lnTo>
                <a:lnTo>
                  <a:pt x="1399368" y="557298"/>
                </a:lnTo>
                <a:lnTo>
                  <a:pt x="1402659" y="554643"/>
                </a:lnTo>
                <a:lnTo>
                  <a:pt x="1402593" y="552075"/>
                </a:lnTo>
                <a:lnTo>
                  <a:pt x="1405035" y="547092"/>
                </a:lnTo>
                <a:lnTo>
                  <a:pt x="1407319" y="545176"/>
                </a:lnTo>
                <a:lnTo>
                  <a:pt x="1410232" y="544611"/>
                </a:lnTo>
                <a:lnTo>
                  <a:pt x="1411446" y="544349"/>
                </a:lnTo>
                <a:lnTo>
                  <a:pt x="1413026" y="544524"/>
                </a:lnTo>
                <a:lnTo>
                  <a:pt x="1416342" y="543435"/>
                </a:lnTo>
                <a:lnTo>
                  <a:pt x="1419084" y="539714"/>
                </a:lnTo>
                <a:lnTo>
                  <a:pt x="1422036" y="533405"/>
                </a:lnTo>
                <a:lnTo>
                  <a:pt x="1425874" y="530989"/>
                </a:lnTo>
                <a:lnTo>
                  <a:pt x="1430717" y="528835"/>
                </a:lnTo>
                <a:lnTo>
                  <a:pt x="1433016" y="527420"/>
                </a:lnTo>
                <a:lnTo>
                  <a:pt x="1437299" y="523177"/>
                </a:lnTo>
                <a:lnTo>
                  <a:pt x="1441856" y="519194"/>
                </a:lnTo>
                <a:lnTo>
                  <a:pt x="1444663" y="517540"/>
                </a:lnTo>
                <a:lnTo>
                  <a:pt x="1447156" y="514387"/>
                </a:lnTo>
                <a:lnTo>
                  <a:pt x="1449428" y="512232"/>
                </a:lnTo>
                <a:lnTo>
                  <a:pt x="1453934" y="511405"/>
                </a:lnTo>
                <a:lnTo>
                  <a:pt x="1467382" y="511318"/>
                </a:lnTo>
                <a:lnTo>
                  <a:pt x="1481170" y="494389"/>
                </a:lnTo>
                <a:lnTo>
                  <a:pt x="1482693" y="492195"/>
                </a:lnTo>
                <a:lnTo>
                  <a:pt x="1489806" y="482676"/>
                </a:lnTo>
                <a:lnTo>
                  <a:pt x="1506230" y="462681"/>
                </a:lnTo>
                <a:lnTo>
                  <a:pt x="1496087" y="449286"/>
                </a:lnTo>
                <a:lnTo>
                  <a:pt x="1502127" y="442516"/>
                </a:lnTo>
                <a:lnTo>
                  <a:pt x="1508200" y="439726"/>
                </a:lnTo>
                <a:lnTo>
                  <a:pt x="1513409" y="439221"/>
                </a:lnTo>
                <a:lnTo>
                  <a:pt x="1518827" y="429782"/>
                </a:lnTo>
                <a:lnTo>
                  <a:pt x="1519839" y="422022"/>
                </a:lnTo>
                <a:lnTo>
                  <a:pt x="1521882" y="416690"/>
                </a:lnTo>
                <a:lnTo>
                  <a:pt x="1521978" y="411182"/>
                </a:lnTo>
                <a:lnTo>
                  <a:pt x="1526285" y="406268"/>
                </a:lnTo>
                <a:lnTo>
                  <a:pt x="1531467" y="398414"/>
                </a:lnTo>
                <a:lnTo>
                  <a:pt x="1535146" y="394542"/>
                </a:lnTo>
                <a:lnTo>
                  <a:pt x="1536870" y="388336"/>
                </a:lnTo>
                <a:lnTo>
                  <a:pt x="1534053" y="381772"/>
                </a:lnTo>
                <a:lnTo>
                  <a:pt x="1530587" y="364603"/>
                </a:lnTo>
                <a:lnTo>
                  <a:pt x="1531717" y="356445"/>
                </a:lnTo>
                <a:lnTo>
                  <a:pt x="1534520" y="351289"/>
                </a:lnTo>
                <a:lnTo>
                  <a:pt x="1528181" y="349202"/>
                </a:lnTo>
                <a:lnTo>
                  <a:pt x="1482655" y="330737"/>
                </a:lnTo>
                <a:lnTo>
                  <a:pt x="1472031" y="327648"/>
                </a:lnTo>
                <a:lnTo>
                  <a:pt x="1454697" y="321973"/>
                </a:lnTo>
                <a:lnTo>
                  <a:pt x="1441963" y="316808"/>
                </a:lnTo>
                <a:lnTo>
                  <a:pt x="1428175" y="309503"/>
                </a:lnTo>
                <a:lnTo>
                  <a:pt x="1412578" y="303137"/>
                </a:lnTo>
                <a:lnTo>
                  <a:pt x="1363886" y="285431"/>
                </a:lnTo>
                <a:lnTo>
                  <a:pt x="1351941" y="281168"/>
                </a:lnTo>
                <a:lnTo>
                  <a:pt x="1308126" y="265087"/>
                </a:lnTo>
                <a:lnTo>
                  <a:pt x="1271091" y="254454"/>
                </a:lnTo>
                <a:lnTo>
                  <a:pt x="1223237" y="329827"/>
                </a:lnTo>
                <a:lnTo>
                  <a:pt x="1198839" y="365896"/>
                </a:lnTo>
                <a:lnTo>
                  <a:pt x="1182698" y="393683"/>
                </a:lnTo>
                <a:lnTo>
                  <a:pt x="1130666" y="352375"/>
                </a:lnTo>
                <a:lnTo>
                  <a:pt x="1104996" y="331994"/>
                </a:lnTo>
                <a:lnTo>
                  <a:pt x="1024903" y="396079"/>
                </a:lnTo>
                <a:lnTo>
                  <a:pt x="1010515" y="406718"/>
                </a:lnTo>
                <a:lnTo>
                  <a:pt x="959593" y="449395"/>
                </a:lnTo>
                <a:lnTo>
                  <a:pt x="945831" y="459797"/>
                </a:lnTo>
                <a:lnTo>
                  <a:pt x="849796" y="346961"/>
                </a:lnTo>
                <a:lnTo>
                  <a:pt x="809571" y="344678"/>
                </a:lnTo>
                <a:lnTo>
                  <a:pt x="772207" y="294931"/>
                </a:lnTo>
                <a:lnTo>
                  <a:pt x="725058" y="312188"/>
                </a:lnTo>
                <a:lnTo>
                  <a:pt x="718996" y="304963"/>
                </a:lnTo>
                <a:lnTo>
                  <a:pt x="709168" y="29600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g9">
            <a:extLst>
              <a:ext uri="{FF2B5EF4-FFF2-40B4-BE49-F238E27FC236}">
                <a16:creationId xmlns:a16="http://schemas.microsoft.com/office/drawing/2014/main" id="{5E441E44-DFB6-4D7E-A529-58FC85705CFE}"/>
              </a:ext>
            </a:extLst>
          </p:cNvPr>
          <p:cNvSpPr/>
          <p:nvPr/>
        </p:nvSpPr>
        <p:spPr>
          <a:xfrm>
            <a:off x="3040351" y="2562761"/>
            <a:ext cx="805472" cy="846380"/>
          </a:xfrm>
          <a:custGeom>
            <a:avLst/>
            <a:gdLst/>
            <a:ahLst/>
            <a:cxnLst/>
            <a:rect l="0" t="0" r="0" b="0"/>
            <a:pathLst>
              <a:path w="896723" h="942265">
                <a:moveTo>
                  <a:pt x="197294" y="0"/>
                </a:moveTo>
                <a:lnTo>
                  <a:pt x="211031" y="15647"/>
                </a:lnTo>
                <a:lnTo>
                  <a:pt x="269440" y="55594"/>
                </a:lnTo>
                <a:lnTo>
                  <a:pt x="281178" y="62843"/>
                </a:lnTo>
                <a:lnTo>
                  <a:pt x="300551" y="74706"/>
                </a:lnTo>
                <a:lnTo>
                  <a:pt x="315028" y="83570"/>
                </a:lnTo>
                <a:lnTo>
                  <a:pt x="357494" y="107672"/>
                </a:lnTo>
                <a:lnTo>
                  <a:pt x="375185" y="117605"/>
                </a:lnTo>
                <a:lnTo>
                  <a:pt x="376524" y="118355"/>
                </a:lnTo>
                <a:lnTo>
                  <a:pt x="386574" y="123998"/>
                </a:lnTo>
                <a:lnTo>
                  <a:pt x="398251" y="130553"/>
                </a:lnTo>
                <a:lnTo>
                  <a:pt x="416215" y="140640"/>
                </a:lnTo>
                <a:lnTo>
                  <a:pt x="433853" y="150542"/>
                </a:lnTo>
                <a:lnTo>
                  <a:pt x="445273" y="156954"/>
                </a:lnTo>
                <a:lnTo>
                  <a:pt x="454492" y="162357"/>
                </a:lnTo>
                <a:lnTo>
                  <a:pt x="462129" y="166832"/>
                </a:lnTo>
                <a:lnTo>
                  <a:pt x="462890" y="167278"/>
                </a:lnTo>
                <a:lnTo>
                  <a:pt x="475216" y="174501"/>
                </a:lnTo>
                <a:lnTo>
                  <a:pt x="497491" y="187556"/>
                </a:lnTo>
                <a:lnTo>
                  <a:pt x="514464" y="197656"/>
                </a:lnTo>
                <a:lnTo>
                  <a:pt x="558262" y="226378"/>
                </a:lnTo>
                <a:lnTo>
                  <a:pt x="592161" y="244779"/>
                </a:lnTo>
                <a:lnTo>
                  <a:pt x="599405" y="248739"/>
                </a:lnTo>
                <a:lnTo>
                  <a:pt x="885910" y="418875"/>
                </a:lnTo>
                <a:lnTo>
                  <a:pt x="896723" y="424932"/>
                </a:lnTo>
                <a:lnTo>
                  <a:pt x="895684" y="429312"/>
                </a:lnTo>
                <a:lnTo>
                  <a:pt x="857609" y="590018"/>
                </a:lnTo>
                <a:lnTo>
                  <a:pt x="812437" y="691848"/>
                </a:lnTo>
                <a:lnTo>
                  <a:pt x="840350" y="758282"/>
                </a:lnTo>
                <a:lnTo>
                  <a:pt x="785318" y="793092"/>
                </a:lnTo>
                <a:lnTo>
                  <a:pt x="765812" y="840917"/>
                </a:lnTo>
                <a:lnTo>
                  <a:pt x="759978" y="855219"/>
                </a:lnTo>
                <a:lnTo>
                  <a:pt x="765217" y="859624"/>
                </a:lnTo>
                <a:lnTo>
                  <a:pt x="774833" y="867750"/>
                </a:lnTo>
                <a:lnTo>
                  <a:pt x="768383" y="875400"/>
                </a:lnTo>
                <a:lnTo>
                  <a:pt x="757390" y="886836"/>
                </a:lnTo>
                <a:lnTo>
                  <a:pt x="752494" y="882686"/>
                </a:lnTo>
                <a:lnTo>
                  <a:pt x="746218" y="888179"/>
                </a:lnTo>
                <a:lnTo>
                  <a:pt x="744158" y="890157"/>
                </a:lnTo>
                <a:lnTo>
                  <a:pt x="710128" y="860438"/>
                </a:lnTo>
                <a:lnTo>
                  <a:pt x="691825" y="874675"/>
                </a:lnTo>
                <a:lnTo>
                  <a:pt x="686651" y="878984"/>
                </a:lnTo>
                <a:lnTo>
                  <a:pt x="682577" y="882216"/>
                </a:lnTo>
                <a:lnTo>
                  <a:pt x="675777" y="877039"/>
                </a:lnTo>
                <a:lnTo>
                  <a:pt x="661655" y="902053"/>
                </a:lnTo>
                <a:lnTo>
                  <a:pt x="663975" y="930568"/>
                </a:lnTo>
                <a:lnTo>
                  <a:pt x="663524" y="942265"/>
                </a:lnTo>
                <a:lnTo>
                  <a:pt x="658526" y="936596"/>
                </a:lnTo>
                <a:lnTo>
                  <a:pt x="642053" y="915336"/>
                </a:lnTo>
                <a:lnTo>
                  <a:pt x="626103" y="895550"/>
                </a:lnTo>
                <a:lnTo>
                  <a:pt x="620256" y="889665"/>
                </a:lnTo>
                <a:lnTo>
                  <a:pt x="615057" y="885920"/>
                </a:lnTo>
                <a:lnTo>
                  <a:pt x="604722" y="880808"/>
                </a:lnTo>
                <a:lnTo>
                  <a:pt x="579453" y="869128"/>
                </a:lnTo>
                <a:lnTo>
                  <a:pt x="568372" y="865589"/>
                </a:lnTo>
                <a:lnTo>
                  <a:pt x="518642" y="854762"/>
                </a:lnTo>
                <a:lnTo>
                  <a:pt x="491922" y="853054"/>
                </a:lnTo>
                <a:lnTo>
                  <a:pt x="483765" y="846643"/>
                </a:lnTo>
                <a:lnTo>
                  <a:pt x="475526" y="837069"/>
                </a:lnTo>
                <a:lnTo>
                  <a:pt x="471613" y="828578"/>
                </a:lnTo>
                <a:lnTo>
                  <a:pt x="470698" y="824665"/>
                </a:lnTo>
                <a:lnTo>
                  <a:pt x="469532" y="824615"/>
                </a:lnTo>
                <a:lnTo>
                  <a:pt x="469452" y="821755"/>
                </a:lnTo>
                <a:lnTo>
                  <a:pt x="469510" y="807207"/>
                </a:lnTo>
                <a:lnTo>
                  <a:pt x="473775" y="792458"/>
                </a:lnTo>
                <a:lnTo>
                  <a:pt x="474667" y="789277"/>
                </a:lnTo>
                <a:lnTo>
                  <a:pt x="475274" y="785840"/>
                </a:lnTo>
                <a:lnTo>
                  <a:pt x="476513" y="779050"/>
                </a:lnTo>
                <a:lnTo>
                  <a:pt x="478642" y="765368"/>
                </a:lnTo>
                <a:lnTo>
                  <a:pt x="485181" y="725166"/>
                </a:lnTo>
                <a:lnTo>
                  <a:pt x="486928" y="706616"/>
                </a:lnTo>
                <a:lnTo>
                  <a:pt x="486816" y="684853"/>
                </a:lnTo>
                <a:lnTo>
                  <a:pt x="485011" y="676509"/>
                </a:lnTo>
                <a:lnTo>
                  <a:pt x="483207" y="670590"/>
                </a:lnTo>
                <a:lnTo>
                  <a:pt x="480240" y="662105"/>
                </a:lnTo>
                <a:lnTo>
                  <a:pt x="472983" y="648296"/>
                </a:lnTo>
                <a:lnTo>
                  <a:pt x="444770" y="617156"/>
                </a:lnTo>
                <a:lnTo>
                  <a:pt x="413033" y="595113"/>
                </a:lnTo>
                <a:lnTo>
                  <a:pt x="367269" y="563048"/>
                </a:lnTo>
                <a:lnTo>
                  <a:pt x="356261" y="549871"/>
                </a:lnTo>
                <a:lnTo>
                  <a:pt x="347365" y="539335"/>
                </a:lnTo>
                <a:lnTo>
                  <a:pt x="333528" y="528134"/>
                </a:lnTo>
                <a:lnTo>
                  <a:pt x="259983" y="483168"/>
                </a:lnTo>
                <a:lnTo>
                  <a:pt x="209132" y="460267"/>
                </a:lnTo>
                <a:lnTo>
                  <a:pt x="178452" y="442407"/>
                </a:lnTo>
                <a:lnTo>
                  <a:pt x="156809" y="420557"/>
                </a:lnTo>
                <a:lnTo>
                  <a:pt x="134053" y="373474"/>
                </a:lnTo>
                <a:lnTo>
                  <a:pt x="127391" y="376858"/>
                </a:lnTo>
                <a:lnTo>
                  <a:pt x="120296" y="364075"/>
                </a:lnTo>
                <a:lnTo>
                  <a:pt x="109086" y="354902"/>
                </a:lnTo>
                <a:lnTo>
                  <a:pt x="93123" y="345781"/>
                </a:lnTo>
                <a:lnTo>
                  <a:pt x="86626" y="345344"/>
                </a:lnTo>
                <a:lnTo>
                  <a:pt x="77316" y="356543"/>
                </a:lnTo>
                <a:lnTo>
                  <a:pt x="58779" y="348636"/>
                </a:lnTo>
                <a:lnTo>
                  <a:pt x="46123" y="342218"/>
                </a:lnTo>
                <a:lnTo>
                  <a:pt x="29608" y="326523"/>
                </a:lnTo>
                <a:lnTo>
                  <a:pt x="28000" y="327590"/>
                </a:lnTo>
                <a:lnTo>
                  <a:pt x="21859" y="332005"/>
                </a:lnTo>
                <a:lnTo>
                  <a:pt x="17538" y="326567"/>
                </a:lnTo>
                <a:lnTo>
                  <a:pt x="11255" y="317668"/>
                </a:lnTo>
                <a:lnTo>
                  <a:pt x="6703" y="308517"/>
                </a:lnTo>
                <a:lnTo>
                  <a:pt x="4275" y="301603"/>
                </a:lnTo>
                <a:lnTo>
                  <a:pt x="1715" y="289329"/>
                </a:lnTo>
                <a:lnTo>
                  <a:pt x="453" y="275281"/>
                </a:lnTo>
                <a:lnTo>
                  <a:pt x="0" y="266794"/>
                </a:lnTo>
                <a:lnTo>
                  <a:pt x="985" y="258872"/>
                </a:lnTo>
                <a:lnTo>
                  <a:pt x="2588" y="250831"/>
                </a:lnTo>
                <a:lnTo>
                  <a:pt x="4790" y="241741"/>
                </a:lnTo>
                <a:lnTo>
                  <a:pt x="10417" y="229242"/>
                </a:lnTo>
                <a:lnTo>
                  <a:pt x="13718" y="221621"/>
                </a:lnTo>
                <a:lnTo>
                  <a:pt x="19400" y="213935"/>
                </a:lnTo>
                <a:lnTo>
                  <a:pt x="27499" y="204220"/>
                </a:lnTo>
                <a:lnTo>
                  <a:pt x="35404" y="196098"/>
                </a:lnTo>
                <a:lnTo>
                  <a:pt x="40818" y="191730"/>
                </a:lnTo>
                <a:lnTo>
                  <a:pt x="44261" y="188953"/>
                </a:lnTo>
                <a:lnTo>
                  <a:pt x="47631" y="186666"/>
                </a:lnTo>
                <a:lnTo>
                  <a:pt x="51318" y="183597"/>
                </a:lnTo>
                <a:lnTo>
                  <a:pt x="65114" y="178507"/>
                </a:lnTo>
                <a:lnTo>
                  <a:pt x="69479" y="176855"/>
                </a:lnTo>
                <a:lnTo>
                  <a:pt x="74314" y="176170"/>
                </a:lnTo>
                <a:lnTo>
                  <a:pt x="90336" y="174401"/>
                </a:lnTo>
                <a:lnTo>
                  <a:pt x="113037" y="175604"/>
                </a:lnTo>
                <a:lnTo>
                  <a:pt x="131567" y="181717"/>
                </a:lnTo>
                <a:lnTo>
                  <a:pt x="145652" y="188202"/>
                </a:lnTo>
                <a:lnTo>
                  <a:pt x="160476" y="197186"/>
                </a:lnTo>
                <a:lnTo>
                  <a:pt x="170020" y="204688"/>
                </a:lnTo>
                <a:lnTo>
                  <a:pt x="194388" y="181069"/>
                </a:lnTo>
                <a:lnTo>
                  <a:pt x="234230" y="67616"/>
                </a:lnTo>
                <a:lnTo>
                  <a:pt x="227869" y="59442"/>
                </a:lnTo>
                <a:lnTo>
                  <a:pt x="190960" y="11035"/>
                </a:lnTo>
                <a:lnTo>
                  <a:pt x="188644" y="7053"/>
                </a:lnTo>
                <a:lnTo>
                  <a:pt x="191702" y="353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g10">
            <a:extLst>
              <a:ext uri="{FF2B5EF4-FFF2-40B4-BE49-F238E27FC236}">
                <a16:creationId xmlns:a16="http://schemas.microsoft.com/office/drawing/2014/main" id="{23656F5A-DADF-45A7-B6FE-6C09868FF1BE}"/>
              </a:ext>
            </a:extLst>
          </p:cNvPr>
          <p:cNvSpPr/>
          <p:nvPr/>
        </p:nvSpPr>
        <p:spPr>
          <a:xfrm>
            <a:off x="4783992" y="2516023"/>
            <a:ext cx="1398596" cy="897953"/>
          </a:xfrm>
          <a:custGeom>
            <a:avLst/>
            <a:gdLst/>
            <a:ahLst/>
            <a:cxnLst/>
            <a:rect l="0" t="0" r="0" b="0"/>
            <a:pathLst>
              <a:path w="1557041" h="999680">
                <a:moveTo>
                  <a:pt x="1555747" y="580482"/>
                </a:moveTo>
                <a:lnTo>
                  <a:pt x="1552760" y="576079"/>
                </a:lnTo>
                <a:lnTo>
                  <a:pt x="1546782" y="567396"/>
                </a:lnTo>
                <a:lnTo>
                  <a:pt x="1540070" y="554885"/>
                </a:lnTo>
                <a:lnTo>
                  <a:pt x="1534950" y="547344"/>
                </a:lnTo>
                <a:lnTo>
                  <a:pt x="1530673" y="541253"/>
                </a:lnTo>
                <a:lnTo>
                  <a:pt x="1524973" y="532717"/>
                </a:lnTo>
                <a:lnTo>
                  <a:pt x="1521769" y="527079"/>
                </a:lnTo>
                <a:lnTo>
                  <a:pt x="1519271" y="521923"/>
                </a:lnTo>
                <a:lnTo>
                  <a:pt x="1504389" y="488348"/>
                </a:lnTo>
                <a:lnTo>
                  <a:pt x="1497494" y="473366"/>
                </a:lnTo>
                <a:lnTo>
                  <a:pt x="1496170" y="470239"/>
                </a:lnTo>
                <a:lnTo>
                  <a:pt x="1490937" y="467974"/>
                </a:lnTo>
                <a:lnTo>
                  <a:pt x="1468772" y="458228"/>
                </a:lnTo>
                <a:lnTo>
                  <a:pt x="1466528" y="457284"/>
                </a:lnTo>
                <a:lnTo>
                  <a:pt x="1463062" y="455769"/>
                </a:lnTo>
                <a:lnTo>
                  <a:pt x="1456014" y="452659"/>
                </a:lnTo>
                <a:lnTo>
                  <a:pt x="1451741" y="450801"/>
                </a:lnTo>
                <a:lnTo>
                  <a:pt x="1448554" y="448080"/>
                </a:lnTo>
                <a:lnTo>
                  <a:pt x="1444766" y="444807"/>
                </a:lnTo>
                <a:lnTo>
                  <a:pt x="1440620" y="441297"/>
                </a:lnTo>
                <a:lnTo>
                  <a:pt x="1424188" y="427160"/>
                </a:lnTo>
                <a:lnTo>
                  <a:pt x="1417660" y="421602"/>
                </a:lnTo>
                <a:lnTo>
                  <a:pt x="1415080" y="419282"/>
                </a:lnTo>
                <a:lnTo>
                  <a:pt x="1414367" y="418703"/>
                </a:lnTo>
                <a:lnTo>
                  <a:pt x="1413626" y="418133"/>
                </a:lnTo>
                <a:lnTo>
                  <a:pt x="1404218" y="410063"/>
                </a:lnTo>
                <a:lnTo>
                  <a:pt x="1400048" y="406442"/>
                </a:lnTo>
                <a:lnTo>
                  <a:pt x="1395053" y="402166"/>
                </a:lnTo>
                <a:lnTo>
                  <a:pt x="1393635" y="400969"/>
                </a:lnTo>
                <a:lnTo>
                  <a:pt x="1382965" y="386947"/>
                </a:lnTo>
                <a:lnTo>
                  <a:pt x="1365372" y="363770"/>
                </a:lnTo>
                <a:lnTo>
                  <a:pt x="1353183" y="347478"/>
                </a:lnTo>
                <a:lnTo>
                  <a:pt x="1316936" y="299649"/>
                </a:lnTo>
                <a:lnTo>
                  <a:pt x="1313854" y="295244"/>
                </a:lnTo>
                <a:lnTo>
                  <a:pt x="1309717" y="289779"/>
                </a:lnTo>
                <a:lnTo>
                  <a:pt x="1265005" y="231131"/>
                </a:lnTo>
                <a:lnTo>
                  <a:pt x="1256531" y="219654"/>
                </a:lnTo>
                <a:lnTo>
                  <a:pt x="1249420" y="203802"/>
                </a:lnTo>
                <a:lnTo>
                  <a:pt x="1248061" y="200725"/>
                </a:lnTo>
                <a:lnTo>
                  <a:pt x="1235847" y="174061"/>
                </a:lnTo>
                <a:lnTo>
                  <a:pt x="1235165" y="172520"/>
                </a:lnTo>
                <a:lnTo>
                  <a:pt x="1229898" y="160975"/>
                </a:lnTo>
                <a:lnTo>
                  <a:pt x="1228739" y="158431"/>
                </a:lnTo>
                <a:lnTo>
                  <a:pt x="1227889" y="156516"/>
                </a:lnTo>
                <a:lnTo>
                  <a:pt x="1226713" y="154026"/>
                </a:lnTo>
                <a:lnTo>
                  <a:pt x="1225050" y="150377"/>
                </a:lnTo>
                <a:lnTo>
                  <a:pt x="1220270" y="139920"/>
                </a:lnTo>
                <a:lnTo>
                  <a:pt x="1217052" y="132847"/>
                </a:lnTo>
                <a:lnTo>
                  <a:pt x="1213426" y="124825"/>
                </a:lnTo>
                <a:lnTo>
                  <a:pt x="1212608" y="122995"/>
                </a:lnTo>
                <a:lnTo>
                  <a:pt x="1211612" y="120819"/>
                </a:lnTo>
                <a:lnTo>
                  <a:pt x="1207680" y="112260"/>
                </a:lnTo>
                <a:lnTo>
                  <a:pt x="1206925" y="110521"/>
                </a:lnTo>
                <a:lnTo>
                  <a:pt x="1202408" y="108584"/>
                </a:lnTo>
                <a:lnTo>
                  <a:pt x="1195246" y="105465"/>
                </a:lnTo>
                <a:lnTo>
                  <a:pt x="1169484" y="94493"/>
                </a:lnTo>
                <a:lnTo>
                  <a:pt x="1164274" y="92258"/>
                </a:lnTo>
                <a:lnTo>
                  <a:pt x="1160054" y="90497"/>
                </a:lnTo>
                <a:lnTo>
                  <a:pt x="1151080" y="86562"/>
                </a:lnTo>
                <a:lnTo>
                  <a:pt x="1146405" y="84552"/>
                </a:lnTo>
                <a:lnTo>
                  <a:pt x="1143006" y="83165"/>
                </a:lnTo>
                <a:lnTo>
                  <a:pt x="1139908" y="81833"/>
                </a:lnTo>
                <a:lnTo>
                  <a:pt x="1130124" y="77627"/>
                </a:lnTo>
                <a:lnTo>
                  <a:pt x="1120477" y="73405"/>
                </a:lnTo>
                <a:lnTo>
                  <a:pt x="1086626" y="56552"/>
                </a:lnTo>
                <a:lnTo>
                  <a:pt x="1081988" y="54506"/>
                </a:lnTo>
                <a:lnTo>
                  <a:pt x="1085045" y="51586"/>
                </a:lnTo>
                <a:lnTo>
                  <a:pt x="1089408" y="46874"/>
                </a:lnTo>
                <a:lnTo>
                  <a:pt x="1089560" y="44696"/>
                </a:lnTo>
                <a:lnTo>
                  <a:pt x="1089206" y="43623"/>
                </a:lnTo>
                <a:lnTo>
                  <a:pt x="1088514" y="42791"/>
                </a:lnTo>
                <a:lnTo>
                  <a:pt x="1087541" y="42110"/>
                </a:lnTo>
                <a:lnTo>
                  <a:pt x="1086413" y="41610"/>
                </a:lnTo>
                <a:lnTo>
                  <a:pt x="1085563" y="41403"/>
                </a:lnTo>
                <a:lnTo>
                  <a:pt x="1083798" y="41335"/>
                </a:lnTo>
                <a:lnTo>
                  <a:pt x="1082909" y="41351"/>
                </a:lnTo>
                <a:lnTo>
                  <a:pt x="1081687" y="40983"/>
                </a:lnTo>
                <a:lnTo>
                  <a:pt x="1080975" y="40341"/>
                </a:lnTo>
                <a:lnTo>
                  <a:pt x="1079809" y="37671"/>
                </a:lnTo>
                <a:lnTo>
                  <a:pt x="1076651" y="34844"/>
                </a:lnTo>
                <a:lnTo>
                  <a:pt x="1074313" y="34263"/>
                </a:lnTo>
                <a:lnTo>
                  <a:pt x="1071890" y="33675"/>
                </a:lnTo>
                <a:lnTo>
                  <a:pt x="1068938" y="33061"/>
                </a:lnTo>
                <a:lnTo>
                  <a:pt x="1066806" y="29862"/>
                </a:lnTo>
                <a:lnTo>
                  <a:pt x="1068390" y="26197"/>
                </a:lnTo>
                <a:lnTo>
                  <a:pt x="1067655" y="24097"/>
                </a:lnTo>
                <a:lnTo>
                  <a:pt x="1066739" y="22149"/>
                </a:lnTo>
                <a:lnTo>
                  <a:pt x="1064842" y="18611"/>
                </a:lnTo>
                <a:lnTo>
                  <a:pt x="1062748" y="15220"/>
                </a:lnTo>
                <a:lnTo>
                  <a:pt x="1062726" y="14099"/>
                </a:lnTo>
                <a:lnTo>
                  <a:pt x="1061042" y="11997"/>
                </a:lnTo>
                <a:lnTo>
                  <a:pt x="1060049" y="11092"/>
                </a:lnTo>
                <a:lnTo>
                  <a:pt x="1058209" y="9083"/>
                </a:lnTo>
                <a:lnTo>
                  <a:pt x="1056911" y="7814"/>
                </a:lnTo>
                <a:lnTo>
                  <a:pt x="1054350" y="5336"/>
                </a:lnTo>
                <a:lnTo>
                  <a:pt x="1052665" y="5225"/>
                </a:lnTo>
                <a:lnTo>
                  <a:pt x="1050167" y="5061"/>
                </a:lnTo>
                <a:lnTo>
                  <a:pt x="1048885" y="4953"/>
                </a:lnTo>
                <a:lnTo>
                  <a:pt x="1044866" y="4472"/>
                </a:lnTo>
                <a:lnTo>
                  <a:pt x="1041892" y="4082"/>
                </a:lnTo>
                <a:lnTo>
                  <a:pt x="1036775" y="3671"/>
                </a:lnTo>
                <a:lnTo>
                  <a:pt x="1029867" y="2872"/>
                </a:lnTo>
                <a:lnTo>
                  <a:pt x="1030401" y="983"/>
                </a:lnTo>
                <a:lnTo>
                  <a:pt x="1029282" y="476"/>
                </a:lnTo>
                <a:lnTo>
                  <a:pt x="1028439" y="200"/>
                </a:lnTo>
                <a:lnTo>
                  <a:pt x="1027592" y="0"/>
                </a:lnTo>
                <a:lnTo>
                  <a:pt x="1026786" y="6"/>
                </a:lnTo>
                <a:lnTo>
                  <a:pt x="1026120" y="304"/>
                </a:lnTo>
                <a:lnTo>
                  <a:pt x="1025303" y="900"/>
                </a:lnTo>
                <a:lnTo>
                  <a:pt x="1023463" y="2548"/>
                </a:lnTo>
                <a:lnTo>
                  <a:pt x="1022827" y="4356"/>
                </a:lnTo>
                <a:lnTo>
                  <a:pt x="1022656" y="5518"/>
                </a:lnTo>
                <a:lnTo>
                  <a:pt x="1022530" y="6391"/>
                </a:lnTo>
                <a:lnTo>
                  <a:pt x="1022232" y="8372"/>
                </a:lnTo>
                <a:lnTo>
                  <a:pt x="1021881" y="10813"/>
                </a:lnTo>
                <a:lnTo>
                  <a:pt x="1021702" y="12034"/>
                </a:lnTo>
                <a:lnTo>
                  <a:pt x="1017577" y="11923"/>
                </a:lnTo>
                <a:lnTo>
                  <a:pt x="1017096" y="11899"/>
                </a:lnTo>
                <a:lnTo>
                  <a:pt x="1015886" y="11884"/>
                </a:lnTo>
                <a:lnTo>
                  <a:pt x="1010986" y="12126"/>
                </a:lnTo>
                <a:lnTo>
                  <a:pt x="1010123" y="12182"/>
                </a:lnTo>
                <a:lnTo>
                  <a:pt x="1009752" y="12189"/>
                </a:lnTo>
                <a:lnTo>
                  <a:pt x="1007200" y="12374"/>
                </a:lnTo>
                <a:lnTo>
                  <a:pt x="1005406" y="10613"/>
                </a:lnTo>
                <a:lnTo>
                  <a:pt x="1002902" y="7832"/>
                </a:lnTo>
                <a:lnTo>
                  <a:pt x="998892" y="4391"/>
                </a:lnTo>
                <a:lnTo>
                  <a:pt x="996826" y="4705"/>
                </a:lnTo>
                <a:lnTo>
                  <a:pt x="995051" y="4981"/>
                </a:lnTo>
                <a:lnTo>
                  <a:pt x="993175" y="11199"/>
                </a:lnTo>
                <a:lnTo>
                  <a:pt x="991126" y="18126"/>
                </a:lnTo>
                <a:lnTo>
                  <a:pt x="989999" y="22334"/>
                </a:lnTo>
                <a:lnTo>
                  <a:pt x="990673" y="23729"/>
                </a:lnTo>
                <a:lnTo>
                  <a:pt x="991882" y="25370"/>
                </a:lnTo>
                <a:lnTo>
                  <a:pt x="992839" y="27359"/>
                </a:lnTo>
                <a:lnTo>
                  <a:pt x="993185" y="29264"/>
                </a:lnTo>
                <a:lnTo>
                  <a:pt x="993189" y="30602"/>
                </a:lnTo>
                <a:lnTo>
                  <a:pt x="992345" y="33022"/>
                </a:lnTo>
                <a:lnTo>
                  <a:pt x="991055" y="34445"/>
                </a:lnTo>
                <a:lnTo>
                  <a:pt x="988998" y="34495"/>
                </a:lnTo>
                <a:lnTo>
                  <a:pt x="983568" y="33477"/>
                </a:lnTo>
                <a:lnTo>
                  <a:pt x="978355" y="32443"/>
                </a:lnTo>
                <a:lnTo>
                  <a:pt x="972388" y="31296"/>
                </a:lnTo>
                <a:lnTo>
                  <a:pt x="962807" y="29416"/>
                </a:lnTo>
                <a:lnTo>
                  <a:pt x="959691" y="28759"/>
                </a:lnTo>
                <a:lnTo>
                  <a:pt x="954389" y="27227"/>
                </a:lnTo>
                <a:lnTo>
                  <a:pt x="952569" y="26476"/>
                </a:lnTo>
                <a:lnTo>
                  <a:pt x="950053" y="31061"/>
                </a:lnTo>
                <a:lnTo>
                  <a:pt x="946965" y="36804"/>
                </a:lnTo>
                <a:lnTo>
                  <a:pt x="936625" y="55821"/>
                </a:lnTo>
                <a:lnTo>
                  <a:pt x="933399" y="54933"/>
                </a:lnTo>
                <a:lnTo>
                  <a:pt x="928226" y="53760"/>
                </a:lnTo>
                <a:lnTo>
                  <a:pt x="923111" y="52920"/>
                </a:lnTo>
                <a:lnTo>
                  <a:pt x="921542" y="52837"/>
                </a:lnTo>
                <a:lnTo>
                  <a:pt x="920801" y="53022"/>
                </a:lnTo>
                <a:lnTo>
                  <a:pt x="919042" y="54114"/>
                </a:lnTo>
                <a:lnTo>
                  <a:pt x="912691" y="63041"/>
                </a:lnTo>
                <a:lnTo>
                  <a:pt x="910446" y="65377"/>
                </a:lnTo>
                <a:lnTo>
                  <a:pt x="909336" y="66663"/>
                </a:lnTo>
                <a:lnTo>
                  <a:pt x="907533" y="68549"/>
                </a:lnTo>
                <a:lnTo>
                  <a:pt x="905891" y="70700"/>
                </a:lnTo>
                <a:lnTo>
                  <a:pt x="903665" y="73442"/>
                </a:lnTo>
                <a:lnTo>
                  <a:pt x="901216" y="75720"/>
                </a:lnTo>
                <a:lnTo>
                  <a:pt x="898970" y="77840"/>
                </a:lnTo>
                <a:lnTo>
                  <a:pt x="897851" y="78421"/>
                </a:lnTo>
                <a:lnTo>
                  <a:pt x="896625" y="78606"/>
                </a:lnTo>
                <a:lnTo>
                  <a:pt x="894362" y="77313"/>
                </a:lnTo>
                <a:lnTo>
                  <a:pt x="890734" y="73611"/>
                </a:lnTo>
                <a:lnTo>
                  <a:pt x="886018" y="68745"/>
                </a:lnTo>
                <a:lnTo>
                  <a:pt x="882992" y="75570"/>
                </a:lnTo>
                <a:lnTo>
                  <a:pt x="879020" y="85087"/>
                </a:lnTo>
                <a:lnTo>
                  <a:pt x="877766" y="88869"/>
                </a:lnTo>
                <a:lnTo>
                  <a:pt x="876108" y="94689"/>
                </a:lnTo>
                <a:lnTo>
                  <a:pt x="875140" y="101095"/>
                </a:lnTo>
                <a:lnTo>
                  <a:pt x="873178" y="102179"/>
                </a:lnTo>
                <a:lnTo>
                  <a:pt x="833923" y="122923"/>
                </a:lnTo>
                <a:lnTo>
                  <a:pt x="827837" y="126120"/>
                </a:lnTo>
                <a:lnTo>
                  <a:pt x="784544" y="149143"/>
                </a:lnTo>
                <a:lnTo>
                  <a:pt x="777592" y="152782"/>
                </a:lnTo>
                <a:lnTo>
                  <a:pt x="757018" y="163739"/>
                </a:lnTo>
                <a:lnTo>
                  <a:pt x="743212" y="171058"/>
                </a:lnTo>
                <a:lnTo>
                  <a:pt x="746911" y="175269"/>
                </a:lnTo>
                <a:lnTo>
                  <a:pt x="749096" y="177891"/>
                </a:lnTo>
                <a:lnTo>
                  <a:pt x="749595" y="179014"/>
                </a:lnTo>
                <a:lnTo>
                  <a:pt x="753001" y="182803"/>
                </a:lnTo>
                <a:lnTo>
                  <a:pt x="761395" y="192013"/>
                </a:lnTo>
                <a:lnTo>
                  <a:pt x="766301" y="196679"/>
                </a:lnTo>
                <a:lnTo>
                  <a:pt x="765770" y="201040"/>
                </a:lnTo>
                <a:lnTo>
                  <a:pt x="765821" y="207438"/>
                </a:lnTo>
                <a:lnTo>
                  <a:pt x="766564" y="212951"/>
                </a:lnTo>
                <a:lnTo>
                  <a:pt x="766006" y="214346"/>
                </a:lnTo>
                <a:lnTo>
                  <a:pt x="763562" y="217882"/>
                </a:lnTo>
                <a:lnTo>
                  <a:pt x="759922" y="223608"/>
                </a:lnTo>
                <a:lnTo>
                  <a:pt x="758547" y="225889"/>
                </a:lnTo>
                <a:lnTo>
                  <a:pt x="756706" y="228792"/>
                </a:lnTo>
                <a:lnTo>
                  <a:pt x="755674" y="230515"/>
                </a:lnTo>
                <a:lnTo>
                  <a:pt x="750654" y="237016"/>
                </a:lnTo>
                <a:lnTo>
                  <a:pt x="747905" y="240622"/>
                </a:lnTo>
                <a:lnTo>
                  <a:pt x="741327" y="250759"/>
                </a:lnTo>
                <a:lnTo>
                  <a:pt x="738213" y="254970"/>
                </a:lnTo>
                <a:lnTo>
                  <a:pt x="736102" y="257355"/>
                </a:lnTo>
                <a:lnTo>
                  <a:pt x="733421" y="257886"/>
                </a:lnTo>
                <a:lnTo>
                  <a:pt x="729185" y="259573"/>
                </a:lnTo>
                <a:lnTo>
                  <a:pt x="727047" y="261020"/>
                </a:lnTo>
                <a:lnTo>
                  <a:pt x="720677" y="265521"/>
                </a:lnTo>
                <a:lnTo>
                  <a:pt x="714214" y="270200"/>
                </a:lnTo>
                <a:lnTo>
                  <a:pt x="707367" y="274855"/>
                </a:lnTo>
                <a:lnTo>
                  <a:pt x="702815" y="278071"/>
                </a:lnTo>
                <a:lnTo>
                  <a:pt x="699495" y="279890"/>
                </a:lnTo>
                <a:lnTo>
                  <a:pt x="696502" y="281320"/>
                </a:lnTo>
                <a:lnTo>
                  <a:pt x="693358" y="282761"/>
                </a:lnTo>
                <a:lnTo>
                  <a:pt x="690941" y="283927"/>
                </a:lnTo>
                <a:lnTo>
                  <a:pt x="688614" y="285009"/>
                </a:lnTo>
                <a:lnTo>
                  <a:pt x="688363" y="285270"/>
                </a:lnTo>
                <a:lnTo>
                  <a:pt x="691225" y="288617"/>
                </a:lnTo>
                <a:lnTo>
                  <a:pt x="692461" y="290123"/>
                </a:lnTo>
                <a:lnTo>
                  <a:pt x="696167" y="295076"/>
                </a:lnTo>
                <a:lnTo>
                  <a:pt x="701046" y="300922"/>
                </a:lnTo>
                <a:lnTo>
                  <a:pt x="703136" y="303653"/>
                </a:lnTo>
                <a:lnTo>
                  <a:pt x="703619" y="305044"/>
                </a:lnTo>
                <a:lnTo>
                  <a:pt x="703595" y="306523"/>
                </a:lnTo>
                <a:lnTo>
                  <a:pt x="702577" y="308713"/>
                </a:lnTo>
                <a:lnTo>
                  <a:pt x="699248" y="314005"/>
                </a:lnTo>
                <a:lnTo>
                  <a:pt x="694914" y="320893"/>
                </a:lnTo>
                <a:lnTo>
                  <a:pt x="691752" y="326003"/>
                </a:lnTo>
                <a:lnTo>
                  <a:pt x="690862" y="327463"/>
                </a:lnTo>
                <a:lnTo>
                  <a:pt x="684925" y="337041"/>
                </a:lnTo>
                <a:lnTo>
                  <a:pt x="678425" y="347733"/>
                </a:lnTo>
                <a:lnTo>
                  <a:pt x="671116" y="359542"/>
                </a:lnTo>
                <a:lnTo>
                  <a:pt x="661686" y="372529"/>
                </a:lnTo>
                <a:lnTo>
                  <a:pt x="656722" y="379010"/>
                </a:lnTo>
                <a:lnTo>
                  <a:pt x="653814" y="382756"/>
                </a:lnTo>
                <a:lnTo>
                  <a:pt x="651995" y="385546"/>
                </a:lnTo>
                <a:lnTo>
                  <a:pt x="642655" y="404329"/>
                </a:lnTo>
                <a:lnTo>
                  <a:pt x="642353" y="404910"/>
                </a:lnTo>
                <a:lnTo>
                  <a:pt x="641720" y="404573"/>
                </a:lnTo>
                <a:lnTo>
                  <a:pt x="640486" y="407380"/>
                </a:lnTo>
                <a:lnTo>
                  <a:pt x="637394" y="414483"/>
                </a:lnTo>
                <a:lnTo>
                  <a:pt x="636801" y="415393"/>
                </a:lnTo>
                <a:lnTo>
                  <a:pt x="637701" y="416536"/>
                </a:lnTo>
                <a:lnTo>
                  <a:pt x="635971" y="416699"/>
                </a:lnTo>
                <a:lnTo>
                  <a:pt x="635227" y="417813"/>
                </a:lnTo>
                <a:lnTo>
                  <a:pt x="633767" y="419948"/>
                </a:lnTo>
                <a:lnTo>
                  <a:pt x="632003" y="422527"/>
                </a:lnTo>
                <a:lnTo>
                  <a:pt x="630214" y="426988"/>
                </a:lnTo>
                <a:lnTo>
                  <a:pt x="627996" y="431980"/>
                </a:lnTo>
                <a:lnTo>
                  <a:pt x="623975" y="430394"/>
                </a:lnTo>
                <a:lnTo>
                  <a:pt x="621938" y="432764"/>
                </a:lnTo>
                <a:lnTo>
                  <a:pt x="619756" y="432168"/>
                </a:lnTo>
                <a:lnTo>
                  <a:pt x="615958" y="431221"/>
                </a:lnTo>
                <a:lnTo>
                  <a:pt x="608686" y="429393"/>
                </a:lnTo>
                <a:lnTo>
                  <a:pt x="607367" y="429480"/>
                </a:lnTo>
                <a:lnTo>
                  <a:pt x="599951" y="429893"/>
                </a:lnTo>
                <a:lnTo>
                  <a:pt x="595525" y="428566"/>
                </a:lnTo>
                <a:lnTo>
                  <a:pt x="589505" y="424673"/>
                </a:lnTo>
                <a:lnTo>
                  <a:pt x="588329" y="423824"/>
                </a:lnTo>
                <a:lnTo>
                  <a:pt x="586359" y="422431"/>
                </a:lnTo>
                <a:lnTo>
                  <a:pt x="585497" y="419101"/>
                </a:lnTo>
                <a:lnTo>
                  <a:pt x="585536" y="418810"/>
                </a:lnTo>
                <a:lnTo>
                  <a:pt x="587564" y="413180"/>
                </a:lnTo>
                <a:lnTo>
                  <a:pt x="586097" y="410462"/>
                </a:lnTo>
                <a:lnTo>
                  <a:pt x="584073" y="406242"/>
                </a:lnTo>
                <a:lnTo>
                  <a:pt x="582571" y="403086"/>
                </a:lnTo>
                <a:lnTo>
                  <a:pt x="575978" y="395948"/>
                </a:lnTo>
                <a:lnTo>
                  <a:pt x="574555" y="390290"/>
                </a:lnTo>
                <a:lnTo>
                  <a:pt x="573294" y="383400"/>
                </a:lnTo>
                <a:lnTo>
                  <a:pt x="565374" y="369454"/>
                </a:lnTo>
                <a:lnTo>
                  <a:pt x="564161" y="362308"/>
                </a:lnTo>
                <a:lnTo>
                  <a:pt x="563717" y="354843"/>
                </a:lnTo>
                <a:lnTo>
                  <a:pt x="562280" y="340895"/>
                </a:lnTo>
                <a:lnTo>
                  <a:pt x="560765" y="338153"/>
                </a:lnTo>
                <a:lnTo>
                  <a:pt x="557045" y="333344"/>
                </a:lnTo>
                <a:lnTo>
                  <a:pt x="557175" y="326861"/>
                </a:lnTo>
                <a:lnTo>
                  <a:pt x="555073" y="325881"/>
                </a:lnTo>
                <a:lnTo>
                  <a:pt x="551691" y="322465"/>
                </a:lnTo>
                <a:lnTo>
                  <a:pt x="540815" y="311433"/>
                </a:lnTo>
                <a:lnTo>
                  <a:pt x="533071" y="311585"/>
                </a:lnTo>
                <a:lnTo>
                  <a:pt x="529664" y="309105"/>
                </a:lnTo>
                <a:lnTo>
                  <a:pt x="526216" y="305775"/>
                </a:lnTo>
                <a:lnTo>
                  <a:pt x="524845" y="304447"/>
                </a:lnTo>
                <a:lnTo>
                  <a:pt x="523070" y="302793"/>
                </a:lnTo>
                <a:lnTo>
                  <a:pt x="510740" y="303211"/>
                </a:lnTo>
                <a:lnTo>
                  <a:pt x="510306" y="303790"/>
                </a:lnTo>
                <a:lnTo>
                  <a:pt x="507153" y="308249"/>
                </a:lnTo>
                <a:lnTo>
                  <a:pt x="494058" y="325394"/>
                </a:lnTo>
                <a:lnTo>
                  <a:pt x="489118" y="331960"/>
                </a:lnTo>
                <a:lnTo>
                  <a:pt x="477122" y="347840"/>
                </a:lnTo>
                <a:lnTo>
                  <a:pt x="469775" y="357546"/>
                </a:lnTo>
                <a:lnTo>
                  <a:pt x="464905" y="364014"/>
                </a:lnTo>
                <a:lnTo>
                  <a:pt x="459526" y="371119"/>
                </a:lnTo>
                <a:lnTo>
                  <a:pt x="457497" y="373844"/>
                </a:lnTo>
                <a:lnTo>
                  <a:pt x="452598" y="380279"/>
                </a:lnTo>
                <a:lnTo>
                  <a:pt x="451013" y="382407"/>
                </a:lnTo>
                <a:lnTo>
                  <a:pt x="447825" y="387583"/>
                </a:lnTo>
                <a:lnTo>
                  <a:pt x="445519" y="391443"/>
                </a:lnTo>
                <a:lnTo>
                  <a:pt x="440641" y="399582"/>
                </a:lnTo>
                <a:lnTo>
                  <a:pt x="433421" y="400344"/>
                </a:lnTo>
                <a:lnTo>
                  <a:pt x="427779" y="401759"/>
                </a:lnTo>
                <a:lnTo>
                  <a:pt x="395325" y="402418"/>
                </a:lnTo>
                <a:lnTo>
                  <a:pt x="340624" y="403652"/>
                </a:lnTo>
                <a:lnTo>
                  <a:pt x="332934" y="405328"/>
                </a:lnTo>
                <a:lnTo>
                  <a:pt x="314379" y="413793"/>
                </a:lnTo>
                <a:lnTo>
                  <a:pt x="291595" y="423345"/>
                </a:lnTo>
                <a:lnTo>
                  <a:pt x="287978" y="423672"/>
                </a:lnTo>
                <a:lnTo>
                  <a:pt x="279138" y="421019"/>
                </a:lnTo>
                <a:lnTo>
                  <a:pt x="270723" y="418229"/>
                </a:lnTo>
                <a:lnTo>
                  <a:pt x="262712" y="413619"/>
                </a:lnTo>
                <a:lnTo>
                  <a:pt x="249631" y="411593"/>
                </a:lnTo>
                <a:lnTo>
                  <a:pt x="240731" y="411027"/>
                </a:lnTo>
                <a:lnTo>
                  <a:pt x="230123" y="410764"/>
                </a:lnTo>
                <a:lnTo>
                  <a:pt x="211398" y="411138"/>
                </a:lnTo>
                <a:lnTo>
                  <a:pt x="202580" y="410990"/>
                </a:lnTo>
                <a:lnTo>
                  <a:pt x="156871" y="411291"/>
                </a:lnTo>
                <a:lnTo>
                  <a:pt x="134348" y="413426"/>
                </a:lnTo>
                <a:lnTo>
                  <a:pt x="107071" y="419691"/>
                </a:lnTo>
                <a:lnTo>
                  <a:pt x="92147" y="423587"/>
                </a:lnTo>
                <a:lnTo>
                  <a:pt x="40310" y="437208"/>
                </a:lnTo>
                <a:lnTo>
                  <a:pt x="29231" y="441898"/>
                </a:lnTo>
                <a:lnTo>
                  <a:pt x="15533" y="451556"/>
                </a:lnTo>
                <a:lnTo>
                  <a:pt x="11723" y="453763"/>
                </a:lnTo>
                <a:lnTo>
                  <a:pt x="4705" y="456139"/>
                </a:lnTo>
                <a:lnTo>
                  <a:pt x="0" y="460402"/>
                </a:lnTo>
                <a:lnTo>
                  <a:pt x="3845" y="466809"/>
                </a:lnTo>
                <a:lnTo>
                  <a:pt x="5860" y="475273"/>
                </a:lnTo>
                <a:lnTo>
                  <a:pt x="21470" y="481140"/>
                </a:lnTo>
                <a:lnTo>
                  <a:pt x="50205" y="492702"/>
                </a:lnTo>
                <a:lnTo>
                  <a:pt x="75787" y="509170"/>
                </a:lnTo>
                <a:lnTo>
                  <a:pt x="91907" y="523538"/>
                </a:lnTo>
                <a:lnTo>
                  <a:pt x="108007" y="541052"/>
                </a:lnTo>
                <a:lnTo>
                  <a:pt x="127481" y="559490"/>
                </a:lnTo>
                <a:lnTo>
                  <a:pt x="142263" y="571505"/>
                </a:lnTo>
                <a:lnTo>
                  <a:pt x="144393" y="573666"/>
                </a:lnTo>
                <a:lnTo>
                  <a:pt x="146072" y="577503"/>
                </a:lnTo>
                <a:lnTo>
                  <a:pt x="148525" y="585015"/>
                </a:lnTo>
                <a:lnTo>
                  <a:pt x="149605" y="587542"/>
                </a:lnTo>
                <a:lnTo>
                  <a:pt x="164862" y="606588"/>
                </a:lnTo>
                <a:lnTo>
                  <a:pt x="181283" y="620447"/>
                </a:lnTo>
                <a:lnTo>
                  <a:pt x="186178" y="628011"/>
                </a:lnTo>
                <a:lnTo>
                  <a:pt x="200049" y="641321"/>
                </a:lnTo>
                <a:lnTo>
                  <a:pt x="226721" y="651508"/>
                </a:lnTo>
                <a:lnTo>
                  <a:pt x="235568" y="657857"/>
                </a:lnTo>
                <a:lnTo>
                  <a:pt x="245690" y="661989"/>
                </a:lnTo>
                <a:lnTo>
                  <a:pt x="263378" y="670781"/>
                </a:lnTo>
                <a:lnTo>
                  <a:pt x="290613" y="676581"/>
                </a:lnTo>
                <a:lnTo>
                  <a:pt x="337952" y="687915"/>
                </a:lnTo>
                <a:lnTo>
                  <a:pt x="351495" y="691996"/>
                </a:lnTo>
                <a:lnTo>
                  <a:pt x="388010" y="709197"/>
                </a:lnTo>
                <a:lnTo>
                  <a:pt x="438285" y="740121"/>
                </a:lnTo>
                <a:lnTo>
                  <a:pt x="457975" y="762084"/>
                </a:lnTo>
                <a:lnTo>
                  <a:pt x="459880" y="767577"/>
                </a:lnTo>
                <a:lnTo>
                  <a:pt x="479944" y="785514"/>
                </a:lnTo>
                <a:lnTo>
                  <a:pt x="484679" y="793677"/>
                </a:lnTo>
                <a:lnTo>
                  <a:pt x="492127" y="808314"/>
                </a:lnTo>
                <a:lnTo>
                  <a:pt x="495900" y="825587"/>
                </a:lnTo>
                <a:lnTo>
                  <a:pt x="497741" y="846512"/>
                </a:lnTo>
                <a:lnTo>
                  <a:pt x="496162" y="862449"/>
                </a:lnTo>
                <a:lnTo>
                  <a:pt x="497454" y="898631"/>
                </a:lnTo>
                <a:lnTo>
                  <a:pt x="496188" y="929408"/>
                </a:lnTo>
                <a:lnTo>
                  <a:pt x="492576" y="949545"/>
                </a:lnTo>
                <a:lnTo>
                  <a:pt x="490694" y="969760"/>
                </a:lnTo>
                <a:lnTo>
                  <a:pt x="488662" y="976837"/>
                </a:lnTo>
                <a:lnTo>
                  <a:pt x="485802" y="984365"/>
                </a:lnTo>
                <a:lnTo>
                  <a:pt x="486368" y="990659"/>
                </a:lnTo>
                <a:lnTo>
                  <a:pt x="482541" y="995109"/>
                </a:lnTo>
                <a:lnTo>
                  <a:pt x="483963" y="996036"/>
                </a:lnTo>
                <a:lnTo>
                  <a:pt x="487877" y="999680"/>
                </a:lnTo>
                <a:lnTo>
                  <a:pt x="664103" y="806798"/>
                </a:lnTo>
                <a:lnTo>
                  <a:pt x="688408" y="780622"/>
                </a:lnTo>
                <a:lnTo>
                  <a:pt x="703486" y="783638"/>
                </a:lnTo>
                <a:lnTo>
                  <a:pt x="747214" y="739601"/>
                </a:lnTo>
                <a:lnTo>
                  <a:pt x="735755" y="729950"/>
                </a:lnTo>
                <a:lnTo>
                  <a:pt x="784356" y="662109"/>
                </a:lnTo>
                <a:lnTo>
                  <a:pt x="787166" y="663210"/>
                </a:lnTo>
                <a:lnTo>
                  <a:pt x="821812" y="660779"/>
                </a:lnTo>
                <a:lnTo>
                  <a:pt x="844319" y="661998"/>
                </a:lnTo>
                <a:lnTo>
                  <a:pt x="875651" y="665101"/>
                </a:lnTo>
                <a:lnTo>
                  <a:pt x="889929" y="668734"/>
                </a:lnTo>
                <a:lnTo>
                  <a:pt x="906127" y="674892"/>
                </a:lnTo>
                <a:lnTo>
                  <a:pt x="914727" y="680148"/>
                </a:lnTo>
                <a:lnTo>
                  <a:pt x="921915" y="687976"/>
                </a:lnTo>
                <a:lnTo>
                  <a:pt x="931865" y="696698"/>
                </a:lnTo>
                <a:lnTo>
                  <a:pt x="944755" y="703140"/>
                </a:lnTo>
                <a:lnTo>
                  <a:pt x="984272" y="711097"/>
                </a:lnTo>
                <a:lnTo>
                  <a:pt x="994645" y="714664"/>
                </a:lnTo>
                <a:lnTo>
                  <a:pt x="1008466" y="721819"/>
                </a:lnTo>
                <a:lnTo>
                  <a:pt x="1021704" y="730250"/>
                </a:lnTo>
                <a:lnTo>
                  <a:pt x="1039764" y="742696"/>
                </a:lnTo>
                <a:lnTo>
                  <a:pt x="1053791" y="743138"/>
                </a:lnTo>
                <a:lnTo>
                  <a:pt x="1064080" y="743307"/>
                </a:lnTo>
                <a:lnTo>
                  <a:pt x="1079165" y="748537"/>
                </a:lnTo>
                <a:lnTo>
                  <a:pt x="1102639" y="752776"/>
                </a:lnTo>
                <a:lnTo>
                  <a:pt x="1113288" y="758807"/>
                </a:lnTo>
                <a:lnTo>
                  <a:pt x="1114861" y="754504"/>
                </a:lnTo>
                <a:lnTo>
                  <a:pt x="1118631" y="755906"/>
                </a:lnTo>
                <a:lnTo>
                  <a:pt x="1122976" y="755222"/>
                </a:lnTo>
                <a:lnTo>
                  <a:pt x="1142141" y="744992"/>
                </a:lnTo>
                <a:lnTo>
                  <a:pt x="1149140" y="742089"/>
                </a:lnTo>
                <a:lnTo>
                  <a:pt x="1152946" y="740887"/>
                </a:lnTo>
                <a:lnTo>
                  <a:pt x="1164501" y="737884"/>
                </a:lnTo>
                <a:lnTo>
                  <a:pt x="1168364" y="736150"/>
                </a:lnTo>
                <a:lnTo>
                  <a:pt x="1174336" y="733410"/>
                </a:lnTo>
                <a:lnTo>
                  <a:pt x="1185066" y="733162"/>
                </a:lnTo>
                <a:lnTo>
                  <a:pt x="1190310" y="733057"/>
                </a:lnTo>
                <a:lnTo>
                  <a:pt x="1216397" y="728189"/>
                </a:lnTo>
                <a:lnTo>
                  <a:pt x="1222763" y="729989"/>
                </a:lnTo>
                <a:lnTo>
                  <a:pt x="1233129" y="729386"/>
                </a:lnTo>
                <a:lnTo>
                  <a:pt x="1245735" y="721338"/>
                </a:lnTo>
                <a:lnTo>
                  <a:pt x="1249050" y="718583"/>
                </a:lnTo>
                <a:lnTo>
                  <a:pt x="1257030" y="711512"/>
                </a:lnTo>
                <a:lnTo>
                  <a:pt x="1259757" y="710975"/>
                </a:lnTo>
                <a:lnTo>
                  <a:pt x="1263396" y="710925"/>
                </a:lnTo>
                <a:lnTo>
                  <a:pt x="1272727" y="712568"/>
                </a:lnTo>
                <a:lnTo>
                  <a:pt x="1282984" y="708450"/>
                </a:lnTo>
                <a:lnTo>
                  <a:pt x="1287657" y="705408"/>
                </a:lnTo>
                <a:lnTo>
                  <a:pt x="1299757" y="692176"/>
                </a:lnTo>
                <a:lnTo>
                  <a:pt x="1308203" y="685974"/>
                </a:lnTo>
                <a:lnTo>
                  <a:pt x="1317744" y="679887"/>
                </a:lnTo>
                <a:lnTo>
                  <a:pt x="1331523" y="669088"/>
                </a:lnTo>
                <a:lnTo>
                  <a:pt x="1340113" y="661064"/>
                </a:lnTo>
                <a:lnTo>
                  <a:pt x="1346378" y="658394"/>
                </a:lnTo>
                <a:lnTo>
                  <a:pt x="1373759" y="658096"/>
                </a:lnTo>
                <a:lnTo>
                  <a:pt x="1376670" y="657315"/>
                </a:lnTo>
                <a:lnTo>
                  <a:pt x="1383979" y="654429"/>
                </a:lnTo>
                <a:lnTo>
                  <a:pt x="1396133" y="651300"/>
                </a:lnTo>
                <a:lnTo>
                  <a:pt x="1406448" y="651125"/>
                </a:lnTo>
                <a:lnTo>
                  <a:pt x="1423475" y="650233"/>
                </a:lnTo>
                <a:lnTo>
                  <a:pt x="1447681" y="636401"/>
                </a:lnTo>
                <a:lnTo>
                  <a:pt x="1453631" y="633108"/>
                </a:lnTo>
                <a:lnTo>
                  <a:pt x="1454189" y="632769"/>
                </a:lnTo>
                <a:lnTo>
                  <a:pt x="1455429" y="632231"/>
                </a:lnTo>
                <a:lnTo>
                  <a:pt x="1459671" y="631237"/>
                </a:lnTo>
                <a:lnTo>
                  <a:pt x="1470130" y="630081"/>
                </a:lnTo>
                <a:lnTo>
                  <a:pt x="1484541" y="628714"/>
                </a:lnTo>
                <a:lnTo>
                  <a:pt x="1489310" y="627324"/>
                </a:lnTo>
                <a:lnTo>
                  <a:pt x="1490839" y="626695"/>
                </a:lnTo>
                <a:lnTo>
                  <a:pt x="1494898" y="624647"/>
                </a:lnTo>
                <a:lnTo>
                  <a:pt x="1498122" y="622255"/>
                </a:lnTo>
                <a:lnTo>
                  <a:pt x="1505613" y="616843"/>
                </a:lnTo>
                <a:lnTo>
                  <a:pt x="1510660" y="613141"/>
                </a:lnTo>
                <a:lnTo>
                  <a:pt x="1516448" y="608736"/>
                </a:lnTo>
                <a:lnTo>
                  <a:pt x="1525186" y="600826"/>
                </a:lnTo>
                <a:lnTo>
                  <a:pt x="1534446" y="592316"/>
                </a:lnTo>
                <a:lnTo>
                  <a:pt x="1538476" y="588971"/>
                </a:lnTo>
                <a:lnTo>
                  <a:pt x="1547475" y="584793"/>
                </a:lnTo>
                <a:lnTo>
                  <a:pt x="1550399" y="584145"/>
                </a:lnTo>
                <a:lnTo>
                  <a:pt x="1555380" y="583198"/>
                </a:lnTo>
                <a:lnTo>
                  <a:pt x="1557041" y="58248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g11">
            <a:extLst>
              <a:ext uri="{FF2B5EF4-FFF2-40B4-BE49-F238E27FC236}">
                <a16:creationId xmlns:a16="http://schemas.microsoft.com/office/drawing/2014/main" id="{973E5727-8A1D-4590-B024-C116E4DB014A}"/>
              </a:ext>
            </a:extLst>
          </p:cNvPr>
          <p:cNvSpPr/>
          <p:nvPr/>
        </p:nvSpPr>
        <p:spPr>
          <a:xfrm>
            <a:off x="3124205" y="2134696"/>
            <a:ext cx="1665570" cy="1107454"/>
          </a:xfrm>
          <a:custGeom>
            <a:avLst/>
            <a:gdLst/>
            <a:ahLst/>
            <a:cxnLst/>
            <a:rect l="0" t="0" r="0" b="0"/>
            <a:pathLst>
              <a:path w="1854260" h="1232916">
                <a:moveTo>
                  <a:pt x="1852525" y="880666"/>
                </a:moveTo>
                <a:lnTo>
                  <a:pt x="1846735" y="881591"/>
                </a:lnTo>
                <a:lnTo>
                  <a:pt x="1841565" y="881593"/>
                </a:lnTo>
                <a:lnTo>
                  <a:pt x="1836955" y="880862"/>
                </a:lnTo>
                <a:lnTo>
                  <a:pt x="1830111" y="878571"/>
                </a:lnTo>
                <a:lnTo>
                  <a:pt x="1824722" y="874518"/>
                </a:lnTo>
                <a:lnTo>
                  <a:pt x="1820482" y="869983"/>
                </a:lnTo>
                <a:lnTo>
                  <a:pt x="1817198" y="862262"/>
                </a:lnTo>
                <a:lnTo>
                  <a:pt x="1815738" y="850658"/>
                </a:lnTo>
                <a:lnTo>
                  <a:pt x="1813638" y="839751"/>
                </a:lnTo>
                <a:lnTo>
                  <a:pt x="1809789" y="829494"/>
                </a:lnTo>
                <a:lnTo>
                  <a:pt x="1804543" y="816904"/>
                </a:lnTo>
                <a:lnTo>
                  <a:pt x="1802462" y="804497"/>
                </a:lnTo>
                <a:lnTo>
                  <a:pt x="1802842" y="787266"/>
                </a:lnTo>
                <a:lnTo>
                  <a:pt x="1805195" y="780336"/>
                </a:lnTo>
                <a:lnTo>
                  <a:pt x="1811944" y="768089"/>
                </a:lnTo>
                <a:lnTo>
                  <a:pt x="1816367" y="759656"/>
                </a:lnTo>
                <a:lnTo>
                  <a:pt x="1820342" y="751425"/>
                </a:lnTo>
                <a:lnTo>
                  <a:pt x="1819339" y="744863"/>
                </a:lnTo>
                <a:lnTo>
                  <a:pt x="1814914" y="738235"/>
                </a:lnTo>
                <a:lnTo>
                  <a:pt x="1810641" y="733967"/>
                </a:lnTo>
                <a:lnTo>
                  <a:pt x="1803918" y="732457"/>
                </a:lnTo>
                <a:lnTo>
                  <a:pt x="1797896" y="733625"/>
                </a:lnTo>
                <a:lnTo>
                  <a:pt x="1793142" y="739434"/>
                </a:lnTo>
                <a:lnTo>
                  <a:pt x="1786124" y="745764"/>
                </a:lnTo>
                <a:lnTo>
                  <a:pt x="1782493" y="748687"/>
                </a:lnTo>
                <a:lnTo>
                  <a:pt x="1778800" y="748805"/>
                </a:lnTo>
                <a:lnTo>
                  <a:pt x="1775628" y="745458"/>
                </a:lnTo>
                <a:lnTo>
                  <a:pt x="1774414" y="740204"/>
                </a:lnTo>
                <a:lnTo>
                  <a:pt x="1772630" y="736145"/>
                </a:lnTo>
                <a:lnTo>
                  <a:pt x="1769468" y="732953"/>
                </a:lnTo>
                <a:lnTo>
                  <a:pt x="1764170" y="731967"/>
                </a:lnTo>
                <a:lnTo>
                  <a:pt x="1753608" y="732452"/>
                </a:lnTo>
                <a:lnTo>
                  <a:pt x="1746907" y="730259"/>
                </a:lnTo>
                <a:lnTo>
                  <a:pt x="1743968" y="728570"/>
                </a:lnTo>
                <a:lnTo>
                  <a:pt x="1741774" y="724894"/>
                </a:lnTo>
                <a:lnTo>
                  <a:pt x="1741063" y="718994"/>
                </a:lnTo>
                <a:lnTo>
                  <a:pt x="1741947" y="713464"/>
                </a:lnTo>
                <a:lnTo>
                  <a:pt x="1745132" y="708903"/>
                </a:lnTo>
                <a:lnTo>
                  <a:pt x="1752359" y="704825"/>
                </a:lnTo>
                <a:lnTo>
                  <a:pt x="1758954" y="701491"/>
                </a:lnTo>
                <a:lnTo>
                  <a:pt x="1762521" y="698231"/>
                </a:lnTo>
                <a:lnTo>
                  <a:pt x="1763800" y="693956"/>
                </a:lnTo>
                <a:lnTo>
                  <a:pt x="1763722" y="689419"/>
                </a:lnTo>
                <a:lnTo>
                  <a:pt x="1760383" y="686690"/>
                </a:lnTo>
                <a:lnTo>
                  <a:pt x="1755932" y="686955"/>
                </a:lnTo>
                <a:lnTo>
                  <a:pt x="1744982" y="691384"/>
                </a:lnTo>
                <a:lnTo>
                  <a:pt x="1738830" y="692766"/>
                </a:lnTo>
                <a:lnTo>
                  <a:pt x="1733591" y="691499"/>
                </a:lnTo>
                <a:lnTo>
                  <a:pt x="1727820" y="687473"/>
                </a:lnTo>
                <a:lnTo>
                  <a:pt x="1725285" y="681221"/>
                </a:lnTo>
                <a:lnTo>
                  <a:pt x="1719742" y="670529"/>
                </a:lnTo>
                <a:lnTo>
                  <a:pt x="1714715" y="661269"/>
                </a:lnTo>
                <a:lnTo>
                  <a:pt x="1705864" y="650703"/>
                </a:lnTo>
                <a:lnTo>
                  <a:pt x="1702543" y="643613"/>
                </a:lnTo>
                <a:lnTo>
                  <a:pt x="1702331" y="637002"/>
                </a:lnTo>
                <a:lnTo>
                  <a:pt x="1702221" y="629330"/>
                </a:lnTo>
                <a:lnTo>
                  <a:pt x="1704364" y="622812"/>
                </a:lnTo>
                <a:lnTo>
                  <a:pt x="1704592" y="617798"/>
                </a:lnTo>
                <a:lnTo>
                  <a:pt x="1703736" y="613759"/>
                </a:lnTo>
                <a:lnTo>
                  <a:pt x="1699365" y="610447"/>
                </a:lnTo>
                <a:lnTo>
                  <a:pt x="1690953" y="612782"/>
                </a:lnTo>
                <a:lnTo>
                  <a:pt x="1678927" y="618203"/>
                </a:lnTo>
                <a:lnTo>
                  <a:pt x="1668135" y="616764"/>
                </a:lnTo>
                <a:lnTo>
                  <a:pt x="1661400" y="613628"/>
                </a:lnTo>
                <a:lnTo>
                  <a:pt x="1655829" y="608899"/>
                </a:lnTo>
                <a:lnTo>
                  <a:pt x="1648184" y="601239"/>
                </a:lnTo>
                <a:lnTo>
                  <a:pt x="1634387" y="589383"/>
                </a:lnTo>
                <a:lnTo>
                  <a:pt x="1618386" y="580118"/>
                </a:lnTo>
                <a:lnTo>
                  <a:pt x="1604927" y="573779"/>
                </a:lnTo>
                <a:lnTo>
                  <a:pt x="1597566" y="568034"/>
                </a:lnTo>
                <a:lnTo>
                  <a:pt x="1595956" y="562099"/>
                </a:lnTo>
                <a:lnTo>
                  <a:pt x="1597725" y="555897"/>
                </a:lnTo>
                <a:lnTo>
                  <a:pt x="1603944" y="541144"/>
                </a:lnTo>
                <a:lnTo>
                  <a:pt x="1604509" y="536548"/>
                </a:lnTo>
                <a:lnTo>
                  <a:pt x="1601298" y="530946"/>
                </a:lnTo>
                <a:lnTo>
                  <a:pt x="1593963" y="528210"/>
                </a:lnTo>
                <a:lnTo>
                  <a:pt x="1583002" y="527834"/>
                </a:lnTo>
                <a:lnTo>
                  <a:pt x="1562119" y="529806"/>
                </a:lnTo>
                <a:lnTo>
                  <a:pt x="1554010" y="528204"/>
                </a:lnTo>
                <a:lnTo>
                  <a:pt x="1548649" y="525353"/>
                </a:lnTo>
                <a:lnTo>
                  <a:pt x="1546112" y="518970"/>
                </a:lnTo>
                <a:lnTo>
                  <a:pt x="1547283" y="505331"/>
                </a:lnTo>
                <a:lnTo>
                  <a:pt x="1549137" y="465830"/>
                </a:lnTo>
                <a:lnTo>
                  <a:pt x="1550288" y="432888"/>
                </a:lnTo>
                <a:lnTo>
                  <a:pt x="1548939" y="420779"/>
                </a:lnTo>
                <a:lnTo>
                  <a:pt x="1543368" y="402932"/>
                </a:lnTo>
                <a:lnTo>
                  <a:pt x="1539578" y="378723"/>
                </a:lnTo>
                <a:lnTo>
                  <a:pt x="1537504" y="351363"/>
                </a:lnTo>
                <a:lnTo>
                  <a:pt x="1534502" y="332710"/>
                </a:lnTo>
                <a:lnTo>
                  <a:pt x="1536612" y="314826"/>
                </a:lnTo>
                <a:lnTo>
                  <a:pt x="1535101" y="310369"/>
                </a:lnTo>
                <a:lnTo>
                  <a:pt x="1531924" y="305729"/>
                </a:lnTo>
                <a:lnTo>
                  <a:pt x="1526507" y="303155"/>
                </a:lnTo>
                <a:lnTo>
                  <a:pt x="1519869" y="302260"/>
                </a:lnTo>
                <a:lnTo>
                  <a:pt x="1504623" y="304469"/>
                </a:lnTo>
                <a:lnTo>
                  <a:pt x="1497816" y="307507"/>
                </a:lnTo>
                <a:lnTo>
                  <a:pt x="1489252" y="314332"/>
                </a:lnTo>
                <a:lnTo>
                  <a:pt x="1481440" y="322399"/>
                </a:lnTo>
                <a:lnTo>
                  <a:pt x="1472674" y="327479"/>
                </a:lnTo>
                <a:lnTo>
                  <a:pt x="1466391" y="328593"/>
                </a:lnTo>
                <a:lnTo>
                  <a:pt x="1461700" y="325875"/>
                </a:lnTo>
                <a:lnTo>
                  <a:pt x="1457440" y="321457"/>
                </a:lnTo>
                <a:lnTo>
                  <a:pt x="1448221" y="301433"/>
                </a:lnTo>
                <a:lnTo>
                  <a:pt x="1434070" y="277379"/>
                </a:lnTo>
                <a:lnTo>
                  <a:pt x="1421858" y="264857"/>
                </a:lnTo>
                <a:lnTo>
                  <a:pt x="1413764" y="260006"/>
                </a:lnTo>
                <a:lnTo>
                  <a:pt x="1403319" y="254994"/>
                </a:lnTo>
                <a:lnTo>
                  <a:pt x="1376539" y="243897"/>
                </a:lnTo>
                <a:lnTo>
                  <a:pt x="1369081" y="239127"/>
                </a:lnTo>
                <a:lnTo>
                  <a:pt x="1363228" y="230955"/>
                </a:lnTo>
                <a:lnTo>
                  <a:pt x="1361213" y="225545"/>
                </a:lnTo>
                <a:lnTo>
                  <a:pt x="1362228" y="219586"/>
                </a:lnTo>
                <a:lnTo>
                  <a:pt x="1368237" y="209841"/>
                </a:lnTo>
                <a:lnTo>
                  <a:pt x="1376250" y="206046"/>
                </a:lnTo>
                <a:lnTo>
                  <a:pt x="1393221" y="196773"/>
                </a:lnTo>
                <a:lnTo>
                  <a:pt x="1399651" y="192342"/>
                </a:lnTo>
                <a:lnTo>
                  <a:pt x="1403795" y="187517"/>
                </a:lnTo>
                <a:lnTo>
                  <a:pt x="1404829" y="182303"/>
                </a:lnTo>
                <a:lnTo>
                  <a:pt x="1404913" y="177852"/>
                </a:lnTo>
                <a:lnTo>
                  <a:pt x="1403229" y="173839"/>
                </a:lnTo>
                <a:lnTo>
                  <a:pt x="1398273" y="167878"/>
                </a:lnTo>
                <a:lnTo>
                  <a:pt x="1393481" y="165885"/>
                </a:lnTo>
                <a:lnTo>
                  <a:pt x="1387370" y="165528"/>
                </a:lnTo>
                <a:lnTo>
                  <a:pt x="1381077" y="168873"/>
                </a:lnTo>
                <a:lnTo>
                  <a:pt x="1374639" y="174520"/>
                </a:lnTo>
                <a:lnTo>
                  <a:pt x="1365474" y="184799"/>
                </a:lnTo>
                <a:lnTo>
                  <a:pt x="1355583" y="189772"/>
                </a:lnTo>
                <a:lnTo>
                  <a:pt x="1350625" y="191075"/>
                </a:lnTo>
                <a:lnTo>
                  <a:pt x="1341385" y="191299"/>
                </a:lnTo>
                <a:lnTo>
                  <a:pt x="1333720" y="189084"/>
                </a:lnTo>
                <a:lnTo>
                  <a:pt x="1320788" y="181967"/>
                </a:lnTo>
                <a:lnTo>
                  <a:pt x="1313054" y="179016"/>
                </a:lnTo>
                <a:lnTo>
                  <a:pt x="1305961" y="177650"/>
                </a:lnTo>
                <a:lnTo>
                  <a:pt x="1295840" y="179830"/>
                </a:lnTo>
                <a:lnTo>
                  <a:pt x="1289750" y="183173"/>
                </a:lnTo>
                <a:lnTo>
                  <a:pt x="1282158" y="189425"/>
                </a:lnTo>
                <a:lnTo>
                  <a:pt x="1273622" y="201014"/>
                </a:lnTo>
                <a:lnTo>
                  <a:pt x="1266628" y="209589"/>
                </a:lnTo>
                <a:lnTo>
                  <a:pt x="1256872" y="218248"/>
                </a:lnTo>
                <a:lnTo>
                  <a:pt x="1253592" y="219649"/>
                </a:lnTo>
                <a:lnTo>
                  <a:pt x="1248496" y="219310"/>
                </a:lnTo>
                <a:lnTo>
                  <a:pt x="1241624" y="215195"/>
                </a:lnTo>
                <a:lnTo>
                  <a:pt x="1235676" y="210019"/>
                </a:lnTo>
                <a:lnTo>
                  <a:pt x="1231294" y="201156"/>
                </a:lnTo>
                <a:lnTo>
                  <a:pt x="1225837" y="190115"/>
                </a:lnTo>
                <a:lnTo>
                  <a:pt x="1220658" y="181680"/>
                </a:lnTo>
                <a:lnTo>
                  <a:pt x="1213260" y="174699"/>
                </a:lnTo>
                <a:lnTo>
                  <a:pt x="1203734" y="171611"/>
                </a:lnTo>
                <a:lnTo>
                  <a:pt x="1197492" y="175896"/>
                </a:lnTo>
                <a:lnTo>
                  <a:pt x="1194401" y="182187"/>
                </a:lnTo>
                <a:lnTo>
                  <a:pt x="1192263" y="206346"/>
                </a:lnTo>
                <a:lnTo>
                  <a:pt x="1188830" y="225151"/>
                </a:lnTo>
                <a:lnTo>
                  <a:pt x="1187281" y="229114"/>
                </a:lnTo>
                <a:lnTo>
                  <a:pt x="1184677" y="232304"/>
                </a:lnTo>
                <a:lnTo>
                  <a:pt x="1176391" y="233987"/>
                </a:lnTo>
                <a:lnTo>
                  <a:pt x="1171317" y="233693"/>
                </a:lnTo>
                <a:lnTo>
                  <a:pt x="1167175" y="231234"/>
                </a:lnTo>
                <a:lnTo>
                  <a:pt x="1158613" y="219828"/>
                </a:lnTo>
                <a:lnTo>
                  <a:pt x="1151088" y="207177"/>
                </a:lnTo>
                <a:lnTo>
                  <a:pt x="1145653" y="200677"/>
                </a:lnTo>
                <a:lnTo>
                  <a:pt x="1142677" y="196912"/>
                </a:lnTo>
                <a:lnTo>
                  <a:pt x="1139540" y="195097"/>
                </a:lnTo>
                <a:lnTo>
                  <a:pt x="1135911" y="193687"/>
                </a:lnTo>
                <a:lnTo>
                  <a:pt x="1128393" y="192540"/>
                </a:lnTo>
                <a:lnTo>
                  <a:pt x="1123682" y="194603"/>
                </a:lnTo>
                <a:lnTo>
                  <a:pt x="1121123" y="201149"/>
                </a:lnTo>
                <a:lnTo>
                  <a:pt x="1119639" y="226446"/>
                </a:lnTo>
                <a:lnTo>
                  <a:pt x="1117695" y="234113"/>
                </a:lnTo>
                <a:lnTo>
                  <a:pt x="1115946" y="240422"/>
                </a:lnTo>
                <a:lnTo>
                  <a:pt x="1115058" y="243490"/>
                </a:lnTo>
                <a:lnTo>
                  <a:pt x="1110357" y="251956"/>
                </a:lnTo>
                <a:lnTo>
                  <a:pt x="1108242" y="252870"/>
                </a:lnTo>
                <a:lnTo>
                  <a:pt x="1103798" y="254282"/>
                </a:lnTo>
                <a:lnTo>
                  <a:pt x="1098933" y="254285"/>
                </a:lnTo>
                <a:lnTo>
                  <a:pt x="1096702" y="253318"/>
                </a:lnTo>
                <a:lnTo>
                  <a:pt x="1092742" y="250454"/>
                </a:lnTo>
                <a:lnTo>
                  <a:pt x="1090315" y="246145"/>
                </a:lnTo>
                <a:lnTo>
                  <a:pt x="1088056" y="241662"/>
                </a:lnTo>
                <a:lnTo>
                  <a:pt x="1084621" y="234940"/>
                </a:lnTo>
                <a:lnTo>
                  <a:pt x="1078106" y="221316"/>
                </a:lnTo>
                <a:lnTo>
                  <a:pt x="1074345" y="217097"/>
                </a:lnTo>
                <a:lnTo>
                  <a:pt x="1069948" y="214139"/>
                </a:lnTo>
                <a:lnTo>
                  <a:pt x="1064283" y="211284"/>
                </a:lnTo>
                <a:lnTo>
                  <a:pt x="1060584" y="212143"/>
                </a:lnTo>
                <a:lnTo>
                  <a:pt x="1053440" y="214505"/>
                </a:lnTo>
                <a:lnTo>
                  <a:pt x="1039235" y="227562"/>
                </a:lnTo>
                <a:lnTo>
                  <a:pt x="1022705" y="240163"/>
                </a:lnTo>
                <a:lnTo>
                  <a:pt x="1012194" y="243251"/>
                </a:lnTo>
                <a:lnTo>
                  <a:pt x="1006018" y="244491"/>
                </a:lnTo>
                <a:lnTo>
                  <a:pt x="993975" y="244513"/>
                </a:lnTo>
                <a:lnTo>
                  <a:pt x="989175" y="243251"/>
                </a:lnTo>
                <a:lnTo>
                  <a:pt x="982645" y="239749"/>
                </a:lnTo>
                <a:lnTo>
                  <a:pt x="978389" y="234526"/>
                </a:lnTo>
                <a:lnTo>
                  <a:pt x="977710" y="227562"/>
                </a:lnTo>
                <a:lnTo>
                  <a:pt x="979826" y="218664"/>
                </a:lnTo>
                <a:lnTo>
                  <a:pt x="987111" y="197839"/>
                </a:lnTo>
                <a:lnTo>
                  <a:pt x="985871" y="189526"/>
                </a:lnTo>
                <a:lnTo>
                  <a:pt x="982919" y="184455"/>
                </a:lnTo>
                <a:lnTo>
                  <a:pt x="979734" y="180888"/>
                </a:lnTo>
                <a:lnTo>
                  <a:pt x="974550" y="180475"/>
                </a:lnTo>
                <a:lnTo>
                  <a:pt x="971260" y="182890"/>
                </a:lnTo>
                <a:lnTo>
                  <a:pt x="959952" y="207804"/>
                </a:lnTo>
                <a:lnTo>
                  <a:pt x="949767" y="225321"/>
                </a:lnTo>
                <a:lnTo>
                  <a:pt x="945829" y="229216"/>
                </a:lnTo>
                <a:lnTo>
                  <a:pt x="938761" y="231545"/>
                </a:lnTo>
                <a:lnTo>
                  <a:pt x="934086" y="231131"/>
                </a:lnTo>
                <a:lnTo>
                  <a:pt x="928798" y="225323"/>
                </a:lnTo>
                <a:lnTo>
                  <a:pt x="921944" y="209458"/>
                </a:lnTo>
                <a:lnTo>
                  <a:pt x="911197" y="190940"/>
                </a:lnTo>
                <a:lnTo>
                  <a:pt x="904890" y="186546"/>
                </a:lnTo>
                <a:lnTo>
                  <a:pt x="897891" y="185545"/>
                </a:lnTo>
                <a:lnTo>
                  <a:pt x="893557" y="187286"/>
                </a:lnTo>
                <a:lnTo>
                  <a:pt x="891037" y="191267"/>
                </a:lnTo>
                <a:lnTo>
                  <a:pt x="890420" y="217578"/>
                </a:lnTo>
                <a:lnTo>
                  <a:pt x="888570" y="229369"/>
                </a:lnTo>
                <a:lnTo>
                  <a:pt x="886676" y="236354"/>
                </a:lnTo>
                <a:lnTo>
                  <a:pt x="880932" y="245321"/>
                </a:lnTo>
                <a:lnTo>
                  <a:pt x="875656" y="251956"/>
                </a:lnTo>
                <a:lnTo>
                  <a:pt x="870786" y="254045"/>
                </a:lnTo>
                <a:lnTo>
                  <a:pt x="863539" y="254285"/>
                </a:lnTo>
                <a:lnTo>
                  <a:pt x="855162" y="249490"/>
                </a:lnTo>
                <a:lnTo>
                  <a:pt x="850900" y="243166"/>
                </a:lnTo>
                <a:lnTo>
                  <a:pt x="844855" y="205565"/>
                </a:lnTo>
                <a:lnTo>
                  <a:pt x="841315" y="198339"/>
                </a:lnTo>
                <a:lnTo>
                  <a:pt x="833664" y="191267"/>
                </a:lnTo>
                <a:lnTo>
                  <a:pt x="827906" y="189615"/>
                </a:lnTo>
                <a:lnTo>
                  <a:pt x="821638" y="189528"/>
                </a:lnTo>
                <a:lnTo>
                  <a:pt x="810867" y="189528"/>
                </a:lnTo>
                <a:lnTo>
                  <a:pt x="803111" y="189114"/>
                </a:lnTo>
                <a:lnTo>
                  <a:pt x="788773" y="184044"/>
                </a:lnTo>
                <a:lnTo>
                  <a:pt x="783342" y="183630"/>
                </a:lnTo>
                <a:lnTo>
                  <a:pt x="778419" y="184044"/>
                </a:lnTo>
                <a:lnTo>
                  <a:pt x="775221" y="185402"/>
                </a:lnTo>
                <a:lnTo>
                  <a:pt x="772531" y="187112"/>
                </a:lnTo>
                <a:lnTo>
                  <a:pt x="768523" y="192096"/>
                </a:lnTo>
                <a:lnTo>
                  <a:pt x="764840" y="200994"/>
                </a:lnTo>
                <a:lnTo>
                  <a:pt x="761211" y="211201"/>
                </a:lnTo>
                <a:lnTo>
                  <a:pt x="756183" y="217510"/>
                </a:lnTo>
                <a:lnTo>
                  <a:pt x="751575" y="219904"/>
                </a:lnTo>
                <a:lnTo>
                  <a:pt x="747801" y="221079"/>
                </a:lnTo>
                <a:lnTo>
                  <a:pt x="744916" y="221819"/>
                </a:lnTo>
                <a:lnTo>
                  <a:pt x="710719" y="218838"/>
                </a:lnTo>
                <a:lnTo>
                  <a:pt x="701422" y="218990"/>
                </a:lnTo>
                <a:lnTo>
                  <a:pt x="694489" y="221819"/>
                </a:lnTo>
                <a:lnTo>
                  <a:pt x="691629" y="225976"/>
                </a:lnTo>
                <a:lnTo>
                  <a:pt x="689657" y="229871"/>
                </a:lnTo>
                <a:lnTo>
                  <a:pt x="690258" y="234354"/>
                </a:lnTo>
                <a:lnTo>
                  <a:pt x="694594" y="241751"/>
                </a:lnTo>
                <a:lnTo>
                  <a:pt x="706540" y="254872"/>
                </a:lnTo>
                <a:lnTo>
                  <a:pt x="713187" y="263338"/>
                </a:lnTo>
                <a:lnTo>
                  <a:pt x="718031" y="271477"/>
                </a:lnTo>
                <a:lnTo>
                  <a:pt x="718984" y="279113"/>
                </a:lnTo>
                <a:lnTo>
                  <a:pt x="717613" y="287166"/>
                </a:lnTo>
                <a:lnTo>
                  <a:pt x="716164" y="290321"/>
                </a:lnTo>
                <a:lnTo>
                  <a:pt x="712365" y="295129"/>
                </a:lnTo>
                <a:lnTo>
                  <a:pt x="706500" y="297873"/>
                </a:lnTo>
                <a:lnTo>
                  <a:pt x="700038" y="298197"/>
                </a:lnTo>
                <a:lnTo>
                  <a:pt x="693275" y="296043"/>
                </a:lnTo>
                <a:lnTo>
                  <a:pt x="673872" y="285338"/>
                </a:lnTo>
                <a:lnTo>
                  <a:pt x="651022" y="279940"/>
                </a:lnTo>
                <a:lnTo>
                  <a:pt x="646643" y="278034"/>
                </a:lnTo>
                <a:lnTo>
                  <a:pt x="630783" y="271129"/>
                </a:lnTo>
                <a:lnTo>
                  <a:pt x="611224" y="252459"/>
                </a:lnTo>
                <a:lnTo>
                  <a:pt x="599917" y="243580"/>
                </a:lnTo>
                <a:lnTo>
                  <a:pt x="588700" y="234768"/>
                </a:lnTo>
                <a:lnTo>
                  <a:pt x="569650" y="220080"/>
                </a:lnTo>
                <a:lnTo>
                  <a:pt x="558003" y="209961"/>
                </a:lnTo>
                <a:lnTo>
                  <a:pt x="552192" y="203652"/>
                </a:lnTo>
                <a:lnTo>
                  <a:pt x="544828" y="193771"/>
                </a:lnTo>
                <a:lnTo>
                  <a:pt x="534330" y="173926"/>
                </a:lnTo>
                <a:lnTo>
                  <a:pt x="529134" y="164048"/>
                </a:lnTo>
                <a:lnTo>
                  <a:pt x="521391" y="153907"/>
                </a:lnTo>
                <a:lnTo>
                  <a:pt x="516363" y="148858"/>
                </a:lnTo>
                <a:lnTo>
                  <a:pt x="511141" y="146118"/>
                </a:lnTo>
                <a:lnTo>
                  <a:pt x="504652" y="145204"/>
                </a:lnTo>
                <a:lnTo>
                  <a:pt x="495133" y="146771"/>
                </a:lnTo>
                <a:lnTo>
                  <a:pt x="484609" y="150338"/>
                </a:lnTo>
                <a:lnTo>
                  <a:pt x="461171" y="165202"/>
                </a:lnTo>
                <a:lnTo>
                  <a:pt x="442748" y="177996"/>
                </a:lnTo>
                <a:lnTo>
                  <a:pt x="435357" y="182631"/>
                </a:lnTo>
                <a:lnTo>
                  <a:pt x="425290" y="183393"/>
                </a:lnTo>
                <a:lnTo>
                  <a:pt x="419820" y="181652"/>
                </a:lnTo>
                <a:lnTo>
                  <a:pt x="408055" y="174927"/>
                </a:lnTo>
                <a:lnTo>
                  <a:pt x="405144" y="173252"/>
                </a:lnTo>
                <a:lnTo>
                  <a:pt x="390140" y="161393"/>
                </a:lnTo>
                <a:lnTo>
                  <a:pt x="384789" y="157950"/>
                </a:lnTo>
                <a:lnTo>
                  <a:pt x="383651" y="157219"/>
                </a:lnTo>
                <a:lnTo>
                  <a:pt x="382159" y="156301"/>
                </a:lnTo>
                <a:lnTo>
                  <a:pt x="378024" y="153754"/>
                </a:lnTo>
                <a:lnTo>
                  <a:pt x="346936" y="132910"/>
                </a:lnTo>
                <a:lnTo>
                  <a:pt x="340119" y="129515"/>
                </a:lnTo>
                <a:lnTo>
                  <a:pt x="332885" y="129668"/>
                </a:lnTo>
                <a:lnTo>
                  <a:pt x="324202" y="133737"/>
                </a:lnTo>
                <a:lnTo>
                  <a:pt x="309762" y="146531"/>
                </a:lnTo>
                <a:lnTo>
                  <a:pt x="300726" y="157563"/>
                </a:lnTo>
                <a:lnTo>
                  <a:pt x="291116" y="166377"/>
                </a:lnTo>
                <a:lnTo>
                  <a:pt x="282694" y="172013"/>
                </a:lnTo>
                <a:lnTo>
                  <a:pt x="273489" y="175343"/>
                </a:lnTo>
                <a:lnTo>
                  <a:pt x="263697" y="176823"/>
                </a:lnTo>
                <a:lnTo>
                  <a:pt x="254609" y="174995"/>
                </a:lnTo>
                <a:lnTo>
                  <a:pt x="248301" y="171012"/>
                </a:lnTo>
                <a:lnTo>
                  <a:pt x="242740" y="165289"/>
                </a:lnTo>
                <a:lnTo>
                  <a:pt x="238770" y="157413"/>
                </a:lnTo>
                <a:lnTo>
                  <a:pt x="236773" y="148599"/>
                </a:lnTo>
                <a:lnTo>
                  <a:pt x="236446" y="135892"/>
                </a:lnTo>
                <a:lnTo>
                  <a:pt x="238796" y="115154"/>
                </a:lnTo>
                <a:lnTo>
                  <a:pt x="242648" y="91152"/>
                </a:lnTo>
                <a:lnTo>
                  <a:pt x="243301" y="87083"/>
                </a:lnTo>
                <a:lnTo>
                  <a:pt x="245833" y="74136"/>
                </a:lnTo>
                <a:lnTo>
                  <a:pt x="249712" y="63929"/>
                </a:lnTo>
                <a:lnTo>
                  <a:pt x="254098" y="52376"/>
                </a:lnTo>
                <a:lnTo>
                  <a:pt x="269009" y="27481"/>
                </a:lnTo>
                <a:lnTo>
                  <a:pt x="273136" y="15949"/>
                </a:lnTo>
                <a:lnTo>
                  <a:pt x="273502" y="9464"/>
                </a:lnTo>
                <a:lnTo>
                  <a:pt x="270746" y="2567"/>
                </a:lnTo>
                <a:lnTo>
                  <a:pt x="269140" y="0"/>
                </a:lnTo>
                <a:lnTo>
                  <a:pt x="266307" y="87"/>
                </a:lnTo>
                <a:lnTo>
                  <a:pt x="257598" y="3656"/>
                </a:lnTo>
                <a:lnTo>
                  <a:pt x="244279" y="8637"/>
                </a:lnTo>
                <a:lnTo>
                  <a:pt x="230740" y="15688"/>
                </a:lnTo>
                <a:lnTo>
                  <a:pt x="229551" y="16428"/>
                </a:lnTo>
                <a:lnTo>
                  <a:pt x="218952" y="22417"/>
                </a:lnTo>
                <a:lnTo>
                  <a:pt x="184224" y="53629"/>
                </a:lnTo>
                <a:lnTo>
                  <a:pt x="165404" y="75322"/>
                </a:lnTo>
                <a:lnTo>
                  <a:pt x="150745" y="92316"/>
                </a:lnTo>
                <a:lnTo>
                  <a:pt x="128847" y="105335"/>
                </a:lnTo>
                <a:lnTo>
                  <a:pt x="113770" y="109243"/>
                </a:lnTo>
                <a:lnTo>
                  <a:pt x="96804" y="109017"/>
                </a:lnTo>
                <a:lnTo>
                  <a:pt x="56313" y="106532"/>
                </a:lnTo>
                <a:lnTo>
                  <a:pt x="49752" y="107435"/>
                </a:lnTo>
                <a:lnTo>
                  <a:pt x="45454" y="116926"/>
                </a:lnTo>
                <a:lnTo>
                  <a:pt x="47037" y="141561"/>
                </a:lnTo>
                <a:lnTo>
                  <a:pt x="49752" y="169132"/>
                </a:lnTo>
                <a:lnTo>
                  <a:pt x="47037" y="187439"/>
                </a:lnTo>
                <a:lnTo>
                  <a:pt x="42064" y="194498"/>
                </a:lnTo>
                <a:lnTo>
                  <a:pt x="29846" y="200322"/>
                </a:lnTo>
                <a:lnTo>
                  <a:pt x="17651" y="205645"/>
                </a:lnTo>
                <a:lnTo>
                  <a:pt x="0" y="204063"/>
                </a:lnTo>
                <a:lnTo>
                  <a:pt x="9382" y="232544"/>
                </a:lnTo>
                <a:lnTo>
                  <a:pt x="19792" y="249438"/>
                </a:lnTo>
                <a:lnTo>
                  <a:pt x="28826" y="257020"/>
                </a:lnTo>
                <a:lnTo>
                  <a:pt x="64794" y="276232"/>
                </a:lnTo>
                <a:lnTo>
                  <a:pt x="74041" y="281631"/>
                </a:lnTo>
                <a:lnTo>
                  <a:pt x="80233" y="293303"/>
                </a:lnTo>
                <a:lnTo>
                  <a:pt x="80647" y="294082"/>
                </a:lnTo>
                <a:lnTo>
                  <a:pt x="84912" y="302352"/>
                </a:lnTo>
                <a:lnTo>
                  <a:pt x="86666" y="306154"/>
                </a:lnTo>
                <a:lnTo>
                  <a:pt x="93543" y="321057"/>
                </a:lnTo>
                <a:lnTo>
                  <a:pt x="100604" y="339648"/>
                </a:lnTo>
                <a:lnTo>
                  <a:pt x="107330" y="356673"/>
                </a:lnTo>
                <a:lnTo>
                  <a:pt x="114055" y="372355"/>
                </a:lnTo>
                <a:lnTo>
                  <a:pt x="115625" y="386693"/>
                </a:lnTo>
                <a:lnTo>
                  <a:pt x="111702" y="398677"/>
                </a:lnTo>
                <a:lnTo>
                  <a:pt x="104752" y="427016"/>
                </a:lnTo>
                <a:lnTo>
                  <a:pt x="100717" y="450204"/>
                </a:lnTo>
                <a:lnTo>
                  <a:pt x="99148" y="463982"/>
                </a:lnTo>
                <a:lnTo>
                  <a:pt x="103940" y="476559"/>
                </a:lnTo>
                <a:lnTo>
                  <a:pt x="117676" y="492206"/>
                </a:lnTo>
                <a:lnTo>
                  <a:pt x="176086" y="532154"/>
                </a:lnTo>
                <a:lnTo>
                  <a:pt x="187823" y="539403"/>
                </a:lnTo>
                <a:lnTo>
                  <a:pt x="207197" y="551266"/>
                </a:lnTo>
                <a:lnTo>
                  <a:pt x="221674" y="560130"/>
                </a:lnTo>
                <a:lnTo>
                  <a:pt x="264140" y="584232"/>
                </a:lnTo>
                <a:lnTo>
                  <a:pt x="281831" y="594164"/>
                </a:lnTo>
                <a:lnTo>
                  <a:pt x="283169" y="594915"/>
                </a:lnTo>
                <a:lnTo>
                  <a:pt x="293220" y="600558"/>
                </a:lnTo>
                <a:lnTo>
                  <a:pt x="304897" y="607113"/>
                </a:lnTo>
                <a:lnTo>
                  <a:pt x="322861" y="617200"/>
                </a:lnTo>
                <a:lnTo>
                  <a:pt x="340499" y="627102"/>
                </a:lnTo>
                <a:lnTo>
                  <a:pt x="351919" y="633513"/>
                </a:lnTo>
                <a:lnTo>
                  <a:pt x="361137" y="638917"/>
                </a:lnTo>
                <a:lnTo>
                  <a:pt x="368774" y="643391"/>
                </a:lnTo>
                <a:lnTo>
                  <a:pt x="369536" y="643837"/>
                </a:lnTo>
                <a:lnTo>
                  <a:pt x="381862" y="651060"/>
                </a:lnTo>
                <a:lnTo>
                  <a:pt x="404137" y="664116"/>
                </a:lnTo>
                <a:lnTo>
                  <a:pt x="421110" y="674216"/>
                </a:lnTo>
                <a:lnTo>
                  <a:pt x="464908" y="702938"/>
                </a:lnTo>
                <a:lnTo>
                  <a:pt x="498806" y="721338"/>
                </a:lnTo>
                <a:lnTo>
                  <a:pt x="506050" y="725299"/>
                </a:lnTo>
                <a:lnTo>
                  <a:pt x="792555" y="895435"/>
                </a:lnTo>
                <a:lnTo>
                  <a:pt x="803368" y="901491"/>
                </a:lnTo>
                <a:lnTo>
                  <a:pt x="848809" y="917073"/>
                </a:lnTo>
                <a:lnTo>
                  <a:pt x="892938" y="935708"/>
                </a:lnTo>
                <a:lnTo>
                  <a:pt x="911335" y="945436"/>
                </a:lnTo>
                <a:lnTo>
                  <a:pt x="913229" y="945327"/>
                </a:lnTo>
                <a:lnTo>
                  <a:pt x="917434" y="945088"/>
                </a:lnTo>
                <a:lnTo>
                  <a:pt x="931186" y="943179"/>
                </a:lnTo>
                <a:lnTo>
                  <a:pt x="979815" y="937737"/>
                </a:lnTo>
                <a:lnTo>
                  <a:pt x="990636" y="935904"/>
                </a:lnTo>
                <a:lnTo>
                  <a:pt x="995247" y="938847"/>
                </a:lnTo>
                <a:lnTo>
                  <a:pt x="999981" y="942568"/>
                </a:lnTo>
                <a:lnTo>
                  <a:pt x="1006833" y="950788"/>
                </a:lnTo>
                <a:lnTo>
                  <a:pt x="1010136" y="953116"/>
                </a:lnTo>
                <a:lnTo>
                  <a:pt x="1015918" y="956851"/>
                </a:lnTo>
                <a:lnTo>
                  <a:pt x="1022406" y="961828"/>
                </a:lnTo>
                <a:lnTo>
                  <a:pt x="1026196" y="962801"/>
                </a:lnTo>
                <a:lnTo>
                  <a:pt x="1030610" y="963523"/>
                </a:lnTo>
                <a:lnTo>
                  <a:pt x="1034978" y="965493"/>
                </a:lnTo>
                <a:lnTo>
                  <a:pt x="1044639" y="973164"/>
                </a:lnTo>
                <a:lnTo>
                  <a:pt x="1048157" y="976581"/>
                </a:lnTo>
                <a:lnTo>
                  <a:pt x="1051455" y="980343"/>
                </a:lnTo>
                <a:lnTo>
                  <a:pt x="1052403" y="985664"/>
                </a:lnTo>
                <a:lnTo>
                  <a:pt x="1052413" y="991571"/>
                </a:lnTo>
                <a:lnTo>
                  <a:pt x="1052869" y="994626"/>
                </a:lnTo>
                <a:lnTo>
                  <a:pt x="1057073" y="998977"/>
                </a:lnTo>
                <a:lnTo>
                  <a:pt x="1064481" y="1005442"/>
                </a:lnTo>
                <a:lnTo>
                  <a:pt x="1072027" y="1011997"/>
                </a:lnTo>
                <a:lnTo>
                  <a:pt x="1081049" y="1017196"/>
                </a:lnTo>
                <a:lnTo>
                  <a:pt x="1085099" y="1019779"/>
                </a:lnTo>
                <a:lnTo>
                  <a:pt x="1088719" y="1023742"/>
                </a:lnTo>
                <a:lnTo>
                  <a:pt x="1092634" y="1029753"/>
                </a:lnTo>
                <a:lnTo>
                  <a:pt x="1096941" y="1047892"/>
                </a:lnTo>
                <a:lnTo>
                  <a:pt x="1099400" y="1064151"/>
                </a:lnTo>
                <a:lnTo>
                  <a:pt x="1099488" y="1074423"/>
                </a:lnTo>
                <a:lnTo>
                  <a:pt x="1100258" y="1078839"/>
                </a:lnTo>
                <a:lnTo>
                  <a:pt x="1103238" y="1086225"/>
                </a:lnTo>
                <a:lnTo>
                  <a:pt x="1108471" y="1096094"/>
                </a:lnTo>
                <a:lnTo>
                  <a:pt x="1109497" y="1099690"/>
                </a:lnTo>
                <a:lnTo>
                  <a:pt x="1109220" y="1107182"/>
                </a:lnTo>
                <a:lnTo>
                  <a:pt x="1109711" y="1109779"/>
                </a:lnTo>
                <a:lnTo>
                  <a:pt x="1112626" y="1113578"/>
                </a:lnTo>
                <a:lnTo>
                  <a:pt x="1115101" y="1116120"/>
                </a:lnTo>
                <a:lnTo>
                  <a:pt x="1118717" y="1118007"/>
                </a:lnTo>
                <a:lnTo>
                  <a:pt x="1124308" y="1120281"/>
                </a:lnTo>
                <a:lnTo>
                  <a:pt x="1138408" y="1124148"/>
                </a:lnTo>
                <a:lnTo>
                  <a:pt x="1141521" y="1125450"/>
                </a:lnTo>
                <a:lnTo>
                  <a:pt x="1146789" y="1126882"/>
                </a:lnTo>
                <a:lnTo>
                  <a:pt x="1147063" y="1126956"/>
                </a:lnTo>
                <a:lnTo>
                  <a:pt x="1154442" y="1127646"/>
                </a:lnTo>
                <a:lnTo>
                  <a:pt x="1159122" y="1129395"/>
                </a:lnTo>
                <a:lnTo>
                  <a:pt x="1165842" y="1133807"/>
                </a:lnTo>
                <a:lnTo>
                  <a:pt x="1170713" y="1139770"/>
                </a:lnTo>
                <a:lnTo>
                  <a:pt x="1182133" y="1152401"/>
                </a:lnTo>
                <a:lnTo>
                  <a:pt x="1196511" y="1163430"/>
                </a:lnTo>
                <a:lnTo>
                  <a:pt x="1210282" y="1174492"/>
                </a:lnTo>
                <a:lnTo>
                  <a:pt x="1212376" y="1176194"/>
                </a:lnTo>
                <a:lnTo>
                  <a:pt x="1212740" y="1176490"/>
                </a:lnTo>
                <a:lnTo>
                  <a:pt x="1215217" y="1181162"/>
                </a:lnTo>
                <a:lnTo>
                  <a:pt x="1217697" y="1184104"/>
                </a:lnTo>
                <a:lnTo>
                  <a:pt x="1223193" y="1188326"/>
                </a:lnTo>
                <a:lnTo>
                  <a:pt x="1229333" y="1192424"/>
                </a:lnTo>
                <a:lnTo>
                  <a:pt x="1233268" y="1196883"/>
                </a:lnTo>
                <a:lnTo>
                  <a:pt x="1234295" y="1200202"/>
                </a:lnTo>
                <a:lnTo>
                  <a:pt x="1234938" y="1202276"/>
                </a:lnTo>
                <a:lnTo>
                  <a:pt x="1236454" y="1202424"/>
                </a:lnTo>
                <a:lnTo>
                  <a:pt x="1257175" y="1204442"/>
                </a:lnTo>
                <a:lnTo>
                  <a:pt x="1295471" y="1208557"/>
                </a:lnTo>
                <a:lnTo>
                  <a:pt x="1373487" y="1214076"/>
                </a:lnTo>
                <a:lnTo>
                  <a:pt x="1629584" y="1228156"/>
                </a:lnTo>
                <a:lnTo>
                  <a:pt x="1669191" y="1232916"/>
                </a:lnTo>
                <a:lnTo>
                  <a:pt x="1684906" y="1206862"/>
                </a:lnTo>
                <a:lnTo>
                  <a:pt x="1716854" y="1151380"/>
                </a:lnTo>
                <a:lnTo>
                  <a:pt x="1810370" y="988996"/>
                </a:lnTo>
                <a:lnTo>
                  <a:pt x="1817549" y="976422"/>
                </a:lnTo>
                <a:lnTo>
                  <a:pt x="1824908" y="958209"/>
                </a:lnTo>
                <a:lnTo>
                  <a:pt x="1847052" y="920916"/>
                </a:lnTo>
                <a:lnTo>
                  <a:pt x="1853834" y="908962"/>
                </a:lnTo>
                <a:lnTo>
                  <a:pt x="1854260" y="904516"/>
                </a:lnTo>
                <a:lnTo>
                  <a:pt x="1853681" y="899800"/>
                </a:lnTo>
                <a:lnTo>
                  <a:pt x="1851666" y="891337"/>
                </a:lnTo>
                <a:lnTo>
                  <a:pt x="1847820" y="88493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g12">
            <a:extLst>
              <a:ext uri="{FF2B5EF4-FFF2-40B4-BE49-F238E27FC236}">
                <a16:creationId xmlns:a16="http://schemas.microsoft.com/office/drawing/2014/main" id="{512D40F1-1119-43D5-B812-2508E943C5F1}"/>
              </a:ext>
            </a:extLst>
          </p:cNvPr>
          <p:cNvSpPr/>
          <p:nvPr/>
        </p:nvSpPr>
        <p:spPr>
          <a:xfrm>
            <a:off x="3985384" y="3189709"/>
            <a:ext cx="363798" cy="688039"/>
          </a:xfrm>
          <a:custGeom>
            <a:avLst/>
            <a:gdLst/>
            <a:ahLst/>
            <a:cxnLst/>
            <a:rect l="0" t="0" r="0" b="0"/>
            <a:pathLst>
              <a:path w="405012" h="765986">
                <a:moveTo>
                  <a:pt x="58491" y="576238"/>
                </a:moveTo>
                <a:lnTo>
                  <a:pt x="59220" y="577289"/>
                </a:lnTo>
                <a:lnTo>
                  <a:pt x="92741" y="626640"/>
                </a:lnTo>
                <a:lnTo>
                  <a:pt x="115844" y="652566"/>
                </a:lnTo>
                <a:lnTo>
                  <a:pt x="128199" y="664052"/>
                </a:lnTo>
                <a:lnTo>
                  <a:pt x="137171" y="670975"/>
                </a:lnTo>
                <a:lnTo>
                  <a:pt x="145501" y="662903"/>
                </a:lnTo>
                <a:lnTo>
                  <a:pt x="153567" y="657585"/>
                </a:lnTo>
                <a:lnTo>
                  <a:pt x="156246" y="661156"/>
                </a:lnTo>
                <a:lnTo>
                  <a:pt x="184300" y="678631"/>
                </a:lnTo>
                <a:lnTo>
                  <a:pt x="193272" y="679064"/>
                </a:lnTo>
                <a:lnTo>
                  <a:pt x="197337" y="682357"/>
                </a:lnTo>
                <a:lnTo>
                  <a:pt x="209238" y="690564"/>
                </a:lnTo>
                <a:lnTo>
                  <a:pt x="229998" y="707240"/>
                </a:lnTo>
                <a:lnTo>
                  <a:pt x="225370" y="713726"/>
                </a:lnTo>
                <a:lnTo>
                  <a:pt x="244014" y="729342"/>
                </a:lnTo>
                <a:lnTo>
                  <a:pt x="238004" y="737553"/>
                </a:lnTo>
                <a:lnTo>
                  <a:pt x="259245" y="765986"/>
                </a:lnTo>
                <a:lnTo>
                  <a:pt x="266247" y="756559"/>
                </a:lnTo>
                <a:lnTo>
                  <a:pt x="267368" y="755605"/>
                </a:lnTo>
                <a:lnTo>
                  <a:pt x="268354" y="739984"/>
                </a:lnTo>
                <a:lnTo>
                  <a:pt x="269127" y="732494"/>
                </a:lnTo>
                <a:lnTo>
                  <a:pt x="269922" y="728600"/>
                </a:lnTo>
                <a:lnTo>
                  <a:pt x="272765" y="719928"/>
                </a:lnTo>
                <a:lnTo>
                  <a:pt x="276496" y="709967"/>
                </a:lnTo>
                <a:lnTo>
                  <a:pt x="280873" y="701467"/>
                </a:lnTo>
                <a:lnTo>
                  <a:pt x="287143" y="691386"/>
                </a:lnTo>
                <a:lnTo>
                  <a:pt x="289987" y="687282"/>
                </a:lnTo>
                <a:lnTo>
                  <a:pt x="292301" y="684148"/>
                </a:lnTo>
                <a:lnTo>
                  <a:pt x="287790" y="678501"/>
                </a:lnTo>
                <a:lnTo>
                  <a:pt x="283669" y="672599"/>
                </a:lnTo>
                <a:lnTo>
                  <a:pt x="283139" y="670601"/>
                </a:lnTo>
                <a:lnTo>
                  <a:pt x="282826" y="668586"/>
                </a:lnTo>
                <a:lnTo>
                  <a:pt x="283113" y="665402"/>
                </a:lnTo>
                <a:lnTo>
                  <a:pt x="283724" y="663080"/>
                </a:lnTo>
                <a:lnTo>
                  <a:pt x="285120" y="660168"/>
                </a:lnTo>
                <a:lnTo>
                  <a:pt x="257129" y="636560"/>
                </a:lnTo>
                <a:lnTo>
                  <a:pt x="230036" y="600103"/>
                </a:lnTo>
                <a:lnTo>
                  <a:pt x="242441" y="590486"/>
                </a:lnTo>
                <a:lnTo>
                  <a:pt x="240918" y="588084"/>
                </a:lnTo>
                <a:lnTo>
                  <a:pt x="254874" y="575579"/>
                </a:lnTo>
                <a:lnTo>
                  <a:pt x="274890" y="558869"/>
                </a:lnTo>
                <a:lnTo>
                  <a:pt x="311109" y="526347"/>
                </a:lnTo>
                <a:lnTo>
                  <a:pt x="336896" y="497320"/>
                </a:lnTo>
                <a:lnTo>
                  <a:pt x="342633" y="490008"/>
                </a:lnTo>
                <a:lnTo>
                  <a:pt x="347489" y="483118"/>
                </a:lnTo>
                <a:lnTo>
                  <a:pt x="353493" y="474600"/>
                </a:lnTo>
                <a:lnTo>
                  <a:pt x="370830" y="448520"/>
                </a:lnTo>
                <a:lnTo>
                  <a:pt x="377921" y="437360"/>
                </a:lnTo>
                <a:lnTo>
                  <a:pt x="384328" y="425796"/>
                </a:lnTo>
                <a:lnTo>
                  <a:pt x="401161" y="394510"/>
                </a:lnTo>
                <a:lnTo>
                  <a:pt x="403555" y="386873"/>
                </a:lnTo>
                <a:lnTo>
                  <a:pt x="405012" y="373019"/>
                </a:lnTo>
                <a:lnTo>
                  <a:pt x="398462" y="359622"/>
                </a:lnTo>
                <a:lnTo>
                  <a:pt x="393722" y="348665"/>
                </a:lnTo>
                <a:lnTo>
                  <a:pt x="386164" y="329640"/>
                </a:lnTo>
                <a:lnTo>
                  <a:pt x="383814" y="324008"/>
                </a:lnTo>
                <a:lnTo>
                  <a:pt x="373925" y="298896"/>
                </a:lnTo>
                <a:lnTo>
                  <a:pt x="371326" y="292345"/>
                </a:lnTo>
                <a:lnTo>
                  <a:pt x="370328" y="289877"/>
                </a:lnTo>
                <a:lnTo>
                  <a:pt x="358711" y="261148"/>
                </a:lnTo>
                <a:lnTo>
                  <a:pt x="357021" y="255784"/>
                </a:lnTo>
                <a:lnTo>
                  <a:pt x="357382" y="252356"/>
                </a:lnTo>
                <a:lnTo>
                  <a:pt x="359936" y="248272"/>
                </a:lnTo>
                <a:lnTo>
                  <a:pt x="360184" y="247934"/>
                </a:lnTo>
                <a:lnTo>
                  <a:pt x="362738" y="244459"/>
                </a:lnTo>
                <a:lnTo>
                  <a:pt x="364307" y="239749"/>
                </a:lnTo>
                <a:lnTo>
                  <a:pt x="364307" y="231900"/>
                </a:lnTo>
                <a:lnTo>
                  <a:pt x="365764" y="223377"/>
                </a:lnTo>
                <a:lnTo>
                  <a:pt x="366241" y="221351"/>
                </a:lnTo>
                <a:lnTo>
                  <a:pt x="367303" y="216833"/>
                </a:lnTo>
                <a:lnTo>
                  <a:pt x="370737" y="207549"/>
                </a:lnTo>
                <a:lnTo>
                  <a:pt x="371390" y="202762"/>
                </a:lnTo>
                <a:lnTo>
                  <a:pt x="371612" y="200477"/>
                </a:lnTo>
                <a:lnTo>
                  <a:pt x="371629" y="197016"/>
                </a:lnTo>
                <a:lnTo>
                  <a:pt x="371355" y="194485"/>
                </a:lnTo>
                <a:lnTo>
                  <a:pt x="370916" y="191996"/>
                </a:lnTo>
                <a:lnTo>
                  <a:pt x="370522" y="189597"/>
                </a:lnTo>
                <a:lnTo>
                  <a:pt x="369699" y="184666"/>
                </a:lnTo>
                <a:lnTo>
                  <a:pt x="369627" y="181051"/>
                </a:lnTo>
                <a:lnTo>
                  <a:pt x="369963" y="172562"/>
                </a:lnTo>
                <a:lnTo>
                  <a:pt x="370634" y="165722"/>
                </a:lnTo>
                <a:lnTo>
                  <a:pt x="371193" y="161902"/>
                </a:lnTo>
                <a:lnTo>
                  <a:pt x="372500" y="158579"/>
                </a:lnTo>
                <a:lnTo>
                  <a:pt x="373323" y="155957"/>
                </a:lnTo>
                <a:lnTo>
                  <a:pt x="374703" y="152917"/>
                </a:lnTo>
                <a:lnTo>
                  <a:pt x="323378" y="127774"/>
                </a:lnTo>
                <a:lnTo>
                  <a:pt x="352736" y="119535"/>
                </a:lnTo>
                <a:lnTo>
                  <a:pt x="363615" y="99677"/>
                </a:lnTo>
                <a:lnTo>
                  <a:pt x="328896" y="79093"/>
                </a:lnTo>
                <a:lnTo>
                  <a:pt x="315775" y="71154"/>
                </a:lnTo>
                <a:lnTo>
                  <a:pt x="306051" y="87078"/>
                </a:lnTo>
                <a:lnTo>
                  <a:pt x="304795" y="82589"/>
                </a:lnTo>
                <a:lnTo>
                  <a:pt x="301972" y="71154"/>
                </a:lnTo>
                <a:lnTo>
                  <a:pt x="300560" y="65263"/>
                </a:lnTo>
                <a:lnTo>
                  <a:pt x="300133" y="61977"/>
                </a:lnTo>
                <a:lnTo>
                  <a:pt x="298924" y="45028"/>
                </a:lnTo>
                <a:lnTo>
                  <a:pt x="298435" y="29908"/>
                </a:lnTo>
                <a:lnTo>
                  <a:pt x="277714" y="27890"/>
                </a:lnTo>
                <a:lnTo>
                  <a:pt x="276198" y="27742"/>
                </a:lnTo>
                <a:lnTo>
                  <a:pt x="267453" y="26968"/>
                </a:lnTo>
                <a:lnTo>
                  <a:pt x="254114" y="24267"/>
                </a:lnTo>
                <a:lnTo>
                  <a:pt x="243360" y="17494"/>
                </a:lnTo>
                <a:lnTo>
                  <a:pt x="237896" y="11586"/>
                </a:lnTo>
                <a:lnTo>
                  <a:pt x="232211" y="4167"/>
                </a:lnTo>
                <a:lnTo>
                  <a:pt x="226375" y="494"/>
                </a:lnTo>
                <a:lnTo>
                  <a:pt x="221445" y="0"/>
                </a:lnTo>
                <a:lnTo>
                  <a:pt x="216331" y="2163"/>
                </a:lnTo>
                <a:lnTo>
                  <a:pt x="216032" y="2446"/>
                </a:lnTo>
                <a:lnTo>
                  <a:pt x="212688" y="5619"/>
                </a:lnTo>
                <a:lnTo>
                  <a:pt x="208965" y="15616"/>
                </a:lnTo>
                <a:lnTo>
                  <a:pt x="208004" y="20165"/>
                </a:lnTo>
                <a:lnTo>
                  <a:pt x="206595" y="32724"/>
                </a:lnTo>
                <a:lnTo>
                  <a:pt x="200604" y="85716"/>
                </a:lnTo>
                <a:lnTo>
                  <a:pt x="199210" y="95864"/>
                </a:lnTo>
                <a:lnTo>
                  <a:pt x="196258" y="105028"/>
                </a:lnTo>
                <a:lnTo>
                  <a:pt x="192402" y="113966"/>
                </a:lnTo>
                <a:lnTo>
                  <a:pt x="185179" y="125859"/>
                </a:lnTo>
                <a:lnTo>
                  <a:pt x="183511" y="128081"/>
                </a:lnTo>
                <a:lnTo>
                  <a:pt x="181105" y="131261"/>
                </a:lnTo>
                <a:lnTo>
                  <a:pt x="176378" y="136679"/>
                </a:lnTo>
                <a:lnTo>
                  <a:pt x="170967" y="141768"/>
                </a:lnTo>
                <a:lnTo>
                  <a:pt x="147552" y="163752"/>
                </a:lnTo>
                <a:lnTo>
                  <a:pt x="137081" y="172934"/>
                </a:lnTo>
                <a:lnTo>
                  <a:pt x="110103" y="200313"/>
                </a:lnTo>
                <a:lnTo>
                  <a:pt x="99665" y="217958"/>
                </a:lnTo>
                <a:lnTo>
                  <a:pt x="87398" y="256513"/>
                </a:lnTo>
                <a:lnTo>
                  <a:pt x="76572" y="292456"/>
                </a:lnTo>
                <a:lnTo>
                  <a:pt x="75385" y="295372"/>
                </a:lnTo>
                <a:lnTo>
                  <a:pt x="71284" y="304983"/>
                </a:lnTo>
                <a:lnTo>
                  <a:pt x="63421" y="317812"/>
                </a:lnTo>
                <a:lnTo>
                  <a:pt x="63573" y="319925"/>
                </a:lnTo>
                <a:lnTo>
                  <a:pt x="95830" y="334521"/>
                </a:lnTo>
                <a:lnTo>
                  <a:pt x="111894" y="339357"/>
                </a:lnTo>
                <a:lnTo>
                  <a:pt x="127019" y="341383"/>
                </a:lnTo>
                <a:lnTo>
                  <a:pt x="115510" y="343311"/>
                </a:lnTo>
                <a:lnTo>
                  <a:pt x="94532" y="347089"/>
                </a:lnTo>
                <a:lnTo>
                  <a:pt x="91593" y="347613"/>
                </a:lnTo>
                <a:lnTo>
                  <a:pt x="75680" y="351888"/>
                </a:lnTo>
                <a:lnTo>
                  <a:pt x="49217" y="366086"/>
                </a:lnTo>
                <a:lnTo>
                  <a:pt x="36629" y="377211"/>
                </a:lnTo>
                <a:lnTo>
                  <a:pt x="24462" y="389700"/>
                </a:lnTo>
                <a:lnTo>
                  <a:pt x="8412" y="419613"/>
                </a:lnTo>
                <a:lnTo>
                  <a:pt x="2601" y="435062"/>
                </a:lnTo>
                <a:lnTo>
                  <a:pt x="0" y="454376"/>
                </a:lnTo>
                <a:lnTo>
                  <a:pt x="1091" y="473521"/>
                </a:lnTo>
                <a:lnTo>
                  <a:pt x="4395" y="493223"/>
                </a:lnTo>
                <a:lnTo>
                  <a:pt x="7422" y="501804"/>
                </a:lnTo>
                <a:lnTo>
                  <a:pt x="9547" y="506067"/>
                </a:lnTo>
                <a:lnTo>
                  <a:pt x="11610" y="511299"/>
                </a:lnTo>
                <a:lnTo>
                  <a:pt x="19236" y="523201"/>
                </a:lnTo>
                <a:lnTo>
                  <a:pt x="27556" y="53482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g13">
            <a:extLst>
              <a:ext uri="{FF2B5EF4-FFF2-40B4-BE49-F238E27FC236}">
                <a16:creationId xmlns:a16="http://schemas.microsoft.com/office/drawing/2014/main" id="{4AD4743F-B941-4969-95A5-E17FD91513E3}"/>
              </a:ext>
            </a:extLst>
          </p:cNvPr>
          <p:cNvSpPr/>
          <p:nvPr/>
        </p:nvSpPr>
        <p:spPr>
          <a:xfrm>
            <a:off x="3901388" y="3708254"/>
            <a:ext cx="453975" cy="460707"/>
          </a:xfrm>
          <a:custGeom>
            <a:avLst/>
            <a:gdLst/>
            <a:ahLst/>
            <a:cxnLst/>
            <a:rect l="0" t="0" r="0" b="0"/>
            <a:pathLst>
              <a:path w="505405" h="512900">
                <a:moveTo>
                  <a:pt x="471659" y="500496"/>
                </a:moveTo>
                <a:lnTo>
                  <a:pt x="474459" y="512900"/>
                </a:lnTo>
                <a:lnTo>
                  <a:pt x="441767" y="512663"/>
                </a:lnTo>
                <a:lnTo>
                  <a:pt x="395619" y="499782"/>
                </a:lnTo>
                <a:lnTo>
                  <a:pt x="341636" y="482587"/>
                </a:lnTo>
                <a:lnTo>
                  <a:pt x="318898" y="469969"/>
                </a:lnTo>
                <a:lnTo>
                  <a:pt x="216657" y="404755"/>
                </a:lnTo>
                <a:lnTo>
                  <a:pt x="207462" y="412827"/>
                </a:lnTo>
                <a:lnTo>
                  <a:pt x="203279" y="416499"/>
                </a:lnTo>
                <a:lnTo>
                  <a:pt x="196132" y="408671"/>
                </a:lnTo>
                <a:lnTo>
                  <a:pt x="199390" y="405759"/>
                </a:lnTo>
                <a:lnTo>
                  <a:pt x="208593" y="397539"/>
                </a:lnTo>
                <a:lnTo>
                  <a:pt x="200836" y="389833"/>
                </a:lnTo>
                <a:lnTo>
                  <a:pt x="199547" y="387757"/>
                </a:lnTo>
                <a:lnTo>
                  <a:pt x="176095" y="350018"/>
                </a:lnTo>
                <a:lnTo>
                  <a:pt x="156547" y="326839"/>
                </a:lnTo>
                <a:lnTo>
                  <a:pt x="131806" y="304578"/>
                </a:lnTo>
                <a:lnTo>
                  <a:pt x="124905" y="312262"/>
                </a:lnTo>
                <a:lnTo>
                  <a:pt x="118682" y="307287"/>
                </a:lnTo>
                <a:lnTo>
                  <a:pt x="88502" y="285122"/>
                </a:lnTo>
                <a:lnTo>
                  <a:pt x="29991" y="254524"/>
                </a:lnTo>
                <a:lnTo>
                  <a:pt x="28505" y="253747"/>
                </a:lnTo>
                <a:lnTo>
                  <a:pt x="0" y="240574"/>
                </a:lnTo>
                <a:lnTo>
                  <a:pt x="510" y="239477"/>
                </a:lnTo>
                <a:lnTo>
                  <a:pt x="8449" y="222433"/>
                </a:lnTo>
                <a:lnTo>
                  <a:pt x="13061" y="212526"/>
                </a:lnTo>
                <a:lnTo>
                  <a:pt x="16710" y="206483"/>
                </a:lnTo>
                <a:lnTo>
                  <a:pt x="20855" y="201700"/>
                </a:lnTo>
                <a:lnTo>
                  <a:pt x="46380" y="177066"/>
                </a:lnTo>
                <a:lnTo>
                  <a:pt x="56875" y="165321"/>
                </a:lnTo>
                <a:lnTo>
                  <a:pt x="57319" y="164823"/>
                </a:lnTo>
                <a:lnTo>
                  <a:pt x="61654" y="159970"/>
                </a:lnTo>
                <a:lnTo>
                  <a:pt x="68347" y="152477"/>
                </a:lnTo>
                <a:lnTo>
                  <a:pt x="74653" y="144838"/>
                </a:lnTo>
                <a:lnTo>
                  <a:pt x="84082" y="134564"/>
                </a:lnTo>
                <a:lnTo>
                  <a:pt x="95002" y="123635"/>
                </a:lnTo>
                <a:lnTo>
                  <a:pt x="104740" y="111737"/>
                </a:lnTo>
                <a:lnTo>
                  <a:pt x="115399" y="99885"/>
                </a:lnTo>
                <a:lnTo>
                  <a:pt x="125376" y="87598"/>
                </a:lnTo>
                <a:lnTo>
                  <a:pt x="126964" y="84739"/>
                </a:lnTo>
                <a:lnTo>
                  <a:pt x="128261" y="82401"/>
                </a:lnTo>
                <a:lnTo>
                  <a:pt x="130378" y="78589"/>
                </a:lnTo>
                <a:lnTo>
                  <a:pt x="132099" y="72415"/>
                </a:lnTo>
                <a:lnTo>
                  <a:pt x="133525" y="60489"/>
                </a:lnTo>
                <a:lnTo>
                  <a:pt x="132687" y="44874"/>
                </a:lnTo>
                <a:lnTo>
                  <a:pt x="129495" y="33573"/>
                </a:lnTo>
                <a:lnTo>
                  <a:pt x="126711" y="27516"/>
                </a:lnTo>
                <a:lnTo>
                  <a:pt x="123891" y="20282"/>
                </a:lnTo>
                <a:lnTo>
                  <a:pt x="128721" y="16889"/>
                </a:lnTo>
                <a:lnTo>
                  <a:pt x="152732" y="0"/>
                </a:lnTo>
                <a:lnTo>
                  <a:pt x="186254" y="49351"/>
                </a:lnTo>
                <a:lnTo>
                  <a:pt x="209357" y="75276"/>
                </a:lnTo>
                <a:lnTo>
                  <a:pt x="221712" y="86763"/>
                </a:lnTo>
                <a:lnTo>
                  <a:pt x="230683" y="93685"/>
                </a:lnTo>
                <a:lnTo>
                  <a:pt x="239014" y="85614"/>
                </a:lnTo>
                <a:lnTo>
                  <a:pt x="247079" y="80295"/>
                </a:lnTo>
                <a:lnTo>
                  <a:pt x="249759" y="83866"/>
                </a:lnTo>
                <a:lnTo>
                  <a:pt x="277812" y="101341"/>
                </a:lnTo>
                <a:lnTo>
                  <a:pt x="286784" y="101774"/>
                </a:lnTo>
                <a:lnTo>
                  <a:pt x="290849" y="105067"/>
                </a:lnTo>
                <a:lnTo>
                  <a:pt x="302750" y="113274"/>
                </a:lnTo>
                <a:lnTo>
                  <a:pt x="323510" y="129950"/>
                </a:lnTo>
                <a:lnTo>
                  <a:pt x="318882" y="136436"/>
                </a:lnTo>
                <a:lnTo>
                  <a:pt x="337526" y="152053"/>
                </a:lnTo>
                <a:lnTo>
                  <a:pt x="331517" y="160264"/>
                </a:lnTo>
                <a:lnTo>
                  <a:pt x="352757" y="188696"/>
                </a:lnTo>
                <a:lnTo>
                  <a:pt x="362027" y="197687"/>
                </a:lnTo>
                <a:lnTo>
                  <a:pt x="390788" y="213393"/>
                </a:lnTo>
                <a:lnTo>
                  <a:pt x="409366" y="226883"/>
                </a:lnTo>
                <a:lnTo>
                  <a:pt x="419683" y="221632"/>
                </a:lnTo>
                <a:lnTo>
                  <a:pt x="423642" y="218864"/>
                </a:lnTo>
                <a:lnTo>
                  <a:pt x="428498" y="217667"/>
                </a:lnTo>
                <a:lnTo>
                  <a:pt x="444111" y="219088"/>
                </a:lnTo>
                <a:lnTo>
                  <a:pt x="464282" y="217667"/>
                </a:lnTo>
                <a:lnTo>
                  <a:pt x="467719" y="218191"/>
                </a:lnTo>
                <a:lnTo>
                  <a:pt x="471081" y="221780"/>
                </a:lnTo>
                <a:lnTo>
                  <a:pt x="479602" y="231499"/>
                </a:lnTo>
                <a:lnTo>
                  <a:pt x="486716" y="239617"/>
                </a:lnTo>
                <a:lnTo>
                  <a:pt x="496050" y="247619"/>
                </a:lnTo>
                <a:lnTo>
                  <a:pt x="505383" y="251562"/>
                </a:lnTo>
                <a:lnTo>
                  <a:pt x="505405" y="253473"/>
                </a:lnTo>
                <a:lnTo>
                  <a:pt x="488650" y="264931"/>
                </a:lnTo>
                <a:lnTo>
                  <a:pt x="474783" y="274269"/>
                </a:lnTo>
                <a:lnTo>
                  <a:pt x="463232" y="283037"/>
                </a:lnTo>
                <a:lnTo>
                  <a:pt x="456517" y="287462"/>
                </a:lnTo>
                <a:lnTo>
                  <a:pt x="456808" y="307052"/>
                </a:lnTo>
                <a:lnTo>
                  <a:pt x="456370" y="309017"/>
                </a:lnTo>
                <a:lnTo>
                  <a:pt x="454616" y="314010"/>
                </a:lnTo>
                <a:lnTo>
                  <a:pt x="451886" y="321374"/>
                </a:lnTo>
                <a:lnTo>
                  <a:pt x="441079" y="350547"/>
                </a:lnTo>
                <a:lnTo>
                  <a:pt x="440417" y="352397"/>
                </a:lnTo>
                <a:lnTo>
                  <a:pt x="440320" y="354188"/>
                </a:lnTo>
                <a:lnTo>
                  <a:pt x="440550" y="357237"/>
                </a:lnTo>
                <a:lnTo>
                  <a:pt x="443213" y="372566"/>
                </a:lnTo>
                <a:lnTo>
                  <a:pt x="445297" y="382081"/>
                </a:lnTo>
                <a:lnTo>
                  <a:pt x="448836" y="397565"/>
                </a:lnTo>
                <a:lnTo>
                  <a:pt x="449386" y="401345"/>
                </a:lnTo>
                <a:lnTo>
                  <a:pt x="453335" y="420895"/>
                </a:lnTo>
                <a:lnTo>
                  <a:pt x="457160" y="437582"/>
                </a:lnTo>
                <a:lnTo>
                  <a:pt x="458680" y="444096"/>
                </a:lnTo>
                <a:lnTo>
                  <a:pt x="459996" y="449885"/>
                </a:lnTo>
                <a:lnTo>
                  <a:pt x="463628" y="465325"/>
                </a:lnTo>
                <a:lnTo>
                  <a:pt x="466240" y="47647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14">
            <a:extLst>
              <a:ext uri="{FF2B5EF4-FFF2-40B4-BE49-F238E27FC236}">
                <a16:creationId xmlns:a16="http://schemas.microsoft.com/office/drawing/2014/main" id="{B6757041-2578-4FC2-AF0F-41C78D27A521}"/>
              </a:ext>
            </a:extLst>
          </p:cNvPr>
          <p:cNvSpPr/>
          <p:nvPr/>
        </p:nvSpPr>
        <p:spPr>
          <a:xfrm>
            <a:off x="4296901" y="3935933"/>
            <a:ext cx="404146" cy="400205"/>
          </a:xfrm>
          <a:custGeom>
            <a:avLst/>
            <a:gdLst/>
            <a:ahLst/>
            <a:cxnLst/>
            <a:rect l="0" t="0" r="0" b="0"/>
            <a:pathLst>
              <a:path w="449931" h="445543">
                <a:moveTo>
                  <a:pt x="359346" y="434525"/>
                </a:moveTo>
                <a:lnTo>
                  <a:pt x="357225" y="443613"/>
                </a:lnTo>
                <a:lnTo>
                  <a:pt x="333490" y="445543"/>
                </a:lnTo>
                <a:lnTo>
                  <a:pt x="312051" y="444609"/>
                </a:lnTo>
                <a:lnTo>
                  <a:pt x="277294" y="435184"/>
                </a:lnTo>
                <a:lnTo>
                  <a:pt x="253551" y="424311"/>
                </a:lnTo>
                <a:lnTo>
                  <a:pt x="231837" y="406984"/>
                </a:lnTo>
                <a:lnTo>
                  <a:pt x="203082" y="374484"/>
                </a:lnTo>
                <a:lnTo>
                  <a:pt x="185067" y="347481"/>
                </a:lnTo>
                <a:lnTo>
                  <a:pt x="167169" y="312236"/>
                </a:lnTo>
                <a:lnTo>
                  <a:pt x="148079" y="287383"/>
                </a:lnTo>
                <a:lnTo>
                  <a:pt x="110378" y="264805"/>
                </a:lnTo>
                <a:lnTo>
                  <a:pt x="81743" y="260741"/>
                </a:lnTo>
                <a:lnTo>
                  <a:pt x="34139" y="259427"/>
                </a:lnTo>
                <a:lnTo>
                  <a:pt x="31339" y="247022"/>
                </a:lnTo>
                <a:lnTo>
                  <a:pt x="25919" y="223001"/>
                </a:lnTo>
                <a:lnTo>
                  <a:pt x="23307" y="211852"/>
                </a:lnTo>
                <a:lnTo>
                  <a:pt x="19676" y="196411"/>
                </a:lnTo>
                <a:lnTo>
                  <a:pt x="18359" y="190622"/>
                </a:lnTo>
                <a:lnTo>
                  <a:pt x="16839" y="184109"/>
                </a:lnTo>
                <a:lnTo>
                  <a:pt x="13014" y="167421"/>
                </a:lnTo>
                <a:lnTo>
                  <a:pt x="9065" y="147872"/>
                </a:lnTo>
                <a:lnTo>
                  <a:pt x="8515" y="144092"/>
                </a:lnTo>
                <a:lnTo>
                  <a:pt x="4976" y="128608"/>
                </a:lnTo>
                <a:lnTo>
                  <a:pt x="2892" y="119093"/>
                </a:lnTo>
                <a:lnTo>
                  <a:pt x="229" y="103764"/>
                </a:lnTo>
                <a:lnTo>
                  <a:pt x="0" y="100715"/>
                </a:lnTo>
                <a:lnTo>
                  <a:pt x="96" y="98924"/>
                </a:lnTo>
                <a:lnTo>
                  <a:pt x="758" y="97074"/>
                </a:lnTo>
                <a:lnTo>
                  <a:pt x="11566" y="67901"/>
                </a:lnTo>
                <a:lnTo>
                  <a:pt x="14295" y="60537"/>
                </a:lnTo>
                <a:lnTo>
                  <a:pt x="16049" y="55544"/>
                </a:lnTo>
                <a:lnTo>
                  <a:pt x="16488" y="53579"/>
                </a:lnTo>
                <a:lnTo>
                  <a:pt x="16197" y="33988"/>
                </a:lnTo>
                <a:lnTo>
                  <a:pt x="22912" y="29564"/>
                </a:lnTo>
                <a:lnTo>
                  <a:pt x="34462" y="20796"/>
                </a:lnTo>
                <a:lnTo>
                  <a:pt x="48330" y="11458"/>
                </a:lnTo>
                <a:lnTo>
                  <a:pt x="65085" y="0"/>
                </a:lnTo>
                <a:lnTo>
                  <a:pt x="201323" y="33932"/>
                </a:lnTo>
                <a:lnTo>
                  <a:pt x="216311" y="37525"/>
                </a:lnTo>
                <a:lnTo>
                  <a:pt x="224219" y="39420"/>
                </a:lnTo>
                <a:lnTo>
                  <a:pt x="298810" y="57300"/>
                </a:lnTo>
                <a:lnTo>
                  <a:pt x="419663" y="86367"/>
                </a:lnTo>
                <a:lnTo>
                  <a:pt x="414966" y="101803"/>
                </a:lnTo>
                <a:lnTo>
                  <a:pt x="412022" y="108582"/>
                </a:lnTo>
                <a:lnTo>
                  <a:pt x="448785" y="135208"/>
                </a:lnTo>
                <a:lnTo>
                  <a:pt x="449931" y="153650"/>
                </a:lnTo>
                <a:lnTo>
                  <a:pt x="449420" y="158607"/>
                </a:lnTo>
                <a:lnTo>
                  <a:pt x="444815" y="183402"/>
                </a:lnTo>
                <a:lnTo>
                  <a:pt x="440018" y="200979"/>
                </a:lnTo>
                <a:lnTo>
                  <a:pt x="438618" y="205308"/>
                </a:lnTo>
                <a:lnTo>
                  <a:pt x="418368" y="276195"/>
                </a:lnTo>
                <a:lnTo>
                  <a:pt x="411864" y="297681"/>
                </a:lnTo>
                <a:lnTo>
                  <a:pt x="404580" y="327226"/>
                </a:lnTo>
                <a:lnTo>
                  <a:pt x="381759" y="321705"/>
                </a:lnTo>
                <a:lnTo>
                  <a:pt x="382322" y="329583"/>
                </a:lnTo>
                <a:lnTo>
                  <a:pt x="381122" y="340099"/>
                </a:lnTo>
                <a:lnTo>
                  <a:pt x="375115" y="373422"/>
                </a:lnTo>
                <a:lnTo>
                  <a:pt x="360772" y="4284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15">
            <a:extLst>
              <a:ext uri="{FF2B5EF4-FFF2-40B4-BE49-F238E27FC236}">
                <a16:creationId xmlns:a16="http://schemas.microsoft.com/office/drawing/2014/main" id="{27E523D8-D1F7-4375-9136-04C7DBE652FA}"/>
              </a:ext>
            </a:extLst>
          </p:cNvPr>
          <p:cNvSpPr/>
          <p:nvPr/>
        </p:nvSpPr>
        <p:spPr>
          <a:xfrm>
            <a:off x="4617775" y="4013512"/>
            <a:ext cx="1529836" cy="1263229"/>
          </a:xfrm>
          <a:custGeom>
            <a:avLst/>
            <a:gdLst/>
            <a:ahLst/>
            <a:cxnLst/>
            <a:rect l="0" t="0" r="0" b="0"/>
            <a:pathLst>
              <a:path w="1703149" h="1406338">
                <a:moveTo>
                  <a:pt x="938923" y="1326680"/>
                </a:moveTo>
                <a:lnTo>
                  <a:pt x="967964" y="1345313"/>
                </a:lnTo>
                <a:lnTo>
                  <a:pt x="985543" y="1352671"/>
                </a:lnTo>
                <a:lnTo>
                  <a:pt x="1026994" y="1369755"/>
                </a:lnTo>
                <a:lnTo>
                  <a:pt x="1030495" y="1342810"/>
                </a:lnTo>
                <a:lnTo>
                  <a:pt x="1122664" y="1353496"/>
                </a:lnTo>
                <a:lnTo>
                  <a:pt x="1135168" y="1260445"/>
                </a:lnTo>
                <a:lnTo>
                  <a:pt x="1154289" y="1125554"/>
                </a:lnTo>
                <a:lnTo>
                  <a:pt x="1153994" y="1109855"/>
                </a:lnTo>
                <a:lnTo>
                  <a:pt x="1162345" y="1108691"/>
                </a:lnTo>
                <a:lnTo>
                  <a:pt x="1166624" y="1108845"/>
                </a:lnTo>
                <a:lnTo>
                  <a:pt x="1171062" y="1110479"/>
                </a:lnTo>
                <a:lnTo>
                  <a:pt x="1175241" y="1112395"/>
                </a:lnTo>
                <a:lnTo>
                  <a:pt x="1178778" y="1113877"/>
                </a:lnTo>
                <a:lnTo>
                  <a:pt x="1182306" y="1114921"/>
                </a:lnTo>
                <a:lnTo>
                  <a:pt x="1185914" y="1115718"/>
                </a:lnTo>
                <a:lnTo>
                  <a:pt x="1189111" y="1116279"/>
                </a:lnTo>
                <a:lnTo>
                  <a:pt x="1192009" y="1116325"/>
                </a:lnTo>
                <a:lnTo>
                  <a:pt x="1196001" y="1115689"/>
                </a:lnTo>
                <a:lnTo>
                  <a:pt x="1199189" y="1115443"/>
                </a:lnTo>
                <a:lnTo>
                  <a:pt x="1202176" y="1115918"/>
                </a:lnTo>
                <a:lnTo>
                  <a:pt x="1206449" y="1117174"/>
                </a:lnTo>
                <a:lnTo>
                  <a:pt x="1211984" y="1117981"/>
                </a:lnTo>
                <a:lnTo>
                  <a:pt x="1220040" y="1118120"/>
                </a:lnTo>
                <a:lnTo>
                  <a:pt x="1227881" y="1117724"/>
                </a:lnTo>
                <a:lnTo>
                  <a:pt x="1235680" y="1116936"/>
                </a:lnTo>
                <a:lnTo>
                  <a:pt x="1239280" y="1115896"/>
                </a:lnTo>
                <a:lnTo>
                  <a:pt x="1246291" y="1112982"/>
                </a:lnTo>
                <a:lnTo>
                  <a:pt x="1247623" y="1112416"/>
                </a:lnTo>
                <a:lnTo>
                  <a:pt x="1252083" y="1107966"/>
                </a:lnTo>
                <a:lnTo>
                  <a:pt x="1256385" y="1100534"/>
                </a:lnTo>
                <a:lnTo>
                  <a:pt x="1257077" y="1098706"/>
                </a:lnTo>
                <a:lnTo>
                  <a:pt x="1259275" y="1091833"/>
                </a:lnTo>
                <a:lnTo>
                  <a:pt x="1259714" y="1085520"/>
                </a:lnTo>
                <a:lnTo>
                  <a:pt x="1257481" y="1078795"/>
                </a:lnTo>
                <a:lnTo>
                  <a:pt x="1252480" y="1072138"/>
                </a:lnTo>
                <a:lnTo>
                  <a:pt x="1246840" y="1062519"/>
                </a:lnTo>
                <a:lnTo>
                  <a:pt x="1240911" y="1055035"/>
                </a:lnTo>
                <a:lnTo>
                  <a:pt x="1240128" y="1052793"/>
                </a:lnTo>
                <a:lnTo>
                  <a:pt x="1239488" y="1050965"/>
                </a:lnTo>
                <a:lnTo>
                  <a:pt x="1242387" y="1041085"/>
                </a:lnTo>
                <a:lnTo>
                  <a:pt x="1247335" y="1031381"/>
                </a:lnTo>
                <a:lnTo>
                  <a:pt x="1250574" y="1025070"/>
                </a:lnTo>
                <a:lnTo>
                  <a:pt x="1253525" y="1019346"/>
                </a:lnTo>
                <a:lnTo>
                  <a:pt x="1257023" y="1013364"/>
                </a:lnTo>
                <a:lnTo>
                  <a:pt x="1258147" y="1006139"/>
                </a:lnTo>
                <a:lnTo>
                  <a:pt x="1256488" y="999588"/>
                </a:lnTo>
                <a:lnTo>
                  <a:pt x="1253499" y="993693"/>
                </a:lnTo>
                <a:lnTo>
                  <a:pt x="1252010" y="988883"/>
                </a:lnTo>
                <a:lnTo>
                  <a:pt x="1251671" y="986228"/>
                </a:lnTo>
                <a:lnTo>
                  <a:pt x="1252376" y="983225"/>
                </a:lnTo>
                <a:lnTo>
                  <a:pt x="1255182" y="981070"/>
                </a:lnTo>
                <a:lnTo>
                  <a:pt x="1259766" y="979656"/>
                </a:lnTo>
                <a:lnTo>
                  <a:pt x="1261594" y="979005"/>
                </a:lnTo>
                <a:lnTo>
                  <a:pt x="1263343" y="977678"/>
                </a:lnTo>
                <a:lnTo>
                  <a:pt x="1273214" y="981157"/>
                </a:lnTo>
                <a:lnTo>
                  <a:pt x="1275735" y="979003"/>
                </a:lnTo>
                <a:lnTo>
                  <a:pt x="1291546" y="982898"/>
                </a:lnTo>
                <a:lnTo>
                  <a:pt x="1299929" y="977675"/>
                </a:lnTo>
                <a:lnTo>
                  <a:pt x="1305752" y="973281"/>
                </a:lnTo>
                <a:lnTo>
                  <a:pt x="1311590" y="968450"/>
                </a:lnTo>
                <a:lnTo>
                  <a:pt x="1317238" y="966992"/>
                </a:lnTo>
                <a:lnTo>
                  <a:pt x="1322215" y="965262"/>
                </a:lnTo>
                <a:lnTo>
                  <a:pt x="1324734" y="945186"/>
                </a:lnTo>
                <a:lnTo>
                  <a:pt x="1326171" y="943928"/>
                </a:lnTo>
                <a:lnTo>
                  <a:pt x="1326875" y="944215"/>
                </a:lnTo>
                <a:lnTo>
                  <a:pt x="1329938" y="924246"/>
                </a:lnTo>
                <a:lnTo>
                  <a:pt x="1345964" y="915752"/>
                </a:lnTo>
                <a:lnTo>
                  <a:pt x="1348984" y="920916"/>
                </a:lnTo>
                <a:lnTo>
                  <a:pt x="1354810" y="917965"/>
                </a:lnTo>
                <a:lnTo>
                  <a:pt x="1359073" y="910240"/>
                </a:lnTo>
                <a:lnTo>
                  <a:pt x="1357246" y="909249"/>
                </a:lnTo>
                <a:lnTo>
                  <a:pt x="1438441" y="866923"/>
                </a:lnTo>
                <a:lnTo>
                  <a:pt x="1484167" y="841670"/>
                </a:lnTo>
                <a:lnTo>
                  <a:pt x="1508887" y="857970"/>
                </a:lnTo>
                <a:lnTo>
                  <a:pt x="1510467" y="857459"/>
                </a:lnTo>
                <a:lnTo>
                  <a:pt x="1512313" y="856788"/>
                </a:lnTo>
                <a:lnTo>
                  <a:pt x="1523258" y="851539"/>
                </a:lnTo>
                <a:lnTo>
                  <a:pt x="1525199" y="848795"/>
                </a:lnTo>
                <a:lnTo>
                  <a:pt x="1527082" y="846260"/>
                </a:lnTo>
                <a:lnTo>
                  <a:pt x="1526801" y="845944"/>
                </a:lnTo>
                <a:lnTo>
                  <a:pt x="1529618" y="842464"/>
                </a:lnTo>
                <a:lnTo>
                  <a:pt x="1533106" y="837977"/>
                </a:lnTo>
                <a:lnTo>
                  <a:pt x="1539606" y="829698"/>
                </a:lnTo>
                <a:lnTo>
                  <a:pt x="1545357" y="824221"/>
                </a:lnTo>
                <a:lnTo>
                  <a:pt x="1553769" y="818484"/>
                </a:lnTo>
                <a:lnTo>
                  <a:pt x="1556740" y="815992"/>
                </a:lnTo>
                <a:lnTo>
                  <a:pt x="1567271" y="808682"/>
                </a:lnTo>
                <a:lnTo>
                  <a:pt x="1569045" y="807318"/>
                </a:lnTo>
                <a:lnTo>
                  <a:pt x="1572559" y="805359"/>
                </a:lnTo>
                <a:lnTo>
                  <a:pt x="1575929" y="803159"/>
                </a:lnTo>
                <a:lnTo>
                  <a:pt x="1579585" y="800765"/>
                </a:lnTo>
                <a:lnTo>
                  <a:pt x="1581961" y="798349"/>
                </a:lnTo>
                <a:lnTo>
                  <a:pt x="1584887" y="795455"/>
                </a:lnTo>
                <a:lnTo>
                  <a:pt x="1652874" y="687351"/>
                </a:lnTo>
                <a:lnTo>
                  <a:pt x="1656269" y="681889"/>
                </a:lnTo>
                <a:lnTo>
                  <a:pt x="1666479" y="665526"/>
                </a:lnTo>
                <a:lnTo>
                  <a:pt x="1669247" y="661130"/>
                </a:lnTo>
                <a:lnTo>
                  <a:pt x="1676704" y="653754"/>
                </a:lnTo>
                <a:lnTo>
                  <a:pt x="1678894" y="652016"/>
                </a:lnTo>
                <a:lnTo>
                  <a:pt x="1680123" y="651215"/>
                </a:lnTo>
                <a:lnTo>
                  <a:pt x="1681716" y="650009"/>
                </a:lnTo>
                <a:lnTo>
                  <a:pt x="1701285" y="635528"/>
                </a:lnTo>
                <a:lnTo>
                  <a:pt x="1703149" y="630179"/>
                </a:lnTo>
                <a:lnTo>
                  <a:pt x="1654382" y="528639"/>
                </a:lnTo>
                <a:lnTo>
                  <a:pt x="1615679" y="535507"/>
                </a:lnTo>
                <a:lnTo>
                  <a:pt x="1602731" y="498337"/>
                </a:lnTo>
                <a:lnTo>
                  <a:pt x="1598951" y="487547"/>
                </a:lnTo>
                <a:lnTo>
                  <a:pt x="1595805" y="478929"/>
                </a:lnTo>
                <a:lnTo>
                  <a:pt x="1594395" y="474122"/>
                </a:lnTo>
                <a:lnTo>
                  <a:pt x="1541618" y="540754"/>
                </a:lnTo>
                <a:lnTo>
                  <a:pt x="1488281" y="607594"/>
                </a:lnTo>
                <a:lnTo>
                  <a:pt x="1478899" y="618014"/>
                </a:lnTo>
                <a:lnTo>
                  <a:pt x="1450650" y="651524"/>
                </a:lnTo>
                <a:lnTo>
                  <a:pt x="1425790" y="675265"/>
                </a:lnTo>
                <a:lnTo>
                  <a:pt x="1416846" y="681756"/>
                </a:lnTo>
                <a:lnTo>
                  <a:pt x="1397328" y="694638"/>
                </a:lnTo>
                <a:lnTo>
                  <a:pt x="1380984" y="703693"/>
                </a:lnTo>
                <a:lnTo>
                  <a:pt x="1367221" y="710409"/>
                </a:lnTo>
                <a:lnTo>
                  <a:pt x="1352833" y="716668"/>
                </a:lnTo>
                <a:lnTo>
                  <a:pt x="1316896" y="727989"/>
                </a:lnTo>
                <a:lnTo>
                  <a:pt x="1201533" y="767625"/>
                </a:lnTo>
                <a:lnTo>
                  <a:pt x="1154755" y="743375"/>
                </a:lnTo>
                <a:lnTo>
                  <a:pt x="1021397" y="676599"/>
                </a:lnTo>
                <a:lnTo>
                  <a:pt x="876697" y="604543"/>
                </a:lnTo>
                <a:lnTo>
                  <a:pt x="912074" y="504352"/>
                </a:lnTo>
                <a:lnTo>
                  <a:pt x="916699" y="482629"/>
                </a:lnTo>
                <a:lnTo>
                  <a:pt x="917882" y="460248"/>
                </a:lnTo>
                <a:lnTo>
                  <a:pt x="914973" y="449789"/>
                </a:lnTo>
                <a:lnTo>
                  <a:pt x="903355" y="444838"/>
                </a:lnTo>
                <a:lnTo>
                  <a:pt x="893210" y="442416"/>
                </a:lnTo>
                <a:lnTo>
                  <a:pt x="886218" y="442311"/>
                </a:lnTo>
                <a:lnTo>
                  <a:pt x="880331" y="439941"/>
                </a:lnTo>
                <a:lnTo>
                  <a:pt x="873077" y="434255"/>
                </a:lnTo>
                <a:lnTo>
                  <a:pt x="868486" y="428718"/>
                </a:lnTo>
                <a:lnTo>
                  <a:pt x="878128" y="371983"/>
                </a:lnTo>
                <a:lnTo>
                  <a:pt x="879426" y="364049"/>
                </a:lnTo>
                <a:lnTo>
                  <a:pt x="873261" y="363855"/>
                </a:lnTo>
                <a:lnTo>
                  <a:pt x="873331" y="352366"/>
                </a:lnTo>
                <a:lnTo>
                  <a:pt x="873396" y="342604"/>
                </a:lnTo>
                <a:lnTo>
                  <a:pt x="873393" y="326478"/>
                </a:lnTo>
                <a:lnTo>
                  <a:pt x="863333" y="325696"/>
                </a:lnTo>
                <a:lnTo>
                  <a:pt x="863449" y="230124"/>
                </a:lnTo>
                <a:lnTo>
                  <a:pt x="863098" y="222814"/>
                </a:lnTo>
                <a:lnTo>
                  <a:pt x="861667" y="217871"/>
                </a:lnTo>
                <a:lnTo>
                  <a:pt x="859139" y="214520"/>
                </a:lnTo>
                <a:lnTo>
                  <a:pt x="856575" y="212207"/>
                </a:lnTo>
                <a:lnTo>
                  <a:pt x="853690" y="209547"/>
                </a:lnTo>
                <a:lnTo>
                  <a:pt x="852378" y="207821"/>
                </a:lnTo>
                <a:lnTo>
                  <a:pt x="851178" y="205055"/>
                </a:lnTo>
                <a:lnTo>
                  <a:pt x="850565" y="200692"/>
                </a:lnTo>
                <a:lnTo>
                  <a:pt x="850518" y="155872"/>
                </a:lnTo>
                <a:lnTo>
                  <a:pt x="850828" y="150451"/>
                </a:lnTo>
                <a:lnTo>
                  <a:pt x="872980" y="142581"/>
                </a:lnTo>
                <a:lnTo>
                  <a:pt x="876738" y="139744"/>
                </a:lnTo>
                <a:lnTo>
                  <a:pt x="877686" y="132529"/>
                </a:lnTo>
                <a:lnTo>
                  <a:pt x="877876" y="117533"/>
                </a:lnTo>
                <a:lnTo>
                  <a:pt x="874957" y="111380"/>
                </a:lnTo>
                <a:lnTo>
                  <a:pt x="870295" y="101307"/>
                </a:lnTo>
                <a:lnTo>
                  <a:pt x="869154" y="98952"/>
                </a:lnTo>
                <a:lnTo>
                  <a:pt x="864761" y="88038"/>
                </a:lnTo>
                <a:lnTo>
                  <a:pt x="864303" y="86658"/>
                </a:lnTo>
                <a:lnTo>
                  <a:pt x="862341" y="66589"/>
                </a:lnTo>
                <a:lnTo>
                  <a:pt x="862046" y="60800"/>
                </a:lnTo>
                <a:lnTo>
                  <a:pt x="853361" y="41438"/>
                </a:lnTo>
                <a:lnTo>
                  <a:pt x="838082" y="7018"/>
                </a:lnTo>
                <a:lnTo>
                  <a:pt x="784229" y="6835"/>
                </a:lnTo>
                <a:lnTo>
                  <a:pt x="675509" y="6467"/>
                </a:lnTo>
                <a:lnTo>
                  <a:pt x="673473" y="6461"/>
                </a:lnTo>
                <a:lnTo>
                  <a:pt x="615240" y="6182"/>
                </a:lnTo>
                <a:lnTo>
                  <a:pt x="578052" y="5499"/>
                </a:lnTo>
                <a:lnTo>
                  <a:pt x="568325" y="5320"/>
                </a:lnTo>
                <a:lnTo>
                  <a:pt x="563998" y="4604"/>
                </a:lnTo>
                <a:lnTo>
                  <a:pt x="462109" y="2737"/>
                </a:lnTo>
                <a:lnTo>
                  <a:pt x="425815" y="7991"/>
                </a:lnTo>
                <a:lnTo>
                  <a:pt x="419079" y="7795"/>
                </a:lnTo>
                <a:lnTo>
                  <a:pt x="460806" y="79248"/>
                </a:lnTo>
                <a:lnTo>
                  <a:pt x="458125" y="93801"/>
                </a:lnTo>
                <a:lnTo>
                  <a:pt x="475254" y="129404"/>
                </a:lnTo>
                <a:lnTo>
                  <a:pt x="470998" y="136166"/>
                </a:lnTo>
                <a:lnTo>
                  <a:pt x="468892" y="135313"/>
                </a:lnTo>
                <a:lnTo>
                  <a:pt x="455556" y="149067"/>
                </a:lnTo>
                <a:lnTo>
                  <a:pt x="449025" y="155426"/>
                </a:lnTo>
                <a:lnTo>
                  <a:pt x="431607" y="173920"/>
                </a:lnTo>
                <a:lnTo>
                  <a:pt x="418783" y="186975"/>
                </a:lnTo>
                <a:lnTo>
                  <a:pt x="411224" y="194718"/>
                </a:lnTo>
                <a:lnTo>
                  <a:pt x="405045" y="198829"/>
                </a:lnTo>
                <a:lnTo>
                  <a:pt x="401325" y="202389"/>
                </a:lnTo>
                <a:lnTo>
                  <a:pt x="397715" y="206113"/>
                </a:lnTo>
                <a:lnTo>
                  <a:pt x="396973" y="207510"/>
                </a:lnTo>
                <a:lnTo>
                  <a:pt x="388908" y="220735"/>
                </a:lnTo>
                <a:lnTo>
                  <a:pt x="383222" y="214119"/>
                </a:lnTo>
                <a:lnTo>
                  <a:pt x="378272" y="206838"/>
                </a:lnTo>
                <a:lnTo>
                  <a:pt x="368108" y="188329"/>
                </a:lnTo>
                <a:lnTo>
                  <a:pt x="367193" y="186894"/>
                </a:lnTo>
                <a:lnTo>
                  <a:pt x="350373" y="155365"/>
                </a:lnTo>
                <a:lnTo>
                  <a:pt x="335172" y="130688"/>
                </a:lnTo>
                <a:lnTo>
                  <a:pt x="333030" y="128636"/>
                </a:lnTo>
                <a:lnTo>
                  <a:pt x="325687" y="117409"/>
                </a:lnTo>
                <a:lnTo>
                  <a:pt x="316256" y="104499"/>
                </a:lnTo>
                <a:lnTo>
                  <a:pt x="307494" y="94895"/>
                </a:lnTo>
                <a:lnTo>
                  <a:pt x="300504" y="88290"/>
                </a:lnTo>
                <a:lnTo>
                  <a:pt x="291684" y="78915"/>
                </a:lnTo>
                <a:lnTo>
                  <a:pt x="278593" y="68832"/>
                </a:lnTo>
                <a:lnTo>
                  <a:pt x="268718" y="61866"/>
                </a:lnTo>
                <a:lnTo>
                  <a:pt x="260821" y="56160"/>
                </a:lnTo>
                <a:lnTo>
                  <a:pt x="243728" y="47411"/>
                </a:lnTo>
                <a:lnTo>
                  <a:pt x="231791" y="41446"/>
                </a:lnTo>
                <a:lnTo>
                  <a:pt x="230346" y="40881"/>
                </a:lnTo>
                <a:lnTo>
                  <a:pt x="216043" y="35285"/>
                </a:lnTo>
                <a:lnTo>
                  <a:pt x="206252" y="32054"/>
                </a:lnTo>
                <a:lnTo>
                  <a:pt x="186209" y="27307"/>
                </a:lnTo>
                <a:lnTo>
                  <a:pt x="154490" y="19673"/>
                </a:lnTo>
                <a:lnTo>
                  <a:pt x="143577" y="18805"/>
                </a:lnTo>
                <a:lnTo>
                  <a:pt x="100969" y="8696"/>
                </a:lnTo>
                <a:lnTo>
                  <a:pt x="62438" y="0"/>
                </a:lnTo>
                <a:lnTo>
                  <a:pt x="57740" y="15436"/>
                </a:lnTo>
                <a:lnTo>
                  <a:pt x="54797" y="22215"/>
                </a:lnTo>
                <a:lnTo>
                  <a:pt x="91560" y="48841"/>
                </a:lnTo>
                <a:lnTo>
                  <a:pt x="92706" y="67283"/>
                </a:lnTo>
                <a:lnTo>
                  <a:pt x="92194" y="72240"/>
                </a:lnTo>
                <a:lnTo>
                  <a:pt x="87590" y="97035"/>
                </a:lnTo>
                <a:lnTo>
                  <a:pt x="82793" y="114612"/>
                </a:lnTo>
                <a:lnTo>
                  <a:pt x="81393" y="118941"/>
                </a:lnTo>
                <a:lnTo>
                  <a:pt x="61142" y="189828"/>
                </a:lnTo>
                <a:lnTo>
                  <a:pt x="54639" y="211314"/>
                </a:lnTo>
                <a:lnTo>
                  <a:pt x="47354" y="240859"/>
                </a:lnTo>
                <a:lnTo>
                  <a:pt x="24534" y="235338"/>
                </a:lnTo>
                <a:lnTo>
                  <a:pt x="25096" y="243216"/>
                </a:lnTo>
                <a:lnTo>
                  <a:pt x="23896" y="253732"/>
                </a:lnTo>
                <a:lnTo>
                  <a:pt x="17889" y="287055"/>
                </a:lnTo>
                <a:lnTo>
                  <a:pt x="3546" y="342047"/>
                </a:lnTo>
                <a:lnTo>
                  <a:pt x="2120" y="348157"/>
                </a:lnTo>
                <a:lnTo>
                  <a:pt x="0" y="357246"/>
                </a:lnTo>
                <a:lnTo>
                  <a:pt x="55307" y="347973"/>
                </a:lnTo>
                <a:lnTo>
                  <a:pt x="80101" y="346292"/>
                </a:lnTo>
                <a:lnTo>
                  <a:pt x="105824" y="346508"/>
                </a:lnTo>
                <a:lnTo>
                  <a:pt x="103778" y="360110"/>
                </a:lnTo>
                <a:lnTo>
                  <a:pt x="120710" y="363768"/>
                </a:lnTo>
                <a:lnTo>
                  <a:pt x="144164" y="368834"/>
                </a:lnTo>
                <a:lnTo>
                  <a:pt x="143818" y="370577"/>
                </a:lnTo>
                <a:lnTo>
                  <a:pt x="217123" y="389983"/>
                </a:lnTo>
                <a:lnTo>
                  <a:pt x="265905" y="405280"/>
                </a:lnTo>
                <a:lnTo>
                  <a:pt x="277711" y="411269"/>
                </a:lnTo>
                <a:lnTo>
                  <a:pt x="292811" y="424340"/>
                </a:lnTo>
                <a:lnTo>
                  <a:pt x="320589" y="428261"/>
                </a:lnTo>
                <a:lnTo>
                  <a:pt x="328231" y="474196"/>
                </a:lnTo>
                <a:lnTo>
                  <a:pt x="319097" y="528909"/>
                </a:lnTo>
                <a:lnTo>
                  <a:pt x="301200" y="578584"/>
                </a:lnTo>
                <a:lnTo>
                  <a:pt x="268204" y="641522"/>
                </a:lnTo>
                <a:lnTo>
                  <a:pt x="232223" y="716043"/>
                </a:lnTo>
                <a:lnTo>
                  <a:pt x="214784" y="763505"/>
                </a:lnTo>
                <a:lnTo>
                  <a:pt x="212038" y="789218"/>
                </a:lnTo>
                <a:lnTo>
                  <a:pt x="207037" y="827320"/>
                </a:lnTo>
                <a:lnTo>
                  <a:pt x="202063" y="865356"/>
                </a:lnTo>
                <a:lnTo>
                  <a:pt x="200953" y="879043"/>
                </a:lnTo>
                <a:lnTo>
                  <a:pt x="205105" y="902784"/>
                </a:lnTo>
                <a:lnTo>
                  <a:pt x="215342" y="923369"/>
                </a:lnTo>
                <a:lnTo>
                  <a:pt x="221610" y="935989"/>
                </a:lnTo>
                <a:lnTo>
                  <a:pt x="227329" y="943475"/>
                </a:lnTo>
                <a:lnTo>
                  <a:pt x="244890" y="964474"/>
                </a:lnTo>
                <a:lnTo>
                  <a:pt x="281620" y="996853"/>
                </a:lnTo>
                <a:lnTo>
                  <a:pt x="297223" y="1008210"/>
                </a:lnTo>
                <a:lnTo>
                  <a:pt x="314864" y="1021181"/>
                </a:lnTo>
                <a:lnTo>
                  <a:pt x="330623" y="1031973"/>
                </a:lnTo>
                <a:lnTo>
                  <a:pt x="347336" y="1043418"/>
                </a:lnTo>
                <a:lnTo>
                  <a:pt x="356503" y="1051231"/>
                </a:lnTo>
                <a:lnTo>
                  <a:pt x="369195" y="1064417"/>
                </a:lnTo>
                <a:lnTo>
                  <a:pt x="387330" y="1083022"/>
                </a:lnTo>
                <a:lnTo>
                  <a:pt x="409201" y="1102192"/>
                </a:lnTo>
                <a:lnTo>
                  <a:pt x="420666" y="1112334"/>
                </a:lnTo>
                <a:lnTo>
                  <a:pt x="436530" y="1128262"/>
                </a:lnTo>
                <a:lnTo>
                  <a:pt x="445265" y="1137139"/>
                </a:lnTo>
                <a:lnTo>
                  <a:pt x="456678" y="1150849"/>
                </a:lnTo>
                <a:lnTo>
                  <a:pt x="472072" y="1169432"/>
                </a:lnTo>
                <a:lnTo>
                  <a:pt x="488041" y="1194520"/>
                </a:lnTo>
                <a:lnTo>
                  <a:pt x="505681" y="1236605"/>
                </a:lnTo>
                <a:lnTo>
                  <a:pt x="514142" y="1254121"/>
                </a:lnTo>
                <a:lnTo>
                  <a:pt x="519274" y="1269984"/>
                </a:lnTo>
                <a:lnTo>
                  <a:pt x="534564" y="1306171"/>
                </a:lnTo>
                <a:lnTo>
                  <a:pt x="542176" y="1317879"/>
                </a:lnTo>
                <a:lnTo>
                  <a:pt x="562846" y="1340619"/>
                </a:lnTo>
                <a:lnTo>
                  <a:pt x="577078" y="1352913"/>
                </a:lnTo>
                <a:lnTo>
                  <a:pt x="590449" y="1359635"/>
                </a:lnTo>
                <a:lnTo>
                  <a:pt x="597512" y="1363117"/>
                </a:lnTo>
                <a:lnTo>
                  <a:pt x="602249" y="1364423"/>
                </a:lnTo>
                <a:lnTo>
                  <a:pt x="615988" y="1368275"/>
                </a:lnTo>
                <a:lnTo>
                  <a:pt x="641424" y="1372170"/>
                </a:lnTo>
                <a:lnTo>
                  <a:pt x="665480" y="1373030"/>
                </a:lnTo>
                <a:lnTo>
                  <a:pt x="696028" y="1373909"/>
                </a:lnTo>
                <a:lnTo>
                  <a:pt x="712114" y="1377326"/>
                </a:lnTo>
                <a:lnTo>
                  <a:pt x="724414" y="1379981"/>
                </a:lnTo>
                <a:lnTo>
                  <a:pt x="746075" y="1385704"/>
                </a:lnTo>
                <a:lnTo>
                  <a:pt x="759185" y="1389186"/>
                </a:lnTo>
                <a:lnTo>
                  <a:pt x="767320" y="1390860"/>
                </a:lnTo>
                <a:lnTo>
                  <a:pt x="783693" y="1394168"/>
                </a:lnTo>
                <a:lnTo>
                  <a:pt x="805198" y="1398412"/>
                </a:lnTo>
                <a:lnTo>
                  <a:pt x="864545" y="1406338"/>
                </a:lnTo>
                <a:lnTo>
                  <a:pt x="867064" y="1396303"/>
                </a:lnTo>
                <a:lnTo>
                  <a:pt x="885599" y="1359319"/>
                </a:lnTo>
                <a:lnTo>
                  <a:pt x="931954" y="1381881"/>
                </a:lnTo>
                <a:lnTo>
                  <a:pt x="932019" y="1384688"/>
                </a:lnTo>
                <a:lnTo>
                  <a:pt x="933792" y="1384823"/>
                </a:lnTo>
                <a:lnTo>
                  <a:pt x="934193" y="1379482"/>
                </a:lnTo>
                <a:lnTo>
                  <a:pt x="938308" y="132816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16">
            <a:extLst>
              <a:ext uri="{FF2B5EF4-FFF2-40B4-BE49-F238E27FC236}">
                <a16:creationId xmlns:a16="http://schemas.microsoft.com/office/drawing/2014/main" id="{49892491-8385-46FC-A81F-2462A3E0F813}"/>
              </a:ext>
            </a:extLst>
          </p:cNvPr>
          <p:cNvSpPr/>
          <p:nvPr/>
        </p:nvSpPr>
        <p:spPr>
          <a:xfrm>
            <a:off x="5272088" y="3857417"/>
            <a:ext cx="777835" cy="845607"/>
          </a:xfrm>
          <a:custGeom>
            <a:avLst/>
            <a:gdLst/>
            <a:ahLst/>
            <a:cxnLst/>
            <a:rect l="0" t="0" r="0" b="0"/>
            <a:pathLst>
              <a:path w="865955" h="941404">
                <a:moveTo>
                  <a:pt x="23967" y="35205"/>
                </a:moveTo>
                <a:lnTo>
                  <a:pt x="33338" y="43320"/>
                </a:lnTo>
                <a:lnTo>
                  <a:pt x="74261" y="70980"/>
                </a:lnTo>
                <a:lnTo>
                  <a:pt x="107375" y="86238"/>
                </a:lnTo>
                <a:lnTo>
                  <a:pt x="125922" y="92854"/>
                </a:lnTo>
                <a:lnTo>
                  <a:pt x="154306" y="100221"/>
                </a:lnTo>
                <a:lnTo>
                  <a:pt x="179010" y="104880"/>
                </a:lnTo>
                <a:lnTo>
                  <a:pt x="211374" y="107663"/>
                </a:lnTo>
                <a:lnTo>
                  <a:pt x="250870" y="104956"/>
                </a:lnTo>
                <a:lnTo>
                  <a:pt x="302606" y="103078"/>
                </a:lnTo>
                <a:lnTo>
                  <a:pt x="324909" y="101724"/>
                </a:lnTo>
                <a:lnTo>
                  <a:pt x="345197" y="101039"/>
                </a:lnTo>
                <a:lnTo>
                  <a:pt x="367408" y="134046"/>
                </a:lnTo>
                <a:lnTo>
                  <a:pt x="371575" y="139069"/>
                </a:lnTo>
                <a:lnTo>
                  <a:pt x="369002" y="140725"/>
                </a:lnTo>
                <a:lnTo>
                  <a:pt x="373139" y="146890"/>
                </a:lnTo>
                <a:lnTo>
                  <a:pt x="377734" y="157106"/>
                </a:lnTo>
                <a:lnTo>
                  <a:pt x="381412" y="166586"/>
                </a:lnTo>
                <a:lnTo>
                  <a:pt x="383617" y="175330"/>
                </a:lnTo>
                <a:lnTo>
                  <a:pt x="390328" y="199719"/>
                </a:lnTo>
                <a:lnTo>
                  <a:pt x="404807" y="194187"/>
                </a:lnTo>
                <a:lnTo>
                  <a:pt x="452274" y="173149"/>
                </a:lnTo>
                <a:lnTo>
                  <a:pt x="459945" y="185748"/>
                </a:lnTo>
                <a:lnTo>
                  <a:pt x="457786" y="187528"/>
                </a:lnTo>
                <a:lnTo>
                  <a:pt x="456320" y="189495"/>
                </a:lnTo>
                <a:lnTo>
                  <a:pt x="457464" y="195121"/>
                </a:lnTo>
                <a:lnTo>
                  <a:pt x="474006" y="195177"/>
                </a:lnTo>
                <a:lnTo>
                  <a:pt x="490386" y="198609"/>
                </a:lnTo>
                <a:lnTo>
                  <a:pt x="491407" y="183682"/>
                </a:lnTo>
                <a:lnTo>
                  <a:pt x="492290" y="171151"/>
                </a:lnTo>
                <a:lnTo>
                  <a:pt x="495297" y="169863"/>
                </a:lnTo>
                <a:lnTo>
                  <a:pt x="531977" y="154133"/>
                </a:lnTo>
                <a:lnTo>
                  <a:pt x="527245" y="146695"/>
                </a:lnTo>
                <a:lnTo>
                  <a:pt x="523521" y="140801"/>
                </a:lnTo>
                <a:lnTo>
                  <a:pt x="561529" y="123657"/>
                </a:lnTo>
                <a:lnTo>
                  <a:pt x="588456" y="111139"/>
                </a:lnTo>
                <a:lnTo>
                  <a:pt x="590787" y="106958"/>
                </a:lnTo>
                <a:lnTo>
                  <a:pt x="762261" y="0"/>
                </a:lnTo>
                <a:lnTo>
                  <a:pt x="780205" y="14929"/>
                </a:lnTo>
                <a:lnTo>
                  <a:pt x="784175" y="18731"/>
                </a:lnTo>
                <a:lnTo>
                  <a:pt x="786245" y="20950"/>
                </a:lnTo>
                <a:lnTo>
                  <a:pt x="787503" y="22776"/>
                </a:lnTo>
                <a:lnTo>
                  <a:pt x="787268" y="23834"/>
                </a:lnTo>
                <a:lnTo>
                  <a:pt x="786183" y="25536"/>
                </a:lnTo>
                <a:lnTo>
                  <a:pt x="784584" y="27423"/>
                </a:lnTo>
                <a:lnTo>
                  <a:pt x="783491" y="28685"/>
                </a:lnTo>
                <a:lnTo>
                  <a:pt x="782896" y="29790"/>
                </a:lnTo>
                <a:lnTo>
                  <a:pt x="782517" y="31159"/>
                </a:lnTo>
                <a:lnTo>
                  <a:pt x="782343" y="32437"/>
                </a:lnTo>
                <a:lnTo>
                  <a:pt x="781689" y="35438"/>
                </a:lnTo>
                <a:lnTo>
                  <a:pt x="781543" y="36369"/>
                </a:lnTo>
                <a:lnTo>
                  <a:pt x="781540" y="39068"/>
                </a:lnTo>
                <a:lnTo>
                  <a:pt x="781473" y="40515"/>
                </a:lnTo>
                <a:lnTo>
                  <a:pt x="781291" y="41046"/>
                </a:lnTo>
                <a:lnTo>
                  <a:pt x="781028" y="41438"/>
                </a:lnTo>
                <a:lnTo>
                  <a:pt x="780340" y="42010"/>
                </a:lnTo>
                <a:lnTo>
                  <a:pt x="778838" y="43205"/>
                </a:lnTo>
                <a:lnTo>
                  <a:pt x="778177" y="43851"/>
                </a:lnTo>
                <a:lnTo>
                  <a:pt x="777769" y="44452"/>
                </a:lnTo>
                <a:lnTo>
                  <a:pt x="774638" y="51734"/>
                </a:lnTo>
                <a:lnTo>
                  <a:pt x="771336" y="58941"/>
                </a:lnTo>
                <a:lnTo>
                  <a:pt x="767078" y="67995"/>
                </a:lnTo>
                <a:lnTo>
                  <a:pt x="766495" y="69581"/>
                </a:lnTo>
                <a:lnTo>
                  <a:pt x="764426" y="76410"/>
                </a:lnTo>
                <a:lnTo>
                  <a:pt x="764504" y="81370"/>
                </a:lnTo>
                <a:lnTo>
                  <a:pt x="764823" y="82739"/>
                </a:lnTo>
                <a:lnTo>
                  <a:pt x="765204" y="85661"/>
                </a:lnTo>
                <a:lnTo>
                  <a:pt x="765984" y="91886"/>
                </a:lnTo>
                <a:lnTo>
                  <a:pt x="766313" y="96939"/>
                </a:lnTo>
                <a:lnTo>
                  <a:pt x="764272" y="108599"/>
                </a:lnTo>
                <a:lnTo>
                  <a:pt x="764690" y="111145"/>
                </a:lnTo>
                <a:lnTo>
                  <a:pt x="768418" y="127161"/>
                </a:lnTo>
                <a:lnTo>
                  <a:pt x="769787" y="134645"/>
                </a:lnTo>
                <a:lnTo>
                  <a:pt x="771172" y="145075"/>
                </a:lnTo>
                <a:lnTo>
                  <a:pt x="772166" y="153221"/>
                </a:lnTo>
                <a:lnTo>
                  <a:pt x="772204" y="155744"/>
                </a:lnTo>
                <a:lnTo>
                  <a:pt x="771449" y="157946"/>
                </a:lnTo>
                <a:lnTo>
                  <a:pt x="767609" y="168033"/>
                </a:lnTo>
                <a:lnTo>
                  <a:pt x="766040" y="175016"/>
                </a:lnTo>
                <a:lnTo>
                  <a:pt x="765317" y="178470"/>
                </a:lnTo>
                <a:lnTo>
                  <a:pt x="764158" y="185615"/>
                </a:lnTo>
                <a:lnTo>
                  <a:pt x="763119" y="197049"/>
                </a:lnTo>
                <a:lnTo>
                  <a:pt x="762469" y="205240"/>
                </a:lnTo>
                <a:lnTo>
                  <a:pt x="764252" y="218315"/>
                </a:lnTo>
                <a:lnTo>
                  <a:pt x="765765" y="226907"/>
                </a:lnTo>
                <a:lnTo>
                  <a:pt x="767739" y="238200"/>
                </a:lnTo>
                <a:lnTo>
                  <a:pt x="767370" y="238940"/>
                </a:lnTo>
                <a:lnTo>
                  <a:pt x="755993" y="247873"/>
                </a:lnTo>
                <a:lnTo>
                  <a:pt x="755686" y="259880"/>
                </a:lnTo>
                <a:lnTo>
                  <a:pt x="755995" y="265055"/>
                </a:lnTo>
                <a:lnTo>
                  <a:pt x="756379" y="266237"/>
                </a:lnTo>
                <a:lnTo>
                  <a:pt x="756930" y="266985"/>
                </a:lnTo>
                <a:lnTo>
                  <a:pt x="757933" y="267614"/>
                </a:lnTo>
                <a:lnTo>
                  <a:pt x="760011" y="268382"/>
                </a:lnTo>
                <a:lnTo>
                  <a:pt x="762108" y="268598"/>
                </a:lnTo>
                <a:lnTo>
                  <a:pt x="765609" y="268334"/>
                </a:lnTo>
                <a:lnTo>
                  <a:pt x="767313" y="268456"/>
                </a:lnTo>
                <a:lnTo>
                  <a:pt x="768605" y="268794"/>
                </a:lnTo>
                <a:lnTo>
                  <a:pt x="769878" y="269272"/>
                </a:lnTo>
                <a:lnTo>
                  <a:pt x="771394" y="270173"/>
                </a:lnTo>
                <a:lnTo>
                  <a:pt x="772537" y="271194"/>
                </a:lnTo>
                <a:lnTo>
                  <a:pt x="772708" y="271686"/>
                </a:lnTo>
                <a:lnTo>
                  <a:pt x="772396" y="272319"/>
                </a:lnTo>
                <a:lnTo>
                  <a:pt x="767482" y="278881"/>
                </a:lnTo>
                <a:lnTo>
                  <a:pt x="760882" y="287599"/>
                </a:lnTo>
                <a:lnTo>
                  <a:pt x="753402" y="297459"/>
                </a:lnTo>
                <a:lnTo>
                  <a:pt x="756832" y="303572"/>
                </a:lnTo>
                <a:lnTo>
                  <a:pt x="759663" y="311107"/>
                </a:lnTo>
                <a:lnTo>
                  <a:pt x="761153" y="314230"/>
                </a:lnTo>
                <a:lnTo>
                  <a:pt x="762480" y="318351"/>
                </a:lnTo>
                <a:lnTo>
                  <a:pt x="763398" y="328356"/>
                </a:lnTo>
                <a:lnTo>
                  <a:pt x="763453" y="337209"/>
                </a:lnTo>
                <a:lnTo>
                  <a:pt x="764614" y="341311"/>
                </a:lnTo>
                <a:lnTo>
                  <a:pt x="764894" y="350464"/>
                </a:lnTo>
                <a:lnTo>
                  <a:pt x="767626" y="360386"/>
                </a:lnTo>
                <a:lnTo>
                  <a:pt x="767229" y="366847"/>
                </a:lnTo>
                <a:lnTo>
                  <a:pt x="766785" y="373781"/>
                </a:lnTo>
                <a:lnTo>
                  <a:pt x="767152" y="377078"/>
                </a:lnTo>
                <a:lnTo>
                  <a:pt x="770513" y="389452"/>
                </a:lnTo>
                <a:lnTo>
                  <a:pt x="775818" y="400346"/>
                </a:lnTo>
                <a:lnTo>
                  <a:pt x="785980" y="417206"/>
                </a:lnTo>
                <a:lnTo>
                  <a:pt x="791686" y="428725"/>
                </a:lnTo>
                <a:lnTo>
                  <a:pt x="792659" y="436131"/>
                </a:lnTo>
                <a:lnTo>
                  <a:pt x="792691" y="444228"/>
                </a:lnTo>
                <a:lnTo>
                  <a:pt x="792474" y="450213"/>
                </a:lnTo>
                <a:lnTo>
                  <a:pt x="791073" y="455582"/>
                </a:lnTo>
                <a:lnTo>
                  <a:pt x="786064" y="460346"/>
                </a:lnTo>
                <a:lnTo>
                  <a:pt x="780770" y="463934"/>
                </a:lnTo>
                <a:lnTo>
                  <a:pt x="778346" y="465195"/>
                </a:lnTo>
                <a:lnTo>
                  <a:pt x="777044" y="465965"/>
                </a:lnTo>
                <a:lnTo>
                  <a:pt x="774009" y="467530"/>
                </a:lnTo>
                <a:lnTo>
                  <a:pt x="771733" y="468333"/>
                </a:lnTo>
                <a:lnTo>
                  <a:pt x="770637" y="473641"/>
                </a:lnTo>
                <a:lnTo>
                  <a:pt x="769382" y="477808"/>
                </a:lnTo>
                <a:lnTo>
                  <a:pt x="767508" y="484763"/>
                </a:lnTo>
                <a:lnTo>
                  <a:pt x="766058" y="490609"/>
                </a:lnTo>
                <a:lnTo>
                  <a:pt x="762173" y="499146"/>
                </a:lnTo>
                <a:lnTo>
                  <a:pt x="759602" y="504598"/>
                </a:lnTo>
                <a:lnTo>
                  <a:pt x="758039" y="508411"/>
                </a:lnTo>
                <a:lnTo>
                  <a:pt x="757688" y="511014"/>
                </a:lnTo>
                <a:lnTo>
                  <a:pt x="757872" y="515399"/>
                </a:lnTo>
                <a:lnTo>
                  <a:pt x="758377" y="517573"/>
                </a:lnTo>
                <a:lnTo>
                  <a:pt x="762200" y="523964"/>
                </a:lnTo>
                <a:lnTo>
                  <a:pt x="763515" y="525675"/>
                </a:lnTo>
                <a:lnTo>
                  <a:pt x="764965" y="527140"/>
                </a:lnTo>
                <a:lnTo>
                  <a:pt x="770662" y="531420"/>
                </a:lnTo>
                <a:lnTo>
                  <a:pt x="772793" y="535836"/>
                </a:lnTo>
                <a:lnTo>
                  <a:pt x="775105" y="537788"/>
                </a:lnTo>
                <a:lnTo>
                  <a:pt x="776416" y="541131"/>
                </a:lnTo>
                <a:lnTo>
                  <a:pt x="777928" y="542408"/>
                </a:lnTo>
                <a:lnTo>
                  <a:pt x="779993" y="547046"/>
                </a:lnTo>
                <a:lnTo>
                  <a:pt x="782014" y="548739"/>
                </a:lnTo>
                <a:lnTo>
                  <a:pt x="785130" y="556365"/>
                </a:lnTo>
                <a:lnTo>
                  <a:pt x="786655" y="563218"/>
                </a:lnTo>
                <a:lnTo>
                  <a:pt x="787302" y="566837"/>
                </a:lnTo>
                <a:lnTo>
                  <a:pt x="788224" y="572047"/>
                </a:lnTo>
                <a:lnTo>
                  <a:pt x="798202" y="570153"/>
                </a:lnTo>
                <a:lnTo>
                  <a:pt x="813814" y="567583"/>
                </a:lnTo>
                <a:lnTo>
                  <a:pt x="818381" y="571825"/>
                </a:lnTo>
                <a:lnTo>
                  <a:pt x="828138" y="580915"/>
                </a:lnTo>
                <a:lnTo>
                  <a:pt x="830245" y="582887"/>
                </a:lnTo>
                <a:lnTo>
                  <a:pt x="833185" y="585672"/>
                </a:lnTo>
                <a:lnTo>
                  <a:pt x="834828" y="587193"/>
                </a:lnTo>
                <a:lnTo>
                  <a:pt x="834945" y="587724"/>
                </a:lnTo>
                <a:lnTo>
                  <a:pt x="838870" y="590443"/>
                </a:lnTo>
                <a:lnTo>
                  <a:pt x="840307" y="592040"/>
                </a:lnTo>
                <a:lnTo>
                  <a:pt x="840917" y="592747"/>
                </a:lnTo>
                <a:lnTo>
                  <a:pt x="842180" y="594107"/>
                </a:lnTo>
                <a:lnTo>
                  <a:pt x="846683" y="599694"/>
                </a:lnTo>
                <a:lnTo>
                  <a:pt x="849642" y="606110"/>
                </a:lnTo>
                <a:lnTo>
                  <a:pt x="852558" y="608210"/>
                </a:lnTo>
                <a:lnTo>
                  <a:pt x="853268" y="612360"/>
                </a:lnTo>
                <a:lnTo>
                  <a:pt x="856260" y="620669"/>
                </a:lnTo>
                <a:lnTo>
                  <a:pt x="858568" y="627065"/>
                </a:lnTo>
                <a:lnTo>
                  <a:pt x="860694" y="633139"/>
                </a:lnTo>
                <a:lnTo>
                  <a:pt x="863321" y="640518"/>
                </a:lnTo>
                <a:lnTo>
                  <a:pt x="865955" y="647900"/>
                </a:lnTo>
                <a:lnTo>
                  <a:pt x="813178" y="714533"/>
                </a:lnTo>
                <a:lnTo>
                  <a:pt x="759841" y="781372"/>
                </a:lnTo>
                <a:lnTo>
                  <a:pt x="750459" y="791792"/>
                </a:lnTo>
                <a:lnTo>
                  <a:pt x="722210" y="825302"/>
                </a:lnTo>
                <a:lnTo>
                  <a:pt x="697351" y="849043"/>
                </a:lnTo>
                <a:lnTo>
                  <a:pt x="688406" y="855535"/>
                </a:lnTo>
                <a:lnTo>
                  <a:pt x="668888" y="868416"/>
                </a:lnTo>
                <a:lnTo>
                  <a:pt x="652545" y="877472"/>
                </a:lnTo>
                <a:lnTo>
                  <a:pt x="638782" y="884188"/>
                </a:lnTo>
                <a:lnTo>
                  <a:pt x="624393" y="890447"/>
                </a:lnTo>
                <a:lnTo>
                  <a:pt x="588456" y="901767"/>
                </a:lnTo>
                <a:lnTo>
                  <a:pt x="473093" y="941404"/>
                </a:lnTo>
                <a:lnTo>
                  <a:pt x="426315" y="917154"/>
                </a:lnTo>
                <a:lnTo>
                  <a:pt x="292957" y="850377"/>
                </a:lnTo>
                <a:lnTo>
                  <a:pt x="148257" y="778321"/>
                </a:lnTo>
                <a:lnTo>
                  <a:pt x="183634" y="678131"/>
                </a:lnTo>
                <a:lnTo>
                  <a:pt x="188260" y="656407"/>
                </a:lnTo>
                <a:lnTo>
                  <a:pt x="189443" y="634027"/>
                </a:lnTo>
                <a:lnTo>
                  <a:pt x="186533" y="623567"/>
                </a:lnTo>
                <a:lnTo>
                  <a:pt x="174916" y="618616"/>
                </a:lnTo>
                <a:lnTo>
                  <a:pt x="164770" y="616194"/>
                </a:lnTo>
                <a:lnTo>
                  <a:pt x="157778" y="616090"/>
                </a:lnTo>
                <a:lnTo>
                  <a:pt x="151891" y="613720"/>
                </a:lnTo>
                <a:lnTo>
                  <a:pt x="144637" y="608033"/>
                </a:lnTo>
                <a:lnTo>
                  <a:pt x="140047" y="602497"/>
                </a:lnTo>
                <a:lnTo>
                  <a:pt x="149688" y="545762"/>
                </a:lnTo>
                <a:lnTo>
                  <a:pt x="150986" y="537827"/>
                </a:lnTo>
                <a:lnTo>
                  <a:pt x="144821" y="537634"/>
                </a:lnTo>
                <a:lnTo>
                  <a:pt x="144892" y="526145"/>
                </a:lnTo>
                <a:lnTo>
                  <a:pt x="144957" y="516382"/>
                </a:lnTo>
                <a:lnTo>
                  <a:pt x="144953" y="500256"/>
                </a:lnTo>
                <a:lnTo>
                  <a:pt x="134894" y="499475"/>
                </a:lnTo>
                <a:lnTo>
                  <a:pt x="135010" y="403902"/>
                </a:lnTo>
                <a:lnTo>
                  <a:pt x="134658" y="396592"/>
                </a:lnTo>
                <a:lnTo>
                  <a:pt x="133227" y="391650"/>
                </a:lnTo>
                <a:lnTo>
                  <a:pt x="130699" y="388299"/>
                </a:lnTo>
                <a:lnTo>
                  <a:pt x="128135" y="385985"/>
                </a:lnTo>
                <a:lnTo>
                  <a:pt x="125251" y="383326"/>
                </a:lnTo>
                <a:lnTo>
                  <a:pt x="123938" y="381600"/>
                </a:lnTo>
                <a:lnTo>
                  <a:pt x="122738" y="378834"/>
                </a:lnTo>
                <a:lnTo>
                  <a:pt x="122126" y="374471"/>
                </a:lnTo>
                <a:lnTo>
                  <a:pt x="122079" y="329651"/>
                </a:lnTo>
                <a:lnTo>
                  <a:pt x="122388" y="324230"/>
                </a:lnTo>
                <a:lnTo>
                  <a:pt x="144540" y="316360"/>
                </a:lnTo>
                <a:lnTo>
                  <a:pt x="148299" y="313522"/>
                </a:lnTo>
                <a:lnTo>
                  <a:pt x="149247" y="306308"/>
                </a:lnTo>
                <a:lnTo>
                  <a:pt x="149436" y="291311"/>
                </a:lnTo>
                <a:lnTo>
                  <a:pt x="146517" y="285159"/>
                </a:lnTo>
                <a:lnTo>
                  <a:pt x="141855" y="275085"/>
                </a:lnTo>
                <a:lnTo>
                  <a:pt x="140714" y="272731"/>
                </a:lnTo>
                <a:lnTo>
                  <a:pt x="136321" y="261817"/>
                </a:lnTo>
                <a:lnTo>
                  <a:pt x="135864" y="260437"/>
                </a:lnTo>
                <a:lnTo>
                  <a:pt x="133901" y="240367"/>
                </a:lnTo>
                <a:lnTo>
                  <a:pt x="133606" y="234579"/>
                </a:lnTo>
                <a:lnTo>
                  <a:pt x="124922" y="215216"/>
                </a:lnTo>
                <a:lnTo>
                  <a:pt x="109642" y="180797"/>
                </a:lnTo>
                <a:lnTo>
                  <a:pt x="103674" y="167386"/>
                </a:lnTo>
                <a:lnTo>
                  <a:pt x="86675" y="134053"/>
                </a:lnTo>
                <a:lnTo>
                  <a:pt x="78254" y="117389"/>
                </a:lnTo>
                <a:lnTo>
                  <a:pt x="77837" y="115835"/>
                </a:lnTo>
                <a:lnTo>
                  <a:pt x="75857" y="112068"/>
                </a:lnTo>
                <a:lnTo>
                  <a:pt x="69915" y="100138"/>
                </a:lnTo>
                <a:lnTo>
                  <a:pt x="65132" y="90815"/>
                </a:lnTo>
                <a:lnTo>
                  <a:pt x="64286" y="88898"/>
                </a:lnTo>
                <a:lnTo>
                  <a:pt x="63586" y="87592"/>
                </a:lnTo>
                <a:lnTo>
                  <a:pt x="56939" y="81128"/>
                </a:lnTo>
                <a:lnTo>
                  <a:pt x="56239" y="80301"/>
                </a:lnTo>
                <a:lnTo>
                  <a:pt x="54171" y="79759"/>
                </a:lnTo>
                <a:lnTo>
                  <a:pt x="44470" y="78996"/>
                </a:lnTo>
                <a:lnTo>
                  <a:pt x="37981" y="78232"/>
                </a:lnTo>
                <a:lnTo>
                  <a:pt x="35627" y="77181"/>
                </a:lnTo>
                <a:lnTo>
                  <a:pt x="31206" y="73614"/>
                </a:lnTo>
                <a:lnTo>
                  <a:pt x="21951" y="63076"/>
                </a:lnTo>
                <a:lnTo>
                  <a:pt x="15493" y="55784"/>
                </a:lnTo>
                <a:lnTo>
                  <a:pt x="9196" y="52537"/>
                </a:lnTo>
                <a:lnTo>
                  <a:pt x="6473" y="50195"/>
                </a:lnTo>
                <a:lnTo>
                  <a:pt x="2401" y="46506"/>
                </a:lnTo>
                <a:lnTo>
                  <a:pt x="1201" y="44021"/>
                </a:lnTo>
                <a:lnTo>
                  <a:pt x="0" y="37490"/>
                </a:lnTo>
                <a:lnTo>
                  <a:pt x="8649" y="3730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17">
            <a:extLst>
              <a:ext uri="{FF2B5EF4-FFF2-40B4-BE49-F238E27FC236}">
                <a16:creationId xmlns:a16="http://schemas.microsoft.com/office/drawing/2014/main" id="{D5A4FDBE-8D22-4429-81FC-D1A0B6C9CD1B}"/>
              </a:ext>
            </a:extLst>
          </p:cNvPr>
          <p:cNvSpPr/>
          <p:nvPr/>
        </p:nvSpPr>
        <p:spPr>
          <a:xfrm>
            <a:off x="4667197" y="3794007"/>
            <a:ext cx="703376" cy="417778"/>
          </a:xfrm>
          <a:custGeom>
            <a:avLst/>
            <a:gdLst/>
            <a:ahLst/>
            <a:cxnLst/>
            <a:rect l="0" t="0" r="0" b="0"/>
            <a:pathLst>
              <a:path w="783060" h="465107">
                <a:moveTo>
                  <a:pt x="0" y="101100"/>
                </a:moveTo>
                <a:lnTo>
                  <a:pt x="8203" y="99093"/>
                </a:lnTo>
                <a:lnTo>
                  <a:pt x="21661" y="97169"/>
                </a:lnTo>
                <a:lnTo>
                  <a:pt x="39421" y="96253"/>
                </a:lnTo>
                <a:lnTo>
                  <a:pt x="54207" y="96299"/>
                </a:lnTo>
                <a:lnTo>
                  <a:pt x="81671" y="98177"/>
                </a:lnTo>
                <a:lnTo>
                  <a:pt x="151160" y="105489"/>
                </a:lnTo>
                <a:lnTo>
                  <a:pt x="207455" y="108425"/>
                </a:lnTo>
                <a:lnTo>
                  <a:pt x="266956" y="104641"/>
                </a:lnTo>
                <a:lnTo>
                  <a:pt x="282190" y="103672"/>
                </a:lnTo>
                <a:lnTo>
                  <a:pt x="309716" y="100645"/>
                </a:lnTo>
                <a:lnTo>
                  <a:pt x="310853" y="69198"/>
                </a:lnTo>
                <a:lnTo>
                  <a:pt x="309722" y="29932"/>
                </a:lnTo>
                <a:lnTo>
                  <a:pt x="303335" y="30171"/>
                </a:lnTo>
                <a:lnTo>
                  <a:pt x="301566" y="2232"/>
                </a:lnTo>
                <a:lnTo>
                  <a:pt x="336010" y="1986"/>
                </a:lnTo>
                <a:lnTo>
                  <a:pt x="586063" y="206"/>
                </a:lnTo>
                <a:lnTo>
                  <a:pt x="596204" y="0"/>
                </a:lnTo>
                <a:lnTo>
                  <a:pt x="624533" y="30559"/>
                </a:lnTo>
                <a:lnTo>
                  <a:pt x="664480" y="72573"/>
                </a:lnTo>
                <a:lnTo>
                  <a:pt x="689560" y="99030"/>
                </a:lnTo>
                <a:lnTo>
                  <a:pt x="697385" y="105798"/>
                </a:lnTo>
                <a:lnTo>
                  <a:pt x="682066" y="107903"/>
                </a:lnTo>
                <a:lnTo>
                  <a:pt x="673417" y="108083"/>
                </a:lnTo>
                <a:lnTo>
                  <a:pt x="674619" y="114614"/>
                </a:lnTo>
                <a:lnTo>
                  <a:pt x="675819" y="117100"/>
                </a:lnTo>
                <a:lnTo>
                  <a:pt x="679891" y="120788"/>
                </a:lnTo>
                <a:lnTo>
                  <a:pt x="682613" y="123130"/>
                </a:lnTo>
                <a:lnTo>
                  <a:pt x="688910" y="126377"/>
                </a:lnTo>
                <a:lnTo>
                  <a:pt x="695368" y="133670"/>
                </a:lnTo>
                <a:lnTo>
                  <a:pt x="704623" y="144207"/>
                </a:lnTo>
                <a:lnTo>
                  <a:pt x="709045" y="147774"/>
                </a:lnTo>
                <a:lnTo>
                  <a:pt x="711398" y="148825"/>
                </a:lnTo>
                <a:lnTo>
                  <a:pt x="717887" y="149589"/>
                </a:lnTo>
                <a:lnTo>
                  <a:pt x="727589" y="150353"/>
                </a:lnTo>
                <a:lnTo>
                  <a:pt x="729656" y="150895"/>
                </a:lnTo>
                <a:lnTo>
                  <a:pt x="730356" y="151722"/>
                </a:lnTo>
                <a:lnTo>
                  <a:pt x="737003" y="158185"/>
                </a:lnTo>
                <a:lnTo>
                  <a:pt x="737703" y="159491"/>
                </a:lnTo>
                <a:lnTo>
                  <a:pt x="738549" y="161408"/>
                </a:lnTo>
                <a:lnTo>
                  <a:pt x="743333" y="170731"/>
                </a:lnTo>
                <a:lnTo>
                  <a:pt x="749275" y="182662"/>
                </a:lnTo>
                <a:lnTo>
                  <a:pt x="751255" y="186429"/>
                </a:lnTo>
                <a:lnTo>
                  <a:pt x="751671" y="187983"/>
                </a:lnTo>
                <a:lnTo>
                  <a:pt x="760093" y="204646"/>
                </a:lnTo>
                <a:lnTo>
                  <a:pt x="777092" y="237980"/>
                </a:lnTo>
                <a:lnTo>
                  <a:pt x="783060" y="251390"/>
                </a:lnTo>
                <a:lnTo>
                  <a:pt x="729207" y="251207"/>
                </a:lnTo>
                <a:lnTo>
                  <a:pt x="620487" y="250840"/>
                </a:lnTo>
                <a:lnTo>
                  <a:pt x="618451" y="250833"/>
                </a:lnTo>
                <a:lnTo>
                  <a:pt x="560218" y="250554"/>
                </a:lnTo>
                <a:lnTo>
                  <a:pt x="523030" y="249871"/>
                </a:lnTo>
                <a:lnTo>
                  <a:pt x="513303" y="249693"/>
                </a:lnTo>
                <a:lnTo>
                  <a:pt x="508976" y="248977"/>
                </a:lnTo>
                <a:lnTo>
                  <a:pt x="407087" y="247109"/>
                </a:lnTo>
                <a:lnTo>
                  <a:pt x="370793" y="252363"/>
                </a:lnTo>
                <a:lnTo>
                  <a:pt x="364057" y="252167"/>
                </a:lnTo>
                <a:lnTo>
                  <a:pt x="405784" y="323620"/>
                </a:lnTo>
                <a:lnTo>
                  <a:pt x="403103" y="338173"/>
                </a:lnTo>
                <a:lnTo>
                  <a:pt x="420232" y="373776"/>
                </a:lnTo>
                <a:lnTo>
                  <a:pt x="415976" y="380538"/>
                </a:lnTo>
                <a:lnTo>
                  <a:pt x="413870" y="379685"/>
                </a:lnTo>
                <a:lnTo>
                  <a:pt x="400534" y="393439"/>
                </a:lnTo>
                <a:lnTo>
                  <a:pt x="394003" y="399798"/>
                </a:lnTo>
                <a:lnTo>
                  <a:pt x="376585" y="418292"/>
                </a:lnTo>
                <a:lnTo>
                  <a:pt x="363761" y="431347"/>
                </a:lnTo>
                <a:lnTo>
                  <a:pt x="356202" y="439090"/>
                </a:lnTo>
                <a:lnTo>
                  <a:pt x="350023" y="443201"/>
                </a:lnTo>
                <a:lnTo>
                  <a:pt x="346304" y="446762"/>
                </a:lnTo>
                <a:lnTo>
                  <a:pt x="342693" y="450485"/>
                </a:lnTo>
                <a:lnTo>
                  <a:pt x="341951" y="451882"/>
                </a:lnTo>
                <a:lnTo>
                  <a:pt x="333886" y="465107"/>
                </a:lnTo>
                <a:lnTo>
                  <a:pt x="328200" y="458492"/>
                </a:lnTo>
                <a:lnTo>
                  <a:pt x="323250" y="451210"/>
                </a:lnTo>
                <a:lnTo>
                  <a:pt x="313086" y="432701"/>
                </a:lnTo>
                <a:lnTo>
                  <a:pt x="312171" y="431267"/>
                </a:lnTo>
                <a:lnTo>
                  <a:pt x="295351" y="399737"/>
                </a:lnTo>
                <a:lnTo>
                  <a:pt x="280150" y="375060"/>
                </a:lnTo>
                <a:lnTo>
                  <a:pt x="278008" y="373008"/>
                </a:lnTo>
                <a:lnTo>
                  <a:pt x="270665" y="361781"/>
                </a:lnTo>
                <a:lnTo>
                  <a:pt x="261234" y="348871"/>
                </a:lnTo>
                <a:lnTo>
                  <a:pt x="252473" y="339267"/>
                </a:lnTo>
                <a:lnTo>
                  <a:pt x="245482" y="332663"/>
                </a:lnTo>
                <a:lnTo>
                  <a:pt x="236662" y="323287"/>
                </a:lnTo>
                <a:lnTo>
                  <a:pt x="223571" y="313205"/>
                </a:lnTo>
                <a:lnTo>
                  <a:pt x="213696" y="306238"/>
                </a:lnTo>
                <a:lnTo>
                  <a:pt x="205799" y="300532"/>
                </a:lnTo>
                <a:lnTo>
                  <a:pt x="188706" y="291784"/>
                </a:lnTo>
                <a:lnTo>
                  <a:pt x="176769" y="285819"/>
                </a:lnTo>
                <a:lnTo>
                  <a:pt x="175325" y="285253"/>
                </a:lnTo>
                <a:lnTo>
                  <a:pt x="161021" y="279658"/>
                </a:lnTo>
                <a:lnTo>
                  <a:pt x="151230" y="276426"/>
                </a:lnTo>
                <a:lnTo>
                  <a:pt x="131187" y="271679"/>
                </a:lnTo>
                <a:lnTo>
                  <a:pt x="99468" y="264045"/>
                </a:lnTo>
                <a:lnTo>
                  <a:pt x="88555" y="263177"/>
                </a:lnTo>
                <a:lnTo>
                  <a:pt x="45947" y="253068"/>
                </a:lnTo>
                <a:lnTo>
                  <a:pt x="48574" y="241543"/>
                </a:lnTo>
                <a:lnTo>
                  <a:pt x="16982" y="234145"/>
                </a:lnTo>
                <a:lnTo>
                  <a:pt x="13043" y="230912"/>
                </a:lnTo>
                <a:lnTo>
                  <a:pt x="30543" y="220169"/>
                </a:lnTo>
                <a:lnTo>
                  <a:pt x="45739" y="209582"/>
                </a:lnTo>
                <a:lnTo>
                  <a:pt x="47112" y="208483"/>
                </a:lnTo>
                <a:lnTo>
                  <a:pt x="63656" y="192194"/>
                </a:lnTo>
                <a:lnTo>
                  <a:pt x="80218" y="176618"/>
                </a:lnTo>
                <a:lnTo>
                  <a:pt x="84246" y="172801"/>
                </a:lnTo>
                <a:lnTo>
                  <a:pt x="79818" y="169017"/>
                </a:lnTo>
                <a:lnTo>
                  <a:pt x="45198" y="13915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18">
            <a:extLst>
              <a:ext uri="{FF2B5EF4-FFF2-40B4-BE49-F238E27FC236}">
                <a16:creationId xmlns:a16="http://schemas.microsoft.com/office/drawing/2014/main" id="{87D0767C-68E7-4DA8-B201-706656131364}"/>
              </a:ext>
            </a:extLst>
          </p:cNvPr>
          <p:cNvSpPr/>
          <p:nvPr/>
        </p:nvSpPr>
        <p:spPr>
          <a:xfrm>
            <a:off x="5156766" y="3109562"/>
            <a:ext cx="1114370" cy="927250"/>
          </a:xfrm>
          <a:custGeom>
            <a:avLst/>
            <a:gdLst/>
            <a:ahLst/>
            <a:cxnLst/>
            <a:rect l="0" t="0" r="0" b="0"/>
            <a:pathLst>
              <a:path w="1240615" h="1032297">
                <a:moveTo>
                  <a:pt x="67536" y="334330"/>
                </a:moveTo>
                <a:lnTo>
                  <a:pt x="68958" y="335257"/>
                </a:lnTo>
                <a:lnTo>
                  <a:pt x="72872" y="338900"/>
                </a:lnTo>
                <a:lnTo>
                  <a:pt x="249098" y="146018"/>
                </a:lnTo>
                <a:lnTo>
                  <a:pt x="273402" y="119842"/>
                </a:lnTo>
                <a:lnTo>
                  <a:pt x="288480" y="122858"/>
                </a:lnTo>
                <a:lnTo>
                  <a:pt x="332209" y="78821"/>
                </a:lnTo>
                <a:lnTo>
                  <a:pt x="320749" y="69170"/>
                </a:lnTo>
                <a:lnTo>
                  <a:pt x="369350" y="1329"/>
                </a:lnTo>
                <a:lnTo>
                  <a:pt x="372161" y="2430"/>
                </a:lnTo>
                <a:lnTo>
                  <a:pt x="406806" y="0"/>
                </a:lnTo>
                <a:lnTo>
                  <a:pt x="429314" y="1218"/>
                </a:lnTo>
                <a:lnTo>
                  <a:pt x="460645" y="4322"/>
                </a:lnTo>
                <a:lnTo>
                  <a:pt x="474924" y="7954"/>
                </a:lnTo>
                <a:lnTo>
                  <a:pt x="491121" y="14113"/>
                </a:lnTo>
                <a:lnTo>
                  <a:pt x="499722" y="19368"/>
                </a:lnTo>
                <a:lnTo>
                  <a:pt x="506910" y="27196"/>
                </a:lnTo>
                <a:lnTo>
                  <a:pt x="516859" y="35919"/>
                </a:lnTo>
                <a:lnTo>
                  <a:pt x="529750" y="42360"/>
                </a:lnTo>
                <a:lnTo>
                  <a:pt x="569267" y="50317"/>
                </a:lnTo>
                <a:lnTo>
                  <a:pt x="579640" y="53884"/>
                </a:lnTo>
                <a:lnTo>
                  <a:pt x="593460" y="61039"/>
                </a:lnTo>
                <a:lnTo>
                  <a:pt x="606698" y="69470"/>
                </a:lnTo>
                <a:lnTo>
                  <a:pt x="624759" y="81916"/>
                </a:lnTo>
                <a:lnTo>
                  <a:pt x="638786" y="82358"/>
                </a:lnTo>
                <a:lnTo>
                  <a:pt x="649075" y="82528"/>
                </a:lnTo>
                <a:lnTo>
                  <a:pt x="664160" y="87757"/>
                </a:lnTo>
                <a:lnTo>
                  <a:pt x="687633" y="91997"/>
                </a:lnTo>
                <a:lnTo>
                  <a:pt x="698283" y="98027"/>
                </a:lnTo>
                <a:lnTo>
                  <a:pt x="671389" y="127089"/>
                </a:lnTo>
                <a:lnTo>
                  <a:pt x="681975" y="138205"/>
                </a:lnTo>
                <a:lnTo>
                  <a:pt x="687525" y="145030"/>
                </a:lnTo>
                <a:lnTo>
                  <a:pt x="689212" y="146801"/>
                </a:lnTo>
                <a:lnTo>
                  <a:pt x="692497" y="149250"/>
                </a:lnTo>
                <a:lnTo>
                  <a:pt x="700557" y="158431"/>
                </a:lnTo>
                <a:lnTo>
                  <a:pt x="706027" y="166666"/>
                </a:lnTo>
                <a:lnTo>
                  <a:pt x="713784" y="171265"/>
                </a:lnTo>
                <a:lnTo>
                  <a:pt x="717950" y="174481"/>
                </a:lnTo>
                <a:lnTo>
                  <a:pt x="725877" y="182120"/>
                </a:lnTo>
                <a:lnTo>
                  <a:pt x="750620" y="192999"/>
                </a:lnTo>
                <a:lnTo>
                  <a:pt x="776917" y="203290"/>
                </a:lnTo>
                <a:lnTo>
                  <a:pt x="797860" y="223549"/>
                </a:lnTo>
                <a:lnTo>
                  <a:pt x="808789" y="239151"/>
                </a:lnTo>
                <a:lnTo>
                  <a:pt x="809677" y="243808"/>
                </a:lnTo>
                <a:lnTo>
                  <a:pt x="815056" y="254276"/>
                </a:lnTo>
                <a:lnTo>
                  <a:pt x="815257" y="258663"/>
                </a:lnTo>
                <a:lnTo>
                  <a:pt x="819810" y="266395"/>
                </a:lnTo>
                <a:lnTo>
                  <a:pt x="820646" y="267875"/>
                </a:lnTo>
                <a:lnTo>
                  <a:pt x="825437" y="277427"/>
                </a:lnTo>
                <a:lnTo>
                  <a:pt x="825953" y="278550"/>
                </a:lnTo>
                <a:lnTo>
                  <a:pt x="827683" y="282323"/>
                </a:lnTo>
                <a:lnTo>
                  <a:pt x="830347" y="288308"/>
                </a:lnTo>
                <a:lnTo>
                  <a:pt x="831769" y="293705"/>
                </a:lnTo>
                <a:lnTo>
                  <a:pt x="829603" y="300167"/>
                </a:lnTo>
                <a:lnTo>
                  <a:pt x="833728" y="318032"/>
                </a:lnTo>
                <a:lnTo>
                  <a:pt x="836092" y="328238"/>
                </a:lnTo>
                <a:lnTo>
                  <a:pt x="837776" y="334721"/>
                </a:lnTo>
                <a:lnTo>
                  <a:pt x="839095" y="335962"/>
                </a:lnTo>
                <a:lnTo>
                  <a:pt x="841941" y="335962"/>
                </a:lnTo>
                <a:lnTo>
                  <a:pt x="844997" y="334308"/>
                </a:lnTo>
                <a:lnTo>
                  <a:pt x="847583" y="333720"/>
                </a:lnTo>
                <a:lnTo>
                  <a:pt x="849463" y="336789"/>
                </a:lnTo>
                <a:lnTo>
                  <a:pt x="851381" y="341511"/>
                </a:lnTo>
                <a:lnTo>
                  <a:pt x="852713" y="344754"/>
                </a:lnTo>
                <a:lnTo>
                  <a:pt x="852831" y="346995"/>
                </a:lnTo>
                <a:lnTo>
                  <a:pt x="853510" y="358201"/>
                </a:lnTo>
                <a:lnTo>
                  <a:pt x="854803" y="371411"/>
                </a:lnTo>
                <a:lnTo>
                  <a:pt x="854672" y="377546"/>
                </a:lnTo>
                <a:lnTo>
                  <a:pt x="853758" y="382529"/>
                </a:lnTo>
                <a:lnTo>
                  <a:pt x="854712" y="391580"/>
                </a:lnTo>
                <a:lnTo>
                  <a:pt x="856932" y="398806"/>
                </a:lnTo>
                <a:lnTo>
                  <a:pt x="858277" y="403789"/>
                </a:lnTo>
                <a:lnTo>
                  <a:pt x="858904" y="405944"/>
                </a:lnTo>
                <a:lnTo>
                  <a:pt x="859818" y="412666"/>
                </a:lnTo>
                <a:lnTo>
                  <a:pt x="861161" y="415234"/>
                </a:lnTo>
                <a:lnTo>
                  <a:pt x="863533" y="420805"/>
                </a:lnTo>
                <a:lnTo>
                  <a:pt x="864544" y="428618"/>
                </a:lnTo>
                <a:lnTo>
                  <a:pt x="865941" y="434579"/>
                </a:lnTo>
                <a:lnTo>
                  <a:pt x="868586" y="439839"/>
                </a:lnTo>
                <a:lnTo>
                  <a:pt x="868542" y="447436"/>
                </a:lnTo>
                <a:lnTo>
                  <a:pt x="872636" y="456309"/>
                </a:lnTo>
                <a:lnTo>
                  <a:pt x="873671" y="458494"/>
                </a:lnTo>
                <a:lnTo>
                  <a:pt x="877184" y="466459"/>
                </a:lnTo>
                <a:lnTo>
                  <a:pt x="878450" y="467871"/>
                </a:lnTo>
                <a:lnTo>
                  <a:pt x="880369" y="470026"/>
                </a:lnTo>
                <a:lnTo>
                  <a:pt x="884874" y="469786"/>
                </a:lnTo>
                <a:lnTo>
                  <a:pt x="886794" y="469086"/>
                </a:lnTo>
                <a:lnTo>
                  <a:pt x="889895" y="468087"/>
                </a:lnTo>
                <a:lnTo>
                  <a:pt x="894132" y="466307"/>
                </a:lnTo>
                <a:lnTo>
                  <a:pt x="895751" y="465545"/>
                </a:lnTo>
                <a:lnTo>
                  <a:pt x="896951" y="464217"/>
                </a:lnTo>
                <a:lnTo>
                  <a:pt x="899550" y="461323"/>
                </a:lnTo>
                <a:lnTo>
                  <a:pt x="901639" y="459081"/>
                </a:lnTo>
                <a:lnTo>
                  <a:pt x="903846" y="456840"/>
                </a:lnTo>
                <a:lnTo>
                  <a:pt x="905504" y="456165"/>
                </a:lnTo>
                <a:lnTo>
                  <a:pt x="907423" y="455425"/>
                </a:lnTo>
                <a:lnTo>
                  <a:pt x="908860" y="455338"/>
                </a:lnTo>
                <a:lnTo>
                  <a:pt x="915597" y="454685"/>
                </a:lnTo>
                <a:lnTo>
                  <a:pt x="917974" y="454424"/>
                </a:lnTo>
                <a:lnTo>
                  <a:pt x="920481" y="455012"/>
                </a:lnTo>
                <a:lnTo>
                  <a:pt x="922648" y="455665"/>
                </a:lnTo>
                <a:lnTo>
                  <a:pt x="924763" y="457580"/>
                </a:lnTo>
                <a:lnTo>
                  <a:pt x="930286" y="462650"/>
                </a:lnTo>
                <a:lnTo>
                  <a:pt x="931696" y="463216"/>
                </a:lnTo>
                <a:lnTo>
                  <a:pt x="935614" y="464476"/>
                </a:lnTo>
                <a:lnTo>
                  <a:pt x="937051" y="464890"/>
                </a:lnTo>
                <a:lnTo>
                  <a:pt x="942861" y="464476"/>
                </a:lnTo>
                <a:lnTo>
                  <a:pt x="946582" y="464215"/>
                </a:lnTo>
                <a:lnTo>
                  <a:pt x="948514" y="464476"/>
                </a:lnTo>
                <a:lnTo>
                  <a:pt x="951374" y="464803"/>
                </a:lnTo>
                <a:lnTo>
                  <a:pt x="955739" y="465549"/>
                </a:lnTo>
                <a:lnTo>
                  <a:pt x="969491" y="450592"/>
                </a:lnTo>
                <a:lnTo>
                  <a:pt x="973133" y="442740"/>
                </a:lnTo>
                <a:lnTo>
                  <a:pt x="1086153" y="488887"/>
                </a:lnTo>
                <a:lnTo>
                  <a:pt x="1080795" y="513353"/>
                </a:lnTo>
                <a:lnTo>
                  <a:pt x="1090615" y="523903"/>
                </a:lnTo>
                <a:lnTo>
                  <a:pt x="1122162" y="557886"/>
                </a:lnTo>
                <a:lnTo>
                  <a:pt x="1141693" y="552428"/>
                </a:lnTo>
                <a:lnTo>
                  <a:pt x="1161565" y="536663"/>
                </a:lnTo>
                <a:lnTo>
                  <a:pt x="1164736" y="533718"/>
                </a:lnTo>
                <a:lnTo>
                  <a:pt x="1166395" y="532439"/>
                </a:lnTo>
                <a:lnTo>
                  <a:pt x="1169467" y="531816"/>
                </a:lnTo>
                <a:lnTo>
                  <a:pt x="1177505" y="532106"/>
                </a:lnTo>
                <a:lnTo>
                  <a:pt x="1184236" y="530900"/>
                </a:lnTo>
                <a:lnTo>
                  <a:pt x="1195973" y="524458"/>
                </a:lnTo>
                <a:lnTo>
                  <a:pt x="1199012" y="523124"/>
                </a:lnTo>
                <a:lnTo>
                  <a:pt x="1202698" y="523488"/>
                </a:lnTo>
                <a:lnTo>
                  <a:pt x="1204671" y="516406"/>
                </a:lnTo>
                <a:lnTo>
                  <a:pt x="1211873" y="514633"/>
                </a:lnTo>
                <a:lnTo>
                  <a:pt x="1223592" y="514082"/>
                </a:lnTo>
                <a:lnTo>
                  <a:pt x="1224948" y="515697"/>
                </a:lnTo>
                <a:lnTo>
                  <a:pt x="1228754" y="525333"/>
                </a:lnTo>
                <a:lnTo>
                  <a:pt x="1239432" y="551418"/>
                </a:lnTo>
                <a:lnTo>
                  <a:pt x="1239721" y="551307"/>
                </a:lnTo>
                <a:lnTo>
                  <a:pt x="1240615" y="553435"/>
                </a:lnTo>
                <a:lnTo>
                  <a:pt x="1219537" y="562719"/>
                </a:lnTo>
                <a:lnTo>
                  <a:pt x="1183599" y="578536"/>
                </a:lnTo>
                <a:lnTo>
                  <a:pt x="1183849" y="579017"/>
                </a:lnTo>
                <a:lnTo>
                  <a:pt x="1178508" y="584044"/>
                </a:lnTo>
                <a:lnTo>
                  <a:pt x="1176472" y="588029"/>
                </a:lnTo>
                <a:lnTo>
                  <a:pt x="1173491" y="595095"/>
                </a:lnTo>
                <a:lnTo>
                  <a:pt x="1167794" y="605868"/>
                </a:lnTo>
                <a:lnTo>
                  <a:pt x="1165486" y="609361"/>
                </a:lnTo>
                <a:lnTo>
                  <a:pt x="1162692" y="612070"/>
                </a:lnTo>
                <a:lnTo>
                  <a:pt x="1158884" y="615324"/>
                </a:lnTo>
                <a:lnTo>
                  <a:pt x="1153847" y="619106"/>
                </a:lnTo>
                <a:lnTo>
                  <a:pt x="1144622" y="624521"/>
                </a:lnTo>
                <a:lnTo>
                  <a:pt x="1134174" y="627918"/>
                </a:lnTo>
                <a:lnTo>
                  <a:pt x="1129288" y="629918"/>
                </a:lnTo>
                <a:lnTo>
                  <a:pt x="1126162" y="631829"/>
                </a:lnTo>
                <a:lnTo>
                  <a:pt x="1117910" y="634997"/>
                </a:lnTo>
                <a:lnTo>
                  <a:pt x="1090985" y="642431"/>
                </a:lnTo>
                <a:lnTo>
                  <a:pt x="1061924" y="649915"/>
                </a:lnTo>
                <a:lnTo>
                  <a:pt x="1058831" y="651498"/>
                </a:lnTo>
                <a:lnTo>
                  <a:pt x="1040851" y="660842"/>
                </a:lnTo>
                <a:lnTo>
                  <a:pt x="1024988" y="666962"/>
                </a:lnTo>
                <a:lnTo>
                  <a:pt x="998217" y="674734"/>
                </a:lnTo>
                <a:lnTo>
                  <a:pt x="991648" y="677193"/>
                </a:lnTo>
                <a:lnTo>
                  <a:pt x="985483" y="679069"/>
                </a:lnTo>
                <a:lnTo>
                  <a:pt x="964704" y="681758"/>
                </a:lnTo>
                <a:lnTo>
                  <a:pt x="946257" y="684120"/>
                </a:lnTo>
                <a:lnTo>
                  <a:pt x="932462" y="688927"/>
                </a:lnTo>
                <a:lnTo>
                  <a:pt x="928230" y="690997"/>
                </a:lnTo>
                <a:lnTo>
                  <a:pt x="911771" y="698302"/>
                </a:lnTo>
                <a:lnTo>
                  <a:pt x="908693" y="701299"/>
                </a:lnTo>
                <a:lnTo>
                  <a:pt x="896152" y="711044"/>
                </a:lnTo>
                <a:lnTo>
                  <a:pt x="893244" y="713164"/>
                </a:lnTo>
                <a:lnTo>
                  <a:pt x="883822" y="732842"/>
                </a:lnTo>
                <a:lnTo>
                  <a:pt x="879293" y="742091"/>
                </a:lnTo>
                <a:lnTo>
                  <a:pt x="879092" y="743268"/>
                </a:lnTo>
                <a:lnTo>
                  <a:pt x="878492" y="742443"/>
                </a:lnTo>
                <a:lnTo>
                  <a:pt x="878063" y="743492"/>
                </a:lnTo>
                <a:lnTo>
                  <a:pt x="879903" y="745181"/>
                </a:lnTo>
                <a:lnTo>
                  <a:pt x="882574" y="746080"/>
                </a:lnTo>
                <a:lnTo>
                  <a:pt x="878530" y="754226"/>
                </a:lnTo>
                <a:lnTo>
                  <a:pt x="852625" y="804878"/>
                </a:lnTo>
                <a:lnTo>
                  <a:pt x="855840" y="805807"/>
                </a:lnTo>
                <a:lnTo>
                  <a:pt x="857091" y="805992"/>
                </a:lnTo>
                <a:lnTo>
                  <a:pt x="859376" y="807024"/>
                </a:lnTo>
                <a:lnTo>
                  <a:pt x="863331" y="810260"/>
                </a:lnTo>
                <a:lnTo>
                  <a:pt x="868250" y="812069"/>
                </a:lnTo>
                <a:lnTo>
                  <a:pt x="868831" y="813677"/>
                </a:lnTo>
                <a:lnTo>
                  <a:pt x="868494" y="815851"/>
                </a:lnTo>
                <a:lnTo>
                  <a:pt x="868580" y="816902"/>
                </a:lnTo>
                <a:lnTo>
                  <a:pt x="872239" y="817855"/>
                </a:lnTo>
                <a:lnTo>
                  <a:pt x="878813" y="822996"/>
                </a:lnTo>
                <a:lnTo>
                  <a:pt x="890648" y="832578"/>
                </a:lnTo>
                <a:lnTo>
                  <a:pt x="719174" y="939536"/>
                </a:lnTo>
                <a:lnTo>
                  <a:pt x="716843" y="943717"/>
                </a:lnTo>
                <a:lnTo>
                  <a:pt x="689916" y="956235"/>
                </a:lnTo>
                <a:lnTo>
                  <a:pt x="651908" y="973379"/>
                </a:lnTo>
                <a:lnTo>
                  <a:pt x="655632" y="979273"/>
                </a:lnTo>
                <a:lnTo>
                  <a:pt x="660363" y="986711"/>
                </a:lnTo>
                <a:lnTo>
                  <a:pt x="623684" y="1002441"/>
                </a:lnTo>
                <a:lnTo>
                  <a:pt x="620677" y="1003730"/>
                </a:lnTo>
                <a:lnTo>
                  <a:pt x="619794" y="1016260"/>
                </a:lnTo>
                <a:lnTo>
                  <a:pt x="618773" y="1031187"/>
                </a:lnTo>
                <a:lnTo>
                  <a:pt x="602393" y="1027755"/>
                </a:lnTo>
                <a:lnTo>
                  <a:pt x="585851" y="1027699"/>
                </a:lnTo>
                <a:lnTo>
                  <a:pt x="584707" y="1022073"/>
                </a:lnTo>
                <a:lnTo>
                  <a:pt x="586173" y="1020106"/>
                </a:lnTo>
                <a:lnTo>
                  <a:pt x="588332" y="1018326"/>
                </a:lnTo>
                <a:lnTo>
                  <a:pt x="580661" y="1005727"/>
                </a:lnTo>
                <a:lnTo>
                  <a:pt x="533194" y="1026765"/>
                </a:lnTo>
                <a:lnTo>
                  <a:pt x="518715" y="1032297"/>
                </a:lnTo>
                <a:lnTo>
                  <a:pt x="512004" y="1007908"/>
                </a:lnTo>
                <a:lnTo>
                  <a:pt x="509798" y="999164"/>
                </a:lnTo>
                <a:lnTo>
                  <a:pt x="506121" y="989684"/>
                </a:lnTo>
                <a:lnTo>
                  <a:pt x="501525" y="979469"/>
                </a:lnTo>
                <a:lnTo>
                  <a:pt x="497388" y="973303"/>
                </a:lnTo>
                <a:lnTo>
                  <a:pt x="499962" y="971647"/>
                </a:lnTo>
                <a:lnTo>
                  <a:pt x="495795" y="966624"/>
                </a:lnTo>
                <a:lnTo>
                  <a:pt x="473584" y="933617"/>
                </a:lnTo>
                <a:lnTo>
                  <a:pt x="453295" y="934303"/>
                </a:lnTo>
                <a:lnTo>
                  <a:pt x="430993" y="935656"/>
                </a:lnTo>
                <a:lnTo>
                  <a:pt x="379257" y="937534"/>
                </a:lnTo>
                <a:lnTo>
                  <a:pt x="339761" y="940242"/>
                </a:lnTo>
                <a:lnTo>
                  <a:pt x="307397" y="937458"/>
                </a:lnTo>
                <a:lnTo>
                  <a:pt x="282693" y="932799"/>
                </a:lnTo>
                <a:lnTo>
                  <a:pt x="254309" y="925432"/>
                </a:lnTo>
                <a:lnTo>
                  <a:pt x="235762" y="918816"/>
                </a:lnTo>
                <a:lnTo>
                  <a:pt x="202648" y="903558"/>
                </a:lnTo>
                <a:lnTo>
                  <a:pt x="161725" y="875898"/>
                </a:lnTo>
                <a:lnTo>
                  <a:pt x="152354" y="867783"/>
                </a:lnTo>
                <a:lnTo>
                  <a:pt x="144529" y="861015"/>
                </a:lnTo>
                <a:lnTo>
                  <a:pt x="119449" y="834558"/>
                </a:lnTo>
                <a:lnTo>
                  <a:pt x="79502" y="792543"/>
                </a:lnTo>
                <a:lnTo>
                  <a:pt x="51173" y="761984"/>
                </a:lnTo>
                <a:lnTo>
                  <a:pt x="23246" y="731136"/>
                </a:lnTo>
                <a:lnTo>
                  <a:pt x="7711" y="713974"/>
                </a:lnTo>
                <a:lnTo>
                  <a:pt x="21625" y="714013"/>
                </a:lnTo>
                <a:lnTo>
                  <a:pt x="24393" y="714082"/>
                </a:lnTo>
                <a:lnTo>
                  <a:pt x="57095" y="714718"/>
                </a:lnTo>
                <a:lnTo>
                  <a:pt x="63221" y="712705"/>
                </a:lnTo>
                <a:lnTo>
                  <a:pt x="118596" y="688566"/>
                </a:lnTo>
                <a:lnTo>
                  <a:pt x="87896" y="614077"/>
                </a:lnTo>
                <a:lnTo>
                  <a:pt x="19851" y="594347"/>
                </a:lnTo>
                <a:lnTo>
                  <a:pt x="13591" y="576088"/>
                </a:lnTo>
                <a:lnTo>
                  <a:pt x="9021" y="562752"/>
                </a:lnTo>
                <a:lnTo>
                  <a:pt x="0" y="543988"/>
                </a:lnTo>
                <a:lnTo>
                  <a:pt x="287" y="541307"/>
                </a:lnTo>
                <a:lnTo>
                  <a:pt x="1412" y="530817"/>
                </a:lnTo>
                <a:lnTo>
                  <a:pt x="2506" y="521412"/>
                </a:lnTo>
                <a:lnTo>
                  <a:pt x="4855" y="514247"/>
                </a:lnTo>
                <a:lnTo>
                  <a:pt x="7317" y="510665"/>
                </a:lnTo>
                <a:lnTo>
                  <a:pt x="14261" y="487405"/>
                </a:lnTo>
                <a:lnTo>
                  <a:pt x="15556" y="482576"/>
                </a:lnTo>
                <a:lnTo>
                  <a:pt x="24929" y="449961"/>
                </a:lnTo>
                <a:lnTo>
                  <a:pt x="28637" y="433970"/>
                </a:lnTo>
                <a:lnTo>
                  <a:pt x="31644" y="420357"/>
                </a:lnTo>
                <a:lnTo>
                  <a:pt x="34792" y="409193"/>
                </a:lnTo>
                <a:lnTo>
                  <a:pt x="38674" y="395441"/>
                </a:lnTo>
                <a:lnTo>
                  <a:pt x="43617" y="378112"/>
                </a:lnTo>
                <a:lnTo>
                  <a:pt x="45010" y="372862"/>
                </a:lnTo>
                <a:lnTo>
                  <a:pt x="45900" y="370405"/>
                </a:lnTo>
                <a:lnTo>
                  <a:pt x="49449" y="363779"/>
                </a:lnTo>
                <a:lnTo>
                  <a:pt x="55428" y="353766"/>
                </a:lnTo>
                <a:lnTo>
                  <a:pt x="66244" y="33640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g19">
            <a:extLst>
              <a:ext uri="{FF2B5EF4-FFF2-40B4-BE49-F238E27FC236}">
                <a16:creationId xmlns:a16="http://schemas.microsoft.com/office/drawing/2014/main" id="{54204CCC-18B7-4A8B-9BF9-EBD500ABA05B}"/>
              </a:ext>
            </a:extLst>
          </p:cNvPr>
          <p:cNvSpPr/>
          <p:nvPr/>
        </p:nvSpPr>
        <p:spPr>
          <a:xfrm>
            <a:off x="4253451" y="2942933"/>
            <a:ext cx="1009843" cy="853494"/>
          </a:xfrm>
          <a:custGeom>
            <a:avLst/>
            <a:gdLst/>
            <a:ahLst/>
            <a:cxnLst/>
            <a:rect l="0" t="0" r="0" b="0"/>
            <a:pathLst>
              <a:path w="1124246" h="950185">
                <a:moveTo>
                  <a:pt x="1073186" y="519836"/>
                </a:moveTo>
                <a:lnTo>
                  <a:pt x="1077013" y="515386"/>
                </a:lnTo>
                <a:lnTo>
                  <a:pt x="1076447" y="509092"/>
                </a:lnTo>
                <a:lnTo>
                  <a:pt x="1079307" y="501564"/>
                </a:lnTo>
                <a:lnTo>
                  <a:pt x="1081339" y="494487"/>
                </a:lnTo>
                <a:lnTo>
                  <a:pt x="1083221" y="474272"/>
                </a:lnTo>
                <a:lnTo>
                  <a:pt x="1086833" y="454135"/>
                </a:lnTo>
                <a:lnTo>
                  <a:pt x="1088099" y="423358"/>
                </a:lnTo>
                <a:lnTo>
                  <a:pt x="1086807" y="387176"/>
                </a:lnTo>
                <a:lnTo>
                  <a:pt x="1088386" y="371239"/>
                </a:lnTo>
                <a:lnTo>
                  <a:pt x="1086545" y="350314"/>
                </a:lnTo>
                <a:lnTo>
                  <a:pt x="1082772" y="333041"/>
                </a:lnTo>
                <a:lnTo>
                  <a:pt x="1075324" y="318404"/>
                </a:lnTo>
                <a:lnTo>
                  <a:pt x="1070589" y="310241"/>
                </a:lnTo>
                <a:lnTo>
                  <a:pt x="1050525" y="292304"/>
                </a:lnTo>
                <a:lnTo>
                  <a:pt x="1048620" y="286811"/>
                </a:lnTo>
                <a:lnTo>
                  <a:pt x="1028930" y="264848"/>
                </a:lnTo>
                <a:lnTo>
                  <a:pt x="978656" y="233923"/>
                </a:lnTo>
                <a:lnTo>
                  <a:pt x="942140" y="216722"/>
                </a:lnTo>
                <a:lnTo>
                  <a:pt x="928597" y="212642"/>
                </a:lnTo>
                <a:lnTo>
                  <a:pt x="881258" y="201308"/>
                </a:lnTo>
                <a:lnTo>
                  <a:pt x="854023" y="195508"/>
                </a:lnTo>
                <a:lnTo>
                  <a:pt x="836335" y="186716"/>
                </a:lnTo>
                <a:lnTo>
                  <a:pt x="826213" y="182583"/>
                </a:lnTo>
                <a:lnTo>
                  <a:pt x="817366" y="176235"/>
                </a:lnTo>
                <a:lnTo>
                  <a:pt x="790694" y="166048"/>
                </a:lnTo>
                <a:lnTo>
                  <a:pt x="776823" y="152738"/>
                </a:lnTo>
                <a:lnTo>
                  <a:pt x="771929" y="145173"/>
                </a:lnTo>
                <a:lnTo>
                  <a:pt x="755507" y="131315"/>
                </a:lnTo>
                <a:lnTo>
                  <a:pt x="740250" y="112268"/>
                </a:lnTo>
                <a:lnTo>
                  <a:pt x="739170" y="109742"/>
                </a:lnTo>
                <a:lnTo>
                  <a:pt x="736717" y="102229"/>
                </a:lnTo>
                <a:lnTo>
                  <a:pt x="735038" y="98393"/>
                </a:lnTo>
                <a:lnTo>
                  <a:pt x="732908" y="96232"/>
                </a:lnTo>
                <a:lnTo>
                  <a:pt x="718126" y="84216"/>
                </a:lnTo>
                <a:lnTo>
                  <a:pt x="698653" y="65779"/>
                </a:lnTo>
                <a:lnTo>
                  <a:pt x="682552" y="48265"/>
                </a:lnTo>
                <a:lnTo>
                  <a:pt x="666432" y="33897"/>
                </a:lnTo>
                <a:lnTo>
                  <a:pt x="640850" y="17429"/>
                </a:lnTo>
                <a:lnTo>
                  <a:pt x="612115" y="5867"/>
                </a:lnTo>
                <a:lnTo>
                  <a:pt x="596506" y="0"/>
                </a:lnTo>
                <a:lnTo>
                  <a:pt x="597084" y="4715"/>
                </a:lnTo>
                <a:lnTo>
                  <a:pt x="596658" y="9162"/>
                </a:lnTo>
                <a:lnTo>
                  <a:pt x="589877" y="21116"/>
                </a:lnTo>
                <a:lnTo>
                  <a:pt x="567732" y="58408"/>
                </a:lnTo>
                <a:lnTo>
                  <a:pt x="560374" y="76621"/>
                </a:lnTo>
                <a:lnTo>
                  <a:pt x="553195" y="89196"/>
                </a:lnTo>
                <a:lnTo>
                  <a:pt x="459679" y="251579"/>
                </a:lnTo>
                <a:lnTo>
                  <a:pt x="427731" y="307061"/>
                </a:lnTo>
                <a:lnTo>
                  <a:pt x="412016" y="333115"/>
                </a:lnTo>
                <a:lnTo>
                  <a:pt x="372409" y="328356"/>
                </a:lnTo>
                <a:lnTo>
                  <a:pt x="116312" y="314275"/>
                </a:lnTo>
                <a:lnTo>
                  <a:pt x="38295" y="308756"/>
                </a:lnTo>
                <a:lnTo>
                  <a:pt x="0" y="304641"/>
                </a:lnTo>
                <a:lnTo>
                  <a:pt x="488" y="319762"/>
                </a:lnTo>
                <a:lnTo>
                  <a:pt x="1697" y="336710"/>
                </a:lnTo>
                <a:lnTo>
                  <a:pt x="2124" y="339997"/>
                </a:lnTo>
                <a:lnTo>
                  <a:pt x="3536" y="345888"/>
                </a:lnTo>
                <a:lnTo>
                  <a:pt x="6359" y="357322"/>
                </a:lnTo>
                <a:lnTo>
                  <a:pt x="7616" y="361811"/>
                </a:lnTo>
                <a:lnTo>
                  <a:pt x="17339" y="345888"/>
                </a:lnTo>
                <a:lnTo>
                  <a:pt x="30460" y="353827"/>
                </a:lnTo>
                <a:lnTo>
                  <a:pt x="65179" y="374410"/>
                </a:lnTo>
                <a:lnTo>
                  <a:pt x="54301" y="394268"/>
                </a:lnTo>
                <a:lnTo>
                  <a:pt x="24942" y="402507"/>
                </a:lnTo>
                <a:lnTo>
                  <a:pt x="76267" y="427650"/>
                </a:lnTo>
                <a:lnTo>
                  <a:pt x="74887" y="430690"/>
                </a:lnTo>
                <a:lnTo>
                  <a:pt x="83825" y="434385"/>
                </a:lnTo>
                <a:lnTo>
                  <a:pt x="98332" y="440746"/>
                </a:lnTo>
                <a:lnTo>
                  <a:pt x="114514" y="447843"/>
                </a:lnTo>
                <a:lnTo>
                  <a:pt x="136002" y="460124"/>
                </a:lnTo>
                <a:lnTo>
                  <a:pt x="161443" y="472074"/>
                </a:lnTo>
                <a:lnTo>
                  <a:pt x="175422" y="479495"/>
                </a:lnTo>
                <a:lnTo>
                  <a:pt x="188613" y="485669"/>
                </a:lnTo>
                <a:lnTo>
                  <a:pt x="293746" y="530728"/>
                </a:lnTo>
                <a:lnTo>
                  <a:pt x="297281" y="523880"/>
                </a:lnTo>
                <a:lnTo>
                  <a:pt x="300940" y="525797"/>
                </a:lnTo>
                <a:lnTo>
                  <a:pt x="318627" y="495812"/>
                </a:lnTo>
                <a:lnTo>
                  <a:pt x="324290" y="498687"/>
                </a:lnTo>
                <a:lnTo>
                  <a:pt x="312615" y="521090"/>
                </a:lnTo>
                <a:lnTo>
                  <a:pt x="311077" y="542595"/>
                </a:lnTo>
                <a:lnTo>
                  <a:pt x="373285" y="569283"/>
                </a:lnTo>
                <a:lnTo>
                  <a:pt x="353749" y="620595"/>
                </a:lnTo>
                <a:lnTo>
                  <a:pt x="364397" y="627324"/>
                </a:lnTo>
                <a:lnTo>
                  <a:pt x="398920" y="651102"/>
                </a:lnTo>
                <a:lnTo>
                  <a:pt x="408972" y="657297"/>
                </a:lnTo>
                <a:lnTo>
                  <a:pt x="441978" y="677639"/>
                </a:lnTo>
                <a:lnTo>
                  <a:pt x="463751" y="735732"/>
                </a:lnTo>
                <a:lnTo>
                  <a:pt x="484256" y="722098"/>
                </a:lnTo>
                <a:lnTo>
                  <a:pt x="507883" y="713980"/>
                </a:lnTo>
                <a:lnTo>
                  <a:pt x="525982" y="709608"/>
                </a:lnTo>
                <a:lnTo>
                  <a:pt x="538732" y="707199"/>
                </a:lnTo>
                <a:lnTo>
                  <a:pt x="548780" y="707190"/>
                </a:lnTo>
                <a:lnTo>
                  <a:pt x="547821" y="716737"/>
                </a:lnTo>
                <a:lnTo>
                  <a:pt x="547137" y="724457"/>
                </a:lnTo>
                <a:lnTo>
                  <a:pt x="532163" y="747845"/>
                </a:lnTo>
                <a:lnTo>
                  <a:pt x="555712" y="762276"/>
                </a:lnTo>
                <a:lnTo>
                  <a:pt x="549059" y="780260"/>
                </a:lnTo>
                <a:lnTo>
                  <a:pt x="561879" y="788780"/>
                </a:lnTo>
                <a:lnTo>
                  <a:pt x="579471" y="799612"/>
                </a:lnTo>
                <a:lnTo>
                  <a:pt x="587217" y="810645"/>
                </a:lnTo>
                <a:lnTo>
                  <a:pt x="591264" y="815555"/>
                </a:lnTo>
                <a:lnTo>
                  <a:pt x="602890" y="819411"/>
                </a:lnTo>
                <a:lnTo>
                  <a:pt x="613660" y="814985"/>
                </a:lnTo>
                <a:lnTo>
                  <a:pt x="615073" y="813409"/>
                </a:lnTo>
                <a:lnTo>
                  <a:pt x="620728" y="812630"/>
                </a:lnTo>
                <a:lnTo>
                  <a:pt x="621879" y="815400"/>
                </a:lnTo>
                <a:lnTo>
                  <a:pt x="622897" y="820534"/>
                </a:lnTo>
                <a:lnTo>
                  <a:pt x="622987" y="824606"/>
                </a:lnTo>
                <a:lnTo>
                  <a:pt x="623749" y="831627"/>
                </a:lnTo>
                <a:lnTo>
                  <a:pt x="623928" y="834530"/>
                </a:lnTo>
                <a:lnTo>
                  <a:pt x="624931" y="843063"/>
                </a:lnTo>
                <a:lnTo>
                  <a:pt x="625173" y="847448"/>
                </a:lnTo>
                <a:lnTo>
                  <a:pt x="625889" y="849709"/>
                </a:lnTo>
                <a:lnTo>
                  <a:pt x="627952" y="852793"/>
                </a:lnTo>
                <a:lnTo>
                  <a:pt x="631572" y="857180"/>
                </a:lnTo>
                <a:lnTo>
                  <a:pt x="632106" y="860986"/>
                </a:lnTo>
                <a:lnTo>
                  <a:pt x="650047" y="856105"/>
                </a:lnTo>
                <a:lnTo>
                  <a:pt x="656790" y="854573"/>
                </a:lnTo>
                <a:lnTo>
                  <a:pt x="663892" y="853927"/>
                </a:lnTo>
                <a:lnTo>
                  <a:pt x="677254" y="853888"/>
                </a:lnTo>
                <a:lnTo>
                  <a:pt x="683300" y="853729"/>
                </a:lnTo>
                <a:lnTo>
                  <a:pt x="687998" y="858264"/>
                </a:lnTo>
                <a:lnTo>
                  <a:pt x="690112" y="859259"/>
                </a:lnTo>
                <a:lnTo>
                  <a:pt x="689616" y="873324"/>
                </a:lnTo>
                <a:lnTo>
                  <a:pt x="689388" y="879761"/>
                </a:lnTo>
                <a:lnTo>
                  <a:pt x="692588" y="879844"/>
                </a:lnTo>
                <a:lnTo>
                  <a:pt x="697459" y="879970"/>
                </a:lnTo>
                <a:lnTo>
                  <a:pt x="697459" y="885913"/>
                </a:lnTo>
                <a:lnTo>
                  <a:pt x="697459" y="901717"/>
                </a:lnTo>
                <a:lnTo>
                  <a:pt x="708944" y="901820"/>
                </a:lnTo>
                <a:lnTo>
                  <a:pt x="709048" y="929782"/>
                </a:lnTo>
                <a:lnTo>
                  <a:pt x="697148" y="943451"/>
                </a:lnTo>
                <a:lnTo>
                  <a:pt x="697459" y="950185"/>
                </a:lnTo>
                <a:lnTo>
                  <a:pt x="762185" y="949723"/>
                </a:lnTo>
                <a:lnTo>
                  <a:pt x="796630" y="949478"/>
                </a:lnTo>
                <a:lnTo>
                  <a:pt x="1046683" y="947697"/>
                </a:lnTo>
                <a:lnTo>
                  <a:pt x="1056823" y="947491"/>
                </a:lnTo>
                <a:lnTo>
                  <a:pt x="1028897" y="916642"/>
                </a:lnTo>
                <a:lnTo>
                  <a:pt x="1013361" y="899480"/>
                </a:lnTo>
                <a:lnTo>
                  <a:pt x="1027276" y="899519"/>
                </a:lnTo>
                <a:lnTo>
                  <a:pt x="1030043" y="899589"/>
                </a:lnTo>
                <a:lnTo>
                  <a:pt x="1062746" y="900224"/>
                </a:lnTo>
                <a:lnTo>
                  <a:pt x="1068872" y="898211"/>
                </a:lnTo>
                <a:lnTo>
                  <a:pt x="1124246" y="874072"/>
                </a:lnTo>
                <a:lnTo>
                  <a:pt x="1093547" y="799583"/>
                </a:lnTo>
                <a:lnTo>
                  <a:pt x="1025501" y="779853"/>
                </a:lnTo>
                <a:lnTo>
                  <a:pt x="1019242" y="761595"/>
                </a:lnTo>
                <a:lnTo>
                  <a:pt x="1014671" y="748258"/>
                </a:lnTo>
                <a:lnTo>
                  <a:pt x="1005650" y="729495"/>
                </a:lnTo>
                <a:lnTo>
                  <a:pt x="1005937" y="726814"/>
                </a:lnTo>
                <a:lnTo>
                  <a:pt x="1007063" y="716324"/>
                </a:lnTo>
                <a:lnTo>
                  <a:pt x="1008156" y="706918"/>
                </a:lnTo>
                <a:lnTo>
                  <a:pt x="1010505" y="699754"/>
                </a:lnTo>
                <a:lnTo>
                  <a:pt x="1012967" y="696172"/>
                </a:lnTo>
                <a:lnTo>
                  <a:pt x="1019912" y="672912"/>
                </a:lnTo>
                <a:lnTo>
                  <a:pt x="1021206" y="668083"/>
                </a:lnTo>
                <a:lnTo>
                  <a:pt x="1030580" y="635467"/>
                </a:lnTo>
                <a:lnTo>
                  <a:pt x="1034287" y="619476"/>
                </a:lnTo>
                <a:lnTo>
                  <a:pt x="1037295" y="605864"/>
                </a:lnTo>
                <a:lnTo>
                  <a:pt x="1040442" y="594699"/>
                </a:lnTo>
                <a:lnTo>
                  <a:pt x="1044325" y="580948"/>
                </a:lnTo>
                <a:lnTo>
                  <a:pt x="1049267" y="563618"/>
                </a:lnTo>
                <a:lnTo>
                  <a:pt x="1050661" y="558369"/>
                </a:lnTo>
                <a:lnTo>
                  <a:pt x="1051550" y="555912"/>
                </a:lnTo>
                <a:lnTo>
                  <a:pt x="1055100" y="549285"/>
                </a:lnTo>
                <a:lnTo>
                  <a:pt x="1061078" y="539272"/>
                </a:lnTo>
                <a:lnTo>
                  <a:pt x="1071895" y="52191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pg20">
            <a:extLst>
              <a:ext uri="{FF2B5EF4-FFF2-40B4-BE49-F238E27FC236}">
                <a16:creationId xmlns:a16="http://schemas.microsoft.com/office/drawing/2014/main" id="{90499A17-EFF7-48F3-9B9B-1E50FE88FB16}"/>
              </a:ext>
            </a:extLst>
          </p:cNvPr>
          <p:cNvSpPr/>
          <p:nvPr/>
        </p:nvSpPr>
        <p:spPr>
          <a:xfrm>
            <a:off x="4192012" y="3329796"/>
            <a:ext cx="754407" cy="691527"/>
          </a:xfrm>
          <a:custGeom>
            <a:avLst/>
            <a:gdLst/>
            <a:ahLst/>
            <a:cxnLst/>
            <a:rect l="0" t="0" r="0" b="0"/>
            <a:pathLst>
              <a:path w="839872" h="769869">
                <a:moveTo>
                  <a:pt x="477371" y="226607"/>
                </a:moveTo>
                <a:lnTo>
                  <a:pt x="467320" y="220411"/>
                </a:lnTo>
                <a:lnTo>
                  <a:pt x="432797" y="196633"/>
                </a:lnTo>
                <a:lnTo>
                  <a:pt x="422148" y="189904"/>
                </a:lnTo>
                <a:lnTo>
                  <a:pt x="441685" y="138592"/>
                </a:lnTo>
                <a:lnTo>
                  <a:pt x="379476" y="111905"/>
                </a:lnTo>
                <a:lnTo>
                  <a:pt x="381015" y="90399"/>
                </a:lnTo>
                <a:lnTo>
                  <a:pt x="392689" y="67997"/>
                </a:lnTo>
                <a:lnTo>
                  <a:pt x="387027" y="65122"/>
                </a:lnTo>
                <a:lnTo>
                  <a:pt x="369340" y="95106"/>
                </a:lnTo>
                <a:lnTo>
                  <a:pt x="365681" y="93189"/>
                </a:lnTo>
                <a:lnTo>
                  <a:pt x="362146" y="100038"/>
                </a:lnTo>
                <a:lnTo>
                  <a:pt x="257013" y="54978"/>
                </a:lnTo>
                <a:lnTo>
                  <a:pt x="243822" y="48804"/>
                </a:lnTo>
                <a:lnTo>
                  <a:pt x="229842" y="41383"/>
                </a:lnTo>
                <a:lnTo>
                  <a:pt x="204402" y="29433"/>
                </a:lnTo>
                <a:lnTo>
                  <a:pt x="182913" y="17153"/>
                </a:lnTo>
                <a:lnTo>
                  <a:pt x="166732" y="10056"/>
                </a:lnTo>
                <a:lnTo>
                  <a:pt x="152224" y="3695"/>
                </a:lnTo>
                <a:lnTo>
                  <a:pt x="143287" y="0"/>
                </a:lnTo>
                <a:lnTo>
                  <a:pt x="142464" y="2622"/>
                </a:lnTo>
                <a:lnTo>
                  <a:pt x="141157" y="5945"/>
                </a:lnTo>
                <a:lnTo>
                  <a:pt x="140598" y="9764"/>
                </a:lnTo>
                <a:lnTo>
                  <a:pt x="139927" y="16604"/>
                </a:lnTo>
                <a:lnTo>
                  <a:pt x="139591" y="25094"/>
                </a:lnTo>
                <a:lnTo>
                  <a:pt x="139663" y="28709"/>
                </a:lnTo>
                <a:lnTo>
                  <a:pt x="140485" y="33640"/>
                </a:lnTo>
                <a:lnTo>
                  <a:pt x="140880" y="36038"/>
                </a:lnTo>
                <a:lnTo>
                  <a:pt x="141319" y="38528"/>
                </a:lnTo>
                <a:lnTo>
                  <a:pt x="141593" y="41059"/>
                </a:lnTo>
                <a:lnTo>
                  <a:pt x="141576" y="44519"/>
                </a:lnTo>
                <a:lnTo>
                  <a:pt x="141354" y="46804"/>
                </a:lnTo>
                <a:lnTo>
                  <a:pt x="140701" y="51592"/>
                </a:lnTo>
                <a:lnTo>
                  <a:pt x="137266" y="60876"/>
                </a:lnTo>
                <a:lnTo>
                  <a:pt x="136205" y="65394"/>
                </a:lnTo>
                <a:lnTo>
                  <a:pt x="135728" y="67420"/>
                </a:lnTo>
                <a:lnTo>
                  <a:pt x="134271" y="75942"/>
                </a:lnTo>
                <a:lnTo>
                  <a:pt x="134271" y="83792"/>
                </a:lnTo>
                <a:lnTo>
                  <a:pt x="132702" y="88501"/>
                </a:lnTo>
                <a:lnTo>
                  <a:pt x="130148" y="91977"/>
                </a:lnTo>
                <a:lnTo>
                  <a:pt x="129900" y="92314"/>
                </a:lnTo>
                <a:lnTo>
                  <a:pt x="127345" y="96399"/>
                </a:lnTo>
                <a:lnTo>
                  <a:pt x="126985" y="99827"/>
                </a:lnTo>
                <a:lnTo>
                  <a:pt x="128675" y="105191"/>
                </a:lnTo>
                <a:lnTo>
                  <a:pt x="140292" y="133920"/>
                </a:lnTo>
                <a:lnTo>
                  <a:pt x="141290" y="136388"/>
                </a:lnTo>
                <a:lnTo>
                  <a:pt x="143889" y="142938"/>
                </a:lnTo>
                <a:lnTo>
                  <a:pt x="153778" y="168050"/>
                </a:lnTo>
                <a:lnTo>
                  <a:pt x="156128" y="173682"/>
                </a:lnTo>
                <a:lnTo>
                  <a:pt x="163686" y="192707"/>
                </a:lnTo>
                <a:lnTo>
                  <a:pt x="168425" y="203665"/>
                </a:lnTo>
                <a:lnTo>
                  <a:pt x="174976" y="217062"/>
                </a:lnTo>
                <a:lnTo>
                  <a:pt x="173518" y="230916"/>
                </a:lnTo>
                <a:lnTo>
                  <a:pt x="171125" y="238552"/>
                </a:lnTo>
                <a:lnTo>
                  <a:pt x="154292" y="269838"/>
                </a:lnTo>
                <a:lnTo>
                  <a:pt x="147885" y="281403"/>
                </a:lnTo>
                <a:lnTo>
                  <a:pt x="140794" y="292563"/>
                </a:lnTo>
                <a:lnTo>
                  <a:pt x="123456" y="318643"/>
                </a:lnTo>
                <a:lnTo>
                  <a:pt x="117453" y="327161"/>
                </a:lnTo>
                <a:lnTo>
                  <a:pt x="112596" y="334051"/>
                </a:lnTo>
                <a:lnTo>
                  <a:pt x="106860" y="341363"/>
                </a:lnTo>
                <a:lnTo>
                  <a:pt x="81073" y="370390"/>
                </a:lnTo>
                <a:lnTo>
                  <a:pt x="44854" y="402912"/>
                </a:lnTo>
                <a:lnTo>
                  <a:pt x="24838" y="419621"/>
                </a:lnTo>
                <a:lnTo>
                  <a:pt x="10882" y="432126"/>
                </a:lnTo>
                <a:lnTo>
                  <a:pt x="12404" y="434529"/>
                </a:lnTo>
                <a:lnTo>
                  <a:pt x="0" y="444146"/>
                </a:lnTo>
                <a:lnTo>
                  <a:pt x="27093" y="480602"/>
                </a:lnTo>
                <a:lnTo>
                  <a:pt x="55084" y="504211"/>
                </a:lnTo>
                <a:lnTo>
                  <a:pt x="53688" y="507122"/>
                </a:lnTo>
                <a:lnTo>
                  <a:pt x="53077" y="509444"/>
                </a:lnTo>
                <a:lnTo>
                  <a:pt x="52790" y="512628"/>
                </a:lnTo>
                <a:lnTo>
                  <a:pt x="53103" y="514644"/>
                </a:lnTo>
                <a:lnTo>
                  <a:pt x="53633" y="516641"/>
                </a:lnTo>
                <a:lnTo>
                  <a:pt x="57753" y="522543"/>
                </a:lnTo>
                <a:lnTo>
                  <a:pt x="62265" y="528191"/>
                </a:lnTo>
                <a:lnTo>
                  <a:pt x="59951" y="531325"/>
                </a:lnTo>
                <a:lnTo>
                  <a:pt x="57107" y="535429"/>
                </a:lnTo>
                <a:lnTo>
                  <a:pt x="50837" y="545509"/>
                </a:lnTo>
                <a:lnTo>
                  <a:pt x="46460" y="554010"/>
                </a:lnTo>
                <a:lnTo>
                  <a:pt x="42729" y="563971"/>
                </a:lnTo>
                <a:lnTo>
                  <a:pt x="39886" y="572643"/>
                </a:lnTo>
                <a:lnTo>
                  <a:pt x="39091" y="576536"/>
                </a:lnTo>
                <a:lnTo>
                  <a:pt x="38318" y="584027"/>
                </a:lnTo>
                <a:lnTo>
                  <a:pt x="37332" y="599648"/>
                </a:lnTo>
                <a:lnTo>
                  <a:pt x="36211" y="600601"/>
                </a:lnTo>
                <a:lnTo>
                  <a:pt x="29209" y="610029"/>
                </a:lnTo>
                <a:lnTo>
                  <a:pt x="38478" y="619019"/>
                </a:lnTo>
                <a:lnTo>
                  <a:pt x="67240" y="634725"/>
                </a:lnTo>
                <a:lnTo>
                  <a:pt x="85817" y="648216"/>
                </a:lnTo>
                <a:lnTo>
                  <a:pt x="96134" y="642964"/>
                </a:lnTo>
                <a:lnTo>
                  <a:pt x="100094" y="640196"/>
                </a:lnTo>
                <a:lnTo>
                  <a:pt x="104949" y="638999"/>
                </a:lnTo>
                <a:lnTo>
                  <a:pt x="120562" y="640420"/>
                </a:lnTo>
                <a:lnTo>
                  <a:pt x="140734" y="638999"/>
                </a:lnTo>
                <a:lnTo>
                  <a:pt x="144171" y="639524"/>
                </a:lnTo>
                <a:lnTo>
                  <a:pt x="147532" y="643112"/>
                </a:lnTo>
                <a:lnTo>
                  <a:pt x="156053" y="652832"/>
                </a:lnTo>
                <a:lnTo>
                  <a:pt x="163168" y="660949"/>
                </a:lnTo>
                <a:lnTo>
                  <a:pt x="172501" y="668951"/>
                </a:lnTo>
                <a:lnTo>
                  <a:pt x="181835" y="672895"/>
                </a:lnTo>
                <a:lnTo>
                  <a:pt x="181857" y="674805"/>
                </a:lnTo>
                <a:lnTo>
                  <a:pt x="318095" y="708738"/>
                </a:lnTo>
                <a:lnTo>
                  <a:pt x="333082" y="712331"/>
                </a:lnTo>
                <a:lnTo>
                  <a:pt x="340991" y="714226"/>
                </a:lnTo>
                <a:lnTo>
                  <a:pt x="415582" y="732106"/>
                </a:lnTo>
                <a:lnTo>
                  <a:pt x="536435" y="761172"/>
                </a:lnTo>
                <a:lnTo>
                  <a:pt x="574966" y="769869"/>
                </a:lnTo>
                <a:lnTo>
                  <a:pt x="577593" y="758343"/>
                </a:lnTo>
                <a:lnTo>
                  <a:pt x="546001" y="750946"/>
                </a:lnTo>
                <a:lnTo>
                  <a:pt x="542062" y="747712"/>
                </a:lnTo>
                <a:lnTo>
                  <a:pt x="559563" y="736970"/>
                </a:lnTo>
                <a:lnTo>
                  <a:pt x="574758" y="726383"/>
                </a:lnTo>
                <a:lnTo>
                  <a:pt x="576131" y="725284"/>
                </a:lnTo>
                <a:lnTo>
                  <a:pt x="592675" y="708994"/>
                </a:lnTo>
                <a:lnTo>
                  <a:pt x="609237" y="693419"/>
                </a:lnTo>
                <a:lnTo>
                  <a:pt x="613266" y="689602"/>
                </a:lnTo>
                <a:lnTo>
                  <a:pt x="608837" y="685817"/>
                </a:lnTo>
                <a:lnTo>
                  <a:pt x="574218" y="655952"/>
                </a:lnTo>
                <a:lnTo>
                  <a:pt x="529019" y="617900"/>
                </a:lnTo>
                <a:lnTo>
                  <a:pt x="537222" y="615894"/>
                </a:lnTo>
                <a:lnTo>
                  <a:pt x="550680" y="613970"/>
                </a:lnTo>
                <a:lnTo>
                  <a:pt x="568440" y="613054"/>
                </a:lnTo>
                <a:lnTo>
                  <a:pt x="583226" y="613100"/>
                </a:lnTo>
                <a:lnTo>
                  <a:pt x="610690" y="614978"/>
                </a:lnTo>
                <a:lnTo>
                  <a:pt x="680179" y="622290"/>
                </a:lnTo>
                <a:lnTo>
                  <a:pt x="736474" y="625226"/>
                </a:lnTo>
                <a:lnTo>
                  <a:pt x="795976" y="621441"/>
                </a:lnTo>
                <a:lnTo>
                  <a:pt x="811209" y="620473"/>
                </a:lnTo>
                <a:lnTo>
                  <a:pt x="838735" y="617446"/>
                </a:lnTo>
                <a:lnTo>
                  <a:pt x="839872" y="585999"/>
                </a:lnTo>
                <a:lnTo>
                  <a:pt x="838742" y="546732"/>
                </a:lnTo>
                <a:lnTo>
                  <a:pt x="832354" y="546972"/>
                </a:lnTo>
                <a:lnTo>
                  <a:pt x="830585" y="519033"/>
                </a:lnTo>
                <a:lnTo>
                  <a:pt x="765859" y="519494"/>
                </a:lnTo>
                <a:lnTo>
                  <a:pt x="765548" y="512761"/>
                </a:lnTo>
                <a:lnTo>
                  <a:pt x="777447" y="499092"/>
                </a:lnTo>
                <a:lnTo>
                  <a:pt x="777344" y="471129"/>
                </a:lnTo>
                <a:lnTo>
                  <a:pt x="765859" y="471027"/>
                </a:lnTo>
                <a:lnTo>
                  <a:pt x="765859" y="455223"/>
                </a:lnTo>
                <a:lnTo>
                  <a:pt x="765859" y="449280"/>
                </a:lnTo>
                <a:lnTo>
                  <a:pt x="760988" y="449153"/>
                </a:lnTo>
                <a:lnTo>
                  <a:pt x="757788" y="449071"/>
                </a:lnTo>
                <a:lnTo>
                  <a:pt x="758015" y="442633"/>
                </a:lnTo>
                <a:lnTo>
                  <a:pt x="758512" y="428568"/>
                </a:lnTo>
                <a:lnTo>
                  <a:pt x="756397" y="427574"/>
                </a:lnTo>
                <a:lnTo>
                  <a:pt x="751700" y="423038"/>
                </a:lnTo>
                <a:lnTo>
                  <a:pt x="745654" y="423197"/>
                </a:lnTo>
                <a:lnTo>
                  <a:pt x="732292" y="423236"/>
                </a:lnTo>
                <a:lnTo>
                  <a:pt x="725190" y="423883"/>
                </a:lnTo>
                <a:lnTo>
                  <a:pt x="718446" y="425415"/>
                </a:lnTo>
                <a:lnTo>
                  <a:pt x="700506" y="430296"/>
                </a:lnTo>
                <a:lnTo>
                  <a:pt x="699972" y="426490"/>
                </a:lnTo>
                <a:lnTo>
                  <a:pt x="696352" y="422102"/>
                </a:lnTo>
                <a:lnTo>
                  <a:pt x="694288" y="419019"/>
                </a:lnTo>
                <a:lnTo>
                  <a:pt x="693573" y="416758"/>
                </a:lnTo>
                <a:lnTo>
                  <a:pt x="693331" y="412372"/>
                </a:lnTo>
                <a:lnTo>
                  <a:pt x="692328" y="403839"/>
                </a:lnTo>
                <a:lnTo>
                  <a:pt x="692149" y="400936"/>
                </a:lnTo>
                <a:lnTo>
                  <a:pt x="691387" y="393916"/>
                </a:lnTo>
                <a:lnTo>
                  <a:pt x="691296" y="389844"/>
                </a:lnTo>
                <a:lnTo>
                  <a:pt x="690279" y="384710"/>
                </a:lnTo>
                <a:lnTo>
                  <a:pt x="689127" y="381940"/>
                </a:lnTo>
                <a:lnTo>
                  <a:pt x="683473" y="382719"/>
                </a:lnTo>
                <a:lnTo>
                  <a:pt x="682060" y="384294"/>
                </a:lnTo>
                <a:lnTo>
                  <a:pt x="671290" y="388721"/>
                </a:lnTo>
                <a:lnTo>
                  <a:pt x="659663" y="384864"/>
                </a:lnTo>
                <a:lnTo>
                  <a:pt x="655616" y="379955"/>
                </a:lnTo>
                <a:lnTo>
                  <a:pt x="647871" y="368921"/>
                </a:lnTo>
                <a:lnTo>
                  <a:pt x="630279" y="358090"/>
                </a:lnTo>
                <a:lnTo>
                  <a:pt x="617459" y="349570"/>
                </a:lnTo>
                <a:lnTo>
                  <a:pt x="624111" y="331585"/>
                </a:lnTo>
                <a:lnTo>
                  <a:pt x="600563" y="317154"/>
                </a:lnTo>
                <a:lnTo>
                  <a:pt x="615537" y="293766"/>
                </a:lnTo>
                <a:lnTo>
                  <a:pt x="616221" y="286047"/>
                </a:lnTo>
                <a:lnTo>
                  <a:pt x="617179" y="276500"/>
                </a:lnTo>
                <a:lnTo>
                  <a:pt x="607132" y="276508"/>
                </a:lnTo>
                <a:lnTo>
                  <a:pt x="594382" y="278918"/>
                </a:lnTo>
                <a:lnTo>
                  <a:pt x="576282" y="283290"/>
                </a:lnTo>
                <a:lnTo>
                  <a:pt x="552656" y="291407"/>
                </a:lnTo>
                <a:lnTo>
                  <a:pt x="532150" y="305041"/>
                </a:lnTo>
                <a:lnTo>
                  <a:pt x="510378" y="24694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g21">
            <a:extLst>
              <a:ext uri="{FF2B5EF4-FFF2-40B4-BE49-F238E27FC236}">
                <a16:creationId xmlns:a16="http://schemas.microsoft.com/office/drawing/2014/main" id="{D3357B24-7177-4BA2-AA86-9EEF8F5C322C}"/>
              </a:ext>
            </a:extLst>
          </p:cNvPr>
          <p:cNvSpPr/>
          <p:nvPr/>
        </p:nvSpPr>
        <p:spPr>
          <a:xfrm>
            <a:off x="2307260" y="2510669"/>
            <a:ext cx="1213635" cy="1506462"/>
          </a:xfrm>
          <a:custGeom>
            <a:avLst/>
            <a:gdLst/>
            <a:ahLst/>
            <a:cxnLst/>
            <a:rect l="0" t="0" r="0" b="0"/>
            <a:pathLst>
              <a:path w="1351126" h="1677127">
                <a:moveTo>
                  <a:pt x="533737" y="714459"/>
                </a:moveTo>
                <a:lnTo>
                  <a:pt x="542156" y="744833"/>
                </a:lnTo>
                <a:lnTo>
                  <a:pt x="543611" y="748452"/>
                </a:lnTo>
                <a:lnTo>
                  <a:pt x="546885" y="756604"/>
                </a:lnTo>
                <a:lnTo>
                  <a:pt x="565341" y="762482"/>
                </a:lnTo>
                <a:lnTo>
                  <a:pt x="597196" y="768091"/>
                </a:lnTo>
                <a:lnTo>
                  <a:pt x="620712" y="771098"/>
                </a:lnTo>
                <a:lnTo>
                  <a:pt x="661862" y="774380"/>
                </a:lnTo>
                <a:lnTo>
                  <a:pt x="695768" y="776979"/>
                </a:lnTo>
                <a:lnTo>
                  <a:pt x="722975" y="782038"/>
                </a:lnTo>
                <a:lnTo>
                  <a:pt x="773560" y="793113"/>
                </a:lnTo>
                <a:lnTo>
                  <a:pt x="827152" y="812121"/>
                </a:lnTo>
                <a:lnTo>
                  <a:pt x="858732" y="824565"/>
                </a:lnTo>
                <a:lnTo>
                  <a:pt x="906446" y="848906"/>
                </a:lnTo>
                <a:lnTo>
                  <a:pt x="921211" y="859300"/>
                </a:lnTo>
                <a:lnTo>
                  <a:pt x="922853" y="861898"/>
                </a:lnTo>
                <a:lnTo>
                  <a:pt x="921758" y="864360"/>
                </a:lnTo>
                <a:lnTo>
                  <a:pt x="920938" y="865863"/>
                </a:lnTo>
                <a:lnTo>
                  <a:pt x="946504" y="883504"/>
                </a:lnTo>
                <a:lnTo>
                  <a:pt x="951836" y="888292"/>
                </a:lnTo>
                <a:lnTo>
                  <a:pt x="957304" y="896634"/>
                </a:lnTo>
                <a:lnTo>
                  <a:pt x="962363" y="905661"/>
                </a:lnTo>
                <a:lnTo>
                  <a:pt x="962910" y="912771"/>
                </a:lnTo>
                <a:lnTo>
                  <a:pt x="962765" y="924764"/>
                </a:lnTo>
                <a:lnTo>
                  <a:pt x="961910" y="931388"/>
                </a:lnTo>
                <a:lnTo>
                  <a:pt x="803673" y="1107687"/>
                </a:lnTo>
                <a:lnTo>
                  <a:pt x="789070" y="1130647"/>
                </a:lnTo>
                <a:lnTo>
                  <a:pt x="781143" y="1149434"/>
                </a:lnTo>
                <a:lnTo>
                  <a:pt x="775302" y="1171560"/>
                </a:lnTo>
                <a:lnTo>
                  <a:pt x="773633" y="1184918"/>
                </a:lnTo>
                <a:lnTo>
                  <a:pt x="765852" y="1190894"/>
                </a:lnTo>
                <a:lnTo>
                  <a:pt x="764871" y="1194938"/>
                </a:lnTo>
                <a:lnTo>
                  <a:pt x="822448" y="1333555"/>
                </a:lnTo>
                <a:lnTo>
                  <a:pt x="818275" y="1335224"/>
                </a:lnTo>
                <a:lnTo>
                  <a:pt x="832044" y="1354432"/>
                </a:lnTo>
                <a:lnTo>
                  <a:pt x="832878" y="1413726"/>
                </a:lnTo>
                <a:lnTo>
                  <a:pt x="837468" y="1416233"/>
                </a:lnTo>
                <a:lnTo>
                  <a:pt x="896233" y="1489603"/>
                </a:lnTo>
                <a:lnTo>
                  <a:pt x="1033427" y="1564193"/>
                </a:lnTo>
                <a:lnTo>
                  <a:pt x="1054063" y="1573661"/>
                </a:lnTo>
                <a:lnTo>
                  <a:pt x="1053660" y="1578316"/>
                </a:lnTo>
                <a:lnTo>
                  <a:pt x="1062520" y="1585870"/>
                </a:lnTo>
                <a:lnTo>
                  <a:pt x="1062891" y="1586684"/>
                </a:lnTo>
                <a:lnTo>
                  <a:pt x="1075473" y="1614316"/>
                </a:lnTo>
                <a:lnTo>
                  <a:pt x="1084189" y="1615002"/>
                </a:lnTo>
                <a:lnTo>
                  <a:pt x="1112045" y="1613803"/>
                </a:lnTo>
                <a:lnTo>
                  <a:pt x="1120932" y="1609356"/>
                </a:lnTo>
                <a:lnTo>
                  <a:pt x="1160579" y="1584891"/>
                </a:lnTo>
                <a:lnTo>
                  <a:pt x="1161091" y="1599946"/>
                </a:lnTo>
                <a:lnTo>
                  <a:pt x="1164339" y="1631937"/>
                </a:lnTo>
                <a:lnTo>
                  <a:pt x="1175195" y="1677127"/>
                </a:lnTo>
                <a:lnTo>
                  <a:pt x="1181049" y="1675351"/>
                </a:lnTo>
                <a:lnTo>
                  <a:pt x="1329935" y="1628003"/>
                </a:lnTo>
                <a:lnTo>
                  <a:pt x="1336429" y="1625609"/>
                </a:lnTo>
                <a:lnTo>
                  <a:pt x="1343436" y="1622016"/>
                </a:lnTo>
                <a:lnTo>
                  <a:pt x="1350272" y="1613974"/>
                </a:lnTo>
                <a:lnTo>
                  <a:pt x="1351126" y="1600460"/>
                </a:lnTo>
                <a:lnTo>
                  <a:pt x="1350442" y="1578904"/>
                </a:lnTo>
                <a:lnTo>
                  <a:pt x="1349441" y="1562216"/>
                </a:lnTo>
                <a:lnTo>
                  <a:pt x="1345518" y="1543142"/>
                </a:lnTo>
                <a:lnTo>
                  <a:pt x="1340811" y="1533605"/>
                </a:lnTo>
                <a:lnTo>
                  <a:pt x="1295752" y="1474478"/>
                </a:lnTo>
                <a:lnTo>
                  <a:pt x="1266021" y="1434531"/>
                </a:lnTo>
                <a:lnTo>
                  <a:pt x="1242615" y="1402784"/>
                </a:lnTo>
                <a:lnTo>
                  <a:pt x="1226099" y="1375857"/>
                </a:lnTo>
                <a:lnTo>
                  <a:pt x="1197116" y="1336012"/>
                </a:lnTo>
                <a:lnTo>
                  <a:pt x="1182132" y="1313792"/>
                </a:lnTo>
                <a:lnTo>
                  <a:pt x="1180054" y="1296280"/>
                </a:lnTo>
                <a:lnTo>
                  <a:pt x="1177210" y="1277455"/>
                </a:lnTo>
                <a:lnTo>
                  <a:pt x="1181039" y="1253703"/>
                </a:lnTo>
                <a:lnTo>
                  <a:pt x="1185414" y="1242539"/>
                </a:lnTo>
                <a:lnTo>
                  <a:pt x="1193726" y="1230611"/>
                </a:lnTo>
                <a:lnTo>
                  <a:pt x="1200288" y="1224263"/>
                </a:lnTo>
                <a:lnTo>
                  <a:pt x="1212756" y="1216383"/>
                </a:lnTo>
                <a:lnTo>
                  <a:pt x="1235724" y="1198106"/>
                </a:lnTo>
                <a:lnTo>
                  <a:pt x="1242286" y="1192524"/>
                </a:lnTo>
                <a:lnTo>
                  <a:pt x="1247975" y="1184207"/>
                </a:lnTo>
                <a:lnTo>
                  <a:pt x="1253443" y="1172279"/>
                </a:lnTo>
                <a:lnTo>
                  <a:pt x="1255302" y="1161663"/>
                </a:lnTo>
                <a:lnTo>
                  <a:pt x="1255193" y="1151593"/>
                </a:lnTo>
                <a:lnTo>
                  <a:pt x="1253333" y="1143058"/>
                </a:lnTo>
                <a:lnTo>
                  <a:pt x="1251802" y="1138242"/>
                </a:lnTo>
                <a:lnTo>
                  <a:pt x="1246771" y="1127628"/>
                </a:lnTo>
                <a:lnTo>
                  <a:pt x="1239224" y="1115589"/>
                </a:lnTo>
                <a:lnTo>
                  <a:pt x="1228944" y="1099505"/>
                </a:lnTo>
                <a:lnTo>
                  <a:pt x="1174987" y="1007632"/>
                </a:lnTo>
                <a:lnTo>
                  <a:pt x="1154159" y="974507"/>
                </a:lnTo>
                <a:lnTo>
                  <a:pt x="1134132" y="972903"/>
                </a:lnTo>
                <a:lnTo>
                  <a:pt x="1121230" y="955536"/>
                </a:lnTo>
                <a:lnTo>
                  <a:pt x="1119447" y="953136"/>
                </a:lnTo>
                <a:lnTo>
                  <a:pt x="1136566" y="938629"/>
                </a:lnTo>
                <a:lnTo>
                  <a:pt x="1156915" y="922244"/>
                </a:lnTo>
                <a:lnTo>
                  <a:pt x="1183788" y="961356"/>
                </a:lnTo>
                <a:lnTo>
                  <a:pt x="1218671" y="1019571"/>
                </a:lnTo>
                <a:lnTo>
                  <a:pt x="1284283" y="981871"/>
                </a:lnTo>
                <a:lnTo>
                  <a:pt x="1284898" y="978263"/>
                </a:lnTo>
                <a:lnTo>
                  <a:pt x="1284574" y="962846"/>
                </a:lnTo>
                <a:lnTo>
                  <a:pt x="1284414" y="955160"/>
                </a:lnTo>
                <a:lnTo>
                  <a:pt x="1286690" y="952531"/>
                </a:lnTo>
                <a:lnTo>
                  <a:pt x="1288276" y="949832"/>
                </a:lnTo>
                <a:lnTo>
                  <a:pt x="1289057" y="947549"/>
                </a:lnTo>
                <a:lnTo>
                  <a:pt x="1289381" y="943821"/>
                </a:lnTo>
                <a:lnTo>
                  <a:pt x="1289270" y="943099"/>
                </a:lnTo>
                <a:lnTo>
                  <a:pt x="1284762" y="911282"/>
                </a:lnTo>
                <a:lnTo>
                  <a:pt x="1280432" y="891482"/>
                </a:lnTo>
                <a:lnTo>
                  <a:pt x="1280269" y="884033"/>
                </a:lnTo>
                <a:lnTo>
                  <a:pt x="1280182" y="882323"/>
                </a:lnTo>
                <a:lnTo>
                  <a:pt x="1285674" y="882608"/>
                </a:lnTo>
                <a:lnTo>
                  <a:pt x="1285594" y="879748"/>
                </a:lnTo>
                <a:lnTo>
                  <a:pt x="1285652" y="865200"/>
                </a:lnTo>
                <a:lnTo>
                  <a:pt x="1289917" y="850451"/>
                </a:lnTo>
                <a:lnTo>
                  <a:pt x="1290809" y="847270"/>
                </a:lnTo>
                <a:lnTo>
                  <a:pt x="1291416" y="843833"/>
                </a:lnTo>
                <a:lnTo>
                  <a:pt x="1292655" y="837043"/>
                </a:lnTo>
                <a:lnTo>
                  <a:pt x="1294784" y="823361"/>
                </a:lnTo>
                <a:lnTo>
                  <a:pt x="1301323" y="783159"/>
                </a:lnTo>
                <a:lnTo>
                  <a:pt x="1303070" y="764609"/>
                </a:lnTo>
                <a:lnTo>
                  <a:pt x="1302958" y="742846"/>
                </a:lnTo>
                <a:lnTo>
                  <a:pt x="1301153" y="734502"/>
                </a:lnTo>
                <a:lnTo>
                  <a:pt x="1299349" y="728583"/>
                </a:lnTo>
                <a:lnTo>
                  <a:pt x="1296382" y="720098"/>
                </a:lnTo>
                <a:lnTo>
                  <a:pt x="1289125" y="706289"/>
                </a:lnTo>
                <a:lnTo>
                  <a:pt x="1260912" y="675149"/>
                </a:lnTo>
                <a:lnTo>
                  <a:pt x="1229175" y="653106"/>
                </a:lnTo>
                <a:lnTo>
                  <a:pt x="1183411" y="621041"/>
                </a:lnTo>
                <a:lnTo>
                  <a:pt x="1172403" y="607864"/>
                </a:lnTo>
                <a:lnTo>
                  <a:pt x="1163507" y="597328"/>
                </a:lnTo>
                <a:lnTo>
                  <a:pt x="1149670" y="586127"/>
                </a:lnTo>
                <a:lnTo>
                  <a:pt x="1076125" y="541161"/>
                </a:lnTo>
                <a:lnTo>
                  <a:pt x="1025274" y="518260"/>
                </a:lnTo>
                <a:lnTo>
                  <a:pt x="994594" y="500400"/>
                </a:lnTo>
                <a:lnTo>
                  <a:pt x="972951" y="478550"/>
                </a:lnTo>
                <a:lnTo>
                  <a:pt x="950194" y="431467"/>
                </a:lnTo>
                <a:lnTo>
                  <a:pt x="943533" y="434851"/>
                </a:lnTo>
                <a:lnTo>
                  <a:pt x="936438" y="422068"/>
                </a:lnTo>
                <a:lnTo>
                  <a:pt x="925228" y="412895"/>
                </a:lnTo>
                <a:lnTo>
                  <a:pt x="909265" y="403774"/>
                </a:lnTo>
                <a:lnTo>
                  <a:pt x="902768" y="403337"/>
                </a:lnTo>
                <a:lnTo>
                  <a:pt x="893458" y="414536"/>
                </a:lnTo>
                <a:lnTo>
                  <a:pt x="874920" y="406629"/>
                </a:lnTo>
                <a:lnTo>
                  <a:pt x="862265" y="400211"/>
                </a:lnTo>
                <a:lnTo>
                  <a:pt x="845750" y="384516"/>
                </a:lnTo>
                <a:lnTo>
                  <a:pt x="844141" y="385583"/>
                </a:lnTo>
                <a:lnTo>
                  <a:pt x="838001" y="389998"/>
                </a:lnTo>
                <a:lnTo>
                  <a:pt x="828023" y="400388"/>
                </a:lnTo>
                <a:lnTo>
                  <a:pt x="814715" y="388353"/>
                </a:lnTo>
                <a:lnTo>
                  <a:pt x="803060" y="379583"/>
                </a:lnTo>
                <a:lnTo>
                  <a:pt x="797168" y="376871"/>
                </a:lnTo>
                <a:lnTo>
                  <a:pt x="791573" y="374582"/>
                </a:lnTo>
                <a:lnTo>
                  <a:pt x="779791" y="371998"/>
                </a:lnTo>
                <a:lnTo>
                  <a:pt x="770297" y="372040"/>
                </a:lnTo>
                <a:lnTo>
                  <a:pt x="764080" y="373106"/>
                </a:lnTo>
                <a:lnTo>
                  <a:pt x="759528" y="374264"/>
                </a:lnTo>
                <a:lnTo>
                  <a:pt x="752408" y="377409"/>
                </a:lnTo>
                <a:lnTo>
                  <a:pt x="746531" y="380967"/>
                </a:lnTo>
                <a:lnTo>
                  <a:pt x="742889" y="384029"/>
                </a:lnTo>
                <a:lnTo>
                  <a:pt x="738997" y="388416"/>
                </a:lnTo>
                <a:lnTo>
                  <a:pt x="735853" y="392140"/>
                </a:lnTo>
                <a:lnTo>
                  <a:pt x="732459" y="398346"/>
                </a:lnTo>
                <a:lnTo>
                  <a:pt x="728651" y="405961"/>
                </a:lnTo>
                <a:lnTo>
                  <a:pt x="724429" y="414486"/>
                </a:lnTo>
                <a:lnTo>
                  <a:pt x="720869" y="423672"/>
                </a:lnTo>
                <a:lnTo>
                  <a:pt x="716234" y="435343"/>
                </a:lnTo>
                <a:lnTo>
                  <a:pt x="697360" y="487321"/>
                </a:lnTo>
                <a:lnTo>
                  <a:pt x="693291" y="486145"/>
                </a:lnTo>
                <a:lnTo>
                  <a:pt x="692704" y="485908"/>
                </a:lnTo>
                <a:lnTo>
                  <a:pt x="688466" y="484198"/>
                </a:lnTo>
                <a:lnTo>
                  <a:pt x="717758" y="399236"/>
                </a:lnTo>
                <a:lnTo>
                  <a:pt x="732960" y="356449"/>
                </a:lnTo>
                <a:lnTo>
                  <a:pt x="756186" y="364279"/>
                </a:lnTo>
                <a:lnTo>
                  <a:pt x="787067" y="354743"/>
                </a:lnTo>
                <a:lnTo>
                  <a:pt x="797575" y="360077"/>
                </a:lnTo>
                <a:lnTo>
                  <a:pt x="802911" y="358945"/>
                </a:lnTo>
                <a:lnTo>
                  <a:pt x="800324" y="342621"/>
                </a:lnTo>
                <a:lnTo>
                  <a:pt x="798231" y="326334"/>
                </a:lnTo>
                <a:lnTo>
                  <a:pt x="796605" y="313690"/>
                </a:lnTo>
                <a:lnTo>
                  <a:pt x="795797" y="297042"/>
                </a:lnTo>
                <a:lnTo>
                  <a:pt x="794184" y="261973"/>
                </a:lnTo>
                <a:lnTo>
                  <a:pt x="784780" y="260354"/>
                </a:lnTo>
                <a:lnTo>
                  <a:pt x="772622" y="254796"/>
                </a:lnTo>
                <a:lnTo>
                  <a:pt x="767319" y="251952"/>
                </a:lnTo>
                <a:lnTo>
                  <a:pt x="730812" y="215834"/>
                </a:lnTo>
                <a:lnTo>
                  <a:pt x="707434" y="190799"/>
                </a:lnTo>
                <a:lnTo>
                  <a:pt x="689334" y="172196"/>
                </a:lnTo>
                <a:lnTo>
                  <a:pt x="651400" y="157051"/>
                </a:lnTo>
                <a:lnTo>
                  <a:pt x="565522" y="123951"/>
                </a:lnTo>
                <a:lnTo>
                  <a:pt x="503568" y="100073"/>
                </a:lnTo>
                <a:lnTo>
                  <a:pt x="475026" y="89059"/>
                </a:lnTo>
                <a:lnTo>
                  <a:pt x="255641" y="2480"/>
                </a:lnTo>
                <a:lnTo>
                  <a:pt x="247159" y="0"/>
                </a:lnTo>
                <a:lnTo>
                  <a:pt x="242932" y="1005"/>
                </a:lnTo>
                <a:lnTo>
                  <a:pt x="234273" y="4224"/>
                </a:lnTo>
                <a:lnTo>
                  <a:pt x="229976" y="7144"/>
                </a:lnTo>
                <a:lnTo>
                  <a:pt x="228326" y="9040"/>
                </a:lnTo>
                <a:lnTo>
                  <a:pt x="225722" y="17027"/>
                </a:lnTo>
                <a:lnTo>
                  <a:pt x="200505" y="81407"/>
                </a:lnTo>
                <a:lnTo>
                  <a:pt x="138448" y="242015"/>
                </a:lnTo>
                <a:lnTo>
                  <a:pt x="133744" y="250478"/>
                </a:lnTo>
                <a:lnTo>
                  <a:pt x="126813" y="258237"/>
                </a:lnTo>
                <a:lnTo>
                  <a:pt x="109231" y="267144"/>
                </a:lnTo>
                <a:lnTo>
                  <a:pt x="87796" y="274848"/>
                </a:lnTo>
                <a:lnTo>
                  <a:pt x="71418" y="284959"/>
                </a:lnTo>
                <a:lnTo>
                  <a:pt x="65397" y="294108"/>
                </a:lnTo>
                <a:lnTo>
                  <a:pt x="34157" y="373232"/>
                </a:lnTo>
                <a:lnTo>
                  <a:pt x="8967" y="438483"/>
                </a:lnTo>
                <a:lnTo>
                  <a:pt x="1483" y="457589"/>
                </a:lnTo>
                <a:lnTo>
                  <a:pt x="0" y="469588"/>
                </a:lnTo>
                <a:lnTo>
                  <a:pt x="4603" y="478052"/>
                </a:lnTo>
                <a:lnTo>
                  <a:pt x="26097" y="517396"/>
                </a:lnTo>
                <a:lnTo>
                  <a:pt x="22649" y="534034"/>
                </a:lnTo>
                <a:lnTo>
                  <a:pt x="16630" y="563089"/>
                </a:lnTo>
                <a:lnTo>
                  <a:pt x="101085" y="577735"/>
                </a:lnTo>
                <a:lnTo>
                  <a:pt x="176226" y="588643"/>
                </a:lnTo>
                <a:lnTo>
                  <a:pt x="218546" y="602310"/>
                </a:lnTo>
                <a:lnTo>
                  <a:pt x="271968" y="620305"/>
                </a:lnTo>
                <a:lnTo>
                  <a:pt x="457396" y="69610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g22">
            <a:extLst>
              <a:ext uri="{FF2B5EF4-FFF2-40B4-BE49-F238E27FC236}">
                <a16:creationId xmlns:a16="http://schemas.microsoft.com/office/drawing/2014/main" id="{41CEFC2F-07FD-4822-A24D-B88D93BA70D9}"/>
              </a:ext>
            </a:extLst>
          </p:cNvPr>
          <p:cNvSpPr/>
          <p:nvPr/>
        </p:nvSpPr>
        <p:spPr>
          <a:xfrm>
            <a:off x="3629111" y="3783532"/>
            <a:ext cx="272276" cy="242880"/>
          </a:xfrm>
          <a:custGeom>
            <a:avLst/>
            <a:gdLst/>
            <a:ahLst/>
            <a:cxnLst/>
            <a:rect l="0" t="0" r="0" b="0"/>
            <a:pathLst>
              <a:path w="303122" h="270395">
                <a:moveTo>
                  <a:pt x="26028" y="0"/>
                </a:moveTo>
                <a:lnTo>
                  <a:pt x="66122" y="41509"/>
                </a:lnTo>
                <a:lnTo>
                  <a:pt x="123796" y="93318"/>
                </a:lnTo>
                <a:lnTo>
                  <a:pt x="143587" y="107711"/>
                </a:lnTo>
                <a:lnTo>
                  <a:pt x="160258" y="116889"/>
                </a:lnTo>
                <a:lnTo>
                  <a:pt x="166890" y="120540"/>
                </a:lnTo>
                <a:lnTo>
                  <a:pt x="172491" y="123221"/>
                </a:lnTo>
                <a:lnTo>
                  <a:pt x="178857" y="125474"/>
                </a:lnTo>
                <a:lnTo>
                  <a:pt x="190980" y="129324"/>
                </a:lnTo>
                <a:lnTo>
                  <a:pt x="219135" y="137123"/>
                </a:lnTo>
                <a:lnTo>
                  <a:pt x="277170" y="148810"/>
                </a:lnTo>
                <a:lnTo>
                  <a:pt x="303122" y="156769"/>
                </a:lnTo>
                <a:lnTo>
                  <a:pt x="302559" y="158031"/>
                </a:lnTo>
                <a:lnTo>
                  <a:pt x="296777" y="171014"/>
                </a:lnTo>
                <a:lnTo>
                  <a:pt x="279022" y="210877"/>
                </a:lnTo>
                <a:lnTo>
                  <a:pt x="256612" y="265734"/>
                </a:lnTo>
                <a:lnTo>
                  <a:pt x="253952" y="270395"/>
                </a:lnTo>
                <a:lnTo>
                  <a:pt x="252392" y="269218"/>
                </a:lnTo>
                <a:lnTo>
                  <a:pt x="240559" y="259534"/>
                </a:lnTo>
                <a:lnTo>
                  <a:pt x="235946" y="252937"/>
                </a:lnTo>
                <a:lnTo>
                  <a:pt x="228283" y="242518"/>
                </a:lnTo>
                <a:lnTo>
                  <a:pt x="222533" y="234237"/>
                </a:lnTo>
                <a:lnTo>
                  <a:pt x="214818" y="221338"/>
                </a:lnTo>
                <a:lnTo>
                  <a:pt x="211447" y="216289"/>
                </a:lnTo>
                <a:lnTo>
                  <a:pt x="207541" y="210753"/>
                </a:lnTo>
                <a:lnTo>
                  <a:pt x="202883" y="207497"/>
                </a:lnTo>
                <a:lnTo>
                  <a:pt x="191604" y="200553"/>
                </a:lnTo>
                <a:lnTo>
                  <a:pt x="174404" y="191373"/>
                </a:lnTo>
                <a:lnTo>
                  <a:pt x="161329" y="184209"/>
                </a:lnTo>
                <a:lnTo>
                  <a:pt x="155531" y="182144"/>
                </a:lnTo>
                <a:lnTo>
                  <a:pt x="149831" y="180033"/>
                </a:lnTo>
                <a:lnTo>
                  <a:pt x="145294" y="177336"/>
                </a:lnTo>
                <a:lnTo>
                  <a:pt x="137676" y="172187"/>
                </a:lnTo>
                <a:lnTo>
                  <a:pt x="128973" y="166538"/>
                </a:lnTo>
                <a:lnTo>
                  <a:pt x="128604" y="161600"/>
                </a:lnTo>
                <a:lnTo>
                  <a:pt x="127513" y="155674"/>
                </a:lnTo>
                <a:lnTo>
                  <a:pt x="125595" y="147054"/>
                </a:lnTo>
                <a:lnTo>
                  <a:pt x="110312" y="134379"/>
                </a:lnTo>
                <a:lnTo>
                  <a:pt x="101483" y="127530"/>
                </a:lnTo>
                <a:lnTo>
                  <a:pt x="87510" y="121655"/>
                </a:lnTo>
                <a:lnTo>
                  <a:pt x="78049" y="117622"/>
                </a:lnTo>
                <a:lnTo>
                  <a:pt x="65497" y="110451"/>
                </a:lnTo>
                <a:lnTo>
                  <a:pt x="59220" y="104523"/>
                </a:lnTo>
                <a:lnTo>
                  <a:pt x="40386" y="85198"/>
                </a:lnTo>
                <a:lnTo>
                  <a:pt x="36833" y="80811"/>
                </a:lnTo>
                <a:lnTo>
                  <a:pt x="32496" y="75072"/>
                </a:lnTo>
                <a:lnTo>
                  <a:pt x="29193" y="70732"/>
                </a:lnTo>
                <a:lnTo>
                  <a:pt x="20368" y="58164"/>
                </a:lnTo>
                <a:lnTo>
                  <a:pt x="10359" y="41270"/>
                </a:lnTo>
                <a:lnTo>
                  <a:pt x="5799" y="33801"/>
                </a:lnTo>
                <a:lnTo>
                  <a:pt x="4022" y="29534"/>
                </a:lnTo>
                <a:lnTo>
                  <a:pt x="0" y="19268"/>
                </a:lnTo>
                <a:lnTo>
                  <a:pt x="578" y="12670"/>
                </a:lnTo>
                <a:lnTo>
                  <a:pt x="4974" y="8039"/>
                </a:lnTo>
                <a:lnTo>
                  <a:pt x="8423" y="557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3">
            <a:extLst>
              <a:ext uri="{FF2B5EF4-FFF2-40B4-BE49-F238E27FC236}">
                <a16:creationId xmlns:a16="http://schemas.microsoft.com/office/drawing/2014/main" id="{62AF0F79-58FB-40EB-B4FF-37497A5251DF}"/>
              </a:ext>
            </a:extLst>
          </p:cNvPr>
          <p:cNvSpPr/>
          <p:nvPr/>
        </p:nvSpPr>
        <p:spPr>
          <a:xfrm>
            <a:off x="3312793" y="3339065"/>
            <a:ext cx="544428" cy="845540"/>
          </a:xfrm>
          <a:custGeom>
            <a:avLst/>
            <a:gdLst/>
            <a:ahLst/>
            <a:cxnLst/>
            <a:rect l="0" t="0" r="0" b="0"/>
            <a:pathLst>
              <a:path w="606105" h="941330">
                <a:moveTo>
                  <a:pt x="61602" y="753107"/>
                </a:moveTo>
                <a:lnTo>
                  <a:pt x="210487" y="705758"/>
                </a:lnTo>
                <a:lnTo>
                  <a:pt x="216982" y="703364"/>
                </a:lnTo>
                <a:lnTo>
                  <a:pt x="223988" y="699771"/>
                </a:lnTo>
                <a:lnTo>
                  <a:pt x="230824" y="691730"/>
                </a:lnTo>
                <a:lnTo>
                  <a:pt x="231679" y="678216"/>
                </a:lnTo>
                <a:lnTo>
                  <a:pt x="230994" y="656660"/>
                </a:lnTo>
                <a:lnTo>
                  <a:pt x="229994" y="639972"/>
                </a:lnTo>
                <a:lnTo>
                  <a:pt x="226071" y="620897"/>
                </a:lnTo>
                <a:lnTo>
                  <a:pt x="221363" y="611361"/>
                </a:lnTo>
                <a:lnTo>
                  <a:pt x="176304" y="552234"/>
                </a:lnTo>
                <a:lnTo>
                  <a:pt x="146574" y="512287"/>
                </a:lnTo>
                <a:lnTo>
                  <a:pt x="123168" y="480539"/>
                </a:lnTo>
                <a:lnTo>
                  <a:pt x="106652" y="453612"/>
                </a:lnTo>
                <a:lnTo>
                  <a:pt x="77669" y="413767"/>
                </a:lnTo>
                <a:lnTo>
                  <a:pt x="62685" y="391548"/>
                </a:lnTo>
                <a:lnTo>
                  <a:pt x="60607" y="374035"/>
                </a:lnTo>
                <a:lnTo>
                  <a:pt x="57763" y="355211"/>
                </a:lnTo>
                <a:lnTo>
                  <a:pt x="61591" y="331459"/>
                </a:lnTo>
                <a:lnTo>
                  <a:pt x="65966" y="320295"/>
                </a:lnTo>
                <a:lnTo>
                  <a:pt x="74278" y="308367"/>
                </a:lnTo>
                <a:lnTo>
                  <a:pt x="80841" y="302019"/>
                </a:lnTo>
                <a:lnTo>
                  <a:pt x="93308" y="294138"/>
                </a:lnTo>
                <a:lnTo>
                  <a:pt x="116276" y="275862"/>
                </a:lnTo>
                <a:lnTo>
                  <a:pt x="122839" y="270280"/>
                </a:lnTo>
                <a:lnTo>
                  <a:pt x="128527" y="261962"/>
                </a:lnTo>
                <a:lnTo>
                  <a:pt x="133995" y="250034"/>
                </a:lnTo>
                <a:lnTo>
                  <a:pt x="135855" y="239419"/>
                </a:lnTo>
                <a:lnTo>
                  <a:pt x="135745" y="229349"/>
                </a:lnTo>
                <a:lnTo>
                  <a:pt x="133885" y="220814"/>
                </a:lnTo>
                <a:lnTo>
                  <a:pt x="132355" y="215998"/>
                </a:lnTo>
                <a:lnTo>
                  <a:pt x="127323" y="205384"/>
                </a:lnTo>
                <a:lnTo>
                  <a:pt x="119776" y="193345"/>
                </a:lnTo>
                <a:lnTo>
                  <a:pt x="109496" y="177260"/>
                </a:lnTo>
                <a:lnTo>
                  <a:pt x="55540" y="85387"/>
                </a:lnTo>
                <a:lnTo>
                  <a:pt x="34712" y="52262"/>
                </a:lnTo>
                <a:lnTo>
                  <a:pt x="14684" y="50658"/>
                </a:lnTo>
                <a:lnTo>
                  <a:pt x="1782" y="33292"/>
                </a:lnTo>
                <a:lnTo>
                  <a:pt x="0" y="30892"/>
                </a:lnTo>
                <a:lnTo>
                  <a:pt x="17119" y="16385"/>
                </a:lnTo>
                <a:lnTo>
                  <a:pt x="37467" y="0"/>
                </a:lnTo>
                <a:lnTo>
                  <a:pt x="64340" y="39111"/>
                </a:lnTo>
                <a:lnTo>
                  <a:pt x="99224" y="97326"/>
                </a:lnTo>
                <a:lnTo>
                  <a:pt x="263690" y="315910"/>
                </a:lnTo>
                <a:lnTo>
                  <a:pt x="315954" y="384629"/>
                </a:lnTo>
                <a:lnTo>
                  <a:pt x="356844" y="459467"/>
                </a:lnTo>
                <a:lnTo>
                  <a:pt x="378181" y="494818"/>
                </a:lnTo>
                <a:lnTo>
                  <a:pt x="360480" y="500424"/>
                </a:lnTo>
                <a:lnTo>
                  <a:pt x="357127" y="502857"/>
                </a:lnTo>
                <a:lnTo>
                  <a:pt x="352731" y="507488"/>
                </a:lnTo>
                <a:lnTo>
                  <a:pt x="352153" y="514086"/>
                </a:lnTo>
                <a:lnTo>
                  <a:pt x="356175" y="524352"/>
                </a:lnTo>
                <a:lnTo>
                  <a:pt x="357952" y="528619"/>
                </a:lnTo>
                <a:lnTo>
                  <a:pt x="362512" y="536088"/>
                </a:lnTo>
                <a:lnTo>
                  <a:pt x="372521" y="552983"/>
                </a:lnTo>
                <a:lnTo>
                  <a:pt x="381346" y="565551"/>
                </a:lnTo>
                <a:lnTo>
                  <a:pt x="384649" y="569890"/>
                </a:lnTo>
                <a:lnTo>
                  <a:pt x="388986" y="575629"/>
                </a:lnTo>
                <a:lnTo>
                  <a:pt x="392539" y="580016"/>
                </a:lnTo>
                <a:lnTo>
                  <a:pt x="411373" y="599341"/>
                </a:lnTo>
                <a:lnTo>
                  <a:pt x="417651" y="605269"/>
                </a:lnTo>
                <a:lnTo>
                  <a:pt x="430202" y="612440"/>
                </a:lnTo>
                <a:lnTo>
                  <a:pt x="439663" y="616473"/>
                </a:lnTo>
                <a:lnTo>
                  <a:pt x="453636" y="622349"/>
                </a:lnTo>
                <a:lnTo>
                  <a:pt x="462466" y="629197"/>
                </a:lnTo>
                <a:lnTo>
                  <a:pt x="477749" y="641872"/>
                </a:lnTo>
                <a:lnTo>
                  <a:pt x="479666" y="650492"/>
                </a:lnTo>
                <a:lnTo>
                  <a:pt x="480757" y="656418"/>
                </a:lnTo>
                <a:lnTo>
                  <a:pt x="481126" y="661356"/>
                </a:lnTo>
                <a:lnTo>
                  <a:pt x="489830" y="667006"/>
                </a:lnTo>
                <a:lnTo>
                  <a:pt x="497447" y="672155"/>
                </a:lnTo>
                <a:lnTo>
                  <a:pt x="501984" y="674851"/>
                </a:lnTo>
                <a:lnTo>
                  <a:pt x="507684" y="676962"/>
                </a:lnTo>
                <a:lnTo>
                  <a:pt x="513482" y="679027"/>
                </a:lnTo>
                <a:lnTo>
                  <a:pt x="526557" y="686192"/>
                </a:lnTo>
                <a:lnTo>
                  <a:pt x="543757" y="695371"/>
                </a:lnTo>
                <a:lnTo>
                  <a:pt x="555036" y="702315"/>
                </a:lnTo>
                <a:lnTo>
                  <a:pt x="559695" y="705571"/>
                </a:lnTo>
                <a:lnTo>
                  <a:pt x="563601" y="711108"/>
                </a:lnTo>
                <a:lnTo>
                  <a:pt x="566971" y="716156"/>
                </a:lnTo>
                <a:lnTo>
                  <a:pt x="574686" y="729055"/>
                </a:lnTo>
                <a:lnTo>
                  <a:pt x="580436" y="737336"/>
                </a:lnTo>
                <a:lnTo>
                  <a:pt x="588099" y="747756"/>
                </a:lnTo>
                <a:lnTo>
                  <a:pt x="592712" y="754352"/>
                </a:lnTo>
                <a:lnTo>
                  <a:pt x="604545" y="764036"/>
                </a:lnTo>
                <a:lnTo>
                  <a:pt x="606105" y="765214"/>
                </a:lnTo>
                <a:lnTo>
                  <a:pt x="603055" y="771853"/>
                </a:lnTo>
                <a:lnTo>
                  <a:pt x="596944" y="779399"/>
                </a:lnTo>
                <a:lnTo>
                  <a:pt x="575251" y="808077"/>
                </a:lnTo>
                <a:lnTo>
                  <a:pt x="559482" y="824012"/>
                </a:lnTo>
                <a:lnTo>
                  <a:pt x="544192" y="836987"/>
                </a:lnTo>
                <a:lnTo>
                  <a:pt x="531719" y="848258"/>
                </a:lnTo>
                <a:lnTo>
                  <a:pt x="500921" y="867202"/>
                </a:lnTo>
                <a:lnTo>
                  <a:pt x="486927" y="873567"/>
                </a:lnTo>
                <a:lnTo>
                  <a:pt x="439640" y="893343"/>
                </a:lnTo>
                <a:lnTo>
                  <a:pt x="391342" y="915003"/>
                </a:lnTo>
                <a:lnTo>
                  <a:pt x="332605" y="941330"/>
                </a:lnTo>
                <a:lnTo>
                  <a:pt x="318283" y="924250"/>
                </a:lnTo>
                <a:lnTo>
                  <a:pt x="309614" y="912940"/>
                </a:lnTo>
                <a:lnTo>
                  <a:pt x="303524" y="907317"/>
                </a:lnTo>
                <a:lnTo>
                  <a:pt x="293985" y="899313"/>
                </a:lnTo>
                <a:lnTo>
                  <a:pt x="285730" y="892416"/>
                </a:lnTo>
                <a:lnTo>
                  <a:pt x="276964" y="890708"/>
                </a:lnTo>
                <a:lnTo>
                  <a:pt x="251454" y="890629"/>
                </a:lnTo>
                <a:lnTo>
                  <a:pt x="242687" y="893334"/>
                </a:lnTo>
                <a:lnTo>
                  <a:pt x="229434" y="890997"/>
                </a:lnTo>
                <a:lnTo>
                  <a:pt x="225338" y="887291"/>
                </a:lnTo>
                <a:lnTo>
                  <a:pt x="221140" y="880142"/>
                </a:lnTo>
                <a:lnTo>
                  <a:pt x="217307" y="877252"/>
                </a:lnTo>
                <a:lnTo>
                  <a:pt x="210772" y="874703"/>
                </a:lnTo>
                <a:lnTo>
                  <a:pt x="210379" y="869341"/>
                </a:lnTo>
                <a:lnTo>
                  <a:pt x="208147" y="861039"/>
                </a:lnTo>
                <a:lnTo>
                  <a:pt x="205812" y="856070"/>
                </a:lnTo>
                <a:lnTo>
                  <a:pt x="201324" y="852234"/>
                </a:lnTo>
                <a:lnTo>
                  <a:pt x="194754" y="843596"/>
                </a:lnTo>
                <a:lnTo>
                  <a:pt x="194164" y="838702"/>
                </a:lnTo>
                <a:lnTo>
                  <a:pt x="192226" y="836197"/>
                </a:lnTo>
                <a:lnTo>
                  <a:pt x="192282" y="833862"/>
                </a:lnTo>
                <a:lnTo>
                  <a:pt x="193827" y="830401"/>
                </a:lnTo>
                <a:lnTo>
                  <a:pt x="195288" y="828488"/>
                </a:lnTo>
                <a:lnTo>
                  <a:pt x="196721" y="826660"/>
                </a:lnTo>
                <a:lnTo>
                  <a:pt x="199026" y="820976"/>
                </a:lnTo>
                <a:lnTo>
                  <a:pt x="200711" y="818108"/>
                </a:lnTo>
                <a:lnTo>
                  <a:pt x="198828" y="813409"/>
                </a:lnTo>
                <a:lnTo>
                  <a:pt x="198997" y="810791"/>
                </a:lnTo>
                <a:lnTo>
                  <a:pt x="199447" y="808711"/>
                </a:lnTo>
                <a:lnTo>
                  <a:pt x="200963" y="807107"/>
                </a:lnTo>
                <a:lnTo>
                  <a:pt x="197059" y="794867"/>
                </a:lnTo>
                <a:lnTo>
                  <a:pt x="201751" y="796641"/>
                </a:lnTo>
                <a:lnTo>
                  <a:pt x="209871" y="786400"/>
                </a:lnTo>
                <a:lnTo>
                  <a:pt x="198042" y="779227"/>
                </a:lnTo>
                <a:lnTo>
                  <a:pt x="195315" y="776807"/>
                </a:lnTo>
                <a:lnTo>
                  <a:pt x="189330" y="777623"/>
                </a:lnTo>
                <a:lnTo>
                  <a:pt x="177304" y="780493"/>
                </a:lnTo>
                <a:lnTo>
                  <a:pt x="167469" y="780746"/>
                </a:lnTo>
                <a:lnTo>
                  <a:pt x="163985" y="779930"/>
                </a:lnTo>
                <a:lnTo>
                  <a:pt x="153504" y="777903"/>
                </a:lnTo>
                <a:lnTo>
                  <a:pt x="141703" y="776104"/>
                </a:lnTo>
                <a:lnTo>
                  <a:pt x="129338" y="774191"/>
                </a:lnTo>
                <a:lnTo>
                  <a:pt x="118886" y="770702"/>
                </a:lnTo>
                <a:lnTo>
                  <a:pt x="113265" y="769549"/>
                </a:lnTo>
                <a:lnTo>
                  <a:pt x="105847" y="769914"/>
                </a:lnTo>
                <a:lnTo>
                  <a:pt x="100508" y="769211"/>
                </a:lnTo>
                <a:lnTo>
                  <a:pt x="75865" y="75855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4">
            <a:extLst>
              <a:ext uri="{FF2B5EF4-FFF2-40B4-BE49-F238E27FC236}">
                <a16:creationId xmlns:a16="http://schemas.microsoft.com/office/drawing/2014/main" id="{1B75752A-9278-49B7-B912-803ACB9D29EE}"/>
              </a:ext>
            </a:extLst>
          </p:cNvPr>
          <p:cNvSpPr/>
          <p:nvPr/>
        </p:nvSpPr>
        <p:spPr>
          <a:xfrm>
            <a:off x="2447574" y="3480957"/>
            <a:ext cx="1053732" cy="623619"/>
          </a:xfrm>
          <a:custGeom>
            <a:avLst/>
            <a:gdLst/>
            <a:ahLst/>
            <a:cxnLst/>
            <a:rect l="0" t="0" r="0" b="0"/>
            <a:pathLst>
              <a:path w="1173108" h="694268">
                <a:moveTo>
                  <a:pt x="65393" y="6726"/>
                </a:moveTo>
                <a:lnTo>
                  <a:pt x="70508" y="0"/>
                </a:lnTo>
                <a:lnTo>
                  <a:pt x="79370" y="5675"/>
                </a:lnTo>
                <a:lnTo>
                  <a:pt x="82405" y="7592"/>
                </a:lnTo>
                <a:lnTo>
                  <a:pt x="85879" y="11958"/>
                </a:lnTo>
                <a:lnTo>
                  <a:pt x="86384" y="14848"/>
                </a:lnTo>
                <a:lnTo>
                  <a:pt x="89837" y="17475"/>
                </a:lnTo>
                <a:lnTo>
                  <a:pt x="118517" y="40430"/>
                </a:lnTo>
                <a:lnTo>
                  <a:pt x="130171" y="42863"/>
                </a:lnTo>
                <a:lnTo>
                  <a:pt x="142716" y="44593"/>
                </a:lnTo>
                <a:lnTo>
                  <a:pt x="157373" y="49627"/>
                </a:lnTo>
                <a:lnTo>
                  <a:pt x="172666" y="55729"/>
                </a:lnTo>
                <a:lnTo>
                  <a:pt x="290016" y="120536"/>
                </a:lnTo>
                <a:lnTo>
                  <a:pt x="375320" y="167376"/>
                </a:lnTo>
                <a:lnTo>
                  <a:pt x="378328" y="167752"/>
                </a:lnTo>
                <a:lnTo>
                  <a:pt x="498804" y="237501"/>
                </a:lnTo>
                <a:lnTo>
                  <a:pt x="608661" y="114728"/>
                </a:lnTo>
                <a:lnTo>
                  <a:pt x="666237" y="253344"/>
                </a:lnTo>
                <a:lnTo>
                  <a:pt x="662065" y="255014"/>
                </a:lnTo>
                <a:lnTo>
                  <a:pt x="675833" y="274221"/>
                </a:lnTo>
                <a:lnTo>
                  <a:pt x="676668" y="333516"/>
                </a:lnTo>
                <a:lnTo>
                  <a:pt x="681258" y="336023"/>
                </a:lnTo>
                <a:lnTo>
                  <a:pt x="740023" y="409393"/>
                </a:lnTo>
                <a:lnTo>
                  <a:pt x="877216" y="483982"/>
                </a:lnTo>
                <a:lnTo>
                  <a:pt x="897852" y="493451"/>
                </a:lnTo>
                <a:lnTo>
                  <a:pt x="897450" y="498106"/>
                </a:lnTo>
                <a:lnTo>
                  <a:pt x="906309" y="505660"/>
                </a:lnTo>
                <a:lnTo>
                  <a:pt x="906680" y="506474"/>
                </a:lnTo>
                <a:lnTo>
                  <a:pt x="919263" y="534106"/>
                </a:lnTo>
                <a:lnTo>
                  <a:pt x="927978" y="534791"/>
                </a:lnTo>
                <a:lnTo>
                  <a:pt x="955835" y="533592"/>
                </a:lnTo>
                <a:lnTo>
                  <a:pt x="964721" y="529146"/>
                </a:lnTo>
                <a:lnTo>
                  <a:pt x="1004369" y="504681"/>
                </a:lnTo>
                <a:lnTo>
                  <a:pt x="1004881" y="519736"/>
                </a:lnTo>
                <a:lnTo>
                  <a:pt x="1008129" y="551727"/>
                </a:lnTo>
                <a:lnTo>
                  <a:pt x="1018985" y="596917"/>
                </a:lnTo>
                <a:lnTo>
                  <a:pt x="1024839" y="595141"/>
                </a:lnTo>
                <a:lnTo>
                  <a:pt x="1039102" y="600584"/>
                </a:lnTo>
                <a:lnTo>
                  <a:pt x="1063745" y="611245"/>
                </a:lnTo>
                <a:lnTo>
                  <a:pt x="1069085" y="611948"/>
                </a:lnTo>
                <a:lnTo>
                  <a:pt x="1076502" y="611583"/>
                </a:lnTo>
                <a:lnTo>
                  <a:pt x="1082123" y="612736"/>
                </a:lnTo>
                <a:lnTo>
                  <a:pt x="1092575" y="616225"/>
                </a:lnTo>
                <a:lnTo>
                  <a:pt x="1104940" y="618138"/>
                </a:lnTo>
                <a:lnTo>
                  <a:pt x="1116741" y="619937"/>
                </a:lnTo>
                <a:lnTo>
                  <a:pt x="1127222" y="621964"/>
                </a:lnTo>
                <a:lnTo>
                  <a:pt x="1130707" y="622780"/>
                </a:lnTo>
                <a:lnTo>
                  <a:pt x="1140541" y="622527"/>
                </a:lnTo>
                <a:lnTo>
                  <a:pt x="1152568" y="619657"/>
                </a:lnTo>
                <a:lnTo>
                  <a:pt x="1158553" y="618841"/>
                </a:lnTo>
                <a:lnTo>
                  <a:pt x="1161279" y="621261"/>
                </a:lnTo>
                <a:lnTo>
                  <a:pt x="1173108" y="628434"/>
                </a:lnTo>
                <a:lnTo>
                  <a:pt x="1164988" y="638675"/>
                </a:lnTo>
                <a:lnTo>
                  <a:pt x="1160296" y="636901"/>
                </a:lnTo>
                <a:lnTo>
                  <a:pt x="1164201" y="649141"/>
                </a:lnTo>
                <a:lnTo>
                  <a:pt x="1162684" y="650745"/>
                </a:lnTo>
                <a:lnTo>
                  <a:pt x="1162234" y="652825"/>
                </a:lnTo>
                <a:lnTo>
                  <a:pt x="1162065" y="655443"/>
                </a:lnTo>
                <a:lnTo>
                  <a:pt x="1163949" y="660142"/>
                </a:lnTo>
                <a:lnTo>
                  <a:pt x="1162263" y="663010"/>
                </a:lnTo>
                <a:lnTo>
                  <a:pt x="1159958" y="668694"/>
                </a:lnTo>
                <a:lnTo>
                  <a:pt x="1158525" y="670522"/>
                </a:lnTo>
                <a:lnTo>
                  <a:pt x="1157064" y="672435"/>
                </a:lnTo>
                <a:lnTo>
                  <a:pt x="1155519" y="675896"/>
                </a:lnTo>
                <a:lnTo>
                  <a:pt x="1155463" y="678231"/>
                </a:lnTo>
                <a:lnTo>
                  <a:pt x="1157401" y="680736"/>
                </a:lnTo>
                <a:lnTo>
                  <a:pt x="1157991" y="685630"/>
                </a:lnTo>
                <a:lnTo>
                  <a:pt x="1164561" y="694268"/>
                </a:lnTo>
                <a:lnTo>
                  <a:pt x="1159495" y="690905"/>
                </a:lnTo>
                <a:lnTo>
                  <a:pt x="1154985" y="690152"/>
                </a:lnTo>
                <a:lnTo>
                  <a:pt x="1129490" y="685872"/>
                </a:lnTo>
                <a:lnTo>
                  <a:pt x="1074738" y="676797"/>
                </a:lnTo>
                <a:lnTo>
                  <a:pt x="931715" y="655125"/>
                </a:lnTo>
                <a:lnTo>
                  <a:pt x="860242" y="643532"/>
                </a:lnTo>
                <a:lnTo>
                  <a:pt x="824079" y="637826"/>
                </a:lnTo>
                <a:lnTo>
                  <a:pt x="789037" y="629330"/>
                </a:lnTo>
                <a:lnTo>
                  <a:pt x="763759" y="612464"/>
                </a:lnTo>
                <a:lnTo>
                  <a:pt x="759090" y="618858"/>
                </a:lnTo>
                <a:lnTo>
                  <a:pt x="755038" y="629802"/>
                </a:lnTo>
                <a:lnTo>
                  <a:pt x="751844" y="633615"/>
                </a:lnTo>
                <a:lnTo>
                  <a:pt x="749142" y="638042"/>
                </a:lnTo>
                <a:lnTo>
                  <a:pt x="752089" y="642592"/>
                </a:lnTo>
                <a:lnTo>
                  <a:pt x="760442" y="647757"/>
                </a:lnTo>
                <a:lnTo>
                  <a:pt x="761548" y="649970"/>
                </a:lnTo>
                <a:lnTo>
                  <a:pt x="762530" y="656120"/>
                </a:lnTo>
                <a:lnTo>
                  <a:pt x="760612" y="657230"/>
                </a:lnTo>
                <a:lnTo>
                  <a:pt x="588148" y="672908"/>
                </a:lnTo>
                <a:lnTo>
                  <a:pt x="587688" y="669406"/>
                </a:lnTo>
                <a:lnTo>
                  <a:pt x="586317" y="661006"/>
                </a:lnTo>
                <a:lnTo>
                  <a:pt x="581042" y="630869"/>
                </a:lnTo>
                <a:lnTo>
                  <a:pt x="578587" y="618921"/>
                </a:lnTo>
                <a:lnTo>
                  <a:pt x="577764" y="612610"/>
                </a:lnTo>
                <a:lnTo>
                  <a:pt x="576315" y="612871"/>
                </a:lnTo>
                <a:lnTo>
                  <a:pt x="574709" y="612697"/>
                </a:lnTo>
                <a:lnTo>
                  <a:pt x="574395" y="603733"/>
                </a:lnTo>
                <a:lnTo>
                  <a:pt x="574382" y="590112"/>
                </a:lnTo>
                <a:lnTo>
                  <a:pt x="561195" y="589045"/>
                </a:lnTo>
                <a:lnTo>
                  <a:pt x="539154" y="585041"/>
                </a:lnTo>
                <a:lnTo>
                  <a:pt x="542353" y="568112"/>
                </a:lnTo>
                <a:lnTo>
                  <a:pt x="544808" y="562628"/>
                </a:lnTo>
                <a:lnTo>
                  <a:pt x="542562" y="555165"/>
                </a:lnTo>
                <a:lnTo>
                  <a:pt x="538814" y="547940"/>
                </a:lnTo>
                <a:lnTo>
                  <a:pt x="531529" y="542130"/>
                </a:lnTo>
                <a:lnTo>
                  <a:pt x="527390" y="535908"/>
                </a:lnTo>
                <a:lnTo>
                  <a:pt x="524374" y="531925"/>
                </a:lnTo>
                <a:lnTo>
                  <a:pt x="520195" y="525853"/>
                </a:lnTo>
                <a:lnTo>
                  <a:pt x="520411" y="520828"/>
                </a:lnTo>
                <a:lnTo>
                  <a:pt x="520691" y="514321"/>
                </a:lnTo>
                <a:lnTo>
                  <a:pt x="518655" y="505856"/>
                </a:lnTo>
                <a:lnTo>
                  <a:pt x="512987" y="502787"/>
                </a:lnTo>
                <a:lnTo>
                  <a:pt x="507595" y="496718"/>
                </a:lnTo>
                <a:lnTo>
                  <a:pt x="501472" y="488840"/>
                </a:lnTo>
                <a:lnTo>
                  <a:pt x="494720" y="486837"/>
                </a:lnTo>
                <a:lnTo>
                  <a:pt x="484562" y="482768"/>
                </a:lnTo>
                <a:lnTo>
                  <a:pt x="479992" y="481201"/>
                </a:lnTo>
                <a:lnTo>
                  <a:pt x="478503" y="466840"/>
                </a:lnTo>
                <a:lnTo>
                  <a:pt x="490086" y="466339"/>
                </a:lnTo>
                <a:lnTo>
                  <a:pt x="494002" y="467754"/>
                </a:lnTo>
                <a:lnTo>
                  <a:pt x="498494" y="472476"/>
                </a:lnTo>
                <a:lnTo>
                  <a:pt x="501993" y="473651"/>
                </a:lnTo>
                <a:lnTo>
                  <a:pt x="505989" y="472650"/>
                </a:lnTo>
                <a:lnTo>
                  <a:pt x="509006" y="469734"/>
                </a:lnTo>
                <a:lnTo>
                  <a:pt x="509879" y="468254"/>
                </a:lnTo>
                <a:lnTo>
                  <a:pt x="497659" y="458855"/>
                </a:lnTo>
                <a:lnTo>
                  <a:pt x="469520" y="437291"/>
                </a:lnTo>
                <a:lnTo>
                  <a:pt x="464363" y="438205"/>
                </a:lnTo>
                <a:lnTo>
                  <a:pt x="453917" y="432720"/>
                </a:lnTo>
                <a:lnTo>
                  <a:pt x="431433" y="420100"/>
                </a:lnTo>
                <a:lnTo>
                  <a:pt x="414485" y="413789"/>
                </a:lnTo>
                <a:lnTo>
                  <a:pt x="408400" y="411548"/>
                </a:lnTo>
                <a:lnTo>
                  <a:pt x="400696" y="408718"/>
                </a:lnTo>
                <a:lnTo>
                  <a:pt x="381867" y="402736"/>
                </a:lnTo>
                <a:lnTo>
                  <a:pt x="365585" y="397687"/>
                </a:lnTo>
                <a:lnTo>
                  <a:pt x="361826" y="396098"/>
                </a:lnTo>
                <a:lnTo>
                  <a:pt x="357934" y="394858"/>
                </a:lnTo>
                <a:lnTo>
                  <a:pt x="340294" y="387395"/>
                </a:lnTo>
                <a:lnTo>
                  <a:pt x="315080" y="380083"/>
                </a:lnTo>
                <a:lnTo>
                  <a:pt x="300880" y="375032"/>
                </a:lnTo>
                <a:lnTo>
                  <a:pt x="294751" y="373946"/>
                </a:lnTo>
                <a:lnTo>
                  <a:pt x="289097" y="372360"/>
                </a:lnTo>
                <a:lnTo>
                  <a:pt x="273050" y="370532"/>
                </a:lnTo>
                <a:lnTo>
                  <a:pt x="255253" y="370619"/>
                </a:lnTo>
                <a:lnTo>
                  <a:pt x="243790" y="372120"/>
                </a:lnTo>
                <a:lnTo>
                  <a:pt x="235185" y="372947"/>
                </a:lnTo>
                <a:lnTo>
                  <a:pt x="231450" y="372860"/>
                </a:lnTo>
                <a:lnTo>
                  <a:pt x="218132" y="372033"/>
                </a:lnTo>
                <a:lnTo>
                  <a:pt x="214410" y="368791"/>
                </a:lnTo>
                <a:lnTo>
                  <a:pt x="188897" y="368138"/>
                </a:lnTo>
                <a:lnTo>
                  <a:pt x="173660" y="367702"/>
                </a:lnTo>
                <a:lnTo>
                  <a:pt x="164219" y="366049"/>
                </a:lnTo>
                <a:lnTo>
                  <a:pt x="140899" y="362066"/>
                </a:lnTo>
                <a:lnTo>
                  <a:pt x="136590" y="360913"/>
                </a:lnTo>
                <a:lnTo>
                  <a:pt x="131315" y="358173"/>
                </a:lnTo>
                <a:lnTo>
                  <a:pt x="127136" y="365722"/>
                </a:lnTo>
                <a:lnTo>
                  <a:pt x="122907" y="358913"/>
                </a:lnTo>
                <a:lnTo>
                  <a:pt x="110998" y="339241"/>
                </a:lnTo>
                <a:lnTo>
                  <a:pt x="107930" y="336499"/>
                </a:lnTo>
                <a:lnTo>
                  <a:pt x="105188" y="333931"/>
                </a:lnTo>
                <a:lnTo>
                  <a:pt x="88044" y="319157"/>
                </a:lnTo>
                <a:lnTo>
                  <a:pt x="80223" y="312432"/>
                </a:lnTo>
                <a:lnTo>
                  <a:pt x="65390" y="299812"/>
                </a:lnTo>
                <a:lnTo>
                  <a:pt x="59305" y="294828"/>
                </a:lnTo>
                <a:lnTo>
                  <a:pt x="56655" y="292239"/>
                </a:lnTo>
                <a:lnTo>
                  <a:pt x="51405" y="287690"/>
                </a:lnTo>
                <a:lnTo>
                  <a:pt x="37330" y="272241"/>
                </a:lnTo>
                <a:lnTo>
                  <a:pt x="30657" y="262863"/>
                </a:lnTo>
                <a:lnTo>
                  <a:pt x="21505" y="247501"/>
                </a:lnTo>
                <a:lnTo>
                  <a:pt x="17287" y="237947"/>
                </a:lnTo>
                <a:lnTo>
                  <a:pt x="14062" y="229070"/>
                </a:lnTo>
                <a:lnTo>
                  <a:pt x="7507" y="210553"/>
                </a:lnTo>
                <a:lnTo>
                  <a:pt x="3080" y="192381"/>
                </a:lnTo>
                <a:lnTo>
                  <a:pt x="1619" y="186398"/>
                </a:lnTo>
                <a:lnTo>
                  <a:pt x="1305" y="184004"/>
                </a:lnTo>
                <a:lnTo>
                  <a:pt x="391" y="172712"/>
                </a:lnTo>
                <a:lnTo>
                  <a:pt x="0" y="161417"/>
                </a:lnTo>
                <a:lnTo>
                  <a:pt x="5078" y="157434"/>
                </a:lnTo>
                <a:lnTo>
                  <a:pt x="12886" y="151038"/>
                </a:lnTo>
                <a:lnTo>
                  <a:pt x="18135" y="121574"/>
                </a:lnTo>
                <a:lnTo>
                  <a:pt x="20224" y="109933"/>
                </a:lnTo>
                <a:lnTo>
                  <a:pt x="17052" y="107365"/>
                </a:lnTo>
                <a:lnTo>
                  <a:pt x="26334" y="93091"/>
                </a:lnTo>
                <a:lnTo>
                  <a:pt x="39614" y="80229"/>
                </a:lnTo>
                <a:lnTo>
                  <a:pt x="43160" y="76763"/>
                </a:lnTo>
                <a:lnTo>
                  <a:pt x="50072" y="70003"/>
                </a:lnTo>
                <a:lnTo>
                  <a:pt x="55844" y="48417"/>
                </a:lnTo>
                <a:lnTo>
                  <a:pt x="58964" y="41866"/>
                </a:lnTo>
                <a:lnTo>
                  <a:pt x="68927" y="20955"/>
                </a:lnTo>
                <a:lnTo>
                  <a:pt x="70703" y="17299"/>
                </a:lnTo>
                <a:lnTo>
                  <a:pt x="73067" y="1246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5">
            <a:extLst>
              <a:ext uri="{FF2B5EF4-FFF2-40B4-BE49-F238E27FC236}">
                <a16:creationId xmlns:a16="http://schemas.microsoft.com/office/drawing/2014/main" id="{48A2857E-AE78-476C-918E-675A93B4F5A8}"/>
              </a:ext>
            </a:extLst>
          </p:cNvPr>
          <p:cNvSpPr/>
          <p:nvPr/>
        </p:nvSpPr>
        <p:spPr>
          <a:xfrm>
            <a:off x="2209954" y="2982562"/>
            <a:ext cx="962231" cy="711728"/>
          </a:xfrm>
          <a:custGeom>
            <a:avLst/>
            <a:gdLst/>
            <a:ahLst/>
            <a:cxnLst/>
            <a:rect l="0" t="0" r="0" b="0"/>
            <a:pathLst>
              <a:path w="1071241" h="792358">
                <a:moveTo>
                  <a:pt x="124961" y="37736"/>
                </a:moveTo>
                <a:lnTo>
                  <a:pt x="209415" y="52382"/>
                </a:lnTo>
                <a:lnTo>
                  <a:pt x="284556" y="63289"/>
                </a:lnTo>
                <a:lnTo>
                  <a:pt x="326877" y="76956"/>
                </a:lnTo>
                <a:lnTo>
                  <a:pt x="380299" y="94952"/>
                </a:lnTo>
                <a:lnTo>
                  <a:pt x="565727" y="170753"/>
                </a:lnTo>
                <a:lnTo>
                  <a:pt x="642067" y="189106"/>
                </a:lnTo>
                <a:lnTo>
                  <a:pt x="650487" y="219480"/>
                </a:lnTo>
                <a:lnTo>
                  <a:pt x="651941" y="223099"/>
                </a:lnTo>
                <a:lnTo>
                  <a:pt x="655215" y="231251"/>
                </a:lnTo>
                <a:lnTo>
                  <a:pt x="673672" y="237129"/>
                </a:lnTo>
                <a:lnTo>
                  <a:pt x="705527" y="242737"/>
                </a:lnTo>
                <a:lnTo>
                  <a:pt x="729042" y="245745"/>
                </a:lnTo>
                <a:lnTo>
                  <a:pt x="770193" y="249027"/>
                </a:lnTo>
                <a:lnTo>
                  <a:pt x="804098" y="251625"/>
                </a:lnTo>
                <a:lnTo>
                  <a:pt x="831306" y="256685"/>
                </a:lnTo>
                <a:lnTo>
                  <a:pt x="881890" y="267760"/>
                </a:lnTo>
                <a:lnTo>
                  <a:pt x="935482" y="286767"/>
                </a:lnTo>
                <a:lnTo>
                  <a:pt x="967063" y="299211"/>
                </a:lnTo>
                <a:lnTo>
                  <a:pt x="1014777" y="323553"/>
                </a:lnTo>
                <a:lnTo>
                  <a:pt x="1029542" y="333947"/>
                </a:lnTo>
                <a:lnTo>
                  <a:pt x="1031183" y="336545"/>
                </a:lnTo>
                <a:lnTo>
                  <a:pt x="1030089" y="339006"/>
                </a:lnTo>
                <a:lnTo>
                  <a:pt x="1029269" y="340510"/>
                </a:lnTo>
                <a:lnTo>
                  <a:pt x="1054835" y="358151"/>
                </a:lnTo>
                <a:lnTo>
                  <a:pt x="1060167" y="362939"/>
                </a:lnTo>
                <a:lnTo>
                  <a:pt x="1065634" y="371280"/>
                </a:lnTo>
                <a:lnTo>
                  <a:pt x="1070693" y="380307"/>
                </a:lnTo>
                <a:lnTo>
                  <a:pt x="1071241" y="387417"/>
                </a:lnTo>
                <a:lnTo>
                  <a:pt x="1071096" y="399411"/>
                </a:lnTo>
                <a:lnTo>
                  <a:pt x="1070240" y="406035"/>
                </a:lnTo>
                <a:lnTo>
                  <a:pt x="912003" y="582334"/>
                </a:lnTo>
                <a:lnTo>
                  <a:pt x="897400" y="605293"/>
                </a:lnTo>
                <a:lnTo>
                  <a:pt x="889474" y="624081"/>
                </a:lnTo>
                <a:lnTo>
                  <a:pt x="883632" y="646207"/>
                </a:lnTo>
                <a:lnTo>
                  <a:pt x="881963" y="659565"/>
                </a:lnTo>
                <a:lnTo>
                  <a:pt x="874183" y="665541"/>
                </a:lnTo>
                <a:lnTo>
                  <a:pt x="873202" y="669584"/>
                </a:lnTo>
                <a:lnTo>
                  <a:pt x="763345" y="792358"/>
                </a:lnTo>
                <a:lnTo>
                  <a:pt x="642869" y="722609"/>
                </a:lnTo>
                <a:lnTo>
                  <a:pt x="639860" y="722233"/>
                </a:lnTo>
                <a:lnTo>
                  <a:pt x="554557" y="675393"/>
                </a:lnTo>
                <a:lnTo>
                  <a:pt x="437207" y="610586"/>
                </a:lnTo>
                <a:lnTo>
                  <a:pt x="421914" y="604484"/>
                </a:lnTo>
                <a:lnTo>
                  <a:pt x="407257" y="599450"/>
                </a:lnTo>
                <a:lnTo>
                  <a:pt x="394712" y="597720"/>
                </a:lnTo>
                <a:lnTo>
                  <a:pt x="383058" y="595287"/>
                </a:lnTo>
                <a:lnTo>
                  <a:pt x="354378" y="572332"/>
                </a:lnTo>
                <a:lnTo>
                  <a:pt x="350925" y="569705"/>
                </a:lnTo>
                <a:lnTo>
                  <a:pt x="350420" y="566815"/>
                </a:lnTo>
                <a:lnTo>
                  <a:pt x="346946" y="562449"/>
                </a:lnTo>
                <a:lnTo>
                  <a:pt x="343911" y="560532"/>
                </a:lnTo>
                <a:lnTo>
                  <a:pt x="335049" y="554856"/>
                </a:lnTo>
                <a:lnTo>
                  <a:pt x="329934" y="561583"/>
                </a:lnTo>
                <a:lnTo>
                  <a:pt x="308672" y="545675"/>
                </a:lnTo>
                <a:lnTo>
                  <a:pt x="292377" y="535207"/>
                </a:lnTo>
                <a:lnTo>
                  <a:pt x="243113" y="504831"/>
                </a:lnTo>
                <a:lnTo>
                  <a:pt x="235748" y="500087"/>
                </a:lnTo>
                <a:lnTo>
                  <a:pt x="215549" y="487140"/>
                </a:lnTo>
                <a:lnTo>
                  <a:pt x="204437" y="481090"/>
                </a:lnTo>
                <a:lnTo>
                  <a:pt x="204672" y="479588"/>
                </a:lnTo>
                <a:lnTo>
                  <a:pt x="200181" y="475760"/>
                </a:lnTo>
                <a:lnTo>
                  <a:pt x="196198" y="471451"/>
                </a:lnTo>
                <a:lnTo>
                  <a:pt x="178558" y="460246"/>
                </a:lnTo>
                <a:lnTo>
                  <a:pt x="148449" y="441075"/>
                </a:lnTo>
                <a:lnTo>
                  <a:pt x="137912" y="432522"/>
                </a:lnTo>
                <a:lnTo>
                  <a:pt x="133315" y="424383"/>
                </a:lnTo>
                <a:lnTo>
                  <a:pt x="125559" y="427110"/>
                </a:lnTo>
                <a:lnTo>
                  <a:pt x="122960" y="423058"/>
                </a:lnTo>
                <a:lnTo>
                  <a:pt x="117450" y="408934"/>
                </a:lnTo>
                <a:lnTo>
                  <a:pt x="115217" y="397641"/>
                </a:lnTo>
                <a:lnTo>
                  <a:pt x="115322" y="380799"/>
                </a:lnTo>
                <a:lnTo>
                  <a:pt x="116706" y="363435"/>
                </a:lnTo>
                <a:lnTo>
                  <a:pt x="122203" y="340521"/>
                </a:lnTo>
                <a:lnTo>
                  <a:pt x="134124" y="290972"/>
                </a:lnTo>
                <a:lnTo>
                  <a:pt x="141645" y="272128"/>
                </a:lnTo>
                <a:lnTo>
                  <a:pt x="145209" y="259094"/>
                </a:lnTo>
                <a:lnTo>
                  <a:pt x="147390" y="253871"/>
                </a:lnTo>
                <a:lnTo>
                  <a:pt x="149349" y="249368"/>
                </a:lnTo>
                <a:lnTo>
                  <a:pt x="152142" y="246713"/>
                </a:lnTo>
                <a:lnTo>
                  <a:pt x="155133" y="245059"/>
                </a:lnTo>
                <a:lnTo>
                  <a:pt x="164599" y="239662"/>
                </a:lnTo>
                <a:lnTo>
                  <a:pt x="165343" y="237834"/>
                </a:lnTo>
                <a:lnTo>
                  <a:pt x="161452" y="227369"/>
                </a:lnTo>
                <a:lnTo>
                  <a:pt x="140274" y="238248"/>
                </a:lnTo>
                <a:lnTo>
                  <a:pt x="136604" y="245799"/>
                </a:lnTo>
                <a:lnTo>
                  <a:pt x="141201" y="248541"/>
                </a:lnTo>
                <a:lnTo>
                  <a:pt x="130977" y="263316"/>
                </a:lnTo>
                <a:lnTo>
                  <a:pt x="127229" y="266058"/>
                </a:lnTo>
                <a:lnTo>
                  <a:pt x="124109" y="268387"/>
                </a:lnTo>
                <a:lnTo>
                  <a:pt x="118755" y="270387"/>
                </a:lnTo>
                <a:lnTo>
                  <a:pt x="118403" y="266733"/>
                </a:lnTo>
                <a:lnTo>
                  <a:pt x="104719" y="266820"/>
                </a:lnTo>
                <a:lnTo>
                  <a:pt x="99027" y="266145"/>
                </a:lnTo>
                <a:lnTo>
                  <a:pt x="95553" y="261575"/>
                </a:lnTo>
                <a:lnTo>
                  <a:pt x="89338" y="250631"/>
                </a:lnTo>
                <a:lnTo>
                  <a:pt x="84271" y="254350"/>
                </a:lnTo>
                <a:lnTo>
                  <a:pt x="74258" y="235506"/>
                </a:lnTo>
                <a:lnTo>
                  <a:pt x="70079" y="218751"/>
                </a:lnTo>
                <a:lnTo>
                  <a:pt x="72612" y="186372"/>
                </a:lnTo>
                <a:lnTo>
                  <a:pt x="78866" y="168355"/>
                </a:lnTo>
                <a:lnTo>
                  <a:pt x="88267" y="141132"/>
                </a:lnTo>
                <a:lnTo>
                  <a:pt x="84754" y="140044"/>
                </a:lnTo>
                <a:lnTo>
                  <a:pt x="80419" y="141611"/>
                </a:lnTo>
                <a:lnTo>
                  <a:pt x="67258" y="111975"/>
                </a:lnTo>
                <a:lnTo>
                  <a:pt x="60543" y="108617"/>
                </a:lnTo>
                <a:lnTo>
                  <a:pt x="56812" y="106752"/>
                </a:lnTo>
                <a:lnTo>
                  <a:pt x="49539" y="74373"/>
                </a:lnTo>
                <a:lnTo>
                  <a:pt x="11843" y="23412"/>
                </a:lnTo>
                <a:lnTo>
                  <a:pt x="2742" y="15925"/>
                </a:lnTo>
                <a:lnTo>
                  <a:pt x="0" y="13893"/>
                </a:lnTo>
                <a:lnTo>
                  <a:pt x="32825" y="0"/>
                </a:lnTo>
                <a:lnTo>
                  <a:pt x="39024" y="12123"/>
                </a:lnTo>
                <a:lnTo>
                  <a:pt x="83387" y="3048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26">
            <a:extLst>
              <a:ext uri="{FF2B5EF4-FFF2-40B4-BE49-F238E27FC236}">
                <a16:creationId xmlns:a16="http://schemas.microsoft.com/office/drawing/2014/main" id="{9856AA4C-3F68-42CC-9875-D02B3A228EFE}"/>
              </a:ext>
            </a:extLst>
          </p:cNvPr>
          <p:cNvSpPr/>
          <p:nvPr/>
        </p:nvSpPr>
        <p:spPr>
          <a:xfrm>
            <a:off x="3611552" y="3924348"/>
            <a:ext cx="903407" cy="958150"/>
          </a:xfrm>
          <a:custGeom>
            <a:avLst/>
            <a:gdLst/>
            <a:ahLst/>
            <a:cxnLst/>
            <a:rect l="0" t="0" r="0" b="0"/>
            <a:pathLst>
              <a:path w="1005752" h="1066697">
                <a:moveTo>
                  <a:pt x="530133" y="172253"/>
                </a:moveTo>
                <a:lnTo>
                  <a:pt x="539328" y="164181"/>
                </a:lnTo>
                <a:lnTo>
                  <a:pt x="641569" y="229395"/>
                </a:lnTo>
                <a:lnTo>
                  <a:pt x="664307" y="242013"/>
                </a:lnTo>
                <a:lnTo>
                  <a:pt x="718290" y="259207"/>
                </a:lnTo>
                <a:lnTo>
                  <a:pt x="764438" y="272089"/>
                </a:lnTo>
                <a:lnTo>
                  <a:pt x="797130" y="272326"/>
                </a:lnTo>
                <a:lnTo>
                  <a:pt x="844734" y="273640"/>
                </a:lnTo>
                <a:lnTo>
                  <a:pt x="873369" y="277703"/>
                </a:lnTo>
                <a:lnTo>
                  <a:pt x="911071" y="300282"/>
                </a:lnTo>
                <a:lnTo>
                  <a:pt x="930161" y="325135"/>
                </a:lnTo>
                <a:lnTo>
                  <a:pt x="948058" y="360379"/>
                </a:lnTo>
                <a:lnTo>
                  <a:pt x="940425" y="367883"/>
                </a:lnTo>
                <a:lnTo>
                  <a:pt x="930204" y="377929"/>
                </a:lnTo>
                <a:lnTo>
                  <a:pt x="933304" y="387737"/>
                </a:lnTo>
                <a:lnTo>
                  <a:pt x="930555" y="394592"/>
                </a:lnTo>
                <a:lnTo>
                  <a:pt x="928987" y="399802"/>
                </a:lnTo>
                <a:lnTo>
                  <a:pt x="931149" y="419528"/>
                </a:lnTo>
                <a:lnTo>
                  <a:pt x="934595" y="433817"/>
                </a:lnTo>
                <a:lnTo>
                  <a:pt x="938261" y="445123"/>
                </a:lnTo>
                <a:lnTo>
                  <a:pt x="922057" y="456968"/>
                </a:lnTo>
                <a:lnTo>
                  <a:pt x="920219" y="458378"/>
                </a:lnTo>
                <a:lnTo>
                  <a:pt x="909672" y="444333"/>
                </a:lnTo>
                <a:lnTo>
                  <a:pt x="891832" y="452200"/>
                </a:lnTo>
                <a:lnTo>
                  <a:pt x="899896" y="509753"/>
                </a:lnTo>
                <a:lnTo>
                  <a:pt x="1005752" y="508483"/>
                </a:lnTo>
                <a:lnTo>
                  <a:pt x="964595" y="636647"/>
                </a:lnTo>
                <a:lnTo>
                  <a:pt x="953709" y="636623"/>
                </a:lnTo>
                <a:lnTo>
                  <a:pt x="944147" y="637387"/>
                </a:lnTo>
                <a:lnTo>
                  <a:pt x="940003" y="637718"/>
                </a:lnTo>
                <a:lnTo>
                  <a:pt x="925253" y="640788"/>
                </a:lnTo>
                <a:lnTo>
                  <a:pt x="885417" y="645165"/>
                </a:lnTo>
                <a:lnTo>
                  <a:pt x="873302" y="646501"/>
                </a:lnTo>
                <a:lnTo>
                  <a:pt x="837873" y="647574"/>
                </a:lnTo>
                <a:lnTo>
                  <a:pt x="837684" y="634730"/>
                </a:lnTo>
                <a:lnTo>
                  <a:pt x="829775" y="634457"/>
                </a:lnTo>
                <a:lnTo>
                  <a:pt x="818187" y="634980"/>
                </a:lnTo>
                <a:lnTo>
                  <a:pt x="798973" y="634138"/>
                </a:lnTo>
                <a:lnTo>
                  <a:pt x="777095" y="633295"/>
                </a:lnTo>
                <a:lnTo>
                  <a:pt x="764894" y="630625"/>
                </a:lnTo>
                <a:lnTo>
                  <a:pt x="744558" y="620371"/>
                </a:lnTo>
                <a:lnTo>
                  <a:pt x="729761" y="673434"/>
                </a:lnTo>
                <a:lnTo>
                  <a:pt x="720469" y="699258"/>
                </a:lnTo>
                <a:lnTo>
                  <a:pt x="718707" y="698524"/>
                </a:lnTo>
                <a:lnTo>
                  <a:pt x="717182" y="697889"/>
                </a:lnTo>
                <a:lnTo>
                  <a:pt x="710754" y="694799"/>
                </a:lnTo>
                <a:lnTo>
                  <a:pt x="704615" y="691880"/>
                </a:lnTo>
                <a:lnTo>
                  <a:pt x="694966" y="687349"/>
                </a:lnTo>
                <a:lnTo>
                  <a:pt x="690713" y="698102"/>
                </a:lnTo>
                <a:lnTo>
                  <a:pt x="682670" y="724692"/>
                </a:lnTo>
                <a:lnTo>
                  <a:pt x="690778" y="727984"/>
                </a:lnTo>
                <a:lnTo>
                  <a:pt x="676315" y="771453"/>
                </a:lnTo>
                <a:lnTo>
                  <a:pt x="634475" y="760996"/>
                </a:lnTo>
                <a:lnTo>
                  <a:pt x="628089" y="777422"/>
                </a:lnTo>
                <a:lnTo>
                  <a:pt x="619214" y="788138"/>
                </a:lnTo>
                <a:lnTo>
                  <a:pt x="568284" y="933706"/>
                </a:lnTo>
                <a:lnTo>
                  <a:pt x="609932" y="966507"/>
                </a:lnTo>
                <a:lnTo>
                  <a:pt x="593697" y="1008206"/>
                </a:lnTo>
                <a:lnTo>
                  <a:pt x="571251" y="1066697"/>
                </a:lnTo>
                <a:lnTo>
                  <a:pt x="562475" y="1061742"/>
                </a:lnTo>
                <a:lnTo>
                  <a:pt x="560869" y="1060741"/>
                </a:lnTo>
                <a:lnTo>
                  <a:pt x="544678" y="1052537"/>
                </a:lnTo>
                <a:lnTo>
                  <a:pt x="519935" y="1039916"/>
                </a:lnTo>
                <a:lnTo>
                  <a:pt x="500649" y="1030950"/>
                </a:lnTo>
                <a:lnTo>
                  <a:pt x="470080" y="1016600"/>
                </a:lnTo>
                <a:lnTo>
                  <a:pt x="468542" y="1015914"/>
                </a:lnTo>
                <a:lnTo>
                  <a:pt x="445196" y="1005209"/>
                </a:lnTo>
                <a:lnTo>
                  <a:pt x="389820" y="978189"/>
                </a:lnTo>
                <a:lnTo>
                  <a:pt x="384346" y="974988"/>
                </a:lnTo>
                <a:lnTo>
                  <a:pt x="379724" y="972237"/>
                </a:lnTo>
                <a:lnTo>
                  <a:pt x="377513" y="970933"/>
                </a:lnTo>
                <a:lnTo>
                  <a:pt x="367950" y="963277"/>
                </a:lnTo>
                <a:lnTo>
                  <a:pt x="361248" y="957719"/>
                </a:lnTo>
                <a:lnTo>
                  <a:pt x="351223" y="949504"/>
                </a:lnTo>
                <a:lnTo>
                  <a:pt x="338663" y="939125"/>
                </a:lnTo>
                <a:lnTo>
                  <a:pt x="335045" y="936383"/>
                </a:lnTo>
                <a:lnTo>
                  <a:pt x="333512" y="936133"/>
                </a:lnTo>
                <a:lnTo>
                  <a:pt x="330945" y="935737"/>
                </a:lnTo>
                <a:lnTo>
                  <a:pt x="326559" y="935032"/>
                </a:lnTo>
                <a:lnTo>
                  <a:pt x="321009" y="934555"/>
                </a:lnTo>
                <a:lnTo>
                  <a:pt x="319015" y="934461"/>
                </a:lnTo>
                <a:lnTo>
                  <a:pt x="316909" y="934229"/>
                </a:lnTo>
                <a:lnTo>
                  <a:pt x="314781" y="933140"/>
                </a:lnTo>
                <a:lnTo>
                  <a:pt x="302792" y="925045"/>
                </a:lnTo>
                <a:lnTo>
                  <a:pt x="296984" y="922348"/>
                </a:lnTo>
                <a:lnTo>
                  <a:pt x="292505" y="919367"/>
                </a:lnTo>
                <a:lnTo>
                  <a:pt x="290378" y="916037"/>
                </a:lnTo>
                <a:lnTo>
                  <a:pt x="287492" y="914057"/>
                </a:lnTo>
                <a:lnTo>
                  <a:pt x="283848" y="912316"/>
                </a:lnTo>
                <a:lnTo>
                  <a:pt x="278691" y="911989"/>
                </a:lnTo>
                <a:lnTo>
                  <a:pt x="273299" y="913643"/>
                </a:lnTo>
                <a:lnTo>
                  <a:pt x="269212" y="914470"/>
                </a:lnTo>
                <a:lnTo>
                  <a:pt x="263363" y="916951"/>
                </a:lnTo>
                <a:lnTo>
                  <a:pt x="257486" y="920194"/>
                </a:lnTo>
                <a:lnTo>
                  <a:pt x="253165" y="923197"/>
                </a:lnTo>
                <a:lnTo>
                  <a:pt x="249861" y="925003"/>
                </a:lnTo>
                <a:lnTo>
                  <a:pt x="246780" y="924938"/>
                </a:lnTo>
                <a:lnTo>
                  <a:pt x="245200" y="924938"/>
                </a:lnTo>
                <a:lnTo>
                  <a:pt x="241334" y="924176"/>
                </a:lnTo>
                <a:lnTo>
                  <a:pt x="233265" y="920781"/>
                </a:lnTo>
                <a:lnTo>
                  <a:pt x="230707" y="919780"/>
                </a:lnTo>
                <a:lnTo>
                  <a:pt x="228853" y="919040"/>
                </a:lnTo>
                <a:lnTo>
                  <a:pt x="225039" y="915972"/>
                </a:lnTo>
                <a:lnTo>
                  <a:pt x="207856" y="908834"/>
                </a:lnTo>
                <a:lnTo>
                  <a:pt x="191104" y="898869"/>
                </a:lnTo>
                <a:lnTo>
                  <a:pt x="184863" y="895125"/>
                </a:lnTo>
                <a:lnTo>
                  <a:pt x="179601" y="891143"/>
                </a:lnTo>
                <a:lnTo>
                  <a:pt x="177473" y="888577"/>
                </a:lnTo>
                <a:lnTo>
                  <a:pt x="175057" y="884246"/>
                </a:lnTo>
                <a:lnTo>
                  <a:pt x="173372" y="879023"/>
                </a:lnTo>
                <a:lnTo>
                  <a:pt x="172014" y="874714"/>
                </a:lnTo>
                <a:lnTo>
                  <a:pt x="170514" y="867143"/>
                </a:lnTo>
                <a:lnTo>
                  <a:pt x="169090" y="860005"/>
                </a:lnTo>
                <a:lnTo>
                  <a:pt x="168594" y="856849"/>
                </a:lnTo>
                <a:lnTo>
                  <a:pt x="167262" y="848147"/>
                </a:lnTo>
                <a:lnTo>
                  <a:pt x="164755" y="829542"/>
                </a:lnTo>
                <a:lnTo>
                  <a:pt x="163200" y="818747"/>
                </a:lnTo>
                <a:lnTo>
                  <a:pt x="161921" y="813679"/>
                </a:lnTo>
                <a:lnTo>
                  <a:pt x="161385" y="811699"/>
                </a:lnTo>
                <a:lnTo>
                  <a:pt x="158422" y="807041"/>
                </a:lnTo>
                <a:lnTo>
                  <a:pt x="155249" y="803233"/>
                </a:lnTo>
                <a:lnTo>
                  <a:pt x="150679" y="797488"/>
                </a:lnTo>
                <a:lnTo>
                  <a:pt x="149138" y="795681"/>
                </a:lnTo>
                <a:lnTo>
                  <a:pt x="140468" y="787784"/>
                </a:lnTo>
                <a:lnTo>
                  <a:pt x="135206" y="783540"/>
                </a:lnTo>
                <a:lnTo>
                  <a:pt x="133627" y="782299"/>
                </a:lnTo>
                <a:lnTo>
                  <a:pt x="129056" y="779906"/>
                </a:lnTo>
                <a:lnTo>
                  <a:pt x="127358" y="779079"/>
                </a:lnTo>
                <a:lnTo>
                  <a:pt x="121379" y="777166"/>
                </a:lnTo>
                <a:lnTo>
                  <a:pt x="117474" y="774924"/>
                </a:lnTo>
                <a:lnTo>
                  <a:pt x="114054" y="772334"/>
                </a:lnTo>
                <a:lnTo>
                  <a:pt x="112461" y="770354"/>
                </a:lnTo>
                <a:lnTo>
                  <a:pt x="111638" y="768265"/>
                </a:lnTo>
                <a:lnTo>
                  <a:pt x="111573" y="765457"/>
                </a:lnTo>
                <a:lnTo>
                  <a:pt x="111468" y="760561"/>
                </a:lnTo>
                <a:lnTo>
                  <a:pt x="111612" y="744459"/>
                </a:lnTo>
                <a:lnTo>
                  <a:pt x="110828" y="739475"/>
                </a:lnTo>
                <a:lnTo>
                  <a:pt x="108386" y="733580"/>
                </a:lnTo>
                <a:lnTo>
                  <a:pt x="103543" y="725114"/>
                </a:lnTo>
                <a:lnTo>
                  <a:pt x="100304" y="719871"/>
                </a:lnTo>
                <a:lnTo>
                  <a:pt x="98177" y="716476"/>
                </a:lnTo>
                <a:lnTo>
                  <a:pt x="97053" y="711819"/>
                </a:lnTo>
                <a:lnTo>
                  <a:pt x="96139" y="706422"/>
                </a:lnTo>
                <a:lnTo>
                  <a:pt x="95552" y="703027"/>
                </a:lnTo>
                <a:lnTo>
                  <a:pt x="95787" y="691321"/>
                </a:lnTo>
                <a:lnTo>
                  <a:pt x="95708" y="687752"/>
                </a:lnTo>
                <a:lnTo>
                  <a:pt x="95473" y="678113"/>
                </a:lnTo>
                <a:lnTo>
                  <a:pt x="93266" y="659530"/>
                </a:lnTo>
                <a:lnTo>
                  <a:pt x="87716" y="616510"/>
                </a:lnTo>
                <a:lnTo>
                  <a:pt x="83988" y="593407"/>
                </a:lnTo>
                <a:lnTo>
                  <a:pt x="80283" y="570417"/>
                </a:lnTo>
                <a:lnTo>
                  <a:pt x="78924" y="564149"/>
                </a:lnTo>
                <a:lnTo>
                  <a:pt x="75067" y="537677"/>
                </a:lnTo>
                <a:lnTo>
                  <a:pt x="72190" y="522606"/>
                </a:lnTo>
                <a:lnTo>
                  <a:pt x="70799" y="505540"/>
                </a:lnTo>
                <a:lnTo>
                  <a:pt x="66469" y="470333"/>
                </a:lnTo>
                <a:lnTo>
                  <a:pt x="62865" y="447569"/>
                </a:lnTo>
                <a:lnTo>
                  <a:pt x="61790" y="430853"/>
                </a:lnTo>
                <a:lnTo>
                  <a:pt x="62391" y="413219"/>
                </a:lnTo>
                <a:lnTo>
                  <a:pt x="61948" y="398118"/>
                </a:lnTo>
                <a:lnTo>
                  <a:pt x="59482" y="388969"/>
                </a:lnTo>
                <a:lnTo>
                  <a:pt x="57996" y="377635"/>
                </a:lnTo>
                <a:lnTo>
                  <a:pt x="54994" y="365163"/>
                </a:lnTo>
                <a:lnTo>
                  <a:pt x="52086" y="355635"/>
                </a:lnTo>
                <a:lnTo>
                  <a:pt x="50315" y="348227"/>
                </a:lnTo>
                <a:lnTo>
                  <a:pt x="46237" y="342623"/>
                </a:lnTo>
                <a:lnTo>
                  <a:pt x="40958" y="336229"/>
                </a:lnTo>
                <a:lnTo>
                  <a:pt x="33845" y="327587"/>
                </a:lnTo>
                <a:lnTo>
                  <a:pt x="18166" y="311507"/>
                </a:lnTo>
                <a:lnTo>
                  <a:pt x="13298" y="304606"/>
                </a:lnTo>
                <a:lnTo>
                  <a:pt x="0" y="289742"/>
                </a:lnTo>
                <a:lnTo>
                  <a:pt x="58737" y="263416"/>
                </a:lnTo>
                <a:lnTo>
                  <a:pt x="107035" y="241756"/>
                </a:lnTo>
                <a:lnTo>
                  <a:pt x="154322" y="221980"/>
                </a:lnTo>
                <a:lnTo>
                  <a:pt x="168316" y="215615"/>
                </a:lnTo>
                <a:lnTo>
                  <a:pt x="199114" y="196670"/>
                </a:lnTo>
                <a:lnTo>
                  <a:pt x="211587" y="185399"/>
                </a:lnTo>
                <a:lnTo>
                  <a:pt x="226877" y="172425"/>
                </a:lnTo>
                <a:lnTo>
                  <a:pt x="242646" y="156490"/>
                </a:lnTo>
                <a:lnTo>
                  <a:pt x="264339" y="127811"/>
                </a:lnTo>
                <a:lnTo>
                  <a:pt x="270450" y="120266"/>
                </a:lnTo>
                <a:lnTo>
                  <a:pt x="273500" y="113626"/>
                </a:lnTo>
                <a:lnTo>
                  <a:pt x="276160" y="108965"/>
                </a:lnTo>
                <a:lnTo>
                  <a:pt x="298570" y="54108"/>
                </a:lnTo>
                <a:lnTo>
                  <a:pt x="316325" y="14245"/>
                </a:lnTo>
                <a:lnTo>
                  <a:pt x="322108" y="1262"/>
                </a:lnTo>
                <a:lnTo>
                  <a:pt x="322670" y="0"/>
                </a:lnTo>
                <a:lnTo>
                  <a:pt x="351176" y="13172"/>
                </a:lnTo>
                <a:lnTo>
                  <a:pt x="352662" y="13949"/>
                </a:lnTo>
                <a:lnTo>
                  <a:pt x="411173" y="44548"/>
                </a:lnTo>
                <a:lnTo>
                  <a:pt x="441353" y="66713"/>
                </a:lnTo>
                <a:lnTo>
                  <a:pt x="447576" y="71688"/>
                </a:lnTo>
                <a:lnTo>
                  <a:pt x="454477" y="64003"/>
                </a:lnTo>
                <a:lnTo>
                  <a:pt x="479218" y="86264"/>
                </a:lnTo>
                <a:lnTo>
                  <a:pt x="498766" y="109444"/>
                </a:lnTo>
                <a:lnTo>
                  <a:pt x="522218" y="147182"/>
                </a:lnTo>
                <a:lnTo>
                  <a:pt x="523506" y="149258"/>
                </a:lnTo>
                <a:lnTo>
                  <a:pt x="531264" y="156964"/>
                </a:lnTo>
                <a:lnTo>
                  <a:pt x="522061" y="165184"/>
                </a:lnTo>
                <a:lnTo>
                  <a:pt x="518803" y="168096"/>
                </a:lnTo>
                <a:lnTo>
                  <a:pt x="525950" y="17592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27">
            <a:extLst>
              <a:ext uri="{FF2B5EF4-FFF2-40B4-BE49-F238E27FC236}">
                <a16:creationId xmlns:a16="http://schemas.microsoft.com/office/drawing/2014/main" id="{E97EB389-16AE-4C3D-8CB2-A7DB733948E2}"/>
              </a:ext>
            </a:extLst>
          </p:cNvPr>
          <p:cNvSpPr/>
          <p:nvPr/>
        </p:nvSpPr>
        <p:spPr>
          <a:xfrm>
            <a:off x="2939666" y="4031097"/>
            <a:ext cx="747327" cy="807193"/>
          </a:xfrm>
          <a:custGeom>
            <a:avLst/>
            <a:gdLst/>
            <a:ahLst/>
            <a:cxnLst/>
            <a:rect l="0" t="0" r="0" b="0"/>
            <a:pathLst>
              <a:path w="831990" h="898638">
                <a:moveTo>
                  <a:pt x="581650" y="73407"/>
                </a:moveTo>
                <a:lnTo>
                  <a:pt x="526898" y="64332"/>
                </a:lnTo>
                <a:lnTo>
                  <a:pt x="383875" y="42661"/>
                </a:lnTo>
                <a:lnTo>
                  <a:pt x="312402" y="31068"/>
                </a:lnTo>
                <a:lnTo>
                  <a:pt x="276239" y="25362"/>
                </a:lnTo>
                <a:lnTo>
                  <a:pt x="241197" y="16866"/>
                </a:lnTo>
                <a:lnTo>
                  <a:pt x="215919" y="0"/>
                </a:lnTo>
                <a:lnTo>
                  <a:pt x="211250" y="6393"/>
                </a:lnTo>
                <a:lnTo>
                  <a:pt x="207198" y="17338"/>
                </a:lnTo>
                <a:lnTo>
                  <a:pt x="204004" y="21151"/>
                </a:lnTo>
                <a:lnTo>
                  <a:pt x="201302" y="25577"/>
                </a:lnTo>
                <a:lnTo>
                  <a:pt x="204249" y="30128"/>
                </a:lnTo>
                <a:lnTo>
                  <a:pt x="212602" y="35292"/>
                </a:lnTo>
                <a:lnTo>
                  <a:pt x="213708" y="37505"/>
                </a:lnTo>
                <a:lnTo>
                  <a:pt x="214690" y="43655"/>
                </a:lnTo>
                <a:lnTo>
                  <a:pt x="212772" y="44765"/>
                </a:lnTo>
                <a:lnTo>
                  <a:pt x="40308" y="60443"/>
                </a:lnTo>
                <a:lnTo>
                  <a:pt x="42042" y="73631"/>
                </a:lnTo>
                <a:lnTo>
                  <a:pt x="44745" y="99938"/>
                </a:lnTo>
                <a:lnTo>
                  <a:pt x="46755" y="112984"/>
                </a:lnTo>
                <a:lnTo>
                  <a:pt x="47421" y="123520"/>
                </a:lnTo>
                <a:lnTo>
                  <a:pt x="46686" y="139639"/>
                </a:lnTo>
                <a:lnTo>
                  <a:pt x="43771" y="169578"/>
                </a:lnTo>
                <a:lnTo>
                  <a:pt x="40871" y="193989"/>
                </a:lnTo>
                <a:lnTo>
                  <a:pt x="37578" y="211480"/>
                </a:lnTo>
                <a:lnTo>
                  <a:pt x="34286" y="242452"/>
                </a:lnTo>
                <a:lnTo>
                  <a:pt x="29522" y="280876"/>
                </a:lnTo>
                <a:lnTo>
                  <a:pt x="25766" y="322367"/>
                </a:lnTo>
                <a:lnTo>
                  <a:pt x="24400" y="336168"/>
                </a:lnTo>
                <a:lnTo>
                  <a:pt x="20969" y="360303"/>
                </a:lnTo>
                <a:lnTo>
                  <a:pt x="20005" y="373280"/>
                </a:lnTo>
                <a:lnTo>
                  <a:pt x="21529" y="387367"/>
                </a:lnTo>
                <a:lnTo>
                  <a:pt x="19917" y="394825"/>
                </a:lnTo>
                <a:lnTo>
                  <a:pt x="13732" y="408366"/>
                </a:lnTo>
                <a:lnTo>
                  <a:pt x="5641" y="455913"/>
                </a:lnTo>
                <a:lnTo>
                  <a:pt x="2938" y="467706"/>
                </a:lnTo>
                <a:lnTo>
                  <a:pt x="0" y="488618"/>
                </a:lnTo>
                <a:lnTo>
                  <a:pt x="600" y="496430"/>
                </a:lnTo>
                <a:lnTo>
                  <a:pt x="2533" y="504067"/>
                </a:lnTo>
                <a:lnTo>
                  <a:pt x="3943" y="509464"/>
                </a:lnTo>
                <a:lnTo>
                  <a:pt x="12770" y="531050"/>
                </a:lnTo>
                <a:lnTo>
                  <a:pt x="17855" y="553342"/>
                </a:lnTo>
                <a:lnTo>
                  <a:pt x="19938" y="559100"/>
                </a:lnTo>
                <a:lnTo>
                  <a:pt x="22354" y="569326"/>
                </a:lnTo>
                <a:lnTo>
                  <a:pt x="25945" y="585102"/>
                </a:lnTo>
                <a:lnTo>
                  <a:pt x="30777" y="601396"/>
                </a:lnTo>
                <a:lnTo>
                  <a:pt x="31063" y="602358"/>
                </a:lnTo>
                <a:lnTo>
                  <a:pt x="31223" y="602836"/>
                </a:lnTo>
                <a:lnTo>
                  <a:pt x="32108" y="605513"/>
                </a:lnTo>
                <a:lnTo>
                  <a:pt x="34224" y="618460"/>
                </a:lnTo>
                <a:lnTo>
                  <a:pt x="36756" y="628014"/>
                </a:lnTo>
                <a:lnTo>
                  <a:pt x="40647" y="639045"/>
                </a:lnTo>
                <a:lnTo>
                  <a:pt x="45179" y="645443"/>
                </a:lnTo>
                <a:lnTo>
                  <a:pt x="53653" y="654823"/>
                </a:lnTo>
                <a:lnTo>
                  <a:pt x="59463" y="660305"/>
                </a:lnTo>
                <a:lnTo>
                  <a:pt x="62375" y="667944"/>
                </a:lnTo>
                <a:lnTo>
                  <a:pt x="71524" y="676279"/>
                </a:lnTo>
                <a:lnTo>
                  <a:pt x="106912" y="711854"/>
                </a:lnTo>
                <a:lnTo>
                  <a:pt x="129658" y="733767"/>
                </a:lnTo>
                <a:lnTo>
                  <a:pt x="156987" y="759771"/>
                </a:lnTo>
                <a:lnTo>
                  <a:pt x="168816" y="769975"/>
                </a:lnTo>
                <a:lnTo>
                  <a:pt x="172881" y="774794"/>
                </a:lnTo>
                <a:lnTo>
                  <a:pt x="181547" y="778027"/>
                </a:lnTo>
                <a:lnTo>
                  <a:pt x="186972" y="782646"/>
                </a:lnTo>
                <a:lnTo>
                  <a:pt x="192444" y="787773"/>
                </a:lnTo>
                <a:lnTo>
                  <a:pt x="202817" y="798613"/>
                </a:lnTo>
                <a:lnTo>
                  <a:pt x="222011" y="817218"/>
                </a:lnTo>
                <a:lnTo>
                  <a:pt x="226464" y="821527"/>
                </a:lnTo>
                <a:lnTo>
                  <a:pt x="234343" y="829851"/>
                </a:lnTo>
                <a:lnTo>
                  <a:pt x="234033" y="830747"/>
                </a:lnTo>
                <a:lnTo>
                  <a:pt x="235827" y="831361"/>
                </a:lnTo>
                <a:lnTo>
                  <a:pt x="240697" y="835561"/>
                </a:lnTo>
                <a:lnTo>
                  <a:pt x="245209" y="839250"/>
                </a:lnTo>
                <a:lnTo>
                  <a:pt x="248047" y="841461"/>
                </a:lnTo>
                <a:lnTo>
                  <a:pt x="257861" y="850001"/>
                </a:lnTo>
                <a:lnTo>
                  <a:pt x="259837" y="851624"/>
                </a:lnTo>
                <a:lnTo>
                  <a:pt x="259983" y="853526"/>
                </a:lnTo>
                <a:lnTo>
                  <a:pt x="261242" y="852780"/>
                </a:lnTo>
                <a:lnTo>
                  <a:pt x="262446" y="853770"/>
                </a:lnTo>
                <a:lnTo>
                  <a:pt x="267673" y="858109"/>
                </a:lnTo>
                <a:lnTo>
                  <a:pt x="275808" y="864710"/>
                </a:lnTo>
                <a:lnTo>
                  <a:pt x="286037" y="873994"/>
                </a:lnTo>
                <a:lnTo>
                  <a:pt x="286160" y="874897"/>
                </a:lnTo>
                <a:lnTo>
                  <a:pt x="286998" y="874703"/>
                </a:lnTo>
                <a:lnTo>
                  <a:pt x="294520" y="880255"/>
                </a:lnTo>
                <a:lnTo>
                  <a:pt x="303578" y="888488"/>
                </a:lnTo>
                <a:lnTo>
                  <a:pt x="303730" y="889609"/>
                </a:lnTo>
                <a:lnTo>
                  <a:pt x="304834" y="889439"/>
                </a:lnTo>
                <a:lnTo>
                  <a:pt x="311686" y="894377"/>
                </a:lnTo>
                <a:lnTo>
                  <a:pt x="312699" y="895001"/>
                </a:lnTo>
                <a:lnTo>
                  <a:pt x="313691" y="895391"/>
                </a:lnTo>
                <a:lnTo>
                  <a:pt x="315374" y="896026"/>
                </a:lnTo>
                <a:lnTo>
                  <a:pt x="320723" y="897215"/>
                </a:lnTo>
                <a:lnTo>
                  <a:pt x="327305" y="897563"/>
                </a:lnTo>
                <a:lnTo>
                  <a:pt x="331639" y="897924"/>
                </a:lnTo>
                <a:lnTo>
                  <a:pt x="348603" y="898638"/>
                </a:lnTo>
                <a:lnTo>
                  <a:pt x="354378" y="898377"/>
                </a:lnTo>
                <a:lnTo>
                  <a:pt x="357084" y="893482"/>
                </a:lnTo>
                <a:lnTo>
                  <a:pt x="361922" y="879137"/>
                </a:lnTo>
                <a:lnTo>
                  <a:pt x="366360" y="866797"/>
                </a:lnTo>
                <a:lnTo>
                  <a:pt x="365611" y="864492"/>
                </a:lnTo>
                <a:lnTo>
                  <a:pt x="364546" y="863689"/>
                </a:lnTo>
                <a:lnTo>
                  <a:pt x="360046" y="862288"/>
                </a:lnTo>
                <a:lnTo>
                  <a:pt x="354540" y="859165"/>
                </a:lnTo>
                <a:lnTo>
                  <a:pt x="350725" y="855888"/>
                </a:lnTo>
                <a:lnTo>
                  <a:pt x="343244" y="845082"/>
                </a:lnTo>
                <a:lnTo>
                  <a:pt x="332364" y="837975"/>
                </a:lnTo>
                <a:lnTo>
                  <a:pt x="334640" y="831494"/>
                </a:lnTo>
                <a:lnTo>
                  <a:pt x="335543" y="828924"/>
                </a:lnTo>
                <a:lnTo>
                  <a:pt x="338493" y="823679"/>
                </a:lnTo>
                <a:lnTo>
                  <a:pt x="342006" y="819696"/>
                </a:lnTo>
                <a:lnTo>
                  <a:pt x="344414" y="818567"/>
                </a:lnTo>
                <a:lnTo>
                  <a:pt x="346093" y="817781"/>
                </a:lnTo>
                <a:lnTo>
                  <a:pt x="350976" y="817716"/>
                </a:lnTo>
                <a:lnTo>
                  <a:pt x="353314" y="818543"/>
                </a:lnTo>
                <a:lnTo>
                  <a:pt x="367872" y="824092"/>
                </a:lnTo>
                <a:lnTo>
                  <a:pt x="371542" y="825507"/>
                </a:lnTo>
                <a:lnTo>
                  <a:pt x="375667" y="825355"/>
                </a:lnTo>
                <a:lnTo>
                  <a:pt x="379232" y="823766"/>
                </a:lnTo>
                <a:lnTo>
                  <a:pt x="383431" y="823176"/>
                </a:lnTo>
                <a:lnTo>
                  <a:pt x="384155" y="823074"/>
                </a:lnTo>
                <a:lnTo>
                  <a:pt x="389819" y="822856"/>
                </a:lnTo>
                <a:lnTo>
                  <a:pt x="395493" y="821801"/>
                </a:lnTo>
                <a:lnTo>
                  <a:pt x="400817" y="819833"/>
                </a:lnTo>
                <a:lnTo>
                  <a:pt x="404191" y="818079"/>
                </a:lnTo>
                <a:lnTo>
                  <a:pt x="406422" y="815609"/>
                </a:lnTo>
                <a:lnTo>
                  <a:pt x="406281" y="811355"/>
                </a:lnTo>
                <a:lnTo>
                  <a:pt x="405862" y="809011"/>
                </a:lnTo>
                <a:lnTo>
                  <a:pt x="405721" y="806515"/>
                </a:lnTo>
                <a:lnTo>
                  <a:pt x="405875" y="804088"/>
                </a:lnTo>
                <a:lnTo>
                  <a:pt x="408033" y="803037"/>
                </a:lnTo>
                <a:lnTo>
                  <a:pt x="410327" y="802391"/>
                </a:lnTo>
                <a:lnTo>
                  <a:pt x="413777" y="800889"/>
                </a:lnTo>
                <a:lnTo>
                  <a:pt x="416300" y="797797"/>
                </a:lnTo>
                <a:lnTo>
                  <a:pt x="419532" y="792802"/>
                </a:lnTo>
                <a:lnTo>
                  <a:pt x="423325" y="790561"/>
                </a:lnTo>
                <a:lnTo>
                  <a:pt x="427578" y="788730"/>
                </a:lnTo>
                <a:lnTo>
                  <a:pt x="429340" y="786239"/>
                </a:lnTo>
                <a:lnTo>
                  <a:pt x="429891" y="782493"/>
                </a:lnTo>
                <a:lnTo>
                  <a:pt x="429960" y="779977"/>
                </a:lnTo>
                <a:lnTo>
                  <a:pt x="430310" y="775677"/>
                </a:lnTo>
                <a:lnTo>
                  <a:pt x="431433" y="770054"/>
                </a:lnTo>
                <a:lnTo>
                  <a:pt x="425776" y="760415"/>
                </a:lnTo>
                <a:lnTo>
                  <a:pt x="423765" y="754689"/>
                </a:lnTo>
                <a:lnTo>
                  <a:pt x="424457" y="754900"/>
                </a:lnTo>
                <a:lnTo>
                  <a:pt x="455177" y="774258"/>
                </a:lnTo>
                <a:lnTo>
                  <a:pt x="459128" y="763904"/>
                </a:lnTo>
                <a:lnTo>
                  <a:pt x="461948" y="765666"/>
                </a:lnTo>
                <a:lnTo>
                  <a:pt x="473281" y="743318"/>
                </a:lnTo>
                <a:lnTo>
                  <a:pt x="500624" y="757131"/>
                </a:lnTo>
                <a:lnTo>
                  <a:pt x="545909" y="781653"/>
                </a:lnTo>
                <a:lnTo>
                  <a:pt x="549105" y="783612"/>
                </a:lnTo>
                <a:lnTo>
                  <a:pt x="552381" y="785357"/>
                </a:lnTo>
                <a:lnTo>
                  <a:pt x="554250" y="778360"/>
                </a:lnTo>
                <a:lnTo>
                  <a:pt x="555377" y="776504"/>
                </a:lnTo>
                <a:lnTo>
                  <a:pt x="556556" y="776604"/>
                </a:lnTo>
                <a:lnTo>
                  <a:pt x="556827" y="779031"/>
                </a:lnTo>
                <a:lnTo>
                  <a:pt x="559352" y="785472"/>
                </a:lnTo>
                <a:lnTo>
                  <a:pt x="561774" y="788824"/>
                </a:lnTo>
                <a:lnTo>
                  <a:pt x="567047" y="792141"/>
                </a:lnTo>
                <a:lnTo>
                  <a:pt x="579932" y="798667"/>
                </a:lnTo>
                <a:lnTo>
                  <a:pt x="585541" y="801159"/>
                </a:lnTo>
                <a:lnTo>
                  <a:pt x="586433" y="801570"/>
                </a:lnTo>
                <a:lnTo>
                  <a:pt x="588692" y="799718"/>
                </a:lnTo>
                <a:lnTo>
                  <a:pt x="608187" y="792626"/>
                </a:lnTo>
                <a:lnTo>
                  <a:pt x="613528" y="790319"/>
                </a:lnTo>
                <a:lnTo>
                  <a:pt x="615056" y="789557"/>
                </a:lnTo>
                <a:lnTo>
                  <a:pt x="620931" y="787163"/>
                </a:lnTo>
                <a:lnTo>
                  <a:pt x="627603" y="786162"/>
                </a:lnTo>
                <a:lnTo>
                  <a:pt x="638663" y="784663"/>
                </a:lnTo>
                <a:lnTo>
                  <a:pt x="641966" y="783749"/>
                </a:lnTo>
                <a:lnTo>
                  <a:pt x="643781" y="783248"/>
                </a:lnTo>
                <a:lnTo>
                  <a:pt x="647816" y="780528"/>
                </a:lnTo>
                <a:lnTo>
                  <a:pt x="650374" y="778700"/>
                </a:lnTo>
                <a:lnTo>
                  <a:pt x="651772" y="776110"/>
                </a:lnTo>
                <a:lnTo>
                  <a:pt x="653339" y="773129"/>
                </a:lnTo>
                <a:lnTo>
                  <a:pt x="655520" y="767079"/>
                </a:lnTo>
                <a:lnTo>
                  <a:pt x="656251" y="765077"/>
                </a:lnTo>
                <a:lnTo>
                  <a:pt x="657399" y="759595"/>
                </a:lnTo>
                <a:lnTo>
                  <a:pt x="657595" y="756765"/>
                </a:lnTo>
                <a:lnTo>
                  <a:pt x="656903" y="749214"/>
                </a:lnTo>
                <a:lnTo>
                  <a:pt x="657046" y="744820"/>
                </a:lnTo>
                <a:lnTo>
                  <a:pt x="657751" y="742252"/>
                </a:lnTo>
                <a:lnTo>
                  <a:pt x="658705" y="738335"/>
                </a:lnTo>
                <a:lnTo>
                  <a:pt x="658185" y="737342"/>
                </a:lnTo>
                <a:lnTo>
                  <a:pt x="657621" y="736267"/>
                </a:lnTo>
                <a:lnTo>
                  <a:pt x="656303" y="735027"/>
                </a:lnTo>
                <a:lnTo>
                  <a:pt x="652399" y="733025"/>
                </a:lnTo>
                <a:lnTo>
                  <a:pt x="649421" y="731545"/>
                </a:lnTo>
                <a:lnTo>
                  <a:pt x="647176" y="730283"/>
                </a:lnTo>
                <a:lnTo>
                  <a:pt x="645165" y="727062"/>
                </a:lnTo>
                <a:lnTo>
                  <a:pt x="639785" y="718163"/>
                </a:lnTo>
                <a:lnTo>
                  <a:pt x="636090" y="714180"/>
                </a:lnTo>
                <a:lnTo>
                  <a:pt x="632839" y="706957"/>
                </a:lnTo>
                <a:lnTo>
                  <a:pt x="632460" y="702561"/>
                </a:lnTo>
                <a:lnTo>
                  <a:pt x="628713" y="696990"/>
                </a:lnTo>
                <a:lnTo>
                  <a:pt x="632251" y="693269"/>
                </a:lnTo>
                <a:lnTo>
                  <a:pt x="636665" y="695010"/>
                </a:lnTo>
                <a:lnTo>
                  <a:pt x="638544" y="686873"/>
                </a:lnTo>
                <a:lnTo>
                  <a:pt x="639550" y="683304"/>
                </a:lnTo>
                <a:lnTo>
                  <a:pt x="640686" y="679321"/>
                </a:lnTo>
                <a:lnTo>
                  <a:pt x="643154" y="674577"/>
                </a:lnTo>
                <a:lnTo>
                  <a:pt x="645413" y="672009"/>
                </a:lnTo>
                <a:lnTo>
                  <a:pt x="648207" y="670594"/>
                </a:lnTo>
                <a:lnTo>
                  <a:pt x="651824" y="670507"/>
                </a:lnTo>
                <a:lnTo>
                  <a:pt x="659671" y="676078"/>
                </a:lnTo>
                <a:lnTo>
                  <a:pt x="663353" y="678581"/>
                </a:lnTo>
                <a:lnTo>
                  <a:pt x="667440" y="678146"/>
                </a:lnTo>
                <a:lnTo>
                  <a:pt x="670796" y="676340"/>
                </a:lnTo>
                <a:lnTo>
                  <a:pt x="673302" y="673663"/>
                </a:lnTo>
                <a:lnTo>
                  <a:pt x="674399" y="671682"/>
                </a:lnTo>
                <a:lnTo>
                  <a:pt x="676515" y="667852"/>
                </a:lnTo>
                <a:lnTo>
                  <a:pt x="682664" y="655820"/>
                </a:lnTo>
                <a:lnTo>
                  <a:pt x="684597" y="653099"/>
                </a:lnTo>
                <a:lnTo>
                  <a:pt x="688452" y="646856"/>
                </a:lnTo>
                <a:lnTo>
                  <a:pt x="696674" y="637976"/>
                </a:lnTo>
                <a:lnTo>
                  <a:pt x="698549" y="636799"/>
                </a:lnTo>
                <a:lnTo>
                  <a:pt x="697208" y="632941"/>
                </a:lnTo>
                <a:lnTo>
                  <a:pt x="705610" y="630864"/>
                </a:lnTo>
                <a:lnTo>
                  <a:pt x="713293" y="626843"/>
                </a:lnTo>
                <a:lnTo>
                  <a:pt x="717334" y="627709"/>
                </a:lnTo>
                <a:lnTo>
                  <a:pt x="722021" y="628240"/>
                </a:lnTo>
                <a:lnTo>
                  <a:pt x="727798" y="626982"/>
                </a:lnTo>
                <a:lnTo>
                  <a:pt x="732166" y="625030"/>
                </a:lnTo>
                <a:lnTo>
                  <a:pt x="733932" y="623826"/>
                </a:lnTo>
                <a:lnTo>
                  <a:pt x="738209" y="617304"/>
                </a:lnTo>
                <a:lnTo>
                  <a:pt x="745497" y="603629"/>
                </a:lnTo>
                <a:lnTo>
                  <a:pt x="728446" y="593485"/>
                </a:lnTo>
                <a:lnTo>
                  <a:pt x="727082" y="592234"/>
                </a:lnTo>
                <a:lnTo>
                  <a:pt x="725486" y="590255"/>
                </a:lnTo>
                <a:lnTo>
                  <a:pt x="720463" y="580782"/>
                </a:lnTo>
                <a:lnTo>
                  <a:pt x="717817" y="574521"/>
                </a:lnTo>
                <a:lnTo>
                  <a:pt x="719189" y="573886"/>
                </a:lnTo>
                <a:lnTo>
                  <a:pt x="712758" y="557494"/>
                </a:lnTo>
                <a:lnTo>
                  <a:pt x="706468" y="541990"/>
                </a:lnTo>
                <a:lnTo>
                  <a:pt x="704254" y="534635"/>
                </a:lnTo>
                <a:lnTo>
                  <a:pt x="709221" y="531503"/>
                </a:lnTo>
                <a:lnTo>
                  <a:pt x="714552" y="527749"/>
                </a:lnTo>
                <a:lnTo>
                  <a:pt x="718166" y="525159"/>
                </a:lnTo>
                <a:lnTo>
                  <a:pt x="722041" y="522454"/>
                </a:lnTo>
                <a:lnTo>
                  <a:pt x="725947" y="519616"/>
                </a:lnTo>
                <a:lnTo>
                  <a:pt x="761168" y="494230"/>
                </a:lnTo>
                <a:lnTo>
                  <a:pt x="773783" y="485079"/>
                </a:lnTo>
                <a:lnTo>
                  <a:pt x="776843" y="492877"/>
                </a:lnTo>
                <a:lnTo>
                  <a:pt x="783154" y="511945"/>
                </a:lnTo>
                <a:lnTo>
                  <a:pt x="796481" y="501984"/>
                </a:lnTo>
                <a:lnTo>
                  <a:pt x="806232" y="494385"/>
                </a:lnTo>
                <a:lnTo>
                  <a:pt x="812704" y="489088"/>
                </a:lnTo>
                <a:lnTo>
                  <a:pt x="819260" y="484021"/>
                </a:lnTo>
                <a:lnTo>
                  <a:pt x="831990" y="474563"/>
                </a:lnTo>
                <a:lnTo>
                  <a:pt x="828285" y="451573"/>
                </a:lnTo>
                <a:lnTo>
                  <a:pt x="826926" y="445306"/>
                </a:lnTo>
                <a:lnTo>
                  <a:pt x="823069" y="418834"/>
                </a:lnTo>
                <a:lnTo>
                  <a:pt x="820192" y="403763"/>
                </a:lnTo>
                <a:lnTo>
                  <a:pt x="818802" y="386697"/>
                </a:lnTo>
                <a:lnTo>
                  <a:pt x="814471" y="351489"/>
                </a:lnTo>
                <a:lnTo>
                  <a:pt x="810867" y="328726"/>
                </a:lnTo>
                <a:lnTo>
                  <a:pt x="809792" y="312010"/>
                </a:lnTo>
                <a:lnTo>
                  <a:pt x="810393" y="294376"/>
                </a:lnTo>
                <a:lnTo>
                  <a:pt x="809950" y="279275"/>
                </a:lnTo>
                <a:lnTo>
                  <a:pt x="807485" y="270126"/>
                </a:lnTo>
                <a:lnTo>
                  <a:pt x="805998" y="258792"/>
                </a:lnTo>
                <a:lnTo>
                  <a:pt x="802996" y="246319"/>
                </a:lnTo>
                <a:lnTo>
                  <a:pt x="800088" y="236792"/>
                </a:lnTo>
                <a:lnTo>
                  <a:pt x="798317" y="229384"/>
                </a:lnTo>
                <a:lnTo>
                  <a:pt x="794239" y="223780"/>
                </a:lnTo>
                <a:lnTo>
                  <a:pt x="788960" y="217386"/>
                </a:lnTo>
                <a:lnTo>
                  <a:pt x="781847" y="208744"/>
                </a:lnTo>
                <a:lnTo>
                  <a:pt x="766168" y="192664"/>
                </a:lnTo>
                <a:lnTo>
                  <a:pt x="761300" y="185763"/>
                </a:lnTo>
                <a:lnTo>
                  <a:pt x="748002" y="170899"/>
                </a:lnTo>
                <a:lnTo>
                  <a:pt x="733680" y="153820"/>
                </a:lnTo>
                <a:lnTo>
                  <a:pt x="725011" y="142510"/>
                </a:lnTo>
                <a:lnTo>
                  <a:pt x="718922" y="136886"/>
                </a:lnTo>
                <a:lnTo>
                  <a:pt x="709382" y="128882"/>
                </a:lnTo>
                <a:lnTo>
                  <a:pt x="701127" y="121985"/>
                </a:lnTo>
                <a:lnTo>
                  <a:pt x="692361" y="120277"/>
                </a:lnTo>
                <a:lnTo>
                  <a:pt x="666851" y="120199"/>
                </a:lnTo>
                <a:lnTo>
                  <a:pt x="658084" y="122904"/>
                </a:lnTo>
                <a:lnTo>
                  <a:pt x="644831" y="120566"/>
                </a:lnTo>
                <a:lnTo>
                  <a:pt x="640735" y="116860"/>
                </a:lnTo>
                <a:lnTo>
                  <a:pt x="636537" y="109711"/>
                </a:lnTo>
                <a:lnTo>
                  <a:pt x="632704" y="106821"/>
                </a:lnTo>
                <a:lnTo>
                  <a:pt x="626169" y="104273"/>
                </a:lnTo>
                <a:lnTo>
                  <a:pt x="625776" y="98910"/>
                </a:lnTo>
                <a:lnTo>
                  <a:pt x="623544" y="90608"/>
                </a:lnTo>
                <a:lnTo>
                  <a:pt x="621209" y="85640"/>
                </a:lnTo>
                <a:lnTo>
                  <a:pt x="616721" y="81803"/>
                </a:lnTo>
                <a:lnTo>
                  <a:pt x="611655" y="78441"/>
                </a:lnTo>
                <a:lnTo>
                  <a:pt x="607145" y="7768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28">
            <a:extLst>
              <a:ext uri="{FF2B5EF4-FFF2-40B4-BE49-F238E27FC236}">
                <a16:creationId xmlns:a16="http://schemas.microsoft.com/office/drawing/2014/main" id="{E14D4806-10CE-466B-BB42-FE27F621CFEF}"/>
              </a:ext>
            </a:extLst>
          </p:cNvPr>
          <p:cNvSpPr/>
          <p:nvPr/>
        </p:nvSpPr>
        <p:spPr>
          <a:xfrm>
            <a:off x="4122007" y="4248055"/>
            <a:ext cx="790598" cy="923533"/>
          </a:xfrm>
          <a:custGeom>
            <a:avLst/>
            <a:gdLst/>
            <a:ahLst/>
            <a:cxnLst/>
            <a:rect l="0" t="0" r="0" b="0"/>
            <a:pathLst>
              <a:path w="880164" h="1028158">
                <a:moveTo>
                  <a:pt x="672643" y="102654"/>
                </a:moveTo>
                <a:lnTo>
                  <a:pt x="696097" y="107720"/>
                </a:lnTo>
                <a:lnTo>
                  <a:pt x="695751" y="109463"/>
                </a:lnTo>
                <a:lnTo>
                  <a:pt x="769056" y="128869"/>
                </a:lnTo>
                <a:lnTo>
                  <a:pt x="817838" y="144166"/>
                </a:lnTo>
                <a:lnTo>
                  <a:pt x="829643" y="150155"/>
                </a:lnTo>
                <a:lnTo>
                  <a:pt x="844744" y="163225"/>
                </a:lnTo>
                <a:lnTo>
                  <a:pt x="872522" y="167147"/>
                </a:lnTo>
                <a:lnTo>
                  <a:pt x="880164" y="213081"/>
                </a:lnTo>
                <a:lnTo>
                  <a:pt x="871030" y="267795"/>
                </a:lnTo>
                <a:lnTo>
                  <a:pt x="853133" y="317470"/>
                </a:lnTo>
                <a:lnTo>
                  <a:pt x="820136" y="380407"/>
                </a:lnTo>
                <a:lnTo>
                  <a:pt x="784156" y="454929"/>
                </a:lnTo>
                <a:lnTo>
                  <a:pt x="766717" y="502391"/>
                </a:lnTo>
                <a:lnTo>
                  <a:pt x="728660" y="504008"/>
                </a:lnTo>
                <a:lnTo>
                  <a:pt x="722112" y="525231"/>
                </a:lnTo>
                <a:lnTo>
                  <a:pt x="716528" y="559061"/>
                </a:lnTo>
                <a:lnTo>
                  <a:pt x="712416" y="584027"/>
                </a:lnTo>
                <a:lnTo>
                  <a:pt x="709758" y="612386"/>
                </a:lnTo>
                <a:lnTo>
                  <a:pt x="719495" y="644061"/>
                </a:lnTo>
                <a:lnTo>
                  <a:pt x="735491" y="659922"/>
                </a:lnTo>
                <a:lnTo>
                  <a:pt x="742751" y="714198"/>
                </a:lnTo>
                <a:lnTo>
                  <a:pt x="741237" y="723355"/>
                </a:lnTo>
                <a:lnTo>
                  <a:pt x="740961" y="726803"/>
                </a:lnTo>
                <a:lnTo>
                  <a:pt x="741089" y="731375"/>
                </a:lnTo>
                <a:lnTo>
                  <a:pt x="742322" y="746017"/>
                </a:lnTo>
                <a:lnTo>
                  <a:pt x="744164" y="764702"/>
                </a:lnTo>
                <a:lnTo>
                  <a:pt x="746847" y="778004"/>
                </a:lnTo>
                <a:lnTo>
                  <a:pt x="749187" y="784911"/>
                </a:lnTo>
                <a:lnTo>
                  <a:pt x="755942" y="796667"/>
                </a:lnTo>
                <a:lnTo>
                  <a:pt x="761856" y="807285"/>
                </a:lnTo>
                <a:lnTo>
                  <a:pt x="769692" y="814924"/>
                </a:lnTo>
                <a:lnTo>
                  <a:pt x="772720" y="820909"/>
                </a:lnTo>
                <a:lnTo>
                  <a:pt x="778296" y="828545"/>
                </a:lnTo>
                <a:lnTo>
                  <a:pt x="787996" y="836097"/>
                </a:lnTo>
                <a:lnTo>
                  <a:pt x="803366" y="849672"/>
                </a:lnTo>
                <a:lnTo>
                  <a:pt x="793642" y="874471"/>
                </a:lnTo>
                <a:lnTo>
                  <a:pt x="772589" y="914166"/>
                </a:lnTo>
                <a:lnTo>
                  <a:pt x="757792" y="912464"/>
                </a:lnTo>
                <a:lnTo>
                  <a:pt x="746385" y="910821"/>
                </a:lnTo>
                <a:lnTo>
                  <a:pt x="743917" y="910647"/>
                </a:lnTo>
                <a:lnTo>
                  <a:pt x="740783" y="910322"/>
                </a:lnTo>
                <a:lnTo>
                  <a:pt x="737624" y="909994"/>
                </a:lnTo>
                <a:lnTo>
                  <a:pt x="735051" y="910560"/>
                </a:lnTo>
                <a:lnTo>
                  <a:pt x="733497" y="910908"/>
                </a:lnTo>
                <a:lnTo>
                  <a:pt x="722155" y="916087"/>
                </a:lnTo>
                <a:lnTo>
                  <a:pt x="715550" y="918137"/>
                </a:lnTo>
                <a:lnTo>
                  <a:pt x="709574" y="919478"/>
                </a:lnTo>
                <a:lnTo>
                  <a:pt x="698496" y="920194"/>
                </a:lnTo>
                <a:lnTo>
                  <a:pt x="677587" y="918814"/>
                </a:lnTo>
                <a:lnTo>
                  <a:pt x="656000" y="916189"/>
                </a:lnTo>
                <a:lnTo>
                  <a:pt x="645659" y="918240"/>
                </a:lnTo>
                <a:lnTo>
                  <a:pt x="628930" y="924407"/>
                </a:lnTo>
                <a:lnTo>
                  <a:pt x="617362" y="929160"/>
                </a:lnTo>
                <a:lnTo>
                  <a:pt x="612985" y="932287"/>
                </a:lnTo>
                <a:lnTo>
                  <a:pt x="612651" y="936857"/>
                </a:lnTo>
                <a:lnTo>
                  <a:pt x="611761" y="939702"/>
                </a:lnTo>
                <a:lnTo>
                  <a:pt x="609148" y="939813"/>
                </a:lnTo>
                <a:lnTo>
                  <a:pt x="607924" y="938531"/>
                </a:lnTo>
                <a:lnTo>
                  <a:pt x="607313" y="937136"/>
                </a:lnTo>
                <a:lnTo>
                  <a:pt x="601196" y="938307"/>
                </a:lnTo>
                <a:lnTo>
                  <a:pt x="598139" y="941430"/>
                </a:lnTo>
                <a:lnTo>
                  <a:pt x="593412" y="942655"/>
                </a:lnTo>
                <a:lnTo>
                  <a:pt x="590020" y="943156"/>
                </a:lnTo>
                <a:lnTo>
                  <a:pt x="580068" y="959264"/>
                </a:lnTo>
                <a:lnTo>
                  <a:pt x="576731" y="963834"/>
                </a:lnTo>
                <a:lnTo>
                  <a:pt x="574564" y="970859"/>
                </a:lnTo>
                <a:lnTo>
                  <a:pt x="572451" y="977268"/>
                </a:lnTo>
                <a:lnTo>
                  <a:pt x="570792" y="993780"/>
                </a:lnTo>
                <a:lnTo>
                  <a:pt x="572904" y="1002892"/>
                </a:lnTo>
                <a:lnTo>
                  <a:pt x="564688" y="1026511"/>
                </a:lnTo>
                <a:lnTo>
                  <a:pt x="564457" y="1027018"/>
                </a:lnTo>
                <a:lnTo>
                  <a:pt x="564216" y="1027320"/>
                </a:lnTo>
                <a:lnTo>
                  <a:pt x="563661" y="1027455"/>
                </a:lnTo>
                <a:lnTo>
                  <a:pt x="526912" y="1028158"/>
                </a:lnTo>
                <a:lnTo>
                  <a:pt x="520035" y="1005214"/>
                </a:lnTo>
                <a:lnTo>
                  <a:pt x="517925" y="1000648"/>
                </a:lnTo>
                <a:lnTo>
                  <a:pt x="524905" y="998855"/>
                </a:lnTo>
                <a:lnTo>
                  <a:pt x="529570" y="975242"/>
                </a:lnTo>
                <a:lnTo>
                  <a:pt x="536298" y="960124"/>
                </a:lnTo>
                <a:lnTo>
                  <a:pt x="536778" y="944677"/>
                </a:lnTo>
                <a:lnTo>
                  <a:pt x="537830" y="934420"/>
                </a:lnTo>
                <a:lnTo>
                  <a:pt x="543120" y="923376"/>
                </a:lnTo>
                <a:lnTo>
                  <a:pt x="546356" y="916366"/>
                </a:lnTo>
                <a:lnTo>
                  <a:pt x="551465" y="893966"/>
                </a:lnTo>
                <a:lnTo>
                  <a:pt x="551712" y="885781"/>
                </a:lnTo>
                <a:lnTo>
                  <a:pt x="551064" y="879857"/>
                </a:lnTo>
                <a:lnTo>
                  <a:pt x="551220" y="876375"/>
                </a:lnTo>
                <a:lnTo>
                  <a:pt x="550097" y="872307"/>
                </a:lnTo>
                <a:lnTo>
                  <a:pt x="548204" y="867737"/>
                </a:lnTo>
                <a:lnTo>
                  <a:pt x="545030" y="864908"/>
                </a:lnTo>
                <a:lnTo>
                  <a:pt x="542955" y="863755"/>
                </a:lnTo>
                <a:lnTo>
                  <a:pt x="538032" y="862841"/>
                </a:lnTo>
                <a:lnTo>
                  <a:pt x="512030" y="856073"/>
                </a:lnTo>
                <a:lnTo>
                  <a:pt x="496710" y="859850"/>
                </a:lnTo>
                <a:lnTo>
                  <a:pt x="490607" y="871082"/>
                </a:lnTo>
                <a:lnTo>
                  <a:pt x="485896" y="871742"/>
                </a:lnTo>
                <a:lnTo>
                  <a:pt x="485597" y="871783"/>
                </a:lnTo>
                <a:lnTo>
                  <a:pt x="483602" y="874005"/>
                </a:lnTo>
                <a:lnTo>
                  <a:pt x="482578" y="879178"/>
                </a:lnTo>
                <a:lnTo>
                  <a:pt x="480571" y="882381"/>
                </a:lnTo>
                <a:lnTo>
                  <a:pt x="479424" y="885295"/>
                </a:lnTo>
                <a:lnTo>
                  <a:pt x="478809" y="888005"/>
                </a:lnTo>
                <a:lnTo>
                  <a:pt x="478318" y="892399"/>
                </a:lnTo>
                <a:lnTo>
                  <a:pt x="477908" y="898187"/>
                </a:lnTo>
                <a:lnTo>
                  <a:pt x="476475" y="900118"/>
                </a:lnTo>
                <a:lnTo>
                  <a:pt x="470126" y="906113"/>
                </a:lnTo>
                <a:lnTo>
                  <a:pt x="463646" y="917371"/>
                </a:lnTo>
                <a:lnTo>
                  <a:pt x="460396" y="919874"/>
                </a:lnTo>
                <a:lnTo>
                  <a:pt x="458907" y="921027"/>
                </a:lnTo>
                <a:lnTo>
                  <a:pt x="452926" y="923443"/>
                </a:lnTo>
                <a:lnTo>
                  <a:pt x="443894" y="926525"/>
                </a:lnTo>
                <a:lnTo>
                  <a:pt x="436717" y="932411"/>
                </a:lnTo>
                <a:lnTo>
                  <a:pt x="430902" y="936807"/>
                </a:lnTo>
                <a:lnTo>
                  <a:pt x="429739" y="938707"/>
                </a:lnTo>
                <a:lnTo>
                  <a:pt x="429362" y="950450"/>
                </a:lnTo>
                <a:lnTo>
                  <a:pt x="428841" y="951902"/>
                </a:lnTo>
                <a:lnTo>
                  <a:pt x="426176" y="954457"/>
                </a:lnTo>
                <a:lnTo>
                  <a:pt x="423279" y="957127"/>
                </a:lnTo>
                <a:lnTo>
                  <a:pt x="420212" y="961175"/>
                </a:lnTo>
                <a:lnTo>
                  <a:pt x="414891" y="968857"/>
                </a:lnTo>
                <a:lnTo>
                  <a:pt x="402501" y="988615"/>
                </a:lnTo>
                <a:lnTo>
                  <a:pt x="400450" y="991423"/>
                </a:lnTo>
                <a:lnTo>
                  <a:pt x="398894" y="993708"/>
                </a:lnTo>
                <a:lnTo>
                  <a:pt x="392773" y="991771"/>
                </a:lnTo>
                <a:lnTo>
                  <a:pt x="374454" y="980026"/>
                </a:lnTo>
                <a:lnTo>
                  <a:pt x="355915" y="968766"/>
                </a:lnTo>
                <a:lnTo>
                  <a:pt x="345264" y="961523"/>
                </a:lnTo>
                <a:lnTo>
                  <a:pt x="334484" y="953460"/>
                </a:lnTo>
                <a:lnTo>
                  <a:pt x="330451" y="947684"/>
                </a:lnTo>
                <a:lnTo>
                  <a:pt x="323505" y="936631"/>
                </a:lnTo>
                <a:lnTo>
                  <a:pt x="322330" y="935717"/>
                </a:lnTo>
                <a:lnTo>
                  <a:pt x="317472" y="931909"/>
                </a:lnTo>
                <a:lnTo>
                  <a:pt x="315292" y="930733"/>
                </a:lnTo>
                <a:lnTo>
                  <a:pt x="311191" y="928666"/>
                </a:lnTo>
                <a:lnTo>
                  <a:pt x="303932" y="926511"/>
                </a:lnTo>
                <a:lnTo>
                  <a:pt x="298409" y="925423"/>
                </a:lnTo>
                <a:lnTo>
                  <a:pt x="295667" y="924836"/>
                </a:lnTo>
                <a:lnTo>
                  <a:pt x="289870" y="924773"/>
                </a:lnTo>
                <a:lnTo>
                  <a:pt x="284463" y="925423"/>
                </a:lnTo>
                <a:lnTo>
                  <a:pt x="279907" y="926511"/>
                </a:lnTo>
                <a:lnTo>
                  <a:pt x="257841" y="931996"/>
                </a:lnTo>
                <a:lnTo>
                  <a:pt x="239274" y="935978"/>
                </a:lnTo>
                <a:lnTo>
                  <a:pt x="221686" y="939787"/>
                </a:lnTo>
                <a:lnTo>
                  <a:pt x="217033" y="941554"/>
                </a:lnTo>
                <a:lnTo>
                  <a:pt x="210934" y="940788"/>
                </a:lnTo>
                <a:lnTo>
                  <a:pt x="203766" y="938575"/>
                </a:lnTo>
                <a:lnTo>
                  <a:pt x="188655" y="934350"/>
                </a:lnTo>
                <a:lnTo>
                  <a:pt x="170750" y="923486"/>
                </a:lnTo>
                <a:lnTo>
                  <a:pt x="148683" y="910977"/>
                </a:lnTo>
                <a:lnTo>
                  <a:pt x="132318" y="899125"/>
                </a:lnTo>
                <a:lnTo>
                  <a:pt x="130619" y="893987"/>
                </a:lnTo>
                <a:lnTo>
                  <a:pt x="129618" y="888153"/>
                </a:lnTo>
                <a:lnTo>
                  <a:pt x="129649" y="877456"/>
                </a:lnTo>
                <a:lnTo>
                  <a:pt x="128139" y="875189"/>
                </a:lnTo>
                <a:lnTo>
                  <a:pt x="128079" y="873289"/>
                </a:lnTo>
                <a:lnTo>
                  <a:pt x="127772" y="870255"/>
                </a:lnTo>
                <a:lnTo>
                  <a:pt x="127321" y="865256"/>
                </a:lnTo>
                <a:lnTo>
                  <a:pt x="126682" y="856597"/>
                </a:lnTo>
                <a:lnTo>
                  <a:pt x="125611" y="850789"/>
                </a:lnTo>
                <a:lnTo>
                  <a:pt x="124919" y="846980"/>
                </a:lnTo>
                <a:lnTo>
                  <a:pt x="117228" y="834686"/>
                </a:lnTo>
                <a:lnTo>
                  <a:pt x="112083" y="826308"/>
                </a:lnTo>
                <a:lnTo>
                  <a:pt x="105124" y="814602"/>
                </a:lnTo>
                <a:lnTo>
                  <a:pt x="101691" y="810619"/>
                </a:lnTo>
                <a:lnTo>
                  <a:pt x="79937" y="795257"/>
                </a:lnTo>
                <a:lnTo>
                  <a:pt x="70810" y="788445"/>
                </a:lnTo>
                <a:lnTo>
                  <a:pt x="60939" y="780981"/>
                </a:lnTo>
                <a:lnTo>
                  <a:pt x="41053" y="764617"/>
                </a:lnTo>
                <a:lnTo>
                  <a:pt x="37044" y="761312"/>
                </a:lnTo>
                <a:lnTo>
                  <a:pt x="33819" y="755414"/>
                </a:lnTo>
                <a:lnTo>
                  <a:pt x="32578" y="747427"/>
                </a:lnTo>
                <a:lnTo>
                  <a:pt x="32408" y="739965"/>
                </a:lnTo>
                <a:lnTo>
                  <a:pt x="30190" y="732740"/>
                </a:lnTo>
                <a:lnTo>
                  <a:pt x="27212" y="726842"/>
                </a:lnTo>
                <a:lnTo>
                  <a:pt x="25266" y="724037"/>
                </a:lnTo>
                <a:lnTo>
                  <a:pt x="23882" y="722035"/>
                </a:lnTo>
                <a:lnTo>
                  <a:pt x="19591" y="716424"/>
                </a:lnTo>
                <a:lnTo>
                  <a:pt x="16809" y="714041"/>
                </a:lnTo>
                <a:lnTo>
                  <a:pt x="16142" y="713471"/>
                </a:lnTo>
                <a:lnTo>
                  <a:pt x="15562" y="713118"/>
                </a:lnTo>
                <a:lnTo>
                  <a:pt x="12464" y="711460"/>
                </a:lnTo>
                <a:lnTo>
                  <a:pt x="11461" y="710946"/>
                </a:lnTo>
                <a:lnTo>
                  <a:pt x="9373" y="709869"/>
                </a:lnTo>
                <a:lnTo>
                  <a:pt x="2967" y="706318"/>
                </a:lnTo>
                <a:lnTo>
                  <a:pt x="25413" y="647826"/>
                </a:lnTo>
                <a:lnTo>
                  <a:pt x="41648" y="606127"/>
                </a:lnTo>
                <a:lnTo>
                  <a:pt x="0" y="573326"/>
                </a:lnTo>
                <a:lnTo>
                  <a:pt x="50930" y="427759"/>
                </a:lnTo>
                <a:lnTo>
                  <a:pt x="59805" y="417043"/>
                </a:lnTo>
                <a:lnTo>
                  <a:pt x="66191" y="400616"/>
                </a:lnTo>
                <a:lnTo>
                  <a:pt x="108031" y="411073"/>
                </a:lnTo>
                <a:lnTo>
                  <a:pt x="122494" y="367605"/>
                </a:lnTo>
                <a:lnTo>
                  <a:pt x="114386" y="364312"/>
                </a:lnTo>
                <a:lnTo>
                  <a:pt x="122429" y="337722"/>
                </a:lnTo>
                <a:lnTo>
                  <a:pt x="126682" y="326969"/>
                </a:lnTo>
                <a:lnTo>
                  <a:pt x="136331" y="331500"/>
                </a:lnTo>
                <a:lnTo>
                  <a:pt x="142470" y="334419"/>
                </a:lnTo>
                <a:lnTo>
                  <a:pt x="148898" y="337509"/>
                </a:lnTo>
                <a:lnTo>
                  <a:pt x="150423" y="338145"/>
                </a:lnTo>
                <a:lnTo>
                  <a:pt x="152185" y="338878"/>
                </a:lnTo>
                <a:lnTo>
                  <a:pt x="161477" y="313054"/>
                </a:lnTo>
                <a:lnTo>
                  <a:pt x="176274" y="259991"/>
                </a:lnTo>
                <a:lnTo>
                  <a:pt x="196610" y="270245"/>
                </a:lnTo>
                <a:lnTo>
                  <a:pt x="208811" y="272915"/>
                </a:lnTo>
                <a:lnTo>
                  <a:pt x="230689" y="273758"/>
                </a:lnTo>
                <a:lnTo>
                  <a:pt x="249902" y="274600"/>
                </a:lnTo>
                <a:lnTo>
                  <a:pt x="261491" y="274078"/>
                </a:lnTo>
                <a:lnTo>
                  <a:pt x="269400" y="274350"/>
                </a:lnTo>
                <a:lnTo>
                  <a:pt x="269589" y="287194"/>
                </a:lnTo>
                <a:lnTo>
                  <a:pt x="305018" y="286121"/>
                </a:lnTo>
                <a:lnTo>
                  <a:pt x="317133" y="284785"/>
                </a:lnTo>
                <a:lnTo>
                  <a:pt x="356969" y="280408"/>
                </a:lnTo>
                <a:lnTo>
                  <a:pt x="371719" y="277338"/>
                </a:lnTo>
                <a:lnTo>
                  <a:pt x="375863" y="277007"/>
                </a:lnTo>
                <a:lnTo>
                  <a:pt x="385425" y="276243"/>
                </a:lnTo>
                <a:lnTo>
                  <a:pt x="396311" y="276267"/>
                </a:lnTo>
                <a:lnTo>
                  <a:pt x="437468" y="148103"/>
                </a:lnTo>
                <a:lnTo>
                  <a:pt x="331612" y="149374"/>
                </a:lnTo>
                <a:lnTo>
                  <a:pt x="323548" y="91820"/>
                </a:lnTo>
                <a:lnTo>
                  <a:pt x="341388" y="83953"/>
                </a:lnTo>
                <a:lnTo>
                  <a:pt x="351935" y="97999"/>
                </a:lnTo>
                <a:lnTo>
                  <a:pt x="353773" y="96588"/>
                </a:lnTo>
                <a:lnTo>
                  <a:pt x="369977" y="84743"/>
                </a:lnTo>
                <a:lnTo>
                  <a:pt x="366311" y="73437"/>
                </a:lnTo>
                <a:lnTo>
                  <a:pt x="362865" y="59148"/>
                </a:lnTo>
                <a:lnTo>
                  <a:pt x="360702" y="39422"/>
                </a:lnTo>
                <a:lnTo>
                  <a:pt x="362271" y="34212"/>
                </a:lnTo>
                <a:lnTo>
                  <a:pt x="365020" y="27357"/>
                </a:lnTo>
                <a:lnTo>
                  <a:pt x="361920" y="17549"/>
                </a:lnTo>
                <a:lnTo>
                  <a:pt x="372141" y="7503"/>
                </a:lnTo>
                <a:lnTo>
                  <a:pt x="379774" y="0"/>
                </a:lnTo>
                <a:lnTo>
                  <a:pt x="397789" y="27003"/>
                </a:lnTo>
                <a:lnTo>
                  <a:pt x="426544" y="59503"/>
                </a:lnTo>
                <a:lnTo>
                  <a:pt x="448259" y="76830"/>
                </a:lnTo>
                <a:lnTo>
                  <a:pt x="472001" y="87703"/>
                </a:lnTo>
                <a:lnTo>
                  <a:pt x="506758" y="97128"/>
                </a:lnTo>
                <a:lnTo>
                  <a:pt x="528197" y="98062"/>
                </a:lnTo>
                <a:lnTo>
                  <a:pt x="551932" y="96131"/>
                </a:lnTo>
                <a:lnTo>
                  <a:pt x="607240" y="86858"/>
                </a:lnTo>
                <a:lnTo>
                  <a:pt x="632034" y="85178"/>
                </a:lnTo>
                <a:lnTo>
                  <a:pt x="657757" y="85394"/>
                </a:lnTo>
                <a:lnTo>
                  <a:pt x="655710" y="9899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29">
            <a:extLst>
              <a:ext uri="{FF2B5EF4-FFF2-40B4-BE49-F238E27FC236}">
                <a16:creationId xmlns:a16="http://schemas.microsoft.com/office/drawing/2014/main" id="{319A261B-43EA-4D1D-B348-5D9A34B05DF0}"/>
              </a:ext>
            </a:extLst>
          </p:cNvPr>
          <p:cNvSpPr/>
          <p:nvPr/>
        </p:nvSpPr>
        <p:spPr>
          <a:xfrm>
            <a:off x="3401920" y="2944452"/>
            <a:ext cx="831556" cy="979895"/>
          </a:xfrm>
          <a:custGeom>
            <a:avLst/>
            <a:gdLst/>
            <a:ahLst/>
            <a:cxnLst/>
            <a:rect l="0" t="0" r="0" b="0"/>
            <a:pathLst>
              <a:path w="925762" h="1090906">
                <a:moveTo>
                  <a:pt x="725244" y="624930"/>
                </a:moveTo>
                <a:lnTo>
                  <a:pt x="698781" y="639128"/>
                </a:lnTo>
                <a:lnTo>
                  <a:pt x="686193" y="650253"/>
                </a:lnTo>
                <a:lnTo>
                  <a:pt x="674026" y="662742"/>
                </a:lnTo>
                <a:lnTo>
                  <a:pt x="657976" y="692655"/>
                </a:lnTo>
                <a:lnTo>
                  <a:pt x="652165" y="708104"/>
                </a:lnTo>
                <a:lnTo>
                  <a:pt x="649563" y="727419"/>
                </a:lnTo>
                <a:lnTo>
                  <a:pt x="650655" y="746563"/>
                </a:lnTo>
                <a:lnTo>
                  <a:pt x="653959" y="766265"/>
                </a:lnTo>
                <a:lnTo>
                  <a:pt x="656986" y="774846"/>
                </a:lnTo>
                <a:lnTo>
                  <a:pt x="659111" y="779109"/>
                </a:lnTo>
                <a:lnTo>
                  <a:pt x="661174" y="784341"/>
                </a:lnTo>
                <a:lnTo>
                  <a:pt x="668799" y="796243"/>
                </a:lnTo>
                <a:lnTo>
                  <a:pt x="677119" y="807871"/>
                </a:lnTo>
                <a:lnTo>
                  <a:pt x="708055" y="849280"/>
                </a:lnTo>
                <a:lnTo>
                  <a:pt x="708784" y="850332"/>
                </a:lnTo>
                <a:lnTo>
                  <a:pt x="684772" y="867221"/>
                </a:lnTo>
                <a:lnTo>
                  <a:pt x="679943" y="870614"/>
                </a:lnTo>
                <a:lnTo>
                  <a:pt x="682762" y="877848"/>
                </a:lnTo>
                <a:lnTo>
                  <a:pt x="685546" y="883905"/>
                </a:lnTo>
                <a:lnTo>
                  <a:pt x="688738" y="895206"/>
                </a:lnTo>
                <a:lnTo>
                  <a:pt x="689577" y="910821"/>
                </a:lnTo>
                <a:lnTo>
                  <a:pt x="688150" y="922747"/>
                </a:lnTo>
                <a:lnTo>
                  <a:pt x="686429" y="928921"/>
                </a:lnTo>
                <a:lnTo>
                  <a:pt x="684312" y="932733"/>
                </a:lnTo>
                <a:lnTo>
                  <a:pt x="683016" y="935071"/>
                </a:lnTo>
                <a:lnTo>
                  <a:pt x="681428" y="937930"/>
                </a:lnTo>
                <a:lnTo>
                  <a:pt x="671450" y="950217"/>
                </a:lnTo>
                <a:lnTo>
                  <a:pt x="660792" y="962069"/>
                </a:lnTo>
                <a:lnTo>
                  <a:pt x="651053" y="973967"/>
                </a:lnTo>
                <a:lnTo>
                  <a:pt x="640133" y="984896"/>
                </a:lnTo>
                <a:lnTo>
                  <a:pt x="630705" y="995170"/>
                </a:lnTo>
                <a:lnTo>
                  <a:pt x="624399" y="1002809"/>
                </a:lnTo>
                <a:lnTo>
                  <a:pt x="617706" y="1010302"/>
                </a:lnTo>
                <a:lnTo>
                  <a:pt x="613370" y="1015155"/>
                </a:lnTo>
                <a:lnTo>
                  <a:pt x="612926" y="1015653"/>
                </a:lnTo>
                <a:lnTo>
                  <a:pt x="602432" y="1027399"/>
                </a:lnTo>
                <a:lnTo>
                  <a:pt x="576906" y="1052032"/>
                </a:lnTo>
                <a:lnTo>
                  <a:pt x="572761" y="1056815"/>
                </a:lnTo>
                <a:lnTo>
                  <a:pt x="569113" y="1062859"/>
                </a:lnTo>
                <a:lnTo>
                  <a:pt x="564500" y="1072765"/>
                </a:lnTo>
                <a:lnTo>
                  <a:pt x="556562" y="1089809"/>
                </a:lnTo>
                <a:lnTo>
                  <a:pt x="556051" y="1090906"/>
                </a:lnTo>
                <a:lnTo>
                  <a:pt x="530099" y="1082948"/>
                </a:lnTo>
                <a:lnTo>
                  <a:pt x="472064" y="1071261"/>
                </a:lnTo>
                <a:lnTo>
                  <a:pt x="443909" y="1063461"/>
                </a:lnTo>
                <a:lnTo>
                  <a:pt x="431786" y="1059612"/>
                </a:lnTo>
                <a:lnTo>
                  <a:pt x="425420" y="1057359"/>
                </a:lnTo>
                <a:lnTo>
                  <a:pt x="419818" y="1054678"/>
                </a:lnTo>
                <a:lnTo>
                  <a:pt x="413187" y="1051026"/>
                </a:lnTo>
                <a:lnTo>
                  <a:pt x="396516" y="1041849"/>
                </a:lnTo>
                <a:lnTo>
                  <a:pt x="376725" y="1027455"/>
                </a:lnTo>
                <a:lnTo>
                  <a:pt x="319050" y="975647"/>
                </a:lnTo>
                <a:lnTo>
                  <a:pt x="278956" y="934137"/>
                </a:lnTo>
                <a:lnTo>
                  <a:pt x="257619" y="898786"/>
                </a:lnTo>
                <a:lnTo>
                  <a:pt x="216730" y="823949"/>
                </a:lnTo>
                <a:lnTo>
                  <a:pt x="164466" y="755229"/>
                </a:lnTo>
                <a:lnTo>
                  <a:pt x="0" y="536645"/>
                </a:lnTo>
                <a:lnTo>
                  <a:pt x="65611" y="498946"/>
                </a:lnTo>
                <a:lnTo>
                  <a:pt x="66226" y="495338"/>
                </a:lnTo>
                <a:lnTo>
                  <a:pt x="65902" y="479921"/>
                </a:lnTo>
                <a:lnTo>
                  <a:pt x="65742" y="472235"/>
                </a:lnTo>
                <a:lnTo>
                  <a:pt x="68018" y="469606"/>
                </a:lnTo>
                <a:lnTo>
                  <a:pt x="69605" y="466907"/>
                </a:lnTo>
                <a:lnTo>
                  <a:pt x="70385" y="464624"/>
                </a:lnTo>
                <a:lnTo>
                  <a:pt x="70709" y="460896"/>
                </a:lnTo>
                <a:lnTo>
                  <a:pt x="70598" y="460174"/>
                </a:lnTo>
                <a:lnTo>
                  <a:pt x="66090" y="428357"/>
                </a:lnTo>
                <a:lnTo>
                  <a:pt x="61760" y="408557"/>
                </a:lnTo>
                <a:lnTo>
                  <a:pt x="61597" y="401108"/>
                </a:lnTo>
                <a:lnTo>
                  <a:pt x="61511" y="399398"/>
                </a:lnTo>
                <a:lnTo>
                  <a:pt x="67002" y="399683"/>
                </a:lnTo>
                <a:lnTo>
                  <a:pt x="68168" y="399733"/>
                </a:lnTo>
                <a:lnTo>
                  <a:pt x="69083" y="403646"/>
                </a:lnTo>
                <a:lnTo>
                  <a:pt x="72996" y="412137"/>
                </a:lnTo>
                <a:lnTo>
                  <a:pt x="81235" y="421711"/>
                </a:lnTo>
                <a:lnTo>
                  <a:pt x="89392" y="428122"/>
                </a:lnTo>
                <a:lnTo>
                  <a:pt x="116112" y="429830"/>
                </a:lnTo>
                <a:lnTo>
                  <a:pt x="165842" y="440657"/>
                </a:lnTo>
                <a:lnTo>
                  <a:pt x="176923" y="444196"/>
                </a:lnTo>
                <a:lnTo>
                  <a:pt x="202192" y="455876"/>
                </a:lnTo>
                <a:lnTo>
                  <a:pt x="212527" y="460988"/>
                </a:lnTo>
                <a:lnTo>
                  <a:pt x="217726" y="464733"/>
                </a:lnTo>
                <a:lnTo>
                  <a:pt x="223573" y="470618"/>
                </a:lnTo>
                <a:lnTo>
                  <a:pt x="239523" y="490404"/>
                </a:lnTo>
                <a:lnTo>
                  <a:pt x="255996" y="511664"/>
                </a:lnTo>
                <a:lnTo>
                  <a:pt x="260994" y="517333"/>
                </a:lnTo>
                <a:lnTo>
                  <a:pt x="261445" y="505636"/>
                </a:lnTo>
                <a:lnTo>
                  <a:pt x="259125" y="477120"/>
                </a:lnTo>
                <a:lnTo>
                  <a:pt x="273247" y="452107"/>
                </a:lnTo>
                <a:lnTo>
                  <a:pt x="280047" y="457284"/>
                </a:lnTo>
                <a:lnTo>
                  <a:pt x="284121" y="454052"/>
                </a:lnTo>
                <a:lnTo>
                  <a:pt x="289295" y="449743"/>
                </a:lnTo>
                <a:lnTo>
                  <a:pt x="307598" y="435506"/>
                </a:lnTo>
                <a:lnTo>
                  <a:pt x="341628" y="465225"/>
                </a:lnTo>
                <a:lnTo>
                  <a:pt x="343688" y="463247"/>
                </a:lnTo>
                <a:lnTo>
                  <a:pt x="349964" y="457754"/>
                </a:lnTo>
                <a:lnTo>
                  <a:pt x="354860" y="461904"/>
                </a:lnTo>
                <a:lnTo>
                  <a:pt x="365853" y="450468"/>
                </a:lnTo>
                <a:lnTo>
                  <a:pt x="372303" y="442818"/>
                </a:lnTo>
                <a:lnTo>
                  <a:pt x="362687" y="434692"/>
                </a:lnTo>
                <a:lnTo>
                  <a:pt x="357448" y="430287"/>
                </a:lnTo>
                <a:lnTo>
                  <a:pt x="363282" y="415985"/>
                </a:lnTo>
                <a:lnTo>
                  <a:pt x="382788" y="368159"/>
                </a:lnTo>
                <a:lnTo>
                  <a:pt x="437820" y="333350"/>
                </a:lnTo>
                <a:lnTo>
                  <a:pt x="409907" y="266916"/>
                </a:lnTo>
                <a:lnTo>
                  <a:pt x="455079" y="165086"/>
                </a:lnTo>
                <a:lnTo>
                  <a:pt x="493154" y="4380"/>
                </a:lnTo>
                <a:lnTo>
                  <a:pt x="494193" y="0"/>
                </a:lnTo>
                <a:lnTo>
                  <a:pt x="539633" y="15582"/>
                </a:lnTo>
                <a:lnTo>
                  <a:pt x="583762" y="34217"/>
                </a:lnTo>
                <a:lnTo>
                  <a:pt x="602159" y="43945"/>
                </a:lnTo>
                <a:lnTo>
                  <a:pt x="604054" y="43836"/>
                </a:lnTo>
                <a:lnTo>
                  <a:pt x="608259" y="43597"/>
                </a:lnTo>
                <a:lnTo>
                  <a:pt x="622010" y="41688"/>
                </a:lnTo>
                <a:lnTo>
                  <a:pt x="670639" y="36245"/>
                </a:lnTo>
                <a:lnTo>
                  <a:pt x="681460" y="34413"/>
                </a:lnTo>
                <a:lnTo>
                  <a:pt x="686071" y="37355"/>
                </a:lnTo>
                <a:lnTo>
                  <a:pt x="690805" y="41076"/>
                </a:lnTo>
                <a:lnTo>
                  <a:pt x="697657" y="49296"/>
                </a:lnTo>
                <a:lnTo>
                  <a:pt x="700960" y="51625"/>
                </a:lnTo>
                <a:lnTo>
                  <a:pt x="706743" y="55359"/>
                </a:lnTo>
                <a:lnTo>
                  <a:pt x="713230" y="60336"/>
                </a:lnTo>
                <a:lnTo>
                  <a:pt x="717020" y="61309"/>
                </a:lnTo>
                <a:lnTo>
                  <a:pt x="721434" y="62032"/>
                </a:lnTo>
                <a:lnTo>
                  <a:pt x="725802" y="64001"/>
                </a:lnTo>
                <a:lnTo>
                  <a:pt x="735464" y="71672"/>
                </a:lnTo>
                <a:lnTo>
                  <a:pt x="738982" y="75089"/>
                </a:lnTo>
                <a:lnTo>
                  <a:pt x="742279" y="78852"/>
                </a:lnTo>
                <a:lnTo>
                  <a:pt x="743227" y="84173"/>
                </a:lnTo>
                <a:lnTo>
                  <a:pt x="743238" y="90079"/>
                </a:lnTo>
                <a:lnTo>
                  <a:pt x="743693" y="93135"/>
                </a:lnTo>
                <a:lnTo>
                  <a:pt x="747897" y="97485"/>
                </a:lnTo>
                <a:lnTo>
                  <a:pt x="755306" y="103951"/>
                </a:lnTo>
                <a:lnTo>
                  <a:pt x="762851" y="110506"/>
                </a:lnTo>
                <a:lnTo>
                  <a:pt x="771874" y="115705"/>
                </a:lnTo>
                <a:lnTo>
                  <a:pt x="775923" y="118288"/>
                </a:lnTo>
                <a:lnTo>
                  <a:pt x="779543" y="122251"/>
                </a:lnTo>
                <a:lnTo>
                  <a:pt x="783458" y="128262"/>
                </a:lnTo>
                <a:lnTo>
                  <a:pt x="787765" y="146401"/>
                </a:lnTo>
                <a:lnTo>
                  <a:pt x="790224" y="162660"/>
                </a:lnTo>
                <a:lnTo>
                  <a:pt x="790312" y="172932"/>
                </a:lnTo>
                <a:lnTo>
                  <a:pt x="791082" y="177347"/>
                </a:lnTo>
                <a:lnTo>
                  <a:pt x="794062" y="184733"/>
                </a:lnTo>
                <a:lnTo>
                  <a:pt x="799295" y="194603"/>
                </a:lnTo>
                <a:lnTo>
                  <a:pt x="800322" y="198198"/>
                </a:lnTo>
                <a:lnTo>
                  <a:pt x="800045" y="205691"/>
                </a:lnTo>
                <a:lnTo>
                  <a:pt x="800536" y="208287"/>
                </a:lnTo>
                <a:lnTo>
                  <a:pt x="803451" y="212087"/>
                </a:lnTo>
                <a:lnTo>
                  <a:pt x="805925" y="214629"/>
                </a:lnTo>
                <a:lnTo>
                  <a:pt x="809541" y="216516"/>
                </a:lnTo>
                <a:lnTo>
                  <a:pt x="815132" y="218790"/>
                </a:lnTo>
                <a:lnTo>
                  <a:pt x="829232" y="222657"/>
                </a:lnTo>
                <a:lnTo>
                  <a:pt x="832345" y="223958"/>
                </a:lnTo>
                <a:lnTo>
                  <a:pt x="837613" y="225390"/>
                </a:lnTo>
                <a:lnTo>
                  <a:pt x="837887" y="225464"/>
                </a:lnTo>
                <a:lnTo>
                  <a:pt x="845266" y="226154"/>
                </a:lnTo>
                <a:lnTo>
                  <a:pt x="849946" y="227904"/>
                </a:lnTo>
                <a:lnTo>
                  <a:pt x="856666" y="232315"/>
                </a:lnTo>
                <a:lnTo>
                  <a:pt x="861538" y="238278"/>
                </a:lnTo>
                <a:lnTo>
                  <a:pt x="872958" y="250909"/>
                </a:lnTo>
                <a:lnTo>
                  <a:pt x="887336" y="261938"/>
                </a:lnTo>
                <a:lnTo>
                  <a:pt x="901107" y="273000"/>
                </a:lnTo>
                <a:lnTo>
                  <a:pt x="903200" y="274702"/>
                </a:lnTo>
                <a:lnTo>
                  <a:pt x="903564" y="274998"/>
                </a:lnTo>
                <a:lnTo>
                  <a:pt x="906042" y="279671"/>
                </a:lnTo>
                <a:lnTo>
                  <a:pt x="908522" y="282613"/>
                </a:lnTo>
                <a:lnTo>
                  <a:pt x="914017" y="286835"/>
                </a:lnTo>
                <a:lnTo>
                  <a:pt x="920157" y="290933"/>
                </a:lnTo>
                <a:lnTo>
                  <a:pt x="924092" y="295392"/>
                </a:lnTo>
                <a:lnTo>
                  <a:pt x="925120" y="298711"/>
                </a:lnTo>
                <a:lnTo>
                  <a:pt x="925762" y="300785"/>
                </a:lnTo>
                <a:lnTo>
                  <a:pt x="917017" y="300010"/>
                </a:lnTo>
                <a:lnTo>
                  <a:pt x="903678" y="297309"/>
                </a:lnTo>
                <a:lnTo>
                  <a:pt x="892924" y="290537"/>
                </a:lnTo>
                <a:lnTo>
                  <a:pt x="887460" y="284628"/>
                </a:lnTo>
                <a:lnTo>
                  <a:pt x="881775" y="277209"/>
                </a:lnTo>
                <a:lnTo>
                  <a:pt x="875939" y="273536"/>
                </a:lnTo>
                <a:lnTo>
                  <a:pt x="871009" y="273042"/>
                </a:lnTo>
                <a:lnTo>
                  <a:pt x="865895" y="275205"/>
                </a:lnTo>
                <a:lnTo>
                  <a:pt x="865596" y="275488"/>
                </a:lnTo>
                <a:lnTo>
                  <a:pt x="862252" y="278661"/>
                </a:lnTo>
                <a:lnTo>
                  <a:pt x="858529" y="288659"/>
                </a:lnTo>
                <a:lnTo>
                  <a:pt x="857568" y="293207"/>
                </a:lnTo>
                <a:lnTo>
                  <a:pt x="856158" y="305766"/>
                </a:lnTo>
                <a:lnTo>
                  <a:pt x="850168" y="358758"/>
                </a:lnTo>
                <a:lnTo>
                  <a:pt x="848774" y="368906"/>
                </a:lnTo>
                <a:lnTo>
                  <a:pt x="845822" y="378070"/>
                </a:lnTo>
                <a:lnTo>
                  <a:pt x="841966" y="387008"/>
                </a:lnTo>
                <a:lnTo>
                  <a:pt x="834743" y="398901"/>
                </a:lnTo>
                <a:lnTo>
                  <a:pt x="833075" y="401123"/>
                </a:lnTo>
                <a:lnTo>
                  <a:pt x="830668" y="404303"/>
                </a:lnTo>
                <a:lnTo>
                  <a:pt x="825942" y="409722"/>
                </a:lnTo>
                <a:lnTo>
                  <a:pt x="820531" y="414810"/>
                </a:lnTo>
                <a:lnTo>
                  <a:pt x="797116" y="436794"/>
                </a:lnTo>
                <a:lnTo>
                  <a:pt x="786645" y="445976"/>
                </a:lnTo>
                <a:lnTo>
                  <a:pt x="759667" y="473356"/>
                </a:lnTo>
                <a:lnTo>
                  <a:pt x="749229" y="491001"/>
                </a:lnTo>
                <a:lnTo>
                  <a:pt x="736961" y="529555"/>
                </a:lnTo>
                <a:lnTo>
                  <a:pt x="726135" y="565498"/>
                </a:lnTo>
                <a:lnTo>
                  <a:pt x="724948" y="568415"/>
                </a:lnTo>
                <a:lnTo>
                  <a:pt x="720848" y="578025"/>
                </a:lnTo>
                <a:lnTo>
                  <a:pt x="712985" y="590854"/>
                </a:lnTo>
                <a:lnTo>
                  <a:pt x="713136" y="592967"/>
                </a:lnTo>
                <a:lnTo>
                  <a:pt x="745394" y="607563"/>
                </a:lnTo>
                <a:lnTo>
                  <a:pt x="761458" y="612399"/>
                </a:lnTo>
                <a:lnTo>
                  <a:pt x="776583" y="614425"/>
                </a:lnTo>
                <a:lnTo>
                  <a:pt x="765074" y="616353"/>
                </a:lnTo>
                <a:lnTo>
                  <a:pt x="744096" y="620131"/>
                </a:lnTo>
                <a:lnTo>
                  <a:pt x="741157" y="6206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30">
            <a:extLst>
              <a:ext uri="{FF2B5EF4-FFF2-40B4-BE49-F238E27FC236}">
                <a16:creationId xmlns:a16="http://schemas.microsoft.com/office/drawing/2014/main" id="{2C6891D6-77DD-4082-AFFB-0BBB3DD93809}"/>
              </a:ext>
            </a:extLst>
          </p:cNvPr>
          <p:cNvSpPr/>
          <p:nvPr/>
        </p:nvSpPr>
        <p:spPr>
          <a:xfrm>
            <a:off x="3017885" y="4457370"/>
            <a:ext cx="918154" cy="1075589"/>
          </a:xfrm>
          <a:custGeom>
            <a:avLst/>
            <a:gdLst/>
            <a:ahLst/>
            <a:cxnLst/>
            <a:rect l="0" t="0" r="0" b="0"/>
            <a:pathLst>
              <a:path w="1022170" h="1197441">
                <a:moveTo>
                  <a:pt x="0" y="1000944"/>
                </a:moveTo>
                <a:lnTo>
                  <a:pt x="144368" y="952722"/>
                </a:lnTo>
                <a:lnTo>
                  <a:pt x="174243" y="943367"/>
                </a:lnTo>
                <a:lnTo>
                  <a:pt x="179910" y="905410"/>
                </a:lnTo>
                <a:lnTo>
                  <a:pt x="156510" y="896679"/>
                </a:lnTo>
                <a:lnTo>
                  <a:pt x="159163" y="883478"/>
                </a:lnTo>
                <a:lnTo>
                  <a:pt x="188834" y="894679"/>
                </a:lnTo>
                <a:lnTo>
                  <a:pt x="232015" y="842982"/>
                </a:lnTo>
                <a:lnTo>
                  <a:pt x="232953" y="837853"/>
                </a:lnTo>
                <a:lnTo>
                  <a:pt x="232764" y="824911"/>
                </a:lnTo>
                <a:lnTo>
                  <a:pt x="232580" y="818188"/>
                </a:lnTo>
                <a:lnTo>
                  <a:pt x="239344" y="818791"/>
                </a:lnTo>
                <a:lnTo>
                  <a:pt x="240927" y="815487"/>
                </a:lnTo>
                <a:lnTo>
                  <a:pt x="254749" y="804140"/>
                </a:lnTo>
                <a:lnTo>
                  <a:pt x="283084" y="745427"/>
                </a:lnTo>
                <a:lnTo>
                  <a:pt x="321532" y="714209"/>
                </a:lnTo>
                <a:lnTo>
                  <a:pt x="346448" y="670290"/>
                </a:lnTo>
                <a:lnTo>
                  <a:pt x="353930" y="645217"/>
                </a:lnTo>
                <a:lnTo>
                  <a:pt x="378603" y="618277"/>
                </a:lnTo>
                <a:lnTo>
                  <a:pt x="350870" y="602377"/>
                </a:lnTo>
                <a:lnTo>
                  <a:pt x="366156" y="575953"/>
                </a:lnTo>
                <a:lnTo>
                  <a:pt x="379616" y="579006"/>
                </a:lnTo>
                <a:lnTo>
                  <a:pt x="381973" y="578410"/>
                </a:lnTo>
                <a:lnTo>
                  <a:pt x="385935" y="574053"/>
                </a:lnTo>
                <a:lnTo>
                  <a:pt x="395325" y="571250"/>
                </a:lnTo>
                <a:lnTo>
                  <a:pt x="403841" y="570193"/>
                </a:lnTo>
                <a:lnTo>
                  <a:pt x="404727" y="549629"/>
                </a:lnTo>
                <a:lnTo>
                  <a:pt x="413096" y="532846"/>
                </a:lnTo>
                <a:lnTo>
                  <a:pt x="421900" y="506744"/>
                </a:lnTo>
                <a:lnTo>
                  <a:pt x="426112" y="470644"/>
                </a:lnTo>
                <a:lnTo>
                  <a:pt x="458200" y="347013"/>
                </a:lnTo>
                <a:lnTo>
                  <a:pt x="465301" y="310793"/>
                </a:lnTo>
                <a:lnTo>
                  <a:pt x="467169" y="303797"/>
                </a:lnTo>
                <a:lnTo>
                  <a:pt x="468296" y="301940"/>
                </a:lnTo>
                <a:lnTo>
                  <a:pt x="469476" y="302040"/>
                </a:lnTo>
                <a:lnTo>
                  <a:pt x="469746" y="304467"/>
                </a:lnTo>
                <a:lnTo>
                  <a:pt x="472272" y="310909"/>
                </a:lnTo>
                <a:lnTo>
                  <a:pt x="474693" y="314260"/>
                </a:lnTo>
                <a:lnTo>
                  <a:pt x="479966" y="317577"/>
                </a:lnTo>
                <a:lnTo>
                  <a:pt x="492852" y="324103"/>
                </a:lnTo>
                <a:lnTo>
                  <a:pt x="498460" y="326595"/>
                </a:lnTo>
                <a:lnTo>
                  <a:pt x="499352" y="327006"/>
                </a:lnTo>
                <a:lnTo>
                  <a:pt x="501612" y="325154"/>
                </a:lnTo>
                <a:lnTo>
                  <a:pt x="521106" y="318062"/>
                </a:lnTo>
                <a:lnTo>
                  <a:pt x="526447" y="315755"/>
                </a:lnTo>
                <a:lnTo>
                  <a:pt x="527975" y="314993"/>
                </a:lnTo>
                <a:lnTo>
                  <a:pt x="533851" y="312600"/>
                </a:lnTo>
                <a:lnTo>
                  <a:pt x="540522" y="311599"/>
                </a:lnTo>
                <a:lnTo>
                  <a:pt x="551582" y="310099"/>
                </a:lnTo>
                <a:lnTo>
                  <a:pt x="554885" y="309185"/>
                </a:lnTo>
                <a:lnTo>
                  <a:pt x="556700" y="308684"/>
                </a:lnTo>
                <a:lnTo>
                  <a:pt x="560735" y="305964"/>
                </a:lnTo>
                <a:lnTo>
                  <a:pt x="563294" y="304136"/>
                </a:lnTo>
                <a:lnTo>
                  <a:pt x="564691" y="301546"/>
                </a:lnTo>
                <a:lnTo>
                  <a:pt x="566258" y="298565"/>
                </a:lnTo>
                <a:lnTo>
                  <a:pt x="568439" y="292515"/>
                </a:lnTo>
                <a:lnTo>
                  <a:pt x="569170" y="290513"/>
                </a:lnTo>
                <a:lnTo>
                  <a:pt x="570318" y="285031"/>
                </a:lnTo>
                <a:lnTo>
                  <a:pt x="570514" y="282202"/>
                </a:lnTo>
                <a:lnTo>
                  <a:pt x="569822" y="274650"/>
                </a:lnTo>
                <a:lnTo>
                  <a:pt x="569966" y="270256"/>
                </a:lnTo>
                <a:lnTo>
                  <a:pt x="570671" y="267688"/>
                </a:lnTo>
                <a:lnTo>
                  <a:pt x="571624" y="263771"/>
                </a:lnTo>
                <a:lnTo>
                  <a:pt x="571104" y="262778"/>
                </a:lnTo>
                <a:lnTo>
                  <a:pt x="570540" y="261703"/>
                </a:lnTo>
                <a:lnTo>
                  <a:pt x="569222" y="260463"/>
                </a:lnTo>
                <a:lnTo>
                  <a:pt x="565318" y="258461"/>
                </a:lnTo>
                <a:lnTo>
                  <a:pt x="562340" y="256981"/>
                </a:lnTo>
                <a:lnTo>
                  <a:pt x="560095" y="255719"/>
                </a:lnTo>
                <a:lnTo>
                  <a:pt x="558084" y="252498"/>
                </a:lnTo>
                <a:lnTo>
                  <a:pt x="552704" y="243599"/>
                </a:lnTo>
                <a:lnTo>
                  <a:pt x="549010" y="239617"/>
                </a:lnTo>
                <a:lnTo>
                  <a:pt x="545758" y="232394"/>
                </a:lnTo>
                <a:lnTo>
                  <a:pt x="545379" y="227997"/>
                </a:lnTo>
                <a:lnTo>
                  <a:pt x="541632" y="222426"/>
                </a:lnTo>
                <a:lnTo>
                  <a:pt x="545170" y="218705"/>
                </a:lnTo>
                <a:lnTo>
                  <a:pt x="549584" y="220446"/>
                </a:lnTo>
                <a:lnTo>
                  <a:pt x="551463" y="212309"/>
                </a:lnTo>
                <a:lnTo>
                  <a:pt x="552469" y="208740"/>
                </a:lnTo>
                <a:lnTo>
                  <a:pt x="553605" y="204757"/>
                </a:lnTo>
                <a:lnTo>
                  <a:pt x="556073" y="200013"/>
                </a:lnTo>
                <a:lnTo>
                  <a:pt x="558332" y="197445"/>
                </a:lnTo>
                <a:lnTo>
                  <a:pt x="561126" y="196030"/>
                </a:lnTo>
                <a:lnTo>
                  <a:pt x="564743" y="195943"/>
                </a:lnTo>
                <a:lnTo>
                  <a:pt x="572590" y="201515"/>
                </a:lnTo>
                <a:lnTo>
                  <a:pt x="576272" y="204017"/>
                </a:lnTo>
                <a:lnTo>
                  <a:pt x="580359" y="203582"/>
                </a:lnTo>
                <a:lnTo>
                  <a:pt x="583715" y="201776"/>
                </a:lnTo>
                <a:lnTo>
                  <a:pt x="586222" y="199099"/>
                </a:lnTo>
                <a:lnTo>
                  <a:pt x="587318" y="197119"/>
                </a:lnTo>
                <a:lnTo>
                  <a:pt x="589434" y="193288"/>
                </a:lnTo>
                <a:lnTo>
                  <a:pt x="595584" y="181256"/>
                </a:lnTo>
                <a:lnTo>
                  <a:pt x="597516" y="178535"/>
                </a:lnTo>
                <a:lnTo>
                  <a:pt x="601371" y="172292"/>
                </a:lnTo>
                <a:lnTo>
                  <a:pt x="609593" y="163413"/>
                </a:lnTo>
                <a:lnTo>
                  <a:pt x="611469" y="162235"/>
                </a:lnTo>
                <a:lnTo>
                  <a:pt x="610128" y="158377"/>
                </a:lnTo>
                <a:lnTo>
                  <a:pt x="618530" y="156301"/>
                </a:lnTo>
                <a:lnTo>
                  <a:pt x="626212" y="152279"/>
                </a:lnTo>
                <a:lnTo>
                  <a:pt x="630253" y="153145"/>
                </a:lnTo>
                <a:lnTo>
                  <a:pt x="634940" y="153676"/>
                </a:lnTo>
                <a:lnTo>
                  <a:pt x="640717" y="152418"/>
                </a:lnTo>
                <a:lnTo>
                  <a:pt x="645085" y="150466"/>
                </a:lnTo>
                <a:lnTo>
                  <a:pt x="646851" y="149263"/>
                </a:lnTo>
                <a:lnTo>
                  <a:pt x="651128" y="142740"/>
                </a:lnTo>
                <a:lnTo>
                  <a:pt x="658416" y="129065"/>
                </a:lnTo>
                <a:lnTo>
                  <a:pt x="641365" y="118921"/>
                </a:lnTo>
                <a:lnTo>
                  <a:pt x="640002" y="117670"/>
                </a:lnTo>
                <a:lnTo>
                  <a:pt x="638406" y="115692"/>
                </a:lnTo>
                <a:lnTo>
                  <a:pt x="633382" y="106218"/>
                </a:lnTo>
                <a:lnTo>
                  <a:pt x="630736" y="99957"/>
                </a:lnTo>
                <a:lnTo>
                  <a:pt x="632109" y="99322"/>
                </a:lnTo>
                <a:lnTo>
                  <a:pt x="625677" y="82930"/>
                </a:lnTo>
                <a:lnTo>
                  <a:pt x="619388" y="67427"/>
                </a:lnTo>
                <a:lnTo>
                  <a:pt x="617173" y="60071"/>
                </a:lnTo>
                <a:lnTo>
                  <a:pt x="622141" y="56939"/>
                </a:lnTo>
                <a:lnTo>
                  <a:pt x="627471" y="53185"/>
                </a:lnTo>
                <a:lnTo>
                  <a:pt x="631085" y="50595"/>
                </a:lnTo>
                <a:lnTo>
                  <a:pt x="634961" y="47890"/>
                </a:lnTo>
                <a:lnTo>
                  <a:pt x="638867" y="45052"/>
                </a:lnTo>
                <a:lnTo>
                  <a:pt x="674087" y="19666"/>
                </a:lnTo>
                <a:lnTo>
                  <a:pt x="686702" y="10515"/>
                </a:lnTo>
                <a:lnTo>
                  <a:pt x="689762" y="18313"/>
                </a:lnTo>
                <a:lnTo>
                  <a:pt x="696073" y="37381"/>
                </a:lnTo>
                <a:lnTo>
                  <a:pt x="709400" y="27420"/>
                </a:lnTo>
                <a:lnTo>
                  <a:pt x="719151" y="19821"/>
                </a:lnTo>
                <a:lnTo>
                  <a:pt x="725624" y="14524"/>
                </a:lnTo>
                <a:lnTo>
                  <a:pt x="732179" y="9458"/>
                </a:lnTo>
                <a:lnTo>
                  <a:pt x="744909" y="0"/>
                </a:lnTo>
                <a:lnTo>
                  <a:pt x="748638" y="23103"/>
                </a:lnTo>
                <a:lnTo>
                  <a:pt x="754188" y="66123"/>
                </a:lnTo>
                <a:lnTo>
                  <a:pt x="756395" y="84706"/>
                </a:lnTo>
                <a:lnTo>
                  <a:pt x="756630" y="94345"/>
                </a:lnTo>
                <a:lnTo>
                  <a:pt x="756708" y="97914"/>
                </a:lnTo>
                <a:lnTo>
                  <a:pt x="756473" y="109620"/>
                </a:lnTo>
                <a:lnTo>
                  <a:pt x="757061" y="113015"/>
                </a:lnTo>
                <a:lnTo>
                  <a:pt x="757975" y="118412"/>
                </a:lnTo>
                <a:lnTo>
                  <a:pt x="759098" y="123069"/>
                </a:lnTo>
                <a:lnTo>
                  <a:pt x="761225" y="126464"/>
                </a:lnTo>
                <a:lnTo>
                  <a:pt x="764464" y="131707"/>
                </a:lnTo>
                <a:lnTo>
                  <a:pt x="769308" y="140172"/>
                </a:lnTo>
                <a:lnTo>
                  <a:pt x="771750" y="146068"/>
                </a:lnTo>
                <a:lnTo>
                  <a:pt x="772533" y="151051"/>
                </a:lnTo>
                <a:lnTo>
                  <a:pt x="772390" y="167154"/>
                </a:lnTo>
                <a:lnTo>
                  <a:pt x="772494" y="172050"/>
                </a:lnTo>
                <a:lnTo>
                  <a:pt x="772559" y="174858"/>
                </a:lnTo>
                <a:lnTo>
                  <a:pt x="773382" y="176947"/>
                </a:lnTo>
                <a:lnTo>
                  <a:pt x="774975" y="178927"/>
                </a:lnTo>
                <a:lnTo>
                  <a:pt x="778395" y="181517"/>
                </a:lnTo>
                <a:lnTo>
                  <a:pt x="782300" y="183758"/>
                </a:lnTo>
                <a:lnTo>
                  <a:pt x="788280" y="185671"/>
                </a:lnTo>
                <a:lnTo>
                  <a:pt x="789978" y="186498"/>
                </a:lnTo>
                <a:lnTo>
                  <a:pt x="794548" y="188892"/>
                </a:lnTo>
                <a:lnTo>
                  <a:pt x="796127" y="190133"/>
                </a:lnTo>
                <a:lnTo>
                  <a:pt x="801390" y="194376"/>
                </a:lnTo>
                <a:lnTo>
                  <a:pt x="810060" y="202274"/>
                </a:lnTo>
                <a:lnTo>
                  <a:pt x="811601" y="204080"/>
                </a:lnTo>
                <a:lnTo>
                  <a:pt x="816170" y="209826"/>
                </a:lnTo>
                <a:lnTo>
                  <a:pt x="819344" y="213634"/>
                </a:lnTo>
                <a:lnTo>
                  <a:pt x="822307" y="218291"/>
                </a:lnTo>
                <a:lnTo>
                  <a:pt x="822842" y="220272"/>
                </a:lnTo>
                <a:lnTo>
                  <a:pt x="824122" y="225340"/>
                </a:lnTo>
                <a:lnTo>
                  <a:pt x="825676" y="236135"/>
                </a:lnTo>
                <a:lnTo>
                  <a:pt x="828183" y="254739"/>
                </a:lnTo>
                <a:lnTo>
                  <a:pt x="829515" y="263442"/>
                </a:lnTo>
                <a:lnTo>
                  <a:pt x="830012" y="266598"/>
                </a:lnTo>
                <a:lnTo>
                  <a:pt x="831435" y="273736"/>
                </a:lnTo>
                <a:lnTo>
                  <a:pt x="832935" y="281307"/>
                </a:lnTo>
                <a:lnTo>
                  <a:pt x="834294" y="285616"/>
                </a:lnTo>
                <a:lnTo>
                  <a:pt x="835978" y="290839"/>
                </a:lnTo>
                <a:lnTo>
                  <a:pt x="838394" y="295170"/>
                </a:lnTo>
                <a:lnTo>
                  <a:pt x="840523" y="297736"/>
                </a:lnTo>
                <a:lnTo>
                  <a:pt x="845784" y="301718"/>
                </a:lnTo>
                <a:lnTo>
                  <a:pt x="852025" y="305461"/>
                </a:lnTo>
                <a:lnTo>
                  <a:pt x="868777" y="315427"/>
                </a:lnTo>
                <a:lnTo>
                  <a:pt x="885961" y="322565"/>
                </a:lnTo>
                <a:lnTo>
                  <a:pt x="889774" y="325633"/>
                </a:lnTo>
                <a:lnTo>
                  <a:pt x="891628" y="326373"/>
                </a:lnTo>
                <a:lnTo>
                  <a:pt x="894187" y="327374"/>
                </a:lnTo>
                <a:lnTo>
                  <a:pt x="902256" y="330769"/>
                </a:lnTo>
                <a:lnTo>
                  <a:pt x="906121" y="331531"/>
                </a:lnTo>
                <a:lnTo>
                  <a:pt x="907701" y="331531"/>
                </a:lnTo>
                <a:lnTo>
                  <a:pt x="910782" y="331596"/>
                </a:lnTo>
                <a:lnTo>
                  <a:pt x="914086" y="329790"/>
                </a:lnTo>
                <a:lnTo>
                  <a:pt x="918407" y="326787"/>
                </a:lnTo>
                <a:lnTo>
                  <a:pt x="924284" y="323544"/>
                </a:lnTo>
                <a:lnTo>
                  <a:pt x="930133" y="321063"/>
                </a:lnTo>
                <a:lnTo>
                  <a:pt x="934221" y="320236"/>
                </a:lnTo>
                <a:lnTo>
                  <a:pt x="939613" y="318582"/>
                </a:lnTo>
                <a:lnTo>
                  <a:pt x="944770" y="318909"/>
                </a:lnTo>
                <a:lnTo>
                  <a:pt x="948413" y="320650"/>
                </a:lnTo>
                <a:lnTo>
                  <a:pt x="951299" y="322630"/>
                </a:lnTo>
                <a:lnTo>
                  <a:pt x="953427" y="325960"/>
                </a:lnTo>
                <a:lnTo>
                  <a:pt x="957906" y="328941"/>
                </a:lnTo>
                <a:lnTo>
                  <a:pt x="963713" y="331638"/>
                </a:lnTo>
                <a:lnTo>
                  <a:pt x="975703" y="339733"/>
                </a:lnTo>
                <a:lnTo>
                  <a:pt x="977830" y="340821"/>
                </a:lnTo>
                <a:lnTo>
                  <a:pt x="979937" y="341054"/>
                </a:lnTo>
                <a:lnTo>
                  <a:pt x="981931" y="341148"/>
                </a:lnTo>
                <a:lnTo>
                  <a:pt x="987481" y="341624"/>
                </a:lnTo>
                <a:lnTo>
                  <a:pt x="991866" y="342329"/>
                </a:lnTo>
                <a:lnTo>
                  <a:pt x="994434" y="342726"/>
                </a:lnTo>
                <a:lnTo>
                  <a:pt x="995967" y="342976"/>
                </a:lnTo>
                <a:lnTo>
                  <a:pt x="999584" y="345718"/>
                </a:lnTo>
                <a:lnTo>
                  <a:pt x="1012144" y="356096"/>
                </a:lnTo>
                <a:lnTo>
                  <a:pt x="1022170" y="364312"/>
                </a:lnTo>
                <a:lnTo>
                  <a:pt x="1021659" y="365124"/>
                </a:lnTo>
                <a:lnTo>
                  <a:pt x="1020002" y="368358"/>
                </a:lnTo>
                <a:lnTo>
                  <a:pt x="1012369" y="374823"/>
                </a:lnTo>
                <a:lnTo>
                  <a:pt x="1006872" y="378960"/>
                </a:lnTo>
                <a:lnTo>
                  <a:pt x="999408" y="397961"/>
                </a:lnTo>
                <a:lnTo>
                  <a:pt x="992378" y="416044"/>
                </a:lnTo>
                <a:lnTo>
                  <a:pt x="990298" y="422233"/>
                </a:lnTo>
                <a:lnTo>
                  <a:pt x="985923" y="443628"/>
                </a:lnTo>
                <a:lnTo>
                  <a:pt x="985017" y="447869"/>
                </a:lnTo>
                <a:lnTo>
                  <a:pt x="977939" y="466394"/>
                </a:lnTo>
                <a:lnTo>
                  <a:pt x="969877" y="479088"/>
                </a:lnTo>
                <a:lnTo>
                  <a:pt x="967331" y="483493"/>
                </a:lnTo>
                <a:lnTo>
                  <a:pt x="949162" y="504328"/>
                </a:lnTo>
                <a:lnTo>
                  <a:pt x="942876" y="509290"/>
                </a:lnTo>
                <a:lnTo>
                  <a:pt x="933224" y="516750"/>
                </a:lnTo>
                <a:lnTo>
                  <a:pt x="915345" y="530619"/>
                </a:lnTo>
                <a:lnTo>
                  <a:pt x="905224" y="540780"/>
                </a:lnTo>
                <a:lnTo>
                  <a:pt x="880882" y="582419"/>
                </a:lnTo>
                <a:lnTo>
                  <a:pt x="875341" y="594436"/>
                </a:lnTo>
                <a:lnTo>
                  <a:pt x="850597" y="660573"/>
                </a:lnTo>
                <a:lnTo>
                  <a:pt x="847763" y="669184"/>
                </a:lnTo>
                <a:lnTo>
                  <a:pt x="837048" y="695737"/>
                </a:lnTo>
                <a:lnTo>
                  <a:pt x="832074" y="707110"/>
                </a:lnTo>
                <a:lnTo>
                  <a:pt x="830569" y="709384"/>
                </a:lnTo>
                <a:lnTo>
                  <a:pt x="828420" y="714690"/>
                </a:lnTo>
                <a:lnTo>
                  <a:pt x="814550" y="729943"/>
                </a:lnTo>
                <a:lnTo>
                  <a:pt x="811247" y="732574"/>
                </a:lnTo>
                <a:lnTo>
                  <a:pt x="807004" y="735125"/>
                </a:lnTo>
                <a:lnTo>
                  <a:pt x="800489" y="737231"/>
                </a:lnTo>
                <a:lnTo>
                  <a:pt x="791299" y="741057"/>
                </a:lnTo>
                <a:lnTo>
                  <a:pt x="775149" y="748406"/>
                </a:lnTo>
                <a:lnTo>
                  <a:pt x="769490" y="750095"/>
                </a:lnTo>
                <a:lnTo>
                  <a:pt x="760775" y="751634"/>
                </a:lnTo>
                <a:lnTo>
                  <a:pt x="759030" y="752700"/>
                </a:lnTo>
                <a:lnTo>
                  <a:pt x="757027" y="754587"/>
                </a:lnTo>
                <a:lnTo>
                  <a:pt x="753646" y="756920"/>
                </a:lnTo>
                <a:lnTo>
                  <a:pt x="747819" y="759558"/>
                </a:lnTo>
                <a:lnTo>
                  <a:pt x="742765" y="763129"/>
                </a:lnTo>
                <a:lnTo>
                  <a:pt x="739213" y="765510"/>
                </a:lnTo>
                <a:lnTo>
                  <a:pt x="737075" y="766487"/>
                </a:lnTo>
                <a:lnTo>
                  <a:pt x="733169" y="767708"/>
                </a:lnTo>
                <a:lnTo>
                  <a:pt x="729106" y="768587"/>
                </a:lnTo>
                <a:lnTo>
                  <a:pt x="725885" y="769679"/>
                </a:lnTo>
                <a:lnTo>
                  <a:pt x="723364" y="771227"/>
                </a:lnTo>
                <a:lnTo>
                  <a:pt x="717281" y="775829"/>
                </a:lnTo>
                <a:lnTo>
                  <a:pt x="698687" y="784489"/>
                </a:lnTo>
                <a:lnTo>
                  <a:pt x="695074" y="785514"/>
                </a:lnTo>
                <a:lnTo>
                  <a:pt x="693823" y="786491"/>
                </a:lnTo>
                <a:lnTo>
                  <a:pt x="692840" y="788654"/>
                </a:lnTo>
                <a:lnTo>
                  <a:pt x="692439" y="791072"/>
                </a:lnTo>
                <a:lnTo>
                  <a:pt x="687452" y="804980"/>
                </a:lnTo>
                <a:lnTo>
                  <a:pt x="683730" y="814771"/>
                </a:lnTo>
                <a:lnTo>
                  <a:pt x="623296" y="864806"/>
                </a:lnTo>
                <a:lnTo>
                  <a:pt x="568158" y="891580"/>
                </a:lnTo>
                <a:lnTo>
                  <a:pt x="479098" y="951608"/>
                </a:lnTo>
                <a:lnTo>
                  <a:pt x="496828" y="1069344"/>
                </a:lnTo>
                <a:lnTo>
                  <a:pt x="510510" y="1162764"/>
                </a:lnTo>
                <a:lnTo>
                  <a:pt x="375534" y="1197441"/>
                </a:lnTo>
                <a:lnTo>
                  <a:pt x="352016" y="1105948"/>
                </a:lnTo>
                <a:lnTo>
                  <a:pt x="286345" y="1122945"/>
                </a:lnTo>
                <a:lnTo>
                  <a:pt x="25446" y="1187634"/>
                </a:lnTo>
                <a:lnTo>
                  <a:pt x="23322" y="1176446"/>
                </a:lnTo>
                <a:lnTo>
                  <a:pt x="23156" y="1170831"/>
                </a:lnTo>
                <a:lnTo>
                  <a:pt x="13512" y="1168825"/>
                </a:lnTo>
                <a:lnTo>
                  <a:pt x="15617" y="1167341"/>
                </a:lnTo>
                <a:lnTo>
                  <a:pt x="16480" y="1163806"/>
                </a:lnTo>
                <a:lnTo>
                  <a:pt x="16594" y="1160020"/>
                </a:lnTo>
                <a:lnTo>
                  <a:pt x="21004" y="1155661"/>
                </a:lnTo>
                <a:lnTo>
                  <a:pt x="21988" y="1152002"/>
                </a:lnTo>
                <a:lnTo>
                  <a:pt x="21238" y="1147854"/>
                </a:lnTo>
                <a:lnTo>
                  <a:pt x="16983" y="1142283"/>
                </a:lnTo>
                <a:lnTo>
                  <a:pt x="16561" y="1140053"/>
                </a:lnTo>
                <a:lnTo>
                  <a:pt x="17236" y="1136396"/>
                </a:lnTo>
                <a:lnTo>
                  <a:pt x="17264" y="1135023"/>
                </a:lnTo>
                <a:lnTo>
                  <a:pt x="9514" y="1116231"/>
                </a:lnTo>
                <a:lnTo>
                  <a:pt x="9343" y="1113870"/>
                </a:lnTo>
                <a:lnTo>
                  <a:pt x="10016" y="1111581"/>
                </a:lnTo>
                <a:lnTo>
                  <a:pt x="14476" y="1107121"/>
                </a:lnTo>
                <a:lnTo>
                  <a:pt x="15003" y="1104976"/>
                </a:lnTo>
                <a:lnTo>
                  <a:pt x="14558" y="1102982"/>
                </a:lnTo>
                <a:lnTo>
                  <a:pt x="8171" y="1093986"/>
                </a:lnTo>
                <a:lnTo>
                  <a:pt x="8169" y="1091270"/>
                </a:lnTo>
                <a:lnTo>
                  <a:pt x="9466" y="1088789"/>
                </a:lnTo>
                <a:lnTo>
                  <a:pt x="10585" y="1087183"/>
                </a:lnTo>
                <a:lnTo>
                  <a:pt x="10567" y="1085272"/>
                </a:lnTo>
                <a:lnTo>
                  <a:pt x="10103" y="1083309"/>
                </a:lnTo>
                <a:lnTo>
                  <a:pt x="9083" y="1080852"/>
                </a:lnTo>
                <a:lnTo>
                  <a:pt x="6547" y="1078321"/>
                </a:lnTo>
                <a:lnTo>
                  <a:pt x="6144" y="1075300"/>
                </a:lnTo>
                <a:lnTo>
                  <a:pt x="5951" y="1069910"/>
                </a:lnTo>
                <a:lnTo>
                  <a:pt x="7932" y="1060016"/>
                </a:lnTo>
                <a:lnTo>
                  <a:pt x="5890" y="1043233"/>
                </a:lnTo>
                <a:lnTo>
                  <a:pt x="4180" y="1037966"/>
                </a:lnTo>
                <a:lnTo>
                  <a:pt x="3207" y="1032141"/>
                </a:lnTo>
                <a:lnTo>
                  <a:pt x="1187" y="1020617"/>
                </a:lnTo>
                <a:lnTo>
                  <a:pt x="1505" y="1015525"/>
                </a:lnTo>
                <a:lnTo>
                  <a:pt x="1484" y="101140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2">
            <a:extLst>
              <a:ext uri="{FF2B5EF4-FFF2-40B4-BE49-F238E27FC236}">
                <a16:creationId xmlns:a16="http://schemas.microsoft.com/office/drawing/2014/main" id="{5C000874-4C28-422E-A854-DF0CD2FCBDF5}"/>
              </a:ext>
            </a:extLst>
          </p:cNvPr>
          <p:cNvSpPr/>
          <p:nvPr/>
        </p:nvSpPr>
        <p:spPr>
          <a:xfrm>
            <a:off x="5350643" y="3970334"/>
            <a:ext cx="603859" cy="736531"/>
          </a:xfrm>
          <a:custGeom>
            <a:avLst/>
            <a:gdLst/>
            <a:ahLst/>
            <a:cxnLst/>
            <a:rect l="0" t="0" r="0" b="0"/>
            <a:pathLst>
              <a:path w="672269" h="819971">
                <a:moveTo>
                  <a:pt x="0" y="0"/>
                </a:moveTo>
                <a:lnTo>
                  <a:pt x="111237" y="1653"/>
                </a:lnTo>
                <a:lnTo>
                  <a:pt x="174077" y="64721"/>
                </a:lnTo>
                <a:lnTo>
                  <a:pt x="234515" y="102414"/>
                </a:lnTo>
                <a:lnTo>
                  <a:pt x="307176" y="87289"/>
                </a:lnTo>
                <a:lnTo>
                  <a:pt x="438446" y="96756"/>
                </a:lnTo>
                <a:lnTo>
                  <a:pt x="475351" y="147180"/>
                </a:lnTo>
                <a:lnTo>
                  <a:pt x="497460" y="283283"/>
                </a:lnTo>
                <a:lnTo>
                  <a:pt x="567836" y="252446"/>
                </a:lnTo>
                <a:lnTo>
                  <a:pt x="650421" y="247854"/>
                </a:lnTo>
                <a:lnTo>
                  <a:pt x="672269" y="365132"/>
                </a:lnTo>
                <a:lnTo>
                  <a:pt x="665074" y="440605"/>
                </a:lnTo>
                <a:lnTo>
                  <a:pt x="646190" y="549048"/>
                </a:lnTo>
                <a:lnTo>
                  <a:pt x="628835" y="633313"/>
                </a:lnTo>
                <a:lnTo>
                  <a:pt x="586562" y="691549"/>
                </a:lnTo>
                <a:lnTo>
                  <a:pt x="499785" y="743431"/>
                </a:lnTo>
                <a:lnTo>
                  <a:pt x="419954" y="81997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36" name="pl33">
            <a:extLst>
              <a:ext uri="{FF2B5EF4-FFF2-40B4-BE49-F238E27FC236}">
                <a16:creationId xmlns:a16="http://schemas.microsoft.com/office/drawing/2014/main" id="{D02DA8EE-84D5-4944-BFE3-3EECF091671A}"/>
              </a:ext>
            </a:extLst>
          </p:cNvPr>
          <p:cNvSpPr/>
          <p:nvPr/>
        </p:nvSpPr>
        <p:spPr>
          <a:xfrm>
            <a:off x="3474560" y="3136141"/>
            <a:ext cx="1725842" cy="1202927"/>
          </a:xfrm>
          <a:custGeom>
            <a:avLst/>
            <a:gdLst/>
            <a:ahLst/>
            <a:cxnLst/>
            <a:rect l="0" t="0" r="0" b="0"/>
            <a:pathLst>
              <a:path w="1921360" h="1339204">
                <a:moveTo>
                  <a:pt x="7561" y="0"/>
                </a:moveTo>
                <a:lnTo>
                  <a:pt x="731" y="107768"/>
                </a:lnTo>
                <a:lnTo>
                  <a:pt x="0" y="178757"/>
                </a:lnTo>
                <a:lnTo>
                  <a:pt x="64668" y="223023"/>
                </a:lnTo>
                <a:lnTo>
                  <a:pt x="147398" y="262739"/>
                </a:lnTo>
                <a:lnTo>
                  <a:pt x="215501" y="357232"/>
                </a:lnTo>
                <a:lnTo>
                  <a:pt x="280013" y="415230"/>
                </a:lnTo>
                <a:lnTo>
                  <a:pt x="309487" y="489049"/>
                </a:lnTo>
                <a:lnTo>
                  <a:pt x="345857" y="575359"/>
                </a:lnTo>
                <a:lnTo>
                  <a:pt x="383258" y="642301"/>
                </a:lnTo>
                <a:lnTo>
                  <a:pt x="422200" y="690135"/>
                </a:lnTo>
                <a:lnTo>
                  <a:pt x="488684" y="747240"/>
                </a:lnTo>
                <a:lnTo>
                  <a:pt x="542814" y="707458"/>
                </a:lnTo>
                <a:lnTo>
                  <a:pt x="616324" y="788154"/>
                </a:lnTo>
                <a:lnTo>
                  <a:pt x="656389" y="781908"/>
                </a:lnTo>
                <a:lnTo>
                  <a:pt x="712204" y="827740"/>
                </a:lnTo>
                <a:lnTo>
                  <a:pt x="800941" y="852353"/>
                </a:lnTo>
                <a:lnTo>
                  <a:pt x="868064" y="873093"/>
                </a:lnTo>
                <a:lnTo>
                  <a:pt x="927000" y="920666"/>
                </a:lnTo>
                <a:lnTo>
                  <a:pt x="916631" y="983865"/>
                </a:lnTo>
                <a:lnTo>
                  <a:pt x="946184" y="1037357"/>
                </a:lnTo>
                <a:lnTo>
                  <a:pt x="994359" y="1054267"/>
                </a:lnTo>
                <a:lnTo>
                  <a:pt x="1057160" y="1082667"/>
                </a:lnTo>
                <a:lnTo>
                  <a:pt x="1173021" y="1050719"/>
                </a:lnTo>
                <a:lnTo>
                  <a:pt x="1275169" y="1077291"/>
                </a:lnTo>
                <a:lnTo>
                  <a:pt x="1349593" y="1091241"/>
                </a:lnTo>
                <a:lnTo>
                  <a:pt x="1447171" y="1162209"/>
                </a:lnTo>
                <a:lnTo>
                  <a:pt x="1558003" y="1164559"/>
                </a:lnTo>
                <a:lnTo>
                  <a:pt x="1647445" y="1205843"/>
                </a:lnTo>
                <a:lnTo>
                  <a:pt x="1771428" y="1274330"/>
                </a:lnTo>
                <a:lnTo>
                  <a:pt x="1844611" y="1318573"/>
                </a:lnTo>
                <a:lnTo>
                  <a:pt x="1890318" y="1339204"/>
                </a:lnTo>
                <a:lnTo>
                  <a:pt x="1921360" y="132336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37" name="pl34">
            <a:extLst>
              <a:ext uri="{FF2B5EF4-FFF2-40B4-BE49-F238E27FC236}">
                <a16:creationId xmlns:a16="http://schemas.microsoft.com/office/drawing/2014/main" id="{21AF0343-20E6-491E-977D-584677C9373B}"/>
              </a:ext>
            </a:extLst>
          </p:cNvPr>
          <p:cNvSpPr/>
          <p:nvPr/>
        </p:nvSpPr>
        <p:spPr>
          <a:xfrm>
            <a:off x="3891440" y="3894703"/>
            <a:ext cx="366393" cy="937152"/>
          </a:xfrm>
          <a:custGeom>
            <a:avLst/>
            <a:gdLst/>
            <a:ahLst/>
            <a:cxnLst/>
            <a:rect l="0" t="0" r="0" b="0"/>
            <a:pathLst>
              <a:path w="407901" h="1043320">
                <a:moveTo>
                  <a:pt x="338465" y="0"/>
                </a:moveTo>
                <a:lnTo>
                  <a:pt x="206098" y="28748"/>
                </a:lnTo>
                <a:lnTo>
                  <a:pt x="152230" y="81413"/>
                </a:lnTo>
                <a:lnTo>
                  <a:pt x="66431" y="175907"/>
                </a:lnTo>
                <a:lnTo>
                  <a:pt x="42520" y="203980"/>
                </a:lnTo>
                <a:lnTo>
                  <a:pt x="0" y="267549"/>
                </a:lnTo>
                <a:lnTo>
                  <a:pt x="36591" y="302021"/>
                </a:lnTo>
                <a:lnTo>
                  <a:pt x="68442" y="332619"/>
                </a:lnTo>
                <a:lnTo>
                  <a:pt x="198785" y="473118"/>
                </a:lnTo>
                <a:lnTo>
                  <a:pt x="407901" y="650701"/>
                </a:lnTo>
                <a:lnTo>
                  <a:pt x="384290" y="783322"/>
                </a:lnTo>
                <a:lnTo>
                  <a:pt x="334365" y="936944"/>
                </a:lnTo>
                <a:lnTo>
                  <a:pt x="293255" y="104332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38" name="pl35">
            <a:extLst>
              <a:ext uri="{FF2B5EF4-FFF2-40B4-BE49-F238E27FC236}">
                <a16:creationId xmlns:a16="http://schemas.microsoft.com/office/drawing/2014/main" id="{9CD402A5-92D7-4975-93EA-977BF435D80D}"/>
              </a:ext>
            </a:extLst>
          </p:cNvPr>
          <p:cNvSpPr/>
          <p:nvPr/>
        </p:nvSpPr>
        <p:spPr>
          <a:xfrm>
            <a:off x="3891440" y="3894703"/>
            <a:ext cx="366393" cy="937152"/>
          </a:xfrm>
          <a:custGeom>
            <a:avLst/>
            <a:gdLst/>
            <a:ahLst/>
            <a:cxnLst/>
            <a:rect l="0" t="0" r="0" b="0"/>
            <a:pathLst>
              <a:path w="407901" h="1043320">
                <a:moveTo>
                  <a:pt x="338465" y="0"/>
                </a:moveTo>
                <a:lnTo>
                  <a:pt x="206098" y="28748"/>
                </a:lnTo>
                <a:lnTo>
                  <a:pt x="152230" y="81413"/>
                </a:lnTo>
                <a:lnTo>
                  <a:pt x="66431" y="175907"/>
                </a:lnTo>
                <a:lnTo>
                  <a:pt x="42520" y="203980"/>
                </a:lnTo>
                <a:lnTo>
                  <a:pt x="0" y="267549"/>
                </a:lnTo>
                <a:lnTo>
                  <a:pt x="36591" y="302021"/>
                </a:lnTo>
                <a:lnTo>
                  <a:pt x="68442" y="332619"/>
                </a:lnTo>
                <a:lnTo>
                  <a:pt x="198785" y="473118"/>
                </a:lnTo>
                <a:lnTo>
                  <a:pt x="407901" y="650701"/>
                </a:lnTo>
                <a:lnTo>
                  <a:pt x="384290" y="783322"/>
                </a:lnTo>
                <a:lnTo>
                  <a:pt x="334365" y="936944"/>
                </a:lnTo>
                <a:lnTo>
                  <a:pt x="293255" y="104332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39" name="pl36">
            <a:extLst>
              <a:ext uri="{FF2B5EF4-FFF2-40B4-BE49-F238E27FC236}">
                <a16:creationId xmlns:a16="http://schemas.microsoft.com/office/drawing/2014/main" id="{AB20A721-5826-44E5-8D63-7A67B605E06A}"/>
              </a:ext>
            </a:extLst>
          </p:cNvPr>
          <p:cNvSpPr/>
          <p:nvPr/>
        </p:nvSpPr>
        <p:spPr>
          <a:xfrm>
            <a:off x="3178513" y="4549152"/>
            <a:ext cx="170675" cy="233091"/>
          </a:xfrm>
          <a:custGeom>
            <a:avLst/>
            <a:gdLst/>
            <a:ahLst/>
            <a:cxnLst/>
            <a:rect l="0" t="0" r="0" b="0"/>
            <a:pathLst>
              <a:path w="190010" h="259497">
                <a:moveTo>
                  <a:pt x="0" y="259497"/>
                </a:moveTo>
                <a:lnTo>
                  <a:pt x="19001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0" name="pl37">
            <a:extLst>
              <a:ext uri="{FF2B5EF4-FFF2-40B4-BE49-F238E27FC236}">
                <a16:creationId xmlns:a16="http://schemas.microsoft.com/office/drawing/2014/main" id="{0D2520DD-3B45-4397-9360-63C1CC57593E}"/>
              </a:ext>
            </a:extLst>
          </p:cNvPr>
          <p:cNvSpPr/>
          <p:nvPr/>
        </p:nvSpPr>
        <p:spPr>
          <a:xfrm>
            <a:off x="3891440" y="3891009"/>
            <a:ext cx="366393" cy="940846"/>
          </a:xfrm>
          <a:custGeom>
            <a:avLst/>
            <a:gdLst/>
            <a:ahLst/>
            <a:cxnLst/>
            <a:rect l="0" t="0" r="0" b="0"/>
            <a:pathLst>
              <a:path w="407901" h="1047433">
                <a:moveTo>
                  <a:pt x="333438" y="0"/>
                </a:moveTo>
                <a:lnTo>
                  <a:pt x="206098" y="32861"/>
                </a:lnTo>
                <a:lnTo>
                  <a:pt x="152230" y="85526"/>
                </a:lnTo>
                <a:lnTo>
                  <a:pt x="66431" y="180020"/>
                </a:lnTo>
                <a:lnTo>
                  <a:pt x="42520" y="208093"/>
                </a:lnTo>
                <a:lnTo>
                  <a:pt x="0" y="271662"/>
                </a:lnTo>
                <a:lnTo>
                  <a:pt x="36591" y="306134"/>
                </a:lnTo>
                <a:lnTo>
                  <a:pt x="68442" y="336732"/>
                </a:lnTo>
                <a:lnTo>
                  <a:pt x="198785" y="477231"/>
                </a:lnTo>
                <a:lnTo>
                  <a:pt x="407901" y="654814"/>
                </a:lnTo>
                <a:lnTo>
                  <a:pt x="384290" y="787435"/>
                </a:lnTo>
                <a:lnTo>
                  <a:pt x="334365" y="941058"/>
                </a:lnTo>
                <a:lnTo>
                  <a:pt x="293255" y="104743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1" name="pl38">
            <a:extLst>
              <a:ext uri="{FF2B5EF4-FFF2-40B4-BE49-F238E27FC236}">
                <a16:creationId xmlns:a16="http://schemas.microsoft.com/office/drawing/2014/main" id="{188FDF32-F9B0-4840-92A8-1032B7648F6A}"/>
              </a:ext>
            </a:extLst>
          </p:cNvPr>
          <p:cNvSpPr/>
          <p:nvPr/>
        </p:nvSpPr>
        <p:spPr>
          <a:xfrm>
            <a:off x="3891440" y="3889386"/>
            <a:ext cx="838944" cy="1131791"/>
          </a:xfrm>
          <a:custGeom>
            <a:avLst/>
            <a:gdLst/>
            <a:ahLst/>
            <a:cxnLst/>
            <a:rect l="0" t="0" r="0" b="0"/>
            <a:pathLst>
              <a:path w="933987" h="1260010">
                <a:moveTo>
                  <a:pt x="331048" y="0"/>
                </a:moveTo>
                <a:lnTo>
                  <a:pt x="206098" y="34667"/>
                </a:lnTo>
                <a:lnTo>
                  <a:pt x="152230" y="87333"/>
                </a:lnTo>
                <a:lnTo>
                  <a:pt x="66431" y="181826"/>
                </a:lnTo>
                <a:lnTo>
                  <a:pt x="42520" y="209900"/>
                </a:lnTo>
                <a:lnTo>
                  <a:pt x="0" y="273468"/>
                </a:lnTo>
                <a:lnTo>
                  <a:pt x="36591" y="307940"/>
                </a:lnTo>
                <a:lnTo>
                  <a:pt x="68442" y="338538"/>
                </a:lnTo>
                <a:lnTo>
                  <a:pt x="198785" y="479038"/>
                </a:lnTo>
                <a:lnTo>
                  <a:pt x="407901" y="656621"/>
                </a:lnTo>
                <a:lnTo>
                  <a:pt x="401228" y="774683"/>
                </a:lnTo>
                <a:lnTo>
                  <a:pt x="611192" y="937097"/>
                </a:lnTo>
                <a:lnTo>
                  <a:pt x="700359" y="1020774"/>
                </a:lnTo>
                <a:lnTo>
                  <a:pt x="753340" y="1126649"/>
                </a:lnTo>
                <a:lnTo>
                  <a:pt x="806595" y="1181687"/>
                </a:lnTo>
                <a:lnTo>
                  <a:pt x="933987" y="126001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2" name="pl39">
            <a:extLst>
              <a:ext uri="{FF2B5EF4-FFF2-40B4-BE49-F238E27FC236}">
                <a16:creationId xmlns:a16="http://schemas.microsoft.com/office/drawing/2014/main" id="{A8315AD7-0443-42E0-BFE6-5E6D9E6B2115}"/>
              </a:ext>
            </a:extLst>
          </p:cNvPr>
          <p:cNvSpPr/>
          <p:nvPr/>
        </p:nvSpPr>
        <p:spPr>
          <a:xfrm>
            <a:off x="3357810" y="4046747"/>
            <a:ext cx="1124199" cy="907732"/>
          </a:xfrm>
          <a:custGeom>
            <a:avLst/>
            <a:gdLst/>
            <a:ahLst/>
            <a:cxnLst/>
            <a:rect l="0" t="0" r="0" b="0"/>
            <a:pathLst>
              <a:path w="1251558" h="1010567">
                <a:moveTo>
                  <a:pt x="0" y="549374"/>
                </a:moveTo>
                <a:lnTo>
                  <a:pt x="223219" y="337994"/>
                </a:lnTo>
                <a:lnTo>
                  <a:pt x="324949" y="293838"/>
                </a:lnTo>
                <a:lnTo>
                  <a:pt x="406425" y="268680"/>
                </a:lnTo>
                <a:lnTo>
                  <a:pt x="481423" y="195580"/>
                </a:lnTo>
                <a:lnTo>
                  <a:pt x="528933" y="146549"/>
                </a:lnTo>
                <a:lnTo>
                  <a:pt x="584786" y="95711"/>
                </a:lnTo>
                <a:lnTo>
                  <a:pt x="631956" y="41566"/>
                </a:lnTo>
                <a:lnTo>
                  <a:pt x="685433" y="0"/>
                </a:lnTo>
                <a:lnTo>
                  <a:pt x="742945" y="25244"/>
                </a:lnTo>
                <a:lnTo>
                  <a:pt x="743690" y="95733"/>
                </a:lnTo>
                <a:lnTo>
                  <a:pt x="779354" y="142087"/>
                </a:lnTo>
                <a:lnTo>
                  <a:pt x="839125" y="201782"/>
                </a:lnTo>
                <a:lnTo>
                  <a:pt x="886243" y="262261"/>
                </a:lnTo>
                <a:lnTo>
                  <a:pt x="918172" y="335122"/>
                </a:lnTo>
                <a:lnTo>
                  <a:pt x="948326" y="394882"/>
                </a:lnTo>
                <a:lnTo>
                  <a:pt x="1009103" y="487830"/>
                </a:lnTo>
                <a:lnTo>
                  <a:pt x="1021561" y="554467"/>
                </a:lnTo>
                <a:lnTo>
                  <a:pt x="1067869" y="696511"/>
                </a:lnTo>
                <a:lnTo>
                  <a:pt x="1041816" y="793964"/>
                </a:lnTo>
                <a:lnTo>
                  <a:pt x="1101679" y="831178"/>
                </a:lnTo>
                <a:lnTo>
                  <a:pt x="1251558" y="910612"/>
                </a:lnTo>
                <a:lnTo>
                  <a:pt x="1247627" y="977314"/>
                </a:lnTo>
                <a:lnTo>
                  <a:pt x="1242025" y="101056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3" name="pl40">
            <a:extLst>
              <a:ext uri="{FF2B5EF4-FFF2-40B4-BE49-F238E27FC236}">
                <a16:creationId xmlns:a16="http://schemas.microsoft.com/office/drawing/2014/main" id="{9112DA84-84BB-4E4E-9DC7-88798EE5E3A5}"/>
              </a:ext>
            </a:extLst>
          </p:cNvPr>
          <p:cNvSpPr/>
          <p:nvPr/>
        </p:nvSpPr>
        <p:spPr>
          <a:xfrm>
            <a:off x="3728144" y="3384753"/>
            <a:ext cx="1602347" cy="642348"/>
          </a:xfrm>
          <a:custGeom>
            <a:avLst/>
            <a:gdLst/>
            <a:ahLst/>
            <a:cxnLst/>
            <a:rect l="0" t="0" r="0" b="0"/>
            <a:pathLst>
              <a:path w="1783874" h="715118">
                <a:moveTo>
                  <a:pt x="0" y="0"/>
                </a:moveTo>
                <a:lnTo>
                  <a:pt x="72686" y="47094"/>
                </a:lnTo>
                <a:lnTo>
                  <a:pt x="141116" y="115929"/>
                </a:lnTo>
                <a:lnTo>
                  <a:pt x="195129" y="223218"/>
                </a:lnTo>
                <a:lnTo>
                  <a:pt x="220894" y="271684"/>
                </a:lnTo>
                <a:lnTo>
                  <a:pt x="194175" y="314817"/>
                </a:lnTo>
                <a:lnTo>
                  <a:pt x="226288" y="366351"/>
                </a:lnTo>
                <a:lnTo>
                  <a:pt x="260503" y="430681"/>
                </a:lnTo>
                <a:lnTo>
                  <a:pt x="334012" y="511377"/>
                </a:lnTo>
                <a:lnTo>
                  <a:pt x="374078" y="505131"/>
                </a:lnTo>
                <a:lnTo>
                  <a:pt x="429892" y="550963"/>
                </a:lnTo>
                <a:lnTo>
                  <a:pt x="518629" y="575577"/>
                </a:lnTo>
                <a:lnTo>
                  <a:pt x="585753" y="596316"/>
                </a:lnTo>
                <a:lnTo>
                  <a:pt x="646060" y="642714"/>
                </a:lnTo>
                <a:lnTo>
                  <a:pt x="710102" y="606066"/>
                </a:lnTo>
                <a:lnTo>
                  <a:pt x="762025" y="578297"/>
                </a:lnTo>
                <a:lnTo>
                  <a:pt x="828091" y="553096"/>
                </a:lnTo>
                <a:lnTo>
                  <a:pt x="892550" y="535512"/>
                </a:lnTo>
                <a:lnTo>
                  <a:pt x="984408" y="496470"/>
                </a:lnTo>
                <a:lnTo>
                  <a:pt x="1059263" y="565827"/>
                </a:lnTo>
                <a:lnTo>
                  <a:pt x="1130735" y="629548"/>
                </a:lnTo>
                <a:lnTo>
                  <a:pt x="1252054" y="715118"/>
                </a:lnTo>
                <a:lnTo>
                  <a:pt x="1360314" y="631463"/>
                </a:lnTo>
                <a:lnTo>
                  <a:pt x="1458179" y="629134"/>
                </a:lnTo>
                <a:lnTo>
                  <a:pt x="1560511" y="622323"/>
                </a:lnTo>
                <a:lnTo>
                  <a:pt x="1599179" y="623650"/>
                </a:lnTo>
                <a:lnTo>
                  <a:pt x="1685852" y="639776"/>
                </a:lnTo>
                <a:lnTo>
                  <a:pt x="1783874" y="64286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4" name="pl41">
            <a:extLst>
              <a:ext uri="{FF2B5EF4-FFF2-40B4-BE49-F238E27FC236}">
                <a16:creationId xmlns:a16="http://schemas.microsoft.com/office/drawing/2014/main" id="{418B851E-491D-47DB-8FCA-BCE60D4293F8}"/>
              </a:ext>
            </a:extLst>
          </p:cNvPr>
          <p:cNvSpPr/>
          <p:nvPr/>
        </p:nvSpPr>
        <p:spPr>
          <a:xfrm>
            <a:off x="4600297" y="3830194"/>
            <a:ext cx="1354018" cy="471576"/>
          </a:xfrm>
          <a:custGeom>
            <a:avLst/>
            <a:gdLst/>
            <a:ahLst/>
            <a:cxnLst/>
            <a:rect l="0" t="0" r="0" b="0"/>
            <a:pathLst>
              <a:path w="1507412" h="525000">
                <a:moveTo>
                  <a:pt x="1507412" y="525000"/>
                </a:moveTo>
                <a:lnTo>
                  <a:pt x="1481320" y="399561"/>
                </a:lnTo>
                <a:lnTo>
                  <a:pt x="1399257" y="406808"/>
                </a:lnTo>
                <a:lnTo>
                  <a:pt x="1328333" y="433837"/>
                </a:lnTo>
                <a:lnTo>
                  <a:pt x="1308574" y="294883"/>
                </a:lnTo>
                <a:lnTo>
                  <a:pt x="1274921" y="251401"/>
                </a:lnTo>
                <a:lnTo>
                  <a:pt x="1134744" y="242609"/>
                </a:lnTo>
                <a:lnTo>
                  <a:pt x="1069279" y="256276"/>
                </a:lnTo>
                <a:lnTo>
                  <a:pt x="1014888" y="225438"/>
                </a:lnTo>
                <a:lnTo>
                  <a:pt x="948535" y="156886"/>
                </a:lnTo>
                <a:lnTo>
                  <a:pt x="580581" y="125113"/>
                </a:lnTo>
                <a:lnTo>
                  <a:pt x="481293" y="132490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5" name="pl42">
            <a:extLst>
              <a:ext uri="{FF2B5EF4-FFF2-40B4-BE49-F238E27FC236}">
                <a16:creationId xmlns:a16="http://schemas.microsoft.com/office/drawing/2014/main" id="{08243256-C4B2-4623-8191-D7F72E4D7EA0}"/>
              </a:ext>
            </a:extLst>
          </p:cNvPr>
          <p:cNvSpPr/>
          <p:nvPr/>
        </p:nvSpPr>
        <p:spPr>
          <a:xfrm>
            <a:off x="3481352" y="3136141"/>
            <a:ext cx="1719051" cy="1202927"/>
          </a:xfrm>
          <a:custGeom>
            <a:avLst/>
            <a:gdLst/>
            <a:ahLst/>
            <a:cxnLst/>
            <a:rect l="0" t="0" r="0" b="0"/>
            <a:pathLst>
              <a:path w="1913799" h="1339204">
                <a:moveTo>
                  <a:pt x="0" y="0"/>
                </a:moveTo>
                <a:lnTo>
                  <a:pt x="85602" y="109030"/>
                </a:lnTo>
                <a:lnTo>
                  <a:pt x="160992" y="172903"/>
                </a:lnTo>
                <a:lnTo>
                  <a:pt x="213281" y="217712"/>
                </a:lnTo>
                <a:lnTo>
                  <a:pt x="271342" y="269138"/>
                </a:lnTo>
                <a:lnTo>
                  <a:pt x="347437" y="323870"/>
                </a:lnTo>
                <a:lnTo>
                  <a:pt x="415867" y="392706"/>
                </a:lnTo>
                <a:lnTo>
                  <a:pt x="469879" y="499995"/>
                </a:lnTo>
                <a:lnTo>
                  <a:pt x="495645" y="548460"/>
                </a:lnTo>
                <a:lnTo>
                  <a:pt x="468926" y="591594"/>
                </a:lnTo>
                <a:lnTo>
                  <a:pt x="501038" y="643128"/>
                </a:lnTo>
                <a:lnTo>
                  <a:pt x="516409" y="701756"/>
                </a:lnTo>
                <a:lnTo>
                  <a:pt x="499654" y="758774"/>
                </a:lnTo>
                <a:lnTo>
                  <a:pt x="569128" y="805041"/>
                </a:lnTo>
                <a:lnTo>
                  <a:pt x="572615" y="866042"/>
                </a:lnTo>
                <a:lnTo>
                  <a:pt x="634907" y="913289"/>
                </a:lnTo>
                <a:lnTo>
                  <a:pt x="693490" y="957423"/>
                </a:lnTo>
                <a:lnTo>
                  <a:pt x="741835" y="1007891"/>
                </a:lnTo>
                <a:lnTo>
                  <a:pt x="834633" y="1051372"/>
                </a:lnTo>
                <a:lnTo>
                  <a:pt x="872008" y="1046715"/>
                </a:lnTo>
                <a:lnTo>
                  <a:pt x="938623" y="1037357"/>
                </a:lnTo>
                <a:lnTo>
                  <a:pt x="986798" y="1054267"/>
                </a:lnTo>
                <a:lnTo>
                  <a:pt x="1049599" y="1082667"/>
                </a:lnTo>
                <a:lnTo>
                  <a:pt x="1165460" y="1050719"/>
                </a:lnTo>
                <a:lnTo>
                  <a:pt x="1267608" y="1077291"/>
                </a:lnTo>
                <a:lnTo>
                  <a:pt x="1342032" y="1091241"/>
                </a:lnTo>
                <a:lnTo>
                  <a:pt x="1439609" y="1162209"/>
                </a:lnTo>
                <a:lnTo>
                  <a:pt x="1550442" y="1164559"/>
                </a:lnTo>
                <a:lnTo>
                  <a:pt x="1639884" y="1205843"/>
                </a:lnTo>
                <a:lnTo>
                  <a:pt x="1763867" y="1274330"/>
                </a:lnTo>
                <a:lnTo>
                  <a:pt x="1837050" y="1318573"/>
                </a:lnTo>
                <a:lnTo>
                  <a:pt x="1882757" y="1339204"/>
                </a:lnTo>
                <a:lnTo>
                  <a:pt x="1913799" y="132336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6" name="pl43">
            <a:extLst>
              <a:ext uri="{FF2B5EF4-FFF2-40B4-BE49-F238E27FC236}">
                <a16:creationId xmlns:a16="http://schemas.microsoft.com/office/drawing/2014/main" id="{D5143650-460F-46CD-9DB2-01152EEA9C47}"/>
              </a:ext>
            </a:extLst>
          </p:cNvPr>
          <p:cNvSpPr/>
          <p:nvPr/>
        </p:nvSpPr>
        <p:spPr>
          <a:xfrm>
            <a:off x="3759651" y="3313618"/>
            <a:ext cx="292070" cy="519352"/>
          </a:xfrm>
          <a:custGeom>
            <a:avLst/>
            <a:gdLst/>
            <a:ahLst/>
            <a:cxnLst/>
            <a:rect l="0" t="0" r="0" b="0"/>
            <a:pathLst>
              <a:path w="325158" h="578188">
                <a:moveTo>
                  <a:pt x="276618" y="0"/>
                </a:moveTo>
                <a:lnTo>
                  <a:pt x="300868" y="3112"/>
                </a:lnTo>
                <a:lnTo>
                  <a:pt x="325158" y="42937"/>
                </a:lnTo>
                <a:lnTo>
                  <a:pt x="266209" y="84351"/>
                </a:lnTo>
                <a:lnTo>
                  <a:pt x="248632" y="115907"/>
                </a:lnTo>
                <a:lnTo>
                  <a:pt x="218713" y="180694"/>
                </a:lnTo>
                <a:lnTo>
                  <a:pt x="138152" y="179062"/>
                </a:lnTo>
                <a:lnTo>
                  <a:pt x="102344" y="204960"/>
                </a:lnTo>
                <a:lnTo>
                  <a:pt x="38432" y="243262"/>
                </a:lnTo>
                <a:lnTo>
                  <a:pt x="0" y="274317"/>
                </a:lnTo>
                <a:lnTo>
                  <a:pt x="27646" y="381128"/>
                </a:lnTo>
                <a:lnTo>
                  <a:pt x="65465" y="447504"/>
                </a:lnTo>
                <a:lnTo>
                  <a:pt x="96781" y="488265"/>
                </a:lnTo>
                <a:lnTo>
                  <a:pt x="70832" y="540386"/>
                </a:lnTo>
                <a:lnTo>
                  <a:pt x="39190" y="578188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7" name="pl44">
            <a:extLst>
              <a:ext uri="{FF2B5EF4-FFF2-40B4-BE49-F238E27FC236}">
                <a16:creationId xmlns:a16="http://schemas.microsoft.com/office/drawing/2014/main" id="{4FBA6E96-FC95-4602-9D8D-897358716138}"/>
              </a:ext>
            </a:extLst>
          </p:cNvPr>
          <p:cNvSpPr/>
          <p:nvPr/>
        </p:nvSpPr>
        <p:spPr>
          <a:xfrm>
            <a:off x="3035158" y="4360103"/>
            <a:ext cx="314029" cy="189049"/>
          </a:xfrm>
          <a:custGeom>
            <a:avLst/>
            <a:gdLst/>
            <a:ahLst/>
            <a:cxnLst/>
            <a:rect l="0" t="0" r="0" b="0"/>
            <a:pathLst>
              <a:path w="349605" h="210466">
                <a:moveTo>
                  <a:pt x="349605" y="210466"/>
                </a:moveTo>
                <a:lnTo>
                  <a:pt x="340555" y="133513"/>
                </a:lnTo>
                <a:lnTo>
                  <a:pt x="325184" y="68660"/>
                </a:lnTo>
                <a:lnTo>
                  <a:pt x="270427" y="0"/>
                </a:lnTo>
                <a:lnTo>
                  <a:pt x="165485" y="10380"/>
                </a:lnTo>
                <a:lnTo>
                  <a:pt x="99092" y="25309"/>
                </a:lnTo>
                <a:lnTo>
                  <a:pt x="0" y="3547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8" name="pl45">
            <a:extLst>
              <a:ext uri="{FF2B5EF4-FFF2-40B4-BE49-F238E27FC236}">
                <a16:creationId xmlns:a16="http://schemas.microsoft.com/office/drawing/2014/main" id="{9EED5539-BF7E-4B05-B320-6BEA00467737}"/>
              </a:ext>
            </a:extLst>
          </p:cNvPr>
          <p:cNvSpPr/>
          <p:nvPr/>
        </p:nvSpPr>
        <p:spPr>
          <a:xfrm>
            <a:off x="3173669" y="4549152"/>
            <a:ext cx="175519" cy="240734"/>
          </a:xfrm>
          <a:custGeom>
            <a:avLst/>
            <a:gdLst/>
            <a:ahLst/>
            <a:cxnLst/>
            <a:rect l="0" t="0" r="0" b="0"/>
            <a:pathLst>
              <a:path w="195403" h="268006">
                <a:moveTo>
                  <a:pt x="195403" y="0"/>
                </a:moveTo>
                <a:lnTo>
                  <a:pt x="146131" y="32513"/>
                </a:lnTo>
                <a:lnTo>
                  <a:pt x="124035" y="73252"/>
                </a:lnTo>
                <a:lnTo>
                  <a:pt x="55840" y="160934"/>
                </a:lnTo>
                <a:lnTo>
                  <a:pt x="20032" y="211706"/>
                </a:lnTo>
                <a:lnTo>
                  <a:pt x="0" y="26800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49" name="pl46">
            <a:extLst>
              <a:ext uri="{FF2B5EF4-FFF2-40B4-BE49-F238E27FC236}">
                <a16:creationId xmlns:a16="http://schemas.microsoft.com/office/drawing/2014/main" id="{6E909DAE-E605-4034-9CF1-885FFBA5B80A}"/>
              </a:ext>
            </a:extLst>
          </p:cNvPr>
          <p:cNvSpPr/>
          <p:nvPr/>
        </p:nvSpPr>
        <p:spPr>
          <a:xfrm>
            <a:off x="4863581" y="3597456"/>
            <a:ext cx="337700" cy="739482"/>
          </a:xfrm>
          <a:custGeom>
            <a:avLst/>
            <a:gdLst/>
            <a:ahLst/>
            <a:cxnLst/>
            <a:rect l="0" t="0" r="0" b="0"/>
            <a:pathLst>
              <a:path w="375958" h="823257">
                <a:moveTo>
                  <a:pt x="375958" y="813812"/>
                </a:moveTo>
                <a:lnTo>
                  <a:pt x="340568" y="823257"/>
                </a:lnTo>
                <a:lnTo>
                  <a:pt x="292380" y="799666"/>
                </a:lnTo>
                <a:lnTo>
                  <a:pt x="250565" y="760363"/>
                </a:lnTo>
                <a:lnTo>
                  <a:pt x="223989" y="650222"/>
                </a:lnTo>
                <a:lnTo>
                  <a:pt x="196173" y="547808"/>
                </a:lnTo>
                <a:lnTo>
                  <a:pt x="137956" y="452879"/>
                </a:lnTo>
                <a:lnTo>
                  <a:pt x="102174" y="386242"/>
                </a:lnTo>
                <a:lnTo>
                  <a:pt x="56637" y="303979"/>
                </a:lnTo>
                <a:lnTo>
                  <a:pt x="10878" y="220955"/>
                </a:lnTo>
                <a:lnTo>
                  <a:pt x="0" y="130836"/>
                </a:lnTo>
                <a:lnTo>
                  <a:pt x="4831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0" name="pl47">
            <a:extLst>
              <a:ext uri="{FF2B5EF4-FFF2-40B4-BE49-F238E27FC236}">
                <a16:creationId xmlns:a16="http://schemas.microsoft.com/office/drawing/2014/main" id="{2A277B48-3A6E-40D1-9613-FAEF247F15AD}"/>
              </a:ext>
            </a:extLst>
          </p:cNvPr>
          <p:cNvSpPr/>
          <p:nvPr/>
        </p:nvSpPr>
        <p:spPr>
          <a:xfrm>
            <a:off x="3173669" y="4549152"/>
            <a:ext cx="175519" cy="240734"/>
          </a:xfrm>
          <a:custGeom>
            <a:avLst/>
            <a:gdLst/>
            <a:ahLst/>
            <a:cxnLst/>
            <a:rect l="0" t="0" r="0" b="0"/>
            <a:pathLst>
              <a:path w="195403" h="268006">
                <a:moveTo>
                  <a:pt x="195403" y="0"/>
                </a:moveTo>
                <a:lnTo>
                  <a:pt x="146131" y="32513"/>
                </a:lnTo>
                <a:lnTo>
                  <a:pt x="124035" y="73252"/>
                </a:lnTo>
                <a:lnTo>
                  <a:pt x="55840" y="160934"/>
                </a:lnTo>
                <a:lnTo>
                  <a:pt x="20032" y="211706"/>
                </a:lnTo>
                <a:lnTo>
                  <a:pt x="0" y="26800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1" name="pl48">
            <a:extLst>
              <a:ext uri="{FF2B5EF4-FFF2-40B4-BE49-F238E27FC236}">
                <a16:creationId xmlns:a16="http://schemas.microsoft.com/office/drawing/2014/main" id="{4FA24910-FB7A-4B35-A379-E95F83CA4DA6}"/>
              </a:ext>
            </a:extLst>
          </p:cNvPr>
          <p:cNvSpPr/>
          <p:nvPr/>
        </p:nvSpPr>
        <p:spPr>
          <a:xfrm>
            <a:off x="4628731" y="3340672"/>
            <a:ext cx="503167" cy="939771"/>
          </a:xfrm>
          <a:custGeom>
            <a:avLst/>
            <a:gdLst/>
            <a:ahLst/>
            <a:cxnLst/>
            <a:rect l="0" t="0" r="0" b="0"/>
            <a:pathLst>
              <a:path w="560170" h="1046236">
                <a:moveTo>
                  <a:pt x="512021" y="1046236"/>
                </a:moveTo>
                <a:lnTo>
                  <a:pt x="485446" y="936096"/>
                </a:lnTo>
                <a:lnTo>
                  <a:pt x="560170" y="672747"/>
                </a:lnTo>
                <a:lnTo>
                  <a:pt x="465322" y="521758"/>
                </a:lnTo>
                <a:lnTo>
                  <a:pt x="372550" y="527198"/>
                </a:lnTo>
                <a:lnTo>
                  <a:pt x="299471" y="529266"/>
                </a:lnTo>
                <a:lnTo>
                  <a:pt x="272334" y="506829"/>
                </a:lnTo>
                <a:lnTo>
                  <a:pt x="261456" y="416710"/>
                </a:lnTo>
                <a:lnTo>
                  <a:pt x="251675" y="288441"/>
                </a:lnTo>
                <a:lnTo>
                  <a:pt x="314646" y="192120"/>
                </a:lnTo>
                <a:lnTo>
                  <a:pt x="375305" y="190270"/>
                </a:lnTo>
                <a:lnTo>
                  <a:pt x="458322" y="5788"/>
                </a:lnTo>
                <a:lnTo>
                  <a:pt x="147163" y="77627"/>
                </a:lnTo>
                <a:lnTo>
                  <a:pt x="57407" y="140978"/>
                </a:lnTo>
                <a:lnTo>
                  <a:pt x="0" y="100216"/>
                </a:lnTo>
                <a:lnTo>
                  <a:pt x="22709" y="52056"/>
                </a:lnTo>
                <a:lnTo>
                  <a:pt x="5127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2" name="pl49">
            <a:extLst>
              <a:ext uri="{FF2B5EF4-FFF2-40B4-BE49-F238E27FC236}">
                <a16:creationId xmlns:a16="http://schemas.microsoft.com/office/drawing/2014/main" id="{B69D13D1-E34E-4D14-8E46-952F4EFB9B03}"/>
              </a:ext>
            </a:extLst>
          </p:cNvPr>
          <p:cNvSpPr/>
          <p:nvPr/>
        </p:nvSpPr>
        <p:spPr>
          <a:xfrm>
            <a:off x="4354537" y="3576422"/>
            <a:ext cx="327108" cy="1210237"/>
          </a:xfrm>
          <a:custGeom>
            <a:avLst/>
            <a:gdLst/>
            <a:ahLst/>
            <a:cxnLst/>
            <a:rect l="0" t="0" r="0" b="0"/>
            <a:pathLst>
              <a:path w="364166" h="1347343">
                <a:moveTo>
                  <a:pt x="0" y="1347343"/>
                </a:moveTo>
                <a:lnTo>
                  <a:pt x="7952" y="1252480"/>
                </a:lnTo>
                <a:lnTo>
                  <a:pt x="97969" y="1285102"/>
                </a:lnTo>
                <a:lnTo>
                  <a:pt x="233549" y="1134832"/>
                </a:lnTo>
                <a:lnTo>
                  <a:pt x="280640" y="1031068"/>
                </a:lnTo>
                <a:lnTo>
                  <a:pt x="313967" y="948479"/>
                </a:lnTo>
                <a:lnTo>
                  <a:pt x="340490" y="673291"/>
                </a:lnTo>
                <a:lnTo>
                  <a:pt x="283552" y="649939"/>
                </a:lnTo>
                <a:lnTo>
                  <a:pt x="301939" y="592987"/>
                </a:lnTo>
                <a:lnTo>
                  <a:pt x="338034" y="522324"/>
                </a:lnTo>
                <a:lnTo>
                  <a:pt x="364166" y="435447"/>
                </a:lnTo>
                <a:lnTo>
                  <a:pt x="353914" y="347657"/>
                </a:lnTo>
                <a:lnTo>
                  <a:pt x="294326" y="273425"/>
                </a:lnTo>
                <a:lnTo>
                  <a:pt x="186901" y="198605"/>
                </a:lnTo>
                <a:lnTo>
                  <a:pt x="104133" y="140912"/>
                </a:lnTo>
                <a:lnTo>
                  <a:pt x="133607" y="71816"/>
                </a:lnTo>
                <a:lnTo>
                  <a:pt x="159033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3" name="pl50">
            <a:extLst>
              <a:ext uri="{FF2B5EF4-FFF2-40B4-BE49-F238E27FC236}">
                <a16:creationId xmlns:a16="http://schemas.microsoft.com/office/drawing/2014/main" id="{E9FEF9BB-E6A7-4756-967E-8376461D6F1A}"/>
              </a:ext>
            </a:extLst>
          </p:cNvPr>
          <p:cNvSpPr/>
          <p:nvPr/>
        </p:nvSpPr>
        <p:spPr>
          <a:xfrm>
            <a:off x="3891440" y="3894703"/>
            <a:ext cx="366393" cy="937152"/>
          </a:xfrm>
          <a:custGeom>
            <a:avLst/>
            <a:gdLst/>
            <a:ahLst/>
            <a:cxnLst/>
            <a:rect l="0" t="0" r="0" b="0"/>
            <a:pathLst>
              <a:path w="407901" h="1043320">
                <a:moveTo>
                  <a:pt x="338465" y="0"/>
                </a:moveTo>
                <a:lnTo>
                  <a:pt x="206098" y="28748"/>
                </a:lnTo>
                <a:lnTo>
                  <a:pt x="152230" y="81413"/>
                </a:lnTo>
                <a:lnTo>
                  <a:pt x="66431" y="175907"/>
                </a:lnTo>
                <a:lnTo>
                  <a:pt x="42520" y="203980"/>
                </a:lnTo>
                <a:lnTo>
                  <a:pt x="0" y="267549"/>
                </a:lnTo>
                <a:lnTo>
                  <a:pt x="36591" y="302021"/>
                </a:lnTo>
                <a:lnTo>
                  <a:pt x="68442" y="332619"/>
                </a:lnTo>
                <a:lnTo>
                  <a:pt x="198785" y="473118"/>
                </a:lnTo>
                <a:lnTo>
                  <a:pt x="407901" y="650701"/>
                </a:lnTo>
                <a:lnTo>
                  <a:pt x="384290" y="783322"/>
                </a:lnTo>
                <a:lnTo>
                  <a:pt x="334365" y="936944"/>
                </a:lnTo>
                <a:lnTo>
                  <a:pt x="293255" y="104332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4" name="pl51">
            <a:extLst>
              <a:ext uri="{FF2B5EF4-FFF2-40B4-BE49-F238E27FC236}">
                <a16:creationId xmlns:a16="http://schemas.microsoft.com/office/drawing/2014/main" id="{741D2DD9-5815-4C5F-886E-2AE43D509771}"/>
              </a:ext>
            </a:extLst>
          </p:cNvPr>
          <p:cNvSpPr/>
          <p:nvPr/>
        </p:nvSpPr>
        <p:spPr>
          <a:xfrm>
            <a:off x="3173669" y="4549152"/>
            <a:ext cx="175519" cy="240734"/>
          </a:xfrm>
          <a:custGeom>
            <a:avLst/>
            <a:gdLst/>
            <a:ahLst/>
            <a:cxnLst/>
            <a:rect l="0" t="0" r="0" b="0"/>
            <a:pathLst>
              <a:path w="195403" h="268006">
                <a:moveTo>
                  <a:pt x="195403" y="0"/>
                </a:moveTo>
                <a:lnTo>
                  <a:pt x="0" y="26800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5" name="pl52">
            <a:extLst>
              <a:ext uri="{FF2B5EF4-FFF2-40B4-BE49-F238E27FC236}">
                <a16:creationId xmlns:a16="http://schemas.microsoft.com/office/drawing/2014/main" id="{4CCBC5FB-EB99-4917-BEFE-4DA9C3ABAB5C}"/>
              </a:ext>
            </a:extLst>
          </p:cNvPr>
          <p:cNvSpPr/>
          <p:nvPr/>
        </p:nvSpPr>
        <p:spPr>
          <a:xfrm>
            <a:off x="4448074" y="3340672"/>
            <a:ext cx="334920" cy="1161896"/>
          </a:xfrm>
          <a:custGeom>
            <a:avLst/>
            <a:gdLst/>
            <a:ahLst/>
            <a:cxnLst/>
            <a:rect l="0" t="0" r="0" b="0"/>
            <a:pathLst>
              <a:path w="372863" h="1293525">
                <a:moveTo>
                  <a:pt x="176506" y="1293525"/>
                </a:moveTo>
                <a:lnTo>
                  <a:pt x="209833" y="1210936"/>
                </a:lnTo>
                <a:lnTo>
                  <a:pt x="236356" y="935748"/>
                </a:lnTo>
                <a:lnTo>
                  <a:pt x="179419" y="912396"/>
                </a:lnTo>
                <a:lnTo>
                  <a:pt x="197806" y="855444"/>
                </a:lnTo>
                <a:lnTo>
                  <a:pt x="233901" y="784780"/>
                </a:lnTo>
                <a:lnTo>
                  <a:pt x="260032" y="697904"/>
                </a:lnTo>
                <a:lnTo>
                  <a:pt x="249781" y="610114"/>
                </a:lnTo>
                <a:lnTo>
                  <a:pt x="190192" y="535882"/>
                </a:lnTo>
                <a:lnTo>
                  <a:pt x="82768" y="461062"/>
                </a:lnTo>
                <a:lnTo>
                  <a:pt x="0" y="403369"/>
                </a:lnTo>
                <a:lnTo>
                  <a:pt x="29474" y="334273"/>
                </a:lnTo>
                <a:lnTo>
                  <a:pt x="54900" y="262456"/>
                </a:lnTo>
                <a:lnTo>
                  <a:pt x="23388" y="233186"/>
                </a:lnTo>
                <a:lnTo>
                  <a:pt x="63349" y="138845"/>
                </a:lnTo>
                <a:lnTo>
                  <a:pt x="136167" y="90575"/>
                </a:lnTo>
                <a:lnTo>
                  <a:pt x="201123" y="100216"/>
                </a:lnTo>
                <a:lnTo>
                  <a:pt x="223833" y="52056"/>
                </a:lnTo>
                <a:lnTo>
                  <a:pt x="252393" y="0"/>
                </a:lnTo>
                <a:lnTo>
                  <a:pt x="336716" y="42654"/>
                </a:lnTo>
                <a:lnTo>
                  <a:pt x="372863" y="7719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6" name="pl53">
            <a:extLst>
              <a:ext uri="{FF2B5EF4-FFF2-40B4-BE49-F238E27FC236}">
                <a16:creationId xmlns:a16="http://schemas.microsoft.com/office/drawing/2014/main" id="{F7D7EF58-60B1-40D4-B367-E6B25B102DC9}"/>
              </a:ext>
            </a:extLst>
          </p:cNvPr>
          <p:cNvSpPr/>
          <p:nvPr/>
        </p:nvSpPr>
        <p:spPr>
          <a:xfrm>
            <a:off x="4266185" y="3340672"/>
            <a:ext cx="877525" cy="1171357"/>
          </a:xfrm>
          <a:custGeom>
            <a:avLst/>
            <a:gdLst/>
            <a:ahLst/>
            <a:cxnLst/>
            <a:rect l="0" t="0" r="0" b="0"/>
            <a:pathLst>
              <a:path w="976938" h="1304058">
                <a:moveTo>
                  <a:pt x="0" y="1270369"/>
                </a:moveTo>
                <a:lnTo>
                  <a:pt x="116513" y="1302926"/>
                </a:lnTo>
                <a:lnTo>
                  <a:pt x="221430" y="1290173"/>
                </a:lnTo>
                <a:lnTo>
                  <a:pt x="249233" y="1293546"/>
                </a:lnTo>
                <a:lnTo>
                  <a:pt x="314345" y="1304058"/>
                </a:lnTo>
                <a:lnTo>
                  <a:pt x="379001" y="1293525"/>
                </a:lnTo>
                <a:lnTo>
                  <a:pt x="412328" y="1210936"/>
                </a:lnTo>
                <a:lnTo>
                  <a:pt x="639569" y="1014267"/>
                </a:lnTo>
                <a:lnTo>
                  <a:pt x="722860" y="1046280"/>
                </a:lnTo>
                <a:lnTo>
                  <a:pt x="850565" y="1172699"/>
                </a:lnTo>
                <a:lnTo>
                  <a:pt x="897513" y="1182601"/>
                </a:lnTo>
                <a:lnTo>
                  <a:pt x="946941" y="1204320"/>
                </a:lnTo>
                <a:lnTo>
                  <a:pt x="976938" y="1205647"/>
                </a:lnTo>
                <a:lnTo>
                  <a:pt x="915639" y="1046236"/>
                </a:lnTo>
                <a:lnTo>
                  <a:pt x="889064" y="936096"/>
                </a:lnTo>
                <a:lnTo>
                  <a:pt x="861248" y="833681"/>
                </a:lnTo>
                <a:lnTo>
                  <a:pt x="803030" y="738753"/>
                </a:lnTo>
                <a:lnTo>
                  <a:pt x="767248" y="672115"/>
                </a:lnTo>
                <a:lnTo>
                  <a:pt x="721711" y="589853"/>
                </a:lnTo>
                <a:lnTo>
                  <a:pt x="675952" y="506829"/>
                </a:lnTo>
                <a:lnTo>
                  <a:pt x="665074" y="416710"/>
                </a:lnTo>
                <a:lnTo>
                  <a:pt x="655292" y="288441"/>
                </a:lnTo>
                <a:lnTo>
                  <a:pt x="718263" y="192120"/>
                </a:lnTo>
                <a:lnTo>
                  <a:pt x="778923" y="190270"/>
                </a:lnTo>
                <a:lnTo>
                  <a:pt x="861940" y="5788"/>
                </a:lnTo>
                <a:lnTo>
                  <a:pt x="550780" y="77627"/>
                </a:lnTo>
                <a:lnTo>
                  <a:pt x="461025" y="140978"/>
                </a:lnTo>
                <a:lnTo>
                  <a:pt x="403617" y="100216"/>
                </a:lnTo>
                <a:lnTo>
                  <a:pt x="426327" y="52056"/>
                </a:lnTo>
                <a:lnTo>
                  <a:pt x="454887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7" name="pl54">
            <a:extLst>
              <a:ext uri="{FF2B5EF4-FFF2-40B4-BE49-F238E27FC236}">
                <a16:creationId xmlns:a16="http://schemas.microsoft.com/office/drawing/2014/main" id="{D190C36D-CD66-45FD-8BC5-D7253702C201}"/>
              </a:ext>
            </a:extLst>
          </p:cNvPr>
          <p:cNvSpPr/>
          <p:nvPr/>
        </p:nvSpPr>
        <p:spPr>
          <a:xfrm>
            <a:off x="3400543" y="3618060"/>
            <a:ext cx="1756071" cy="465634"/>
          </a:xfrm>
          <a:custGeom>
            <a:avLst/>
            <a:gdLst/>
            <a:ahLst/>
            <a:cxnLst/>
            <a:rect l="0" t="0" r="0" b="0"/>
            <a:pathLst>
              <a:path w="1955013" h="518385">
                <a:moveTo>
                  <a:pt x="0" y="0"/>
                </a:moveTo>
                <a:lnTo>
                  <a:pt x="23911" y="33340"/>
                </a:lnTo>
                <a:lnTo>
                  <a:pt x="57786" y="79389"/>
                </a:lnTo>
                <a:lnTo>
                  <a:pt x="93712" y="152011"/>
                </a:lnTo>
                <a:lnTo>
                  <a:pt x="209428" y="192686"/>
                </a:lnTo>
                <a:lnTo>
                  <a:pt x="264407" y="256254"/>
                </a:lnTo>
                <a:lnTo>
                  <a:pt x="299197" y="288202"/>
                </a:lnTo>
                <a:lnTo>
                  <a:pt x="343141" y="316232"/>
                </a:lnTo>
                <a:lnTo>
                  <a:pt x="396082" y="361041"/>
                </a:lnTo>
                <a:lnTo>
                  <a:pt x="450356" y="390007"/>
                </a:lnTo>
                <a:lnTo>
                  <a:pt x="489272" y="438385"/>
                </a:lnTo>
                <a:lnTo>
                  <a:pt x="569520" y="493292"/>
                </a:lnTo>
                <a:lnTo>
                  <a:pt x="637859" y="477253"/>
                </a:lnTo>
                <a:lnTo>
                  <a:pt x="695371" y="502498"/>
                </a:lnTo>
                <a:lnTo>
                  <a:pt x="752348" y="518385"/>
                </a:lnTo>
                <a:lnTo>
                  <a:pt x="816951" y="464849"/>
                </a:lnTo>
                <a:lnTo>
                  <a:pt x="833014" y="410964"/>
                </a:lnTo>
                <a:lnTo>
                  <a:pt x="837454" y="354295"/>
                </a:lnTo>
                <a:lnTo>
                  <a:pt x="884506" y="314273"/>
                </a:lnTo>
                <a:lnTo>
                  <a:pt x="938022" y="269812"/>
                </a:lnTo>
                <a:lnTo>
                  <a:pt x="1043514" y="268071"/>
                </a:lnTo>
                <a:lnTo>
                  <a:pt x="1191029" y="298082"/>
                </a:lnTo>
                <a:lnTo>
                  <a:pt x="1275274" y="328201"/>
                </a:lnTo>
                <a:lnTo>
                  <a:pt x="1425166" y="296319"/>
                </a:lnTo>
                <a:lnTo>
                  <a:pt x="1488215" y="296667"/>
                </a:lnTo>
                <a:lnTo>
                  <a:pt x="1592884" y="304262"/>
                </a:lnTo>
                <a:lnTo>
                  <a:pt x="1685421" y="281042"/>
                </a:lnTo>
                <a:lnTo>
                  <a:pt x="1662137" y="227506"/>
                </a:lnTo>
                <a:lnTo>
                  <a:pt x="1742620" y="223458"/>
                </a:lnTo>
                <a:lnTo>
                  <a:pt x="1836750" y="218605"/>
                </a:lnTo>
                <a:lnTo>
                  <a:pt x="1900282" y="214992"/>
                </a:lnTo>
                <a:lnTo>
                  <a:pt x="1955013" y="21616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8" name="pl55">
            <a:extLst>
              <a:ext uri="{FF2B5EF4-FFF2-40B4-BE49-F238E27FC236}">
                <a16:creationId xmlns:a16="http://schemas.microsoft.com/office/drawing/2014/main" id="{F2654425-A227-4A5D-B067-72794396A959}"/>
              </a:ext>
            </a:extLst>
          </p:cNvPr>
          <p:cNvSpPr/>
          <p:nvPr/>
        </p:nvSpPr>
        <p:spPr>
          <a:xfrm>
            <a:off x="2525774" y="3136454"/>
            <a:ext cx="1665173" cy="947239"/>
          </a:xfrm>
          <a:custGeom>
            <a:avLst/>
            <a:gdLst/>
            <a:ahLst/>
            <a:cxnLst/>
            <a:rect l="0" t="0" r="0" b="0"/>
            <a:pathLst>
              <a:path w="1853818" h="1054550">
                <a:moveTo>
                  <a:pt x="0" y="0"/>
                </a:moveTo>
                <a:lnTo>
                  <a:pt x="33457" y="21958"/>
                </a:lnTo>
                <a:lnTo>
                  <a:pt x="97642" y="68008"/>
                </a:lnTo>
                <a:lnTo>
                  <a:pt x="151968" y="92403"/>
                </a:lnTo>
                <a:lnTo>
                  <a:pt x="254339" y="85309"/>
                </a:lnTo>
                <a:lnTo>
                  <a:pt x="334522" y="90641"/>
                </a:lnTo>
                <a:lnTo>
                  <a:pt x="376441" y="86549"/>
                </a:lnTo>
                <a:lnTo>
                  <a:pt x="428612" y="108812"/>
                </a:lnTo>
                <a:lnTo>
                  <a:pt x="503741" y="216646"/>
                </a:lnTo>
                <a:lnTo>
                  <a:pt x="586876" y="230988"/>
                </a:lnTo>
                <a:lnTo>
                  <a:pt x="848384" y="712420"/>
                </a:lnTo>
                <a:lnTo>
                  <a:pt x="986706" y="747893"/>
                </a:lnTo>
                <a:lnTo>
                  <a:pt x="1096390" y="849198"/>
                </a:lnTo>
                <a:lnTo>
                  <a:pt x="1061196" y="758208"/>
                </a:lnTo>
                <a:lnTo>
                  <a:pt x="1074829" y="701060"/>
                </a:lnTo>
                <a:lnTo>
                  <a:pt x="1183298" y="728851"/>
                </a:lnTo>
                <a:lnTo>
                  <a:pt x="1238277" y="792419"/>
                </a:lnTo>
                <a:lnTo>
                  <a:pt x="1273067" y="824367"/>
                </a:lnTo>
                <a:lnTo>
                  <a:pt x="1317010" y="852397"/>
                </a:lnTo>
                <a:lnTo>
                  <a:pt x="1369952" y="897206"/>
                </a:lnTo>
                <a:lnTo>
                  <a:pt x="1424226" y="926172"/>
                </a:lnTo>
                <a:lnTo>
                  <a:pt x="1463142" y="974550"/>
                </a:lnTo>
                <a:lnTo>
                  <a:pt x="1543390" y="1029457"/>
                </a:lnTo>
                <a:lnTo>
                  <a:pt x="1611728" y="1013418"/>
                </a:lnTo>
                <a:lnTo>
                  <a:pt x="1669241" y="1038663"/>
                </a:lnTo>
                <a:lnTo>
                  <a:pt x="1726218" y="1054550"/>
                </a:lnTo>
                <a:lnTo>
                  <a:pt x="1790821" y="1001014"/>
                </a:lnTo>
                <a:lnTo>
                  <a:pt x="1806884" y="947129"/>
                </a:lnTo>
                <a:lnTo>
                  <a:pt x="1811324" y="890460"/>
                </a:lnTo>
                <a:lnTo>
                  <a:pt x="1853818" y="84003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59" name="pl56">
            <a:extLst>
              <a:ext uri="{FF2B5EF4-FFF2-40B4-BE49-F238E27FC236}">
                <a16:creationId xmlns:a16="http://schemas.microsoft.com/office/drawing/2014/main" id="{9BEFFC1D-01DC-4D50-A28F-181012EC0AF9}"/>
              </a:ext>
            </a:extLst>
          </p:cNvPr>
          <p:cNvSpPr/>
          <p:nvPr/>
        </p:nvSpPr>
        <p:spPr>
          <a:xfrm>
            <a:off x="3995698" y="3549035"/>
            <a:ext cx="261994" cy="486569"/>
          </a:xfrm>
          <a:custGeom>
            <a:avLst/>
            <a:gdLst/>
            <a:ahLst/>
            <a:cxnLst/>
            <a:rect l="0" t="0" r="0" b="0"/>
            <a:pathLst>
              <a:path w="291675" h="541692">
                <a:moveTo>
                  <a:pt x="291675" y="70815"/>
                </a:moveTo>
                <a:lnTo>
                  <a:pt x="248527" y="47464"/>
                </a:lnTo>
                <a:lnTo>
                  <a:pt x="192961" y="20739"/>
                </a:lnTo>
                <a:lnTo>
                  <a:pt x="136885" y="0"/>
                </a:lnTo>
                <a:lnTo>
                  <a:pt x="138713" y="97605"/>
                </a:lnTo>
                <a:lnTo>
                  <a:pt x="92236" y="138410"/>
                </a:lnTo>
                <a:lnTo>
                  <a:pt x="116748" y="193491"/>
                </a:lnTo>
                <a:lnTo>
                  <a:pt x="146144" y="251292"/>
                </a:lnTo>
                <a:lnTo>
                  <a:pt x="84492" y="318539"/>
                </a:lnTo>
                <a:lnTo>
                  <a:pt x="23597" y="340410"/>
                </a:lnTo>
                <a:lnTo>
                  <a:pt x="0" y="406372"/>
                </a:lnTo>
                <a:lnTo>
                  <a:pt x="55697" y="463913"/>
                </a:lnTo>
                <a:lnTo>
                  <a:pt x="90878" y="501627"/>
                </a:lnTo>
                <a:lnTo>
                  <a:pt x="154371" y="54169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0" name="pl57">
            <a:extLst>
              <a:ext uri="{FF2B5EF4-FFF2-40B4-BE49-F238E27FC236}">
                <a16:creationId xmlns:a16="http://schemas.microsoft.com/office/drawing/2014/main" id="{AEFD9F28-632C-4FC7-9FA0-202549EA2BD5}"/>
              </a:ext>
            </a:extLst>
          </p:cNvPr>
          <p:cNvSpPr/>
          <p:nvPr/>
        </p:nvSpPr>
        <p:spPr>
          <a:xfrm>
            <a:off x="3995698" y="3549035"/>
            <a:ext cx="1799156" cy="731760"/>
          </a:xfrm>
          <a:custGeom>
            <a:avLst/>
            <a:gdLst/>
            <a:ahLst/>
            <a:cxnLst/>
            <a:rect l="0" t="0" r="0" b="0"/>
            <a:pathLst>
              <a:path w="2002979" h="814660">
                <a:moveTo>
                  <a:pt x="291675" y="70815"/>
                </a:moveTo>
                <a:lnTo>
                  <a:pt x="248527" y="47464"/>
                </a:lnTo>
                <a:lnTo>
                  <a:pt x="192961" y="20739"/>
                </a:lnTo>
                <a:lnTo>
                  <a:pt x="136885" y="0"/>
                </a:lnTo>
                <a:lnTo>
                  <a:pt x="138713" y="97605"/>
                </a:lnTo>
                <a:lnTo>
                  <a:pt x="92236" y="138410"/>
                </a:lnTo>
                <a:lnTo>
                  <a:pt x="116748" y="193491"/>
                </a:lnTo>
                <a:lnTo>
                  <a:pt x="146144" y="251292"/>
                </a:lnTo>
                <a:lnTo>
                  <a:pt x="84492" y="318539"/>
                </a:lnTo>
                <a:lnTo>
                  <a:pt x="23597" y="340410"/>
                </a:lnTo>
                <a:lnTo>
                  <a:pt x="0" y="406372"/>
                </a:lnTo>
                <a:lnTo>
                  <a:pt x="55697" y="463913"/>
                </a:lnTo>
                <a:lnTo>
                  <a:pt x="90878" y="501627"/>
                </a:lnTo>
                <a:lnTo>
                  <a:pt x="154371" y="541692"/>
                </a:lnTo>
                <a:lnTo>
                  <a:pt x="170434" y="487808"/>
                </a:lnTo>
                <a:lnTo>
                  <a:pt x="174874" y="431138"/>
                </a:lnTo>
                <a:lnTo>
                  <a:pt x="219406" y="394642"/>
                </a:lnTo>
                <a:lnTo>
                  <a:pt x="287888" y="413424"/>
                </a:lnTo>
                <a:lnTo>
                  <a:pt x="384225" y="456209"/>
                </a:lnTo>
                <a:lnTo>
                  <a:pt x="536102" y="496557"/>
                </a:lnTo>
                <a:lnTo>
                  <a:pt x="627202" y="532117"/>
                </a:lnTo>
                <a:lnTo>
                  <a:pt x="735893" y="568199"/>
                </a:lnTo>
                <a:lnTo>
                  <a:pt x="791956" y="588678"/>
                </a:lnTo>
                <a:lnTo>
                  <a:pt x="862697" y="613335"/>
                </a:lnTo>
                <a:lnTo>
                  <a:pt x="1061078" y="743867"/>
                </a:lnTo>
                <a:lnTo>
                  <a:pt x="1191251" y="814660"/>
                </a:lnTo>
                <a:lnTo>
                  <a:pt x="1190193" y="704128"/>
                </a:lnTo>
                <a:lnTo>
                  <a:pt x="1177591" y="613422"/>
                </a:lnTo>
                <a:lnTo>
                  <a:pt x="1242861" y="612138"/>
                </a:lnTo>
                <a:lnTo>
                  <a:pt x="1386054" y="612529"/>
                </a:lnTo>
                <a:lnTo>
                  <a:pt x="1434582" y="615206"/>
                </a:lnTo>
                <a:lnTo>
                  <a:pt x="1570971" y="618754"/>
                </a:lnTo>
                <a:lnTo>
                  <a:pt x="1620439" y="599341"/>
                </a:lnTo>
                <a:lnTo>
                  <a:pt x="1675156" y="578536"/>
                </a:lnTo>
                <a:lnTo>
                  <a:pt x="1737749" y="622867"/>
                </a:lnTo>
                <a:lnTo>
                  <a:pt x="1804755" y="661539"/>
                </a:lnTo>
                <a:lnTo>
                  <a:pt x="1854027" y="682170"/>
                </a:lnTo>
                <a:lnTo>
                  <a:pt x="1907517" y="715619"/>
                </a:lnTo>
                <a:lnTo>
                  <a:pt x="2002979" y="75133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1" name="pl58">
            <a:extLst>
              <a:ext uri="{FF2B5EF4-FFF2-40B4-BE49-F238E27FC236}">
                <a16:creationId xmlns:a16="http://schemas.microsoft.com/office/drawing/2014/main" id="{3F5FF60F-C063-45A7-A845-E310FF30204F}"/>
              </a:ext>
            </a:extLst>
          </p:cNvPr>
          <p:cNvSpPr/>
          <p:nvPr/>
        </p:nvSpPr>
        <p:spPr>
          <a:xfrm>
            <a:off x="3499170" y="3474460"/>
            <a:ext cx="1231285" cy="1476364"/>
          </a:xfrm>
          <a:custGeom>
            <a:avLst/>
            <a:gdLst/>
            <a:ahLst/>
            <a:cxnLst/>
            <a:rect l="0" t="0" r="0" b="0"/>
            <a:pathLst>
              <a:path w="1370775" h="1643619">
                <a:moveTo>
                  <a:pt x="823572" y="1456287"/>
                </a:moveTo>
                <a:lnTo>
                  <a:pt x="885564" y="1443882"/>
                </a:lnTo>
                <a:lnTo>
                  <a:pt x="951982" y="1505231"/>
                </a:lnTo>
                <a:lnTo>
                  <a:pt x="994242" y="1510998"/>
                </a:lnTo>
                <a:lnTo>
                  <a:pt x="1091597" y="1436657"/>
                </a:lnTo>
                <a:lnTo>
                  <a:pt x="1137069" y="1482707"/>
                </a:lnTo>
                <a:lnTo>
                  <a:pt x="1178532" y="1517070"/>
                </a:lnTo>
                <a:lnTo>
                  <a:pt x="1190050" y="1588582"/>
                </a:lnTo>
                <a:lnTo>
                  <a:pt x="1243305" y="1643619"/>
                </a:lnTo>
                <a:lnTo>
                  <a:pt x="1255437" y="1580247"/>
                </a:lnTo>
                <a:lnTo>
                  <a:pt x="1263102" y="1521553"/>
                </a:lnTo>
                <a:lnTo>
                  <a:pt x="1261731" y="1423774"/>
                </a:lnTo>
                <a:lnTo>
                  <a:pt x="1254549" y="1340097"/>
                </a:lnTo>
                <a:lnTo>
                  <a:pt x="1264709" y="1264994"/>
                </a:lnTo>
                <a:lnTo>
                  <a:pt x="1370775" y="1232894"/>
                </a:lnTo>
                <a:lnTo>
                  <a:pt x="1344500" y="1156507"/>
                </a:lnTo>
                <a:lnTo>
                  <a:pt x="1280249" y="1149195"/>
                </a:lnTo>
                <a:lnTo>
                  <a:pt x="1208581" y="1150305"/>
                </a:lnTo>
                <a:lnTo>
                  <a:pt x="1150193" y="1150740"/>
                </a:lnTo>
                <a:lnTo>
                  <a:pt x="1109031" y="1143885"/>
                </a:lnTo>
                <a:lnTo>
                  <a:pt x="1059759" y="1140294"/>
                </a:lnTo>
                <a:lnTo>
                  <a:pt x="964388" y="1152242"/>
                </a:lnTo>
                <a:lnTo>
                  <a:pt x="842573" y="1121622"/>
                </a:lnTo>
                <a:lnTo>
                  <a:pt x="784578" y="1051394"/>
                </a:lnTo>
                <a:lnTo>
                  <a:pt x="709749" y="963386"/>
                </a:lnTo>
                <a:lnTo>
                  <a:pt x="640301" y="943734"/>
                </a:lnTo>
                <a:lnTo>
                  <a:pt x="610643" y="909088"/>
                </a:lnTo>
                <a:lnTo>
                  <a:pt x="548678" y="839078"/>
                </a:lnTo>
                <a:lnTo>
                  <a:pt x="516278" y="808066"/>
                </a:lnTo>
                <a:lnTo>
                  <a:pt x="474084" y="768306"/>
                </a:lnTo>
                <a:lnTo>
                  <a:pt x="437767" y="733638"/>
                </a:lnTo>
                <a:lnTo>
                  <a:pt x="474581" y="678688"/>
                </a:lnTo>
                <a:lnTo>
                  <a:pt x="531414" y="613857"/>
                </a:lnTo>
                <a:lnTo>
                  <a:pt x="597571" y="542454"/>
                </a:lnTo>
                <a:lnTo>
                  <a:pt x="653908" y="492074"/>
                </a:lnTo>
                <a:lnTo>
                  <a:pt x="773543" y="475708"/>
                </a:lnTo>
                <a:lnTo>
                  <a:pt x="813308" y="408549"/>
                </a:lnTo>
                <a:lnTo>
                  <a:pt x="830977" y="373097"/>
                </a:lnTo>
                <a:lnTo>
                  <a:pt x="769325" y="275862"/>
                </a:lnTo>
                <a:lnTo>
                  <a:pt x="725315" y="220237"/>
                </a:lnTo>
                <a:lnTo>
                  <a:pt x="698322" y="181978"/>
                </a:lnTo>
                <a:lnTo>
                  <a:pt x="685159" y="71337"/>
                </a:lnTo>
                <a:lnTo>
                  <a:pt x="578139" y="10620"/>
                </a:lnTo>
                <a:lnTo>
                  <a:pt x="508704" y="1632"/>
                </a:lnTo>
                <a:lnTo>
                  <a:pt x="428142" y="0"/>
                </a:lnTo>
                <a:lnTo>
                  <a:pt x="392334" y="25897"/>
                </a:lnTo>
                <a:lnTo>
                  <a:pt x="328423" y="64199"/>
                </a:lnTo>
                <a:lnTo>
                  <a:pt x="289990" y="95254"/>
                </a:lnTo>
                <a:lnTo>
                  <a:pt x="222096" y="197669"/>
                </a:lnTo>
                <a:lnTo>
                  <a:pt x="174404" y="196951"/>
                </a:lnTo>
                <a:lnTo>
                  <a:pt x="88475" y="125483"/>
                </a:lnTo>
                <a:lnTo>
                  <a:pt x="39973" y="64308"/>
                </a:lnTo>
                <a:lnTo>
                  <a:pt x="0" y="2361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2" name="pl59">
            <a:extLst>
              <a:ext uri="{FF2B5EF4-FFF2-40B4-BE49-F238E27FC236}">
                <a16:creationId xmlns:a16="http://schemas.microsoft.com/office/drawing/2014/main" id="{7F7423D7-ED7F-460F-9289-7532727ACDDD}"/>
              </a:ext>
            </a:extLst>
          </p:cNvPr>
          <p:cNvSpPr/>
          <p:nvPr/>
        </p:nvSpPr>
        <p:spPr>
          <a:xfrm>
            <a:off x="4135522" y="3513008"/>
            <a:ext cx="137407" cy="383747"/>
          </a:xfrm>
          <a:custGeom>
            <a:avLst/>
            <a:gdLst/>
            <a:ahLst/>
            <a:cxnLst/>
            <a:rect l="0" t="0" r="0" b="0"/>
            <a:pathLst>
              <a:path w="152974" h="427221">
                <a:moveTo>
                  <a:pt x="69813" y="427221"/>
                </a:moveTo>
                <a:lnTo>
                  <a:pt x="104864" y="365633"/>
                </a:lnTo>
                <a:lnTo>
                  <a:pt x="122533" y="330182"/>
                </a:lnTo>
                <a:lnTo>
                  <a:pt x="60881" y="232946"/>
                </a:lnTo>
                <a:lnTo>
                  <a:pt x="16872" y="177321"/>
                </a:lnTo>
                <a:lnTo>
                  <a:pt x="0" y="141652"/>
                </a:lnTo>
                <a:lnTo>
                  <a:pt x="55174" y="63024"/>
                </a:lnTo>
                <a:lnTo>
                  <a:pt x="77832" y="0"/>
                </a:lnTo>
                <a:lnTo>
                  <a:pt x="93594" y="565"/>
                </a:lnTo>
                <a:lnTo>
                  <a:pt x="113731" y="13014"/>
                </a:lnTo>
                <a:lnTo>
                  <a:pt x="152974" y="3403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3" name="pl60">
            <a:extLst>
              <a:ext uri="{FF2B5EF4-FFF2-40B4-BE49-F238E27FC236}">
                <a16:creationId xmlns:a16="http://schemas.microsoft.com/office/drawing/2014/main" id="{F93F4B8A-BB7C-4581-8BFD-F5A65F06140E}"/>
              </a:ext>
            </a:extLst>
          </p:cNvPr>
          <p:cNvSpPr/>
          <p:nvPr/>
        </p:nvSpPr>
        <p:spPr>
          <a:xfrm>
            <a:off x="4173482" y="4477919"/>
            <a:ext cx="164656" cy="476541"/>
          </a:xfrm>
          <a:custGeom>
            <a:avLst/>
            <a:gdLst/>
            <a:ahLst/>
            <a:cxnLst/>
            <a:rect l="0" t="0" r="0" b="0"/>
            <a:pathLst>
              <a:path w="183310" h="530528">
                <a:moveTo>
                  <a:pt x="0" y="466633"/>
                </a:moveTo>
                <a:lnTo>
                  <a:pt x="93594" y="530528"/>
                </a:lnTo>
                <a:lnTo>
                  <a:pt x="148952" y="480735"/>
                </a:lnTo>
                <a:lnTo>
                  <a:pt x="183310" y="363696"/>
                </a:lnTo>
                <a:lnTo>
                  <a:pt x="126738" y="316711"/>
                </a:lnTo>
                <a:lnTo>
                  <a:pt x="32961" y="260824"/>
                </a:lnTo>
                <a:lnTo>
                  <a:pt x="57682" y="183523"/>
                </a:lnTo>
                <a:lnTo>
                  <a:pt x="88553" y="98541"/>
                </a:lnTo>
                <a:lnTo>
                  <a:pt x="94743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4" name="pl61">
            <a:extLst>
              <a:ext uri="{FF2B5EF4-FFF2-40B4-BE49-F238E27FC236}">
                <a16:creationId xmlns:a16="http://schemas.microsoft.com/office/drawing/2014/main" id="{89621D26-BFB7-466C-8559-33BB60B8C800}"/>
              </a:ext>
            </a:extLst>
          </p:cNvPr>
          <p:cNvSpPr/>
          <p:nvPr/>
        </p:nvSpPr>
        <p:spPr>
          <a:xfrm>
            <a:off x="3499170" y="3244966"/>
            <a:ext cx="1173162" cy="540678"/>
          </a:xfrm>
          <a:custGeom>
            <a:avLst/>
            <a:gdLst/>
            <a:ahLst/>
            <a:cxnLst/>
            <a:rect l="0" t="0" r="0" b="0"/>
            <a:pathLst>
              <a:path w="1306067" h="601931">
                <a:moveTo>
                  <a:pt x="1306067" y="104591"/>
                </a:moveTo>
                <a:lnTo>
                  <a:pt x="1275757" y="163110"/>
                </a:lnTo>
                <a:lnTo>
                  <a:pt x="1244271" y="212859"/>
                </a:lnTo>
                <a:lnTo>
                  <a:pt x="1192361" y="192424"/>
                </a:lnTo>
                <a:lnTo>
                  <a:pt x="1220295" y="121000"/>
                </a:lnTo>
                <a:lnTo>
                  <a:pt x="1243266" y="75320"/>
                </a:lnTo>
                <a:lnTo>
                  <a:pt x="1165877" y="25288"/>
                </a:lnTo>
                <a:lnTo>
                  <a:pt x="1085081" y="3177"/>
                </a:lnTo>
                <a:lnTo>
                  <a:pt x="1020125" y="0"/>
                </a:lnTo>
                <a:lnTo>
                  <a:pt x="849442" y="67485"/>
                </a:lnTo>
                <a:lnTo>
                  <a:pt x="822762" y="160259"/>
                </a:lnTo>
                <a:lnTo>
                  <a:pt x="809312" y="235971"/>
                </a:lnTo>
                <a:lnTo>
                  <a:pt x="785087" y="294687"/>
                </a:lnTo>
                <a:lnTo>
                  <a:pt x="753902" y="373380"/>
                </a:lnTo>
                <a:lnTo>
                  <a:pt x="713131" y="433206"/>
                </a:lnTo>
                <a:lnTo>
                  <a:pt x="625426" y="445893"/>
                </a:lnTo>
                <a:lnTo>
                  <a:pt x="559922" y="443543"/>
                </a:lnTo>
                <a:lnTo>
                  <a:pt x="471237" y="515555"/>
                </a:lnTo>
                <a:lnTo>
                  <a:pt x="360392" y="601931"/>
                </a:lnTo>
                <a:lnTo>
                  <a:pt x="295710" y="548156"/>
                </a:lnTo>
                <a:lnTo>
                  <a:pt x="234528" y="500844"/>
                </a:lnTo>
                <a:lnTo>
                  <a:pt x="238433" y="441193"/>
                </a:lnTo>
                <a:lnTo>
                  <a:pt x="197323" y="378146"/>
                </a:lnTo>
                <a:lnTo>
                  <a:pt x="123029" y="312293"/>
                </a:lnTo>
                <a:lnTo>
                  <a:pt x="39973" y="319801"/>
                </a:lnTo>
                <a:lnTo>
                  <a:pt x="0" y="27910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5" name="pl62">
            <a:extLst>
              <a:ext uri="{FF2B5EF4-FFF2-40B4-BE49-F238E27FC236}">
                <a16:creationId xmlns:a16="http://schemas.microsoft.com/office/drawing/2014/main" id="{FC365B31-285F-47D4-8994-378AA80B9791}"/>
              </a:ext>
            </a:extLst>
          </p:cNvPr>
          <p:cNvSpPr/>
          <p:nvPr/>
        </p:nvSpPr>
        <p:spPr>
          <a:xfrm>
            <a:off x="4823405" y="3811174"/>
            <a:ext cx="562569" cy="612459"/>
          </a:xfrm>
          <a:custGeom>
            <a:avLst/>
            <a:gdLst/>
            <a:ahLst/>
            <a:cxnLst/>
            <a:rect l="0" t="0" r="0" b="0"/>
            <a:pathLst>
              <a:path w="626301" h="681843">
                <a:moveTo>
                  <a:pt x="0" y="490790"/>
                </a:moveTo>
                <a:lnTo>
                  <a:pt x="102513" y="522476"/>
                </a:lnTo>
                <a:lnTo>
                  <a:pt x="230218" y="648895"/>
                </a:lnTo>
                <a:lnTo>
                  <a:pt x="277166" y="658797"/>
                </a:lnTo>
                <a:lnTo>
                  <a:pt x="326595" y="680516"/>
                </a:lnTo>
                <a:lnTo>
                  <a:pt x="356591" y="681843"/>
                </a:lnTo>
                <a:lnTo>
                  <a:pt x="430245" y="587285"/>
                </a:lnTo>
                <a:lnTo>
                  <a:pt x="555508" y="580865"/>
                </a:lnTo>
                <a:lnTo>
                  <a:pt x="614117" y="569635"/>
                </a:lnTo>
                <a:lnTo>
                  <a:pt x="613660" y="504326"/>
                </a:lnTo>
                <a:lnTo>
                  <a:pt x="612798" y="459364"/>
                </a:lnTo>
                <a:lnTo>
                  <a:pt x="626301" y="322238"/>
                </a:lnTo>
                <a:lnTo>
                  <a:pt x="509004" y="318473"/>
                </a:lnTo>
                <a:lnTo>
                  <a:pt x="459314" y="315231"/>
                </a:lnTo>
                <a:lnTo>
                  <a:pt x="445916" y="206896"/>
                </a:lnTo>
                <a:lnTo>
                  <a:pt x="385622" y="146375"/>
                </a:lnTo>
                <a:lnTo>
                  <a:pt x="344303" y="144873"/>
                </a:lnTo>
                <a:lnTo>
                  <a:pt x="316226" y="0"/>
                </a:lnTo>
                <a:lnTo>
                  <a:pt x="370956" y="117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6" name="pl63">
            <a:extLst>
              <a:ext uri="{FF2B5EF4-FFF2-40B4-BE49-F238E27FC236}">
                <a16:creationId xmlns:a16="http://schemas.microsoft.com/office/drawing/2014/main" id="{A132786B-9D19-4A10-BB6F-60E265355C8E}"/>
              </a:ext>
            </a:extLst>
          </p:cNvPr>
          <p:cNvSpPr/>
          <p:nvPr/>
        </p:nvSpPr>
        <p:spPr>
          <a:xfrm>
            <a:off x="3483452" y="3134734"/>
            <a:ext cx="478686" cy="636875"/>
          </a:xfrm>
          <a:custGeom>
            <a:avLst/>
            <a:gdLst/>
            <a:ahLst/>
            <a:cxnLst/>
            <a:rect l="0" t="0" r="0" b="0"/>
            <a:pathLst>
              <a:path w="532916" h="709025">
                <a:moveTo>
                  <a:pt x="0" y="0"/>
                </a:moveTo>
                <a:lnTo>
                  <a:pt x="83264" y="110597"/>
                </a:lnTo>
                <a:lnTo>
                  <a:pt x="148625" y="168246"/>
                </a:lnTo>
                <a:lnTo>
                  <a:pt x="220960" y="226875"/>
                </a:lnTo>
                <a:lnTo>
                  <a:pt x="259314" y="265460"/>
                </a:lnTo>
                <a:lnTo>
                  <a:pt x="342762" y="326808"/>
                </a:lnTo>
                <a:lnTo>
                  <a:pt x="413529" y="394272"/>
                </a:lnTo>
                <a:lnTo>
                  <a:pt x="460072" y="489440"/>
                </a:lnTo>
                <a:lnTo>
                  <a:pt x="493138" y="546154"/>
                </a:lnTo>
                <a:lnTo>
                  <a:pt x="466588" y="593161"/>
                </a:lnTo>
                <a:lnTo>
                  <a:pt x="498492" y="646283"/>
                </a:lnTo>
                <a:lnTo>
                  <a:pt x="532916" y="70902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7" name="pl64">
            <a:extLst>
              <a:ext uri="{FF2B5EF4-FFF2-40B4-BE49-F238E27FC236}">
                <a16:creationId xmlns:a16="http://schemas.microsoft.com/office/drawing/2014/main" id="{29D03373-9C2D-4160-BAB8-1ED9AAB375FD}"/>
              </a:ext>
            </a:extLst>
          </p:cNvPr>
          <p:cNvSpPr/>
          <p:nvPr/>
        </p:nvSpPr>
        <p:spPr>
          <a:xfrm>
            <a:off x="3474560" y="3136884"/>
            <a:ext cx="1353056" cy="1110875"/>
          </a:xfrm>
          <a:custGeom>
            <a:avLst/>
            <a:gdLst/>
            <a:ahLst/>
            <a:cxnLst/>
            <a:rect l="0" t="0" r="0" b="0"/>
            <a:pathLst>
              <a:path w="1506341" h="1236724">
                <a:moveTo>
                  <a:pt x="6555" y="0"/>
                </a:moveTo>
                <a:lnTo>
                  <a:pt x="731" y="106941"/>
                </a:lnTo>
                <a:lnTo>
                  <a:pt x="0" y="177930"/>
                </a:lnTo>
                <a:lnTo>
                  <a:pt x="64668" y="222196"/>
                </a:lnTo>
                <a:lnTo>
                  <a:pt x="147398" y="261912"/>
                </a:lnTo>
                <a:lnTo>
                  <a:pt x="215501" y="356406"/>
                </a:lnTo>
                <a:lnTo>
                  <a:pt x="280013" y="414403"/>
                </a:lnTo>
                <a:lnTo>
                  <a:pt x="309487" y="488222"/>
                </a:lnTo>
                <a:lnTo>
                  <a:pt x="345857" y="574532"/>
                </a:lnTo>
                <a:lnTo>
                  <a:pt x="383258" y="641474"/>
                </a:lnTo>
                <a:lnTo>
                  <a:pt x="422200" y="689308"/>
                </a:lnTo>
                <a:lnTo>
                  <a:pt x="388234" y="738491"/>
                </a:lnTo>
                <a:lnTo>
                  <a:pt x="359099" y="773964"/>
                </a:lnTo>
                <a:lnTo>
                  <a:pt x="460007" y="820798"/>
                </a:lnTo>
                <a:lnTo>
                  <a:pt x="580176" y="865215"/>
                </a:lnTo>
                <a:lnTo>
                  <a:pt x="642468" y="912462"/>
                </a:lnTo>
                <a:lnTo>
                  <a:pt x="701052" y="956596"/>
                </a:lnTo>
                <a:lnTo>
                  <a:pt x="749396" y="1007064"/>
                </a:lnTo>
                <a:lnTo>
                  <a:pt x="842194" y="1050545"/>
                </a:lnTo>
                <a:lnTo>
                  <a:pt x="879570" y="1045888"/>
                </a:lnTo>
                <a:lnTo>
                  <a:pt x="946184" y="1036530"/>
                </a:lnTo>
                <a:lnTo>
                  <a:pt x="994359" y="1053440"/>
                </a:lnTo>
                <a:lnTo>
                  <a:pt x="1054013" y="1087063"/>
                </a:lnTo>
                <a:lnTo>
                  <a:pt x="1104904" y="1102841"/>
                </a:lnTo>
                <a:lnTo>
                  <a:pt x="1188770" y="1127106"/>
                </a:lnTo>
                <a:lnTo>
                  <a:pt x="1266746" y="1149826"/>
                </a:lnTo>
                <a:lnTo>
                  <a:pt x="1347830" y="1171567"/>
                </a:lnTo>
                <a:lnTo>
                  <a:pt x="1406309" y="1184146"/>
                </a:lnTo>
                <a:lnTo>
                  <a:pt x="1506341" y="1236724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8" name="pl65">
            <a:extLst>
              <a:ext uri="{FF2B5EF4-FFF2-40B4-BE49-F238E27FC236}">
                <a16:creationId xmlns:a16="http://schemas.microsoft.com/office/drawing/2014/main" id="{50045185-376D-492D-9404-D9E4457F51A8}"/>
              </a:ext>
            </a:extLst>
          </p:cNvPr>
          <p:cNvSpPr/>
          <p:nvPr/>
        </p:nvSpPr>
        <p:spPr>
          <a:xfrm>
            <a:off x="5174267" y="3129495"/>
            <a:ext cx="181689" cy="60169"/>
          </a:xfrm>
          <a:custGeom>
            <a:avLst/>
            <a:gdLst/>
            <a:ahLst/>
            <a:cxnLst/>
            <a:rect l="0" t="0" r="0" b="0"/>
            <a:pathLst>
              <a:path w="202272" h="66985">
                <a:moveTo>
                  <a:pt x="202272" y="29510"/>
                </a:moveTo>
                <a:lnTo>
                  <a:pt x="146288" y="44460"/>
                </a:lnTo>
                <a:lnTo>
                  <a:pt x="113940" y="66985"/>
                </a:lnTo>
                <a:lnTo>
                  <a:pt x="34097" y="0"/>
                </a:lnTo>
                <a:lnTo>
                  <a:pt x="0" y="4328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69" name="pl66">
            <a:extLst>
              <a:ext uri="{FF2B5EF4-FFF2-40B4-BE49-F238E27FC236}">
                <a16:creationId xmlns:a16="http://schemas.microsoft.com/office/drawing/2014/main" id="{4DCD9DC7-C0F4-4DE2-9B75-B83BA2AEC61B}"/>
              </a:ext>
            </a:extLst>
          </p:cNvPr>
          <p:cNvSpPr/>
          <p:nvPr/>
        </p:nvSpPr>
        <p:spPr>
          <a:xfrm>
            <a:off x="4867922" y="3473033"/>
            <a:ext cx="814933" cy="866701"/>
          </a:xfrm>
          <a:custGeom>
            <a:avLst/>
            <a:gdLst/>
            <a:ahLst/>
            <a:cxnLst/>
            <a:rect l="0" t="0" r="0" b="0"/>
            <a:pathLst>
              <a:path w="907255" h="964888">
                <a:moveTo>
                  <a:pt x="0" y="138518"/>
                </a:moveTo>
                <a:lnTo>
                  <a:pt x="48357" y="44765"/>
                </a:lnTo>
                <a:lnTo>
                  <a:pt x="117597" y="40739"/>
                </a:lnTo>
                <a:lnTo>
                  <a:pt x="199921" y="85788"/>
                </a:lnTo>
                <a:lnTo>
                  <a:pt x="288488" y="110466"/>
                </a:lnTo>
                <a:lnTo>
                  <a:pt x="408345" y="73688"/>
                </a:lnTo>
                <a:lnTo>
                  <a:pt x="405903" y="0"/>
                </a:lnTo>
                <a:lnTo>
                  <a:pt x="545152" y="28182"/>
                </a:lnTo>
                <a:lnTo>
                  <a:pt x="585139" y="49836"/>
                </a:lnTo>
                <a:lnTo>
                  <a:pt x="657526" y="92382"/>
                </a:lnTo>
                <a:lnTo>
                  <a:pt x="765812" y="173426"/>
                </a:lnTo>
                <a:lnTo>
                  <a:pt x="805616" y="221303"/>
                </a:lnTo>
                <a:lnTo>
                  <a:pt x="841946" y="292271"/>
                </a:lnTo>
                <a:lnTo>
                  <a:pt x="875116" y="344697"/>
                </a:lnTo>
                <a:lnTo>
                  <a:pt x="900556" y="461758"/>
                </a:lnTo>
                <a:lnTo>
                  <a:pt x="907255" y="546611"/>
                </a:lnTo>
                <a:lnTo>
                  <a:pt x="851205" y="640734"/>
                </a:lnTo>
                <a:lnTo>
                  <a:pt x="818009" y="767283"/>
                </a:lnTo>
                <a:lnTo>
                  <a:pt x="801515" y="839448"/>
                </a:lnTo>
                <a:lnTo>
                  <a:pt x="786380" y="906934"/>
                </a:lnTo>
                <a:lnTo>
                  <a:pt x="765407" y="964888"/>
                </a:lnTo>
                <a:lnTo>
                  <a:pt x="664891" y="955943"/>
                </a:lnTo>
                <a:lnTo>
                  <a:pt x="570604" y="948239"/>
                </a:lnTo>
                <a:lnTo>
                  <a:pt x="491335" y="950677"/>
                </a:lnTo>
                <a:lnTo>
                  <a:pt x="379301" y="94808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0" name="pl67">
            <a:extLst>
              <a:ext uri="{FF2B5EF4-FFF2-40B4-BE49-F238E27FC236}">
                <a16:creationId xmlns:a16="http://schemas.microsoft.com/office/drawing/2014/main" id="{814CDE5B-5758-4F38-A37C-53D5FC1E2FB9}"/>
              </a:ext>
            </a:extLst>
          </p:cNvPr>
          <p:cNvSpPr/>
          <p:nvPr/>
        </p:nvSpPr>
        <p:spPr>
          <a:xfrm>
            <a:off x="4867922" y="3473033"/>
            <a:ext cx="757138" cy="357396"/>
          </a:xfrm>
          <a:custGeom>
            <a:avLst/>
            <a:gdLst/>
            <a:ahLst/>
            <a:cxnLst/>
            <a:rect l="0" t="0" r="0" b="0"/>
            <a:pathLst>
              <a:path w="842913" h="397885">
                <a:moveTo>
                  <a:pt x="0" y="138518"/>
                </a:moveTo>
                <a:lnTo>
                  <a:pt x="48357" y="44765"/>
                </a:lnTo>
                <a:lnTo>
                  <a:pt x="117597" y="40739"/>
                </a:lnTo>
                <a:lnTo>
                  <a:pt x="199921" y="85788"/>
                </a:lnTo>
                <a:lnTo>
                  <a:pt x="288488" y="110466"/>
                </a:lnTo>
                <a:lnTo>
                  <a:pt x="408345" y="73688"/>
                </a:lnTo>
                <a:lnTo>
                  <a:pt x="405903" y="0"/>
                </a:lnTo>
                <a:lnTo>
                  <a:pt x="545152" y="28182"/>
                </a:lnTo>
                <a:lnTo>
                  <a:pt x="585139" y="49836"/>
                </a:lnTo>
                <a:lnTo>
                  <a:pt x="657526" y="92382"/>
                </a:lnTo>
                <a:lnTo>
                  <a:pt x="765812" y="173426"/>
                </a:lnTo>
                <a:lnTo>
                  <a:pt x="805616" y="221303"/>
                </a:lnTo>
                <a:lnTo>
                  <a:pt x="842913" y="282086"/>
                </a:lnTo>
                <a:lnTo>
                  <a:pt x="804218" y="39788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1" name="pl68">
            <a:extLst>
              <a:ext uri="{FF2B5EF4-FFF2-40B4-BE49-F238E27FC236}">
                <a16:creationId xmlns:a16="http://schemas.microsoft.com/office/drawing/2014/main" id="{72D0C14A-2BFB-463D-8A16-451019D60D96}"/>
              </a:ext>
            </a:extLst>
          </p:cNvPr>
          <p:cNvSpPr/>
          <p:nvPr/>
        </p:nvSpPr>
        <p:spPr>
          <a:xfrm>
            <a:off x="4867922" y="3509626"/>
            <a:ext cx="814933" cy="830107"/>
          </a:xfrm>
          <a:custGeom>
            <a:avLst/>
            <a:gdLst/>
            <a:ahLst/>
            <a:cxnLst/>
            <a:rect l="0" t="0" r="0" b="0"/>
            <a:pathLst>
              <a:path w="907255" h="924148">
                <a:moveTo>
                  <a:pt x="0" y="97779"/>
                </a:moveTo>
                <a:lnTo>
                  <a:pt x="48357" y="4026"/>
                </a:lnTo>
                <a:lnTo>
                  <a:pt x="117597" y="0"/>
                </a:lnTo>
                <a:lnTo>
                  <a:pt x="199921" y="45048"/>
                </a:lnTo>
                <a:lnTo>
                  <a:pt x="288488" y="69727"/>
                </a:lnTo>
                <a:lnTo>
                  <a:pt x="408345" y="32948"/>
                </a:lnTo>
                <a:lnTo>
                  <a:pt x="504355" y="112643"/>
                </a:lnTo>
                <a:lnTo>
                  <a:pt x="571296" y="164786"/>
                </a:lnTo>
                <a:lnTo>
                  <a:pt x="638198" y="208703"/>
                </a:lnTo>
                <a:lnTo>
                  <a:pt x="707829" y="240890"/>
                </a:lnTo>
                <a:lnTo>
                  <a:pt x="841946" y="251532"/>
                </a:lnTo>
                <a:lnTo>
                  <a:pt x="875116" y="303958"/>
                </a:lnTo>
                <a:lnTo>
                  <a:pt x="900556" y="421019"/>
                </a:lnTo>
                <a:lnTo>
                  <a:pt x="907255" y="505871"/>
                </a:lnTo>
                <a:lnTo>
                  <a:pt x="851205" y="599994"/>
                </a:lnTo>
                <a:lnTo>
                  <a:pt x="818009" y="726544"/>
                </a:lnTo>
                <a:lnTo>
                  <a:pt x="801515" y="798708"/>
                </a:lnTo>
                <a:lnTo>
                  <a:pt x="786380" y="866194"/>
                </a:lnTo>
                <a:lnTo>
                  <a:pt x="765407" y="924148"/>
                </a:lnTo>
                <a:lnTo>
                  <a:pt x="664891" y="915204"/>
                </a:lnTo>
                <a:lnTo>
                  <a:pt x="570604" y="907500"/>
                </a:lnTo>
                <a:lnTo>
                  <a:pt x="491335" y="909937"/>
                </a:lnTo>
                <a:lnTo>
                  <a:pt x="379301" y="90734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2" name="pl69">
            <a:extLst>
              <a:ext uri="{FF2B5EF4-FFF2-40B4-BE49-F238E27FC236}">
                <a16:creationId xmlns:a16="http://schemas.microsoft.com/office/drawing/2014/main" id="{D2E43FDC-9DA7-4C9E-81D9-4E4FD9992BA4}"/>
              </a:ext>
            </a:extLst>
          </p:cNvPr>
          <p:cNvSpPr/>
          <p:nvPr/>
        </p:nvSpPr>
        <p:spPr>
          <a:xfrm>
            <a:off x="4867922" y="3511581"/>
            <a:ext cx="808058" cy="396766"/>
          </a:xfrm>
          <a:custGeom>
            <a:avLst/>
            <a:gdLst/>
            <a:ahLst/>
            <a:cxnLst/>
            <a:rect l="0" t="0" r="0" b="0"/>
            <a:pathLst>
              <a:path w="899602" h="441715">
                <a:moveTo>
                  <a:pt x="804218" y="354969"/>
                </a:moveTo>
                <a:lnTo>
                  <a:pt x="899602" y="441715"/>
                </a:lnTo>
                <a:lnTo>
                  <a:pt x="875404" y="299475"/>
                </a:lnTo>
                <a:lnTo>
                  <a:pt x="846817" y="254426"/>
                </a:lnTo>
                <a:lnTo>
                  <a:pt x="696115" y="231096"/>
                </a:lnTo>
                <a:lnTo>
                  <a:pt x="640927" y="205743"/>
                </a:lnTo>
                <a:lnTo>
                  <a:pt x="566216" y="156168"/>
                </a:lnTo>
                <a:lnTo>
                  <a:pt x="495971" y="102066"/>
                </a:lnTo>
                <a:lnTo>
                  <a:pt x="395873" y="34341"/>
                </a:lnTo>
                <a:lnTo>
                  <a:pt x="280496" y="65418"/>
                </a:lnTo>
                <a:lnTo>
                  <a:pt x="186262" y="33296"/>
                </a:lnTo>
                <a:lnTo>
                  <a:pt x="109017" y="0"/>
                </a:lnTo>
                <a:lnTo>
                  <a:pt x="38393" y="1566"/>
                </a:lnTo>
                <a:lnTo>
                  <a:pt x="0" y="9560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3" name="pl70">
            <a:extLst>
              <a:ext uri="{FF2B5EF4-FFF2-40B4-BE49-F238E27FC236}">
                <a16:creationId xmlns:a16="http://schemas.microsoft.com/office/drawing/2014/main" id="{685415F5-781A-4426-B54E-113C7DB81E3D}"/>
              </a:ext>
            </a:extLst>
          </p:cNvPr>
          <p:cNvSpPr/>
          <p:nvPr/>
        </p:nvSpPr>
        <p:spPr>
          <a:xfrm>
            <a:off x="5201283" y="4215193"/>
            <a:ext cx="643566" cy="491457"/>
          </a:xfrm>
          <a:custGeom>
            <a:avLst/>
            <a:gdLst/>
            <a:ahLst/>
            <a:cxnLst/>
            <a:rect l="0" t="0" r="0" b="0"/>
            <a:pathLst>
              <a:path w="716474" h="547133">
                <a:moveTo>
                  <a:pt x="0" y="126092"/>
                </a:moveTo>
                <a:lnTo>
                  <a:pt x="134822" y="131076"/>
                </a:lnTo>
                <a:lnTo>
                  <a:pt x="185857" y="130031"/>
                </a:lnTo>
                <a:lnTo>
                  <a:pt x="319269" y="134144"/>
                </a:lnTo>
                <a:lnTo>
                  <a:pt x="396396" y="141152"/>
                </a:lnTo>
                <a:lnTo>
                  <a:pt x="545322" y="127920"/>
                </a:lnTo>
                <a:lnTo>
                  <a:pt x="575554" y="50249"/>
                </a:lnTo>
                <a:lnTo>
                  <a:pt x="584643" y="0"/>
                </a:lnTo>
                <a:lnTo>
                  <a:pt x="662579" y="12448"/>
                </a:lnTo>
                <a:lnTo>
                  <a:pt x="666719" y="65831"/>
                </a:lnTo>
                <a:lnTo>
                  <a:pt x="676135" y="166113"/>
                </a:lnTo>
                <a:lnTo>
                  <a:pt x="716474" y="179214"/>
                </a:lnTo>
                <a:lnTo>
                  <a:pt x="700555" y="263501"/>
                </a:lnTo>
                <a:lnTo>
                  <a:pt x="653451" y="302260"/>
                </a:lnTo>
                <a:lnTo>
                  <a:pt x="655815" y="376188"/>
                </a:lnTo>
                <a:lnTo>
                  <a:pt x="582945" y="54713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4" name="pl71">
            <a:extLst>
              <a:ext uri="{FF2B5EF4-FFF2-40B4-BE49-F238E27FC236}">
                <a16:creationId xmlns:a16="http://schemas.microsoft.com/office/drawing/2014/main" id="{345D9F72-CB10-4184-A93A-EC8910E55EA1}"/>
              </a:ext>
            </a:extLst>
          </p:cNvPr>
          <p:cNvSpPr/>
          <p:nvPr/>
        </p:nvSpPr>
        <p:spPr>
          <a:xfrm>
            <a:off x="5373846" y="4223794"/>
            <a:ext cx="464692" cy="482855"/>
          </a:xfrm>
          <a:custGeom>
            <a:avLst/>
            <a:gdLst/>
            <a:ahLst/>
            <a:cxnLst/>
            <a:rect l="0" t="0" r="0" b="0"/>
            <a:pathLst>
              <a:path w="517336" h="537557">
                <a:moveTo>
                  <a:pt x="390832" y="537557"/>
                </a:moveTo>
                <a:lnTo>
                  <a:pt x="466040" y="363565"/>
                </a:lnTo>
                <a:lnTo>
                  <a:pt x="460699" y="301912"/>
                </a:lnTo>
                <a:lnTo>
                  <a:pt x="511355" y="248463"/>
                </a:lnTo>
                <a:lnTo>
                  <a:pt x="517336" y="158496"/>
                </a:lnTo>
                <a:lnTo>
                  <a:pt x="477924" y="154405"/>
                </a:lnTo>
                <a:lnTo>
                  <a:pt x="333647" y="141217"/>
                </a:lnTo>
                <a:lnTo>
                  <a:pt x="202168" y="129073"/>
                </a:lnTo>
                <a:lnTo>
                  <a:pt x="101652" y="120129"/>
                </a:lnTo>
                <a:lnTo>
                  <a:pt x="1318" y="110271"/>
                </a:lnTo>
                <a:lnTo>
                  <a:pt x="861" y="44961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5" name="pl72">
            <a:extLst>
              <a:ext uri="{FF2B5EF4-FFF2-40B4-BE49-F238E27FC236}">
                <a16:creationId xmlns:a16="http://schemas.microsoft.com/office/drawing/2014/main" id="{20117AAF-0E64-4B00-901E-24B08654FEBE}"/>
              </a:ext>
            </a:extLst>
          </p:cNvPr>
          <p:cNvSpPr/>
          <p:nvPr/>
        </p:nvSpPr>
        <p:spPr>
          <a:xfrm>
            <a:off x="5723254" y="4591512"/>
            <a:ext cx="305747" cy="227675"/>
          </a:xfrm>
          <a:custGeom>
            <a:avLst/>
            <a:gdLst/>
            <a:ahLst/>
            <a:cxnLst/>
            <a:rect l="0" t="0" r="0" b="0"/>
            <a:pathLst>
              <a:path w="340385" h="253468">
                <a:moveTo>
                  <a:pt x="0" y="140695"/>
                </a:moveTo>
                <a:lnTo>
                  <a:pt x="9859" y="183567"/>
                </a:lnTo>
                <a:lnTo>
                  <a:pt x="108612" y="253468"/>
                </a:lnTo>
                <a:lnTo>
                  <a:pt x="202546" y="161521"/>
                </a:lnTo>
                <a:lnTo>
                  <a:pt x="282599" y="145025"/>
                </a:lnTo>
                <a:lnTo>
                  <a:pt x="340385" y="62676"/>
                </a:lnTo>
                <a:lnTo>
                  <a:pt x="337826" y="7725"/>
                </a:lnTo>
                <a:lnTo>
                  <a:pt x="284061" y="3460"/>
                </a:lnTo>
                <a:lnTo>
                  <a:pt x="222396" y="77191"/>
                </a:lnTo>
                <a:lnTo>
                  <a:pt x="198459" y="89531"/>
                </a:lnTo>
                <a:lnTo>
                  <a:pt x="17174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6" name="pl73">
            <a:extLst>
              <a:ext uri="{FF2B5EF4-FFF2-40B4-BE49-F238E27FC236}">
                <a16:creationId xmlns:a16="http://schemas.microsoft.com/office/drawing/2014/main" id="{E6F2378D-6174-430B-A88D-2CBE8C9E9B7B}"/>
              </a:ext>
            </a:extLst>
          </p:cNvPr>
          <p:cNvSpPr/>
          <p:nvPr/>
        </p:nvSpPr>
        <p:spPr>
          <a:xfrm>
            <a:off x="5723254" y="4591512"/>
            <a:ext cx="181935" cy="227675"/>
          </a:xfrm>
          <a:custGeom>
            <a:avLst/>
            <a:gdLst/>
            <a:ahLst/>
            <a:cxnLst/>
            <a:rect l="0" t="0" r="0" b="0"/>
            <a:pathLst>
              <a:path w="202546" h="253468">
                <a:moveTo>
                  <a:pt x="0" y="140695"/>
                </a:moveTo>
                <a:lnTo>
                  <a:pt x="9859" y="183567"/>
                </a:lnTo>
                <a:lnTo>
                  <a:pt x="108612" y="253468"/>
                </a:lnTo>
                <a:lnTo>
                  <a:pt x="202546" y="161521"/>
                </a:lnTo>
                <a:lnTo>
                  <a:pt x="198459" y="89531"/>
                </a:lnTo>
                <a:lnTo>
                  <a:pt x="17174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7" name="pl74">
            <a:extLst>
              <a:ext uri="{FF2B5EF4-FFF2-40B4-BE49-F238E27FC236}">
                <a16:creationId xmlns:a16="http://schemas.microsoft.com/office/drawing/2014/main" id="{790EE017-E9AD-4520-8209-EE88C91FAFE8}"/>
              </a:ext>
            </a:extLst>
          </p:cNvPr>
          <p:cNvSpPr/>
          <p:nvPr/>
        </p:nvSpPr>
        <p:spPr>
          <a:xfrm>
            <a:off x="3877317" y="3009197"/>
            <a:ext cx="1329959" cy="1281138"/>
          </a:xfrm>
          <a:custGeom>
            <a:avLst/>
            <a:gdLst/>
            <a:ahLst/>
            <a:cxnLst/>
            <a:rect l="0" t="0" r="0" b="0"/>
            <a:pathLst>
              <a:path w="1480628" h="1426276">
                <a:moveTo>
                  <a:pt x="0" y="1426276"/>
                </a:moveTo>
                <a:lnTo>
                  <a:pt x="38485" y="1377485"/>
                </a:lnTo>
                <a:lnTo>
                  <a:pt x="85171" y="1329389"/>
                </a:lnTo>
                <a:lnTo>
                  <a:pt x="167247" y="1244624"/>
                </a:lnTo>
                <a:lnTo>
                  <a:pt x="221560" y="1196224"/>
                </a:lnTo>
                <a:lnTo>
                  <a:pt x="285015" y="1142645"/>
                </a:lnTo>
                <a:lnTo>
                  <a:pt x="302226" y="1088804"/>
                </a:lnTo>
                <a:lnTo>
                  <a:pt x="306667" y="1032134"/>
                </a:lnTo>
                <a:lnTo>
                  <a:pt x="351198" y="995638"/>
                </a:lnTo>
                <a:lnTo>
                  <a:pt x="419680" y="1014419"/>
                </a:lnTo>
                <a:lnTo>
                  <a:pt x="479987" y="1060817"/>
                </a:lnTo>
                <a:lnTo>
                  <a:pt x="544029" y="1024169"/>
                </a:lnTo>
                <a:lnTo>
                  <a:pt x="595952" y="996400"/>
                </a:lnTo>
                <a:lnTo>
                  <a:pt x="662018" y="971199"/>
                </a:lnTo>
                <a:lnTo>
                  <a:pt x="726478" y="953615"/>
                </a:lnTo>
                <a:lnTo>
                  <a:pt x="818335" y="914573"/>
                </a:lnTo>
                <a:lnTo>
                  <a:pt x="915260" y="834769"/>
                </a:lnTo>
                <a:lnTo>
                  <a:pt x="987516" y="806869"/>
                </a:lnTo>
                <a:lnTo>
                  <a:pt x="1087457" y="780667"/>
                </a:lnTo>
                <a:lnTo>
                  <a:pt x="1088215" y="657469"/>
                </a:lnTo>
                <a:lnTo>
                  <a:pt x="1151186" y="561148"/>
                </a:lnTo>
                <a:lnTo>
                  <a:pt x="1220425" y="557122"/>
                </a:lnTo>
                <a:lnTo>
                  <a:pt x="1275848" y="469419"/>
                </a:lnTo>
                <a:lnTo>
                  <a:pt x="1318225" y="397580"/>
                </a:lnTo>
                <a:lnTo>
                  <a:pt x="1368032" y="311270"/>
                </a:lnTo>
                <a:lnTo>
                  <a:pt x="1399531" y="256080"/>
                </a:lnTo>
                <a:lnTo>
                  <a:pt x="1444885" y="183066"/>
                </a:lnTo>
                <a:lnTo>
                  <a:pt x="1480628" y="72338"/>
                </a:lnTo>
                <a:lnTo>
                  <a:pt x="146433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8" name="pl75">
            <a:extLst>
              <a:ext uri="{FF2B5EF4-FFF2-40B4-BE49-F238E27FC236}">
                <a16:creationId xmlns:a16="http://schemas.microsoft.com/office/drawing/2014/main" id="{3376D9A0-2217-4D60-A8BB-64D868D4BF6B}"/>
              </a:ext>
            </a:extLst>
          </p:cNvPr>
          <p:cNvSpPr/>
          <p:nvPr/>
        </p:nvSpPr>
        <p:spPr>
          <a:xfrm>
            <a:off x="4823405" y="4252021"/>
            <a:ext cx="900610" cy="495112"/>
          </a:xfrm>
          <a:custGeom>
            <a:avLst/>
            <a:gdLst/>
            <a:ahLst/>
            <a:cxnLst/>
            <a:rect l="0" t="0" r="0" b="0"/>
            <a:pathLst>
              <a:path w="1002639" h="551202">
                <a:moveTo>
                  <a:pt x="0" y="0"/>
                </a:moveTo>
                <a:lnTo>
                  <a:pt x="102513" y="31686"/>
                </a:lnTo>
                <a:lnTo>
                  <a:pt x="230218" y="158105"/>
                </a:lnTo>
                <a:lnTo>
                  <a:pt x="277166" y="168007"/>
                </a:lnTo>
                <a:lnTo>
                  <a:pt x="326595" y="189726"/>
                </a:lnTo>
                <a:lnTo>
                  <a:pt x="412928" y="230857"/>
                </a:lnTo>
                <a:lnTo>
                  <a:pt x="358263" y="273947"/>
                </a:lnTo>
                <a:lnTo>
                  <a:pt x="325785" y="301586"/>
                </a:lnTo>
                <a:lnTo>
                  <a:pt x="325850" y="347526"/>
                </a:lnTo>
                <a:lnTo>
                  <a:pt x="393914" y="422716"/>
                </a:lnTo>
                <a:lnTo>
                  <a:pt x="465008" y="489571"/>
                </a:lnTo>
                <a:lnTo>
                  <a:pt x="535005" y="517775"/>
                </a:lnTo>
                <a:lnTo>
                  <a:pt x="649755" y="534685"/>
                </a:lnTo>
                <a:lnTo>
                  <a:pt x="759047" y="550354"/>
                </a:lnTo>
                <a:lnTo>
                  <a:pt x="840314" y="542062"/>
                </a:lnTo>
                <a:lnTo>
                  <a:pt x="946014" y="551202"/>
                </a:lnTo>
                <a:lnTo>
                  <a:pt x="1002639" y="52062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79" name="pl76">
            <a:extLst>
              <a:ext uri="{FF2B5EF4-FFF2-40B4-BE49-F238E27FC236}">
                <a16:creationId xmlns:a16="http://schemas.microsoft.com/office/drawing/2014/main" id="{72AB09F2-C32E-416B-A06A-7FB4AEF44E77}"/>
              </a:ext>
            </a:extLst>
          </p:cNvPr>
          <p:cNvSpPr/>
          <p:nvPr/>
        </p:nvSpPr>
        <p:spPr>
          <a:xfrm>
            <a:off x="4823405" y="4252021"/>
            <a:ext cx="900610" cy="495112"/>
          </a:xfrm>
          <a:custGeom>
            <a:avLst/>
            <a:gdLst/>
            <a:ahLst/>
            <a:cxnLst/>
            <a:rect l="0" t="0" r="0" b="0"/>
            <a:pathLst>
              <a:path w="1002639" h="551202">
                <a:moveTo>
                  <a:pt x="0" y="0"/>
                </a:moveTo>
                <a:lnTo>
                  <a:pt x="102513" y="31686"/>
                </a:lnTo>
                <a:lnTo>
                  <a:pt x="230218" y="158105"/>
                </a:lnTo>
                <a:lnTo>
                  <a:pt x="277166" y="168007"/>
                </a:lnTo>
                <a:lnTo>
                  <a:pt x="326595" y="189726"/>
                </a:lnTo>
                <a:lnTo>
                  <a:pt x="412928" y="230857"/>
                </a:lnTo>
                <a:lnTo>
                  <a:pt x="358263" y="273947"/>
                </a:lnTo>
                <a:lnTo>
                  <a:pt x="325785" y="301586"/>
                </a:lnTo>
                <a:lnTo>
                  <a:pt x="325850" y="347526"/>
                </a:lnTo>
                <a:lnTo>
                  <a:pt x="393914" y="422716"/>
                </a:lnTo>
                <a:lnTo>
                  <a:pt x="465008" y="489571"/>
                </a:lnTo>
                <a:lnTo>
                  <a:pt x="535005" y="517775"/>
                </a:lnTo>
                <a:lnTo>
                  <a:pt x="589461" y="466459"/>
                </a:lnTo>
                <a:lnTo>
                  <a:pt x="629892" y="410290"/>
                </a:lnTo>
                <a:lnTo>
                  <a:pt x="724153" y="422499"/>
                </a:lnTo>
                <a:lnTo>
                  <a:pt x="839086" y="487699"/>
                </a:lnTo>
                <a:lnTo>
                  <a:pt x="845942" y="523869"/>
                </a:lnTo>
                <a:lnTo>
                  <a:pt x="946014" y="551202"/>
                </a:lnTo>
                <a:lnTo>
                  <a:pt x="1002639" y="52062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0" name="pl77">
            <a:extLst>
              <a:ext uri="{FF2B5EF4-FFF2-40B4-BE49-F238E27FC236}">
                <a16:creationId xmlns:a16="http://schemas.microsoft.com/office/drawing/2014/main" id="{6FC0B93E-876D-44F5-A489-C2303A86A937}"/>
              </a:ext>
            </a:extLst>
          </p:cNvPr>
          <p:cNvSpPr/>
          <p:nvPr/>
        </p:nvSpPr>
        <p:spPr>
          <a:xfrm>
            <a:off x="4923370" y="4282243"/>
            <a:ext cx="979577" cy="540620"/>
          </a:xfrm>
          <a:custGeom>
            <a:avLst/>
            <a:gdLst/>
            <a:ahLst/>
            <a:cxnLst/>
            <a:rect l="0" t="0" r="0" b="0"/>
            <a:pathLst>
              <a:path w="1090552" h="601866">
                <a:moveTo>
                  <a:pt x="1069984" y="341019"/>
                </a:moveTo>
                <a:lnTo>
                  <a:pt x="1085068" y="430333"/>
                </a:lnTo>
                <a:lnTo>
                  <a:pt x="1090552" y="508548"/>
                </a:lnTo>
                <a:lnTo>
                  <a:pt x="1002234" y="601866"/>
                </a:lnTo>
                <a:lnTo>
                  <a:pt x="894326" y="524369"/>
                </a:lnTo>
                <a:lnTo>
                  <a:pt x="890500" y="485001"/>
                </a:lnTo>
                <a:lnTo>
                  <a:pt x="828874" y="515403"/>
                </a:lnTo>
                <a:lnTo>
                  <a:pt x="743611" y="502150"/>
                </a:lnTo>
                <a:lnTo>
                  <a:pt x="727601" y="438995"/>
                </a:lnTo>
                <a:lnTo>
                  <a:pt x="600000" y="383391"/>
                </a:lnTo>
                <a:lnTo>
                  <a:pt x="503232" y="379213"/>
                </a:lnTo>
                <a:lnTo>
                  <a:pt x="474280" y="434577"/>
                </a:lnTo>
                <a:lnTo>
                  <a:pt x="434045" y="485284"/>
                </a:lnTo>
                <a:lnTo>
                  <a:pt x="394306" y="473597"/>
                </a:lnTo>
                <a:lnTo>
                  <a:pt x="277558" y="380671"/>
                </a:lnTo>
                <a:lnTo>
                  <a:pt x="228991" y="326961"/>
                </a:lnTo>
                <a:lnTo>
                  <a:pt x="216833" y="269290"/>
                </a:lnTo>
                <a:lnTo>
                  <a:pt x="256128" y="237560"/>
                </a:lnTo>
                <a:lnTo>
                  <a:pt x="308665" y="208746"/>
                </a:lnTo>
                <a:lnTo>
                  <a:pt x="232060" y="161521"/>
                </a:lnTo>
                <a:lnTo>
                  <a:pt x="159164" y="129574"/>
                </a:lnTo>
                <a:lnTo>
                  <a:pt x="117231" y="127289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1" name="pl78">
            <a:extLst>
              <a:ext uri="{FF2B5EF4-FFF2-40B4-BE49-F238E27FC236}">
                <a16:creationId xmlns:a16="http://schemas.microsoft.com/office/drawing/2014/main" id="{70C3F8AF-2D18-4015-84D2-B84CBF635A57}"/>
              </a:ext>
            </a:extLst>
          </p:cNvPr>
          <p:cNvSpPr/>
          <p:nvPr/>
        </p:nvSpPr>
        <p:spPr>
          <a:xfrm>
            <a:off x="4823405" y="4252021"/>
            <a:ext cx="292691" cy="312162"/>
          </a:xfrm>
          <a:custGeom>
            <a:avLst/>
            <a:gdLst/>
            <a:ahLst/>
            <a:cxnLst/>
            <a:rect l="0" t="0" r="0" b="0"/>
            <a:pathLst>
              <a:path w="325850" h="347526">
                <a:moveTo>
                  <a:pt x="0" y="0"/>
                </a:moveTo>
                <a:lnTo>
                  <a:pt x="325850" y="34752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2" name="pl79">
            <a:extLst>
              <a:ext uri="{FF2B5EF4-FFF2-40B4-BE49-F238E27FC236}">
                <a16:creationId xmlns:a16="http://schemas.microsoft.com/office/drawing/2014/main" id="{CBBDF152-1D56-4289-8332-9C347E06BEDF}"/>
              </a:ext>
            </a:extLst>
          </p:cNvPr>
          <p:cNvSpPr/>
          <p:nvPr/>
        </p:nvSpPr>
        <p:spPr>
          <a:xfrm>
            <a:off x="5116039" y="4328454"/>
            <a:ext cx="607976" cy="418680"/>
          </a:xfrm>
          <a:custGeom>
            <a:avLst/>
            <a:gdLst/>
            <a:ahLst/>
            <a:cxnLst/>
            <a:rect l="0" t="0" r="0" b="0"/>
            <a:pathLst>
              <a:path w="676853" h="466111">
                <a:moveTo>
                  <a:pt x="94900" y="0"/>
                </a:moveTo>
                <a:lnTo>
                  <a:pt x="39007" y="121195"/>
                </a:lnTo>
                <a:lnTo>
                  <a:pt x="87143" y="145765"/>
                </a:lnTo>
                <a:lnTo>
                  <a:pt x="32477" y="188855"/>
                </a:lnTo>
                <a:lnTo>
                  <a:pt x="0" y="216494"/>
                </a:lnTo>
                <a:lnTo>
                  <a:pt x="65" y="262435"/>
                </a:lnTo>
                <a:lnTo>
                  <a:pt x="68129" y="337624"/>
                </a:lnTo>
                <a:lnTo>
                  <a:pt x="139223" y="404479"/>
                </a:lnTo>
                <a:lnTo>
                  <a:pt x="209219" y="432683"/>
                </a:lnTo>
                <a:lnTo>
                  <a:pt x="263676" y="381367"/>
                </a:lnTo>
                <a:lnTo>
                  <a:pt x="304107" y="325198"/>
                </a:lnTo>
                <a:lnTo>
                  <a:pt x="398368" y="337407"/>
                </a:lnTo>
                <a:lnTo>
                  <a:pt x="513301" y="402607"/>
                </a:lnTo>
                <a:lnTo>
                  <a:pt x="520157" y="438777"/>
                </a:lnTo>
                <a:lnTo>
                  <a:pt x="620229" y="466111"/>
                </a:lnTo>
                <a:lnTo>
                  <a:pt x="676853" y="435534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3" name="pl80">
            <a:extLst>
              <a:ext uri="{FF2B5EF4-FFF2-40B4-BE49-F238E27FC236}">
                <a16:creationId xmlns:a16="http://schemas.microsoft.com/office/drawing/2014/main" id="{AB87E434-FA50-48C6-9EA4-11C98C8947C0}"/>
              </a:ext>
            </a:extLst>
          </p:cNvPr>
          <p:cNvSpPr/>
          <p:nvPr/>
        </p:nvSpPr>
        <p:spPr>
          <a:xfrm>
            <a:off x="4612379" y="3513243"/>
            <a:ext cx="362932" cy="317460"/>
          </a:xfrm>
          <a:custGeom>
            <a:avLst/>
            <a:gdLst/>
            <a:ahLst/>
            <a:cxnLst/>
            <a:rect l="0" t="0" r="0" b="0"/>
            <a:pathLst>
              <a:path w="404048" h="353424">
                <a:moveTo>
                  <a:pt x="0" y="353424"/>
                </a:moveTo>
                <a:lnTo>
                  <a:pt x="96924" y="273621"/>
                </a:lnTo>
                <a:lnTo>
                  <a:pt x="169180" y="245721"/>
                </a:lnTo>
                <a:lnTo>
                  <a:pt x="269122" y="219519"/>
                </a:lnTo>
                <a:lnTo>
                  <a:pt x="269879" y="96321"/>
                </a:lnTo>
                <a:lnTo>
                  <a:pt x="332850" y="0"/>
                </a:lnTo>
                <a:lnTo>
                  <a:pt x="404048" y="143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4" name="pl81">
            <a:extLst>
              <a:ext uri="{FF2B5EF4-FFF2-40B4-BE49-F238E27FC236}">
                <a16:creationId xmlns:a16="http://schemas.microsoft.com/office/drawing/2014/main" id="{DE5AE4C3-EBFF-44BE-8301-58C08D72E0CA}"/>
              </a:ext>
            </a:extLst>
          </p:cNvPr>
          <p:cNvSpPr/>
          <p:nvPr/>
        </p:nvSpPr>
        <p:spPr>
          <a:xfrm>
            <a:off x="4612379" y="3009197"/>
            <a:ext cx="580258" cy="821506"/>
          </a:xfrm>
          <a:custGeom>
            <a:avLst/>
            <a:gdLst/>
            <a:ahLst/>
            <a:cxnLst/>
            <a:rect l="0" t="0" r="0" b="0"/>
            <a:pathLst>
              <a:path w="645994" h="914573">
                <a:moveTo>
                  <a:pt x="0" y="914573"/>
                </a:moveTo>
                <a:lnTo>
                  <a:pt x="269879" y="657469"/>
                </a:lnTo>
                <a:lnTo>
                  <a:pt x="332850" y="561148"/>
                </a:lnTo>
                <a:lnTo>
                  <a:pt x="402089" y="557122"/>
                </a:lnTo>
                <a:lnTo>
                  <a:pt x="499889" y="397580"/>
                </a:lnTo>
                <a:lnTo>
                  <a:pt x="645994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5" name="pl82">
            <a:extLst>
              <a:ext uri="{FF2B5EF4-FFF2-40B4-BE49-F238E27FC236}">
                <a16:creationId xmlns:a16="http://schemas.microsoft.com/office/drawing/2014/main" id="{95F5FBE5-019B-449F-9B35-0D824BD84F23}"/>
              </a:ext>
            </a:extLst>
          </p:cNvPr>
          <p:cNvSpPr/>
          <p:nvPr/>
        </p:nvSpPr>
        <p:spPr>
          <a:xfrm>
            <a:off x="3752555" y="3575425"/>
            <a:ext cx="501407" cy="324927"/>
          </a:xfrm>
          <a:custGeom>
            <a:avLst/>
            <a:gdLst/>
            <a:ahLst/>
            <a:cxnLst/>
            <a:rect l="0" t="0" r="0" b="0"/>
            <a:pathLst>
              <a:path w="558211" h="361737">
                <a:moveTo>
                  <a:pt x="0" y="0"/>
                </a:moveTo>
                <a:lnTo>
                  <a:pt x="36369" y="86310"/>
                </a:lnTo>
                <a:lnTo>
                  <a:pt x="73770" y="153252"/>
                </a:lnTo>
                <a:lnTo>
                  <a:pt x="112713" y="201086"/>
                </a:lnTo>
                <a:lnTo>
                  <a:pt x="78746" y="250269"/>
                </a:lnTo>
                <a:lnTo>
                  <a:pt x="49611" y="285742"/>
                </a:lnTo>
                <a:lnTo>
                  <a:pt x="150519" y="332575"/>
                </a:lnTo>
                <a:lnTo>
                  <a:pt x="346902" y="292859"/>
                </a:lnTo>
                <a:lnTo>
                  <a:pt x="402716" y="338691"/>
                </a:lnTo>
                <a:lnTo>
                  <a:pt x="492615" y="361737"/>
                </a:lnTo>
                <a:lnTo>
                  <a:pt x="531218" y="296145"/>
                </a:lnTo>
                <a:lnTo>
                  <a:pt x="558211" y="24794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6" name="pl83">
            <a:extLst>
              <a:ext uri="{FF2B5EF4-FFF2-40B4-BE49-F238E27FC236}">
                <a16:creationId xmlns:a16="http://schemas.microsoft.com/office/drawing/2014/main" id="{5B5BC869-A7C7-4C53-BAAC-ACE8B856806C}"/>
              </a:ext>
            </a:extLst>
          </p:cNvPr>
          <p:cNvSpPr/>
          <p:nvPr/>
        </p:nvSpPr>
        <p:spPr>
          <a:xfrm>
            <a:off x="3334513" y="4291606"/>
            <a:ext cx="924071" cy="252306"/>
          </a:xfrm>
          <a:custGeom>
            <a:avLst/>
            <a:gdLst/>
            <a:ahLst/>
            <a:cxnLst/>
            <a:rect l="0" t="0" r="0" b="0"/>
            <a:pathLst>
              <a:path w="1028757" h="280889">
                <a:moveTo>
                  <a:pt x="28429" y="280889"/>
                </a:moveTo>
                <a:lnTo>
                  <a:pt x="0" y="219758"/>
                </a:lnTo>
                <a:lnTo>
                  <a:pt x="238054" y="68356"/>
                </a:lnTo>
                <a:lnTo>
                  <a:pt x="309605" y="28813"/>
                </a:lnTo>
                <a:lnTo>
                  <a:pt x="439086" y="0"/>
                </a:lnTo>
                <a:lnTo>
                  <a:pt x="489272" y="53470"/>
                </a:lnTo>
                <a:lnTo>
                  <a:pt x="577186" y="7442"/>
                </a:lnTo>
                <a:lnTo>
                  <a:pt x="566843" y="114275"/>
                </a:lnTo>
                <a:lnTo>
                  <a:pt x="588469" y="158714"/>
                </a:lnTo>
                <a:lnTo>
                  <a:pt x="667712" y="165243"/>
                </a:lnTo>
                <a:lnTo>
                  <a:pt x="717166" y="122196"/>
                </a:lnTo>
                <a:lnTo>
                  <a:pt x="893073" y="57779"/>
                </a:lnTo>
                <a:lnTo>
                  <a:pt x="971218" y="148703"/>
                </a:lnTo>
                <a:lnTo>
                  <a:pt x="1028757" y="207419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7" name="pl84">
            <a:extLst>
              <a:ext uri="{FF2B5EF4-FFF2-40B4-BE49-F238E27FC236}">
                <a16:creationId xmlns:a16="http://schemas.microsoft.com/office/drawing/2014/main" id="{1A90938E-F49A-4B85-9581-0B890DEBAB8E}"/>
              </a:ext>
            </a:extLst>
          </p:cNvPr>
          <p:cNvSpPr/>
          <p:nvPr/>
        </p:nvSpPr>
        <p:spPr>
          <a:xfrm>
            <a:off x="3173669" y="4545496"/>
            <a:ext cx="181137" cy="244389"/>
          </a:xfrm>
          <a:custGeom>
            <a:avLst/>
            <a:gdLst/>
            <a:ahLst/>
            <a:cxnLst/>
            <a:rect l="0" t="0" r="0" b="0"/>
            <a:pathLst>
              <a:path w="201658" h="272075">
                <a:moveTo>
                  <a:pt x="201658" y="0"/>
                </a:moveTo>
                <a:lnTo>
                  <a:pt x="20032" y="215776"/>
                </a:lnTo>
                <a:lnTo>
                  <a:pt x="0" y="27207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8" name="pl85">
            <a:extLst>
              <a:ext uri="{FF2B5EF4-FFF2-40B4-BE49-F238E27FC236}">
                <a16:creationId xmlns:a16="http://schemas.microsoft.com/office/drawing/2014/main" id="{E6F8D4D3-243A-44E9-A817-CE5699E552D1}"/>
              </a:ext>
            </a:extLst>
          </p:cNvPr>
          <p:cNvSpPr/>
          <p:nvPr/>
        </p:nvSpPr>
        <p:spPr>
          <a:xfrm>
            <a:off x="3074455" y="4474419"/>
            <a:ext cx="284023" cy="254710"/>
          </a:xfrm>
          <a:custGeom>
            <a:avLst/>
            <a:gdLst/>
            <a:ahLst/>
            <a:cxnLst/>
            <a:rect l="0" t="0" r="0" b="0"/>
            <a:pathLst>
              <a:path w="316200" h="283566">
                <a:moveTo>
                  <a:pt x="307803" y="80151"/>
                </a:moveTo>
                <a:lnTo>
                  <a:pt x="256585" y="115711"/>
                </a:lnTo>
                <a:lnTo>
                  <a:pt x="234489" y="156451"/>
                </a:lnTo>
                <a:lnTo>
                  <a:pt x="166294" y="244132"/>
                </a:lnTo>
                <a:lnTo>
                  <a:pt x="128305" y="283566"/>
                </a:lnTo>
                <a:lnTo>
                  <a:pt x="61704" y="176472"/>
                </a:lnTo>
                <a:lnTo>
                  <a:pt x="0" y="133491"/>
                </a:lnTo>
                <a:lnTo>
                  <a:pt x="292001" y="0"/>
                </a:lnTo>
                <a:lnTo>
                  <a:pt x="316200" y="7619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89" name="pl86">
            <a:extLst>
              <a:ext uri="{FF2B5EF4-FFF2-40B4-BE49-F238E27FC236}">
                <a16:creationId xmlns:a16="http://schemas.microsoft.com/office/drawing/2014/main" id="{7364AFB0-5B66-4C60-BAB0-B266177F043F}"/>
              </a:ext>
            </a:extLst>
          </p:cNvPr>
          <p:cNvSpPr/>
          <p:nvPr/>
        </p:nvSpPr>
        <p:spPr>
          <a:xfrm>
            <a:off x="3038442" y="4360103"/>
            <a:ext cx="320035" cy="370396"/>
          </a:xfrm>
          <a:custGeom>
            <a:avLst/>
            <a:gdLst/>
            <a:ahLst/>
            <a:cxnLst/>
            <a:rect l="0" t="0" r="0" b="0"/>
            <a:pathLst>
              <a:path w="356291" h="412357">
                <a:moveTo>
                  <a:pt x="343650" y="208790"/>
                </a:moveTo>
                <a:lnTo>
                  <a:pt x="329611" y="143502"/>
                </a:lnTo>
                <a:lnTo>
                  <a:pt x="321528" y="68660"/>
                </a:lnTo>
                <a:lnTo>
                  <a:pt x="266771" y="0"/>
                </a:lnTo>
                <a:lnTo>
                  <a:pt x="161828" y="10380"/>
                </a:lnTo>
                <a:lnTo>
                  <a:pt x="95435" y="25309"/>
                </a:lnTo>
                <a:lnTo>
                  <a:pt x="11387" y="49684"/>
                </a:lnTo>
                <a:lnTo>
                  <a:pt x="0" y="117779"/>
                </a:lnTo>
                <a:lnTo>
                  <a:pt x="49872" y="273229"/>
                </a:lnTo>
                <a:lnTo>
                  <a:pt x="105922" y="313903"/>
                </a:lnTo>
                <a:lnTo>
                  <a:pt x="183389" y="412357"/>
                </a:lnTo>
                <a:lnTo>
                  <a:pt x="206399" y="374925"/>
                </a:lnTo>
                <a:lnTo>
                  <a:pt x="271538" y="292880"/>
                </a:lnTo>
                <a:lnTo>
                  <a:pt x="304055" y="236494"/>
                </a:lnTo>
                <a:lnTo>
                  <a:pt x="356291" y="203458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0" name="pl87">
            <a:extLst>
              <a:ext uri="{FF2B5EF4-FFF2-40B4-BE49-F238E27FC236}">
                <a16:creationId xmlns:a16="http://schemas.microsoft.com/office/drawing/2014/main" id="{C8D2B834-2430-4823-B489-67279508B88A}"/>
              </a:ext>
            </a:extLst>
          </p:cNvPr>
          <p:cNvSpPr/>
          <p:nvPr/>
        </p:nvSpPr>
        <p:spPr>
          <a:xfrm>
            <a:off x="3474560" y="3136884"/>
            <a:ext cx="277994" cy="438541"/>
          </a:xfrm>
          <a:custGeom>
            <a:avLst/>
            <a:gdLst/>
            <a:ahLst/>
            <a:cxnLst/>
            <a:rect l="0" t="0" r="0" b="0"/>
            <a:pathLst>
              <a:path w="309487" h="488222">
                <a:moveTo>
                  <a:pt x="6555" y="0"/>
                </a:moveTo>
                <a:lnTo>
                  <a:pt x="0" y="177930"/>
                </a:lnTo>
                <a:lnTo>
                  <a:pt x="309487" y="48822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1" name="pl88">
            <a:extLst>
              <a:ext uri="{FF2B5EF4-FFF2-40B4-BE49-F238E27FC236}">
                <a16:creationId xmlns:a16="http://schemas.microsoft.com/office/drawing/2014/main" id="{EF20B040-E050-4ECA-9517-2F14D8356F5F}"/>
              </a:ext>
            </a:extLst>
          </p:cNvPr>
          <p:cNvSpPr/>
          <p:nvPr/>
        </p:nvSpPr>
        <p:spPr>
          <a:xfrm>
            <a:off x="3877317" y="3602929"/>
            <a:ext cx="789759" cy="687406"/>
          </a:xfrm>
          <a:custGeom>
            <a:avLst/>
            <a:gdLst/>
            <a:ahLst/>
            <a:cxnLst/>
            <a:rect l="0" t="0" r="0" b="0"/>
            <a:pathLst>
              <a:path w="879230" h="765281">
                <a:moveTo>
                  <a:pt x="0" y="765281"/>
                </a:moveTo>
                <a:lnTo>
                  <a:pt x="38485" y="716489"/>
                </a:lnTo>
                <a:lnTo>
                  <a:pt x="85171" y="668394"/>
                </a:lnTo>
                <a:lnTo>
                  <a:pt x="167247" y="583629"/>
                </a:lnTo>
                <a:lnTo>
                  <a:pt x="221560" y="535229"/>
                </a:lnTo>
                <a:lnTo>
                  <a:pt x="285015" y="481649"/>
                </a:lnTo>
                <a:lnTo>
                  <a:pt x="302226" y="427809"/>
                </a:lnTo>
                <a:lnTo>
                  <a:pt x="306667" y="371139"/>
                </a:lnTo>
                <a:lnTo>
                  <a:pt x="353718" y="331117"/>
                </a:lnTo>
                <a:lnTo>
                  <a:pt x="407235" y="286656"/>
                </a:lnTo>
                <a:lnTo>
                  <a:pt x="511446" y="266591"/>
                </a:lnTo>
                <a:lnTo>
                  <a:pt x="579537" y="239149"/>
                </a:lnTo>
                <a:lnTo>
                  <a:pt x="656664" y="207266"/>
                </a:lnTo>
                <a:lnTo>
                  <a:pt x="733190" y="169465"/>
                </a:lnTo>
                <a:lnTo>
                  <a:pt x="770905" y="117757"/>
                </a:lnTo>
                <a:lnTo>
                  <a:pt x="833889" y="38998"/>
                </a:lnTo>
                <a:lnTo>
                  <a:pt x="87923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2" name="pl89">
            <a:extLst>
              <a:ext uri="{FF2B5EF4-FFF2-40B4-BE49-F238E27FC236}">
                <a16:creationId xmlns:a16="http://schemas.microsoft.com/office/drawing/2014/main" id="{B536E17D-29AD-4491-B3EA-838D3BED408D}"/>
              </a:ext>
            </a:extLst>
          </p:cNvPr>
          <p:cNvSpPr/>
          <p:nvPr/>
        </p:nvSpPr>
        <p:spPr>
          <a:xfrm>
            <a:off x="2459651" y="3649141"/>
            <a:ext cx="1050944" cy="347036"/>
          </a:xfrm>
          <a:custGeom>
            <a:avLst/>
            <a:gdLst/>
            <a:ahLst/>
            <a:cxnLst/>
            <a:rect l="0" t="0" r="0" b="0"/>
            <a:pathLst>
              <a:path w="1170004" h="386351">
                <a:moveTo>
                  <a:pt x="0" y="0"/>
                </a:moveTo>
                <a:lnTo>
                  <a:pt x="107985" y="125243"/>
                </a:lnTo>
                <a:lnTo>
                  <a:pt x="328854" y="179606"/>
                </a:lnTo>
                <a:lnTo>
                  <a:pt x="467698" y="245307"/>
                </a:lnTo>
                <a:lnTo>
                  <a:pt x="574587" y="313120"/>
                </a:lnTo>
                <a:lnTo>
                  <a:pt x="746354" y="386351"/>
                </a:lnTo>
                <a:lnTo>
                  <a:pt x="938244" y="320519"/>
                </a:lnTo>
                <a:lnTo>
                  <a:pt x="990298" y="326591"/>
                </a:lnTo>
                <a:lnTo>
                  <a:pt x="1170004" y="278430"/>
                </a:lnTo>
                <a:lnTo>
                  <a:pt x="1134810" y="187441"/>
                </a:lnTo>
                <a:lnTo>
                  <a:pt x="1148443" y="13029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3" name="pl90">
            <a:extLst>
              <a:ext uri="{FF2B5EF4-FFF2-40B4-BE49-F238E27FC236}">
                <a16:creationId xmlns:a16="http://schemas.microsoft.com/office/drawing/2014/main" id="{2CAA968A-41F9-42FA-A82B-37C8EC97AEC4}"/>
              </a:ext>
            </a:extLst>
          </p:cNvPr>
          <p:cNvSpPr/>
          <p:nvPr/>
        </p:nvSpPr>
        <p:spPr>
          <a:xfrm>
            <a:off x="2525774" y="3136454"/>
            <a:ext cx="984821" cy="762784"/>
          </a:xfrm>
          <a:custGeom>
            <a:avLst/>
            <a:gdLst/>
            <a:ahLst/>
            <a:cxnLst/>
            <a:rect l="0" t="0" r="0" b="0"/>
            <a:pathLst>
              <a:path w="1096390" h="849198">
                <a:moveTo>
                  <a:pt x="0" y="0"/>
                </a:moveTo>
                <a:lnTo>
                  <a:pt x="33457" y="21958"/>
                </a:lnTo>
                <a:lnTo>
                  <a:pt x="97642" y="68008"/>
                </a:lnTo>
                <a:lnTo>
                  <a:pt x="151968" y="92403"/>
                </a:lnTo>
                <a:lnTo>
                  <a:pt x="254339" y="85309"/>
                </a:lnTo>
                <a:lnTo>
                  <a:pt x="334522" y="90641"/>
                </a:lnTo>
                <a:lnTo>
                  <a:pt x="376441" y="86549"/>
                </a:lnTo>
                <a:lnTo>
                  <a:pt x="428612" y="108812"/>
                </a:lnTo>
                <a:lnTo>
                  <a:pt x="503741" y="216646"/>
                </a:lnTo>
                <a:lnTo>
                  <a:pt x="586876" y="230988"/>
                </a:lnTo>
                <a:lnTo>
                  <a:pt x="848384" y="712420"/>
                </a:lnTo>
                <a:lnTo>
                  <a:pt x="986706" y="747893"/>
                </a:lnTo>
                <a:lnTo>
                  <a:pt x="1096390" y="849198"/>
                </a:lnTo>
                <a:lnTo>
                  <a:pt x="1061196" y="758208"/>
                </a:lnTo>
                <a:lnTo>
                  <a:pt x="1074829" y="701060"/>
                </a:lnTo>
                <a:lnTo>
                  <a:pt x="1038512" y="624521"/>
                </a:lnTo>
                <a:lnTo>
                  <a:pt x="1002469" y="572835"/>
                </a:lnTo>
                <a:lnTo>
                  <a:pt x="971910" y="53129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4" name="pl91">
            <a:extLst>
              <a:ext uri="{FF2B5EF4-FFF2-40B4-BE49-F238E27FC236}">
                <a16:creationId xmlns:a16="http://schemas.microsoft.com/office/drawing/2014/main" id="{25437A04-2423-400D-B608-2505600F9E99}"/>
              </a:ext>
            </a:extLst>
          </p:cNvPr>
          <p:cNvSpPr/>
          <p:nvPr/>
        </p:nvSpPr>
        <p:spPr>
          <a:xfrm>
            <a:off x="1514383" y="1329688"/>
            <a:ext cx="495566" cy="851101"/>
          </a:xfrm>
          <a:custGeom>
            <a:avLst/>
            <a:gdLst/>
            <a:ahLst/>
            <a:cxnLst/>
            <a:rect l="0" t="0" r="0" b="0"/>
            <a:pathLst>
              <a:path w="551708" h="947521">
                <a:moveTo>
                  <a:pt x="551708" y="947521"/>
                </a:moveTo>
                <a:lnTo>
                  <a:pt x="472530" y="900231"/>
                </a:lnTo>
                <a:lnTo>
                  <a:pt x="426889" y="836728"/>
                </a:lnTo>
                <a:lnTo>
                  <a:pt x="438563" y="755314"/>
                </a:lnTo>
                <a:lnTo>
                  <a:pt x="445602" y="647720"/>
                </a:lnTo>
                <a:lnTo>
                  <a:pt x="441515" y="575598"/>
                </a:lnTo>
                <a:lnTo>
                  <a:pt x="433000" y="481584"/>
                </a:lnTo>
                <a:lnTo>
                  <a:pt x="413634" y="439626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5" name="pl92">
            <a:extLst>
              <a:ext uri="{FF2B5EF4-FFF2-40B4-BE49-F238E27FC236}">
                <a16:creationId xmlns:a16="http://schemas.microsoft.com/office/drawing/2014/main" id="{1131F9B8-4572-43DD-9A90-EF47E4D04C80}"/>
              </a:ext>
            </a:extLst>
          </p:cNvPr>
          <p:cNvSpPr/>
          <p:nvPr/>
        </p:nvSpPr>
        <p:spPr>
          <a:xfrm>
            <a:off x="2855416" y="3515217"/>
            <a:ext cx="1335531" cy="545937"/>
          </a:xfrm>
          <a:custGeom>
            <a:avLst/>
            <a:gdLst/>
            <a:ahLst/>
            <a:cxnLst/>
            <a:rect l="0" t="0" r="0" b="0"/>
            <a:pathLst>
              <a:path w="1486831" h="607785">
                <a:moveTo>
                  <a:pt x="327026" y="237538"/>
                </a:moveTo>
                <a:lnTo>
                  <a:pt x="195272" y="240607"/>
                </a:lnTo>
                <a:lnTo>
                  <a:pt x="148286" y="146353"/>
                </a:lnTo>
                <a:lnTo>
                  <a:pt x="222200" y="109095"/>
                </a:lnTo>
                <a:lnTo>
                  <a:pt x="71655" y="0"/>
                </a:lnTo>
                <a:lnTo>
                  <a:pt x="0" y="156298"/>
                </a:lnTo>
                <a:lnTo>
                  <a:pt x="63101" y="238409"/>
                </a:lnTo>
                <a:lnTo>
                  <a:pt x="160222" y="298822"/>
                </a:lnTo>
                <a:lnTo>
                  <a:pt x="235050" y="345851"/>
                </a:lnTo>
                <a:lnTo>
                  <a:pt x="312582" y="387004"/>
                </a:lnTo>
                <a:lnTo>
                  <a:pt x="404558" y="435926"/>
                </a:lnTo>
                <a:lnTo>
                  <a:pt x="481397" y="290748"/>
                </a:lnTo>
                <a:lnTo>
                  <a:pt x="619719" y="326221"/>
                </a:lnTo>
                <a:lnTo>
                  <a:pt x="726295" y="429898"/>
                </a:lnTo>
                <a:lnTo>
                  <a:pt x="808162" y="555359"/>
                </a:lnTo>
                <a:lnTo>
                  <a:pt x="872727" y="582911"/>
                </a:lnTo>
                <a:lnTo>
                  <a:pt x="904134" y="531594"/>
                </a:lnTo>
                <a:lnTo>
                  <a:pt x="941065" y="504870"/>
                </a:lnTo>
                <a:lnTo>
                  <a:pt x="997872" y="535795"/>
                </a:lnTo>
                <a:lnTo>
                  <a:pt x="1095763" y="561888"/>
                </a:lnTo>
                <a:lnTo>
                  <a:pt x="1176403" y="607785"/>
                </a:lnTo>
                <a:lnTo>
                  <a:pt x="1248098" y="568482"/>
                </a:lnTo>
                <a:lnTo>
                  <a:pt x="1314255" y="497079"/>
                </a:lnTo>
                <a:lnTo>
                  <a:pt x="1370592" y="446699"/>
                </a:lnTo>
                <a:lnTo>
                  <a:pt x="1486831" y="418364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6" name="pl93">
            <a:extLst>
              <a:ext uri="{FF2B5EF4-FFF2-40B4-BE49-F238E27FC236}">
                <a16:creationId xmlns:a16="http://schemas.microsoft.com/office/drawing/2014/main" id="{35D3085F-EB6D-449B-AC27-9D5D5EF6E2E1}"/>
              </a:ext>
            </a:extLst>
          </p:cNvPr>
          <p:cNvSpPr/>
          <p:nvPr/>
        </p:nvSpPr>
        <p:spPr>
          <a:xfrm>
            <a:off x="4195463" y="3014299"/>
            <a:ext cx="995777" cy="882163"/>
          </a:xfrm>
          <a:custGeom>
            <a:avLst/>
            <a:gdLst/>
            <a:ahLst/>
            <a:cxnLst/>
            <a:rect l="0" t="0" r="0" b="0"/>
            <a:pathLst>
              <a:path w="1108587" h="982102">
                <a:moveTo>
                  <a:pt x="1108587" y="0"/>
                </a:moveTo>
                <a:lnTo>
                  <a:pt x="1086805" y="181108"/>
                </a:lnTo>
                <a:lnTo>
                  <a:pt x="940673" y="369137"/>
                </a:lnTo>
                <a:lnTo>
                  <a:pt x="629514" y="440975"/>
                </a:lnTo>
                <a:lnTo>
                  <a:pt x="469096" y="469658"/>
                </a:lnTo>
                <a:lnTo>
                  <a:pt x="48266" y="942211"/>
                </a:lnTo>
                <a:lnTo>
                  <a:pt x="0" y="98210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7" name="pl94">
            <a:extLst>
              <a:ext uri="{FF2B5EF4-FFF2-40B4-BE49-F238E27FC236}">
                <a16:creationId xmlns:a16="http://schemas.microsoft.com/office/drawing/2014/main" id="{5F1FB2FE-20DB-4E55-BCFA-7F5D7CE7A647}"/>
              </a:ext>
            </a:extLst>
          </p:cNvPr>
          <p:cNvSpPr/>
          <p:nvPr/>
        </p:nvSpPr>
        <p:spPr>
          <a:xfrm>
            <a:off x="2855416" y="3515217"/>
            <a:ext cx="363390" cy="391566"/>
          </a:xfrm>
          <a:custGeom>
            <a:avLst/>
            <a:gdLst/>
            <a:ahLst/>
            <a:cxnLst/>
            <a:rect l="0" t="0" r="0" b="0"/>
            <a:pathLst>
              <a:path w="404558" h="435926">
                <a:moveTo>
                  <a:pt x="327026" y="237538"/>
                </a:moveTo>
                <a:lnTo>
                  <a:pt x="222200" y="109095"/>
                </a:lnTo>
                <a:lnTo>
                  <a:pt x="71655" y="0"/>
                </a:lnTo>
                <a:lnTo>
                  <a:pt x="0" y="156298"/>
                </a:lnTo>
                <a:lnTo>
                  <a:pt x="63101" y="238409"/>
                </a:lnTo>
                <a:lnTo>
                  <a:pt x="160222" y="298822"/>
                </a:lnTo>
                <a:lnTo>
                  <a:pt x="235050" y="345851"/>
                </a:lnTo>
                <a:lnTo>
                  <a:pt x="312582" y="387004"/>
                </a:lnTo>
                <a:lnTo>
                  <a:pt x="404558" y="43592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8" name="pl95">
            <a:extLst>
              <a:ext uri="{FF2B5EF4-FFF2-40B4-BE49-F238E27FC236}">
                <a16:creationId xmlns:a16="http://schemas.microsoft.com/office/drawing/2014/main" id="{421D62F2-56EB-4D92-AED1-526F553BFDA7}"/>
              </a:ext>
            </a:extLst>
          </p:cNvPr>
          <p:cNvSpPr/>
          <p:nvPr/>
        </p:nvSpPr>
        <p:spPr>
          <a:xfrm>
            <a:off x="2687944" y="2036330"/>
            <a:ext cx="408985" cy="115215"/>
          </a:xfrm>
          <a:custGeom>
            <a:avLst/>
            <a:gdLst/>
            <a:ahLst/>
            <a:cxnLst/>
            <a:rect l="0" t="0" r="0" b="0"/>
            <a:pathLst>
              <a:path w="455318" h="128268">
                <a:moveTo>
                  <a:pt x="3264" y="128268"/>
                </a:moveTo>
                <a:lnTo>
                  <a:pt x="0" y="0"/>
                </a:lnTo>
                <a:lnTo>
                  <a:pt x="417225" y="10184"/>
                </a:lnTo>
                <a:lnTo>
                  <a:pt x="455318" y="6322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99" name="pl96">
            <a:extLst>
              <a:ext uri="{FF2B5EF4-FFF2-40B4-BE49-F238E27FC236}">
                <a16:creationId xmlns:a16="http://schemas.microsoft.com/office/drawing/2014/main" id="{F801F704-D0F0-4207-B4A6-792A626073D0}"/>
              </a:ext>
            </a:extLst>
          </p:cNvPr>
          <p:cNvSpPr/>
          <p:nvPr/>
        </p:nvSpPr>
        <p:spPr>
          <a:xfrm>
            <a:off x="2895076" y="2150491"/>
            <a:ext cx="14780" cy="206075"/>
          </a:xfrm>
          <a:custGeom>
            <a:avLst/>
            <a:gdLst/>
            <a:ahLst/>
            <a:cxnLst/>
            <a:rect l="0" t="0" r="0" b="0"/>
            <a:pathLst>
              <a:path w="16454" h="229421">
                <a:moveTo>
                  <a:pt x="16454" y="229421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0" name="pl97">
            <a:extLst>
              <a:ext uri="{FF2B5EF4-FFF2-40B4-BE49-F238E27FC236}">
                <a16:creationId xmlns:a16="http://schemas.microsoft.com/office/drawing/2014/main" id="{D96895D5-3D99-43A6-BBF0-E87D2EFA58C9}"/>
              </a:ext>
            </a:extLst>
          </p:cNvPr>
          <p:cNvSpPr/>
          <p:nvPr/>
        </p:nvSpPr>
        <p:spPr>
          <a:xfrm>
            <a:off x="4195463" y="3014299"/>
            <a:ext cx="995777" cy="882163"/>
          </a:xfrm>
          <a:custGeom>
            <a:avLst/>
            <a:gdLst/>
            <a:ahLst/>
            <a:cxnLst/>
            <a:rect l="0" t="0" r="0" b="0"/>
            <a:pathLst>
              <a:path w="1108587" h="982102">
                <a:moveTo>
                  <a:pt x="1108587" y="0"/>
                </a:moveTo>
                <a:lnTo>
                  <a:pt x="1086805" y="181108"/>
                </a:lnTo>
                <a:lnTo>
                  <a:pt x="940673" y="369137"/>
                </a:lnTo>
                <a:lnTo>
                  <a:pt x="629514" y="440975"/>
                </a:lnTo>
                <a:lnTo>
                  <a:pt x="469096" y="469658"/>
                </a:lnTo>
                <a:lnTo>
                  <a:pt x="48266" y="942211"/>
                </a:lnTo>
                <a:lnTo>
                  <a:pt x="0" y="982102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1" name="pl98">
            <a:extLst>
              <a:ext uri="{FF2B5EF4-FFF2-40B4-BE49-F238E27FC236}">
                <a16:creationId xmlns:a16="http://schemas.microsoft.com/office/drawing/2014/main" id="{FFE8AA29-F089-474D-8FDD-132AA7CB81CA}"/>
              </a:ext>
            </a:extLst>
          </p:cNvPr>
          <p:cNvSpPr/>
          <p:nvPr/>
        </p:nvSpPr>
        <p:spPr>
          <a:xfrm>
            <a:off x="1514383" y="1329688"/>
            <a:ext cx="495566" cy="851101"/>
          </a:xfrm>
          <a:custGeom>
            <a:avLst/>
            <a:gdLst/>
            <a:ahLst/>
            <a:cxnLst/>
            <a:rect l="0" t="0" r="0" b="0"/>
            <a:pathLst>
              <a:path w="551708" h="947521">
                <a:moveTo>
                  <a:pt x="551708" y="947521"/>
                </a:moveTo>
                <a:lnTo>
                  <a:pt x="472530" y="900231"/>
                </a:lnTo>
                <a:lnTo>
                  <a:pt x="426889" y="836728"/>
                </a:lnTo>
                <a:lnTo>
                  <a:pt x="438563" y="755314"/>
                </a:lnTo>
                <a:lnTo>
                  <a:pt x="445602" y="647720"/>
                </a:lnTo>
                <a:lnTo>
                  <a:pt x="441515" y="575598"/>
                </a:lnTo>
                <a:lnTo>
                  <a:pt x="433000" y="481584"/>
                </a:lnTo>
                <a:lnTo>
                  <a:pt x="413634" y="439626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2" name="pl99">
            <a:extLst>
              <a:ext uri="{FF2B5EF4-FFF2-40B4-BE49-F238E27FC236}">
                <a16:creationId xmlns:a16="http://schemas.microsoft.com/office/drawing/2014/main" id="{0381D275-CBF6-4507-94DB-6E4F8DB57244}"/>
              </a:ext>
            </a:extLst>
          </p:cNvPr>
          <p:cNvSpPr/>
          <p:nvPr/>
        </p:nvSpPr>
        <p:spPr>
          <a:xfrm>
            <a:off x="2884683" y="2093118"/>
            <a:ext cx="597489" cy="1031002"/>
          </a:xfrm>
          <a:custGeom>
            <a:avLst/>
            <a:gdLst/>
            <a:ahLst/>
            <a:cxnLst/>
            <a:rect l="0" t="0" r="0" b="0"/>
            <a:pathLst>
              <a:path w="665178" h="1147802">
                <a:moveTo>
                  <a:pt x="665178" y="1147802"/>
                </a:moveTo>
                <a:lnTo>
                  <a:pt x="583846" y="1030632"/>
                </a:lnTo>
                <a:lnTo>
                  <a:pt x="436565" y="870808"/>
                </a:lnTo>
                <a:lnTo>
                  <a:pt x="163970" y="672790"/>
                </a:lnTo>
                <a:lnTo>
                  <a:pt x="28024" y="293294"/>
                </a:lnTo>
                <a:lnTo>
                  <a:pt x="0" y="145069"/>
                </a:lnTo>
                <a:lnTo>
                  <a:pt x="236291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3" name="pl100">
            <a:extLst>
              <a:ext uri="{FF2B5EF4-FFF2-40B4-BE49-F238E27FC236}">
                <a16:creationId xmlns:a16="http://schemas.microsoft.com/office/drawing/2014/main" id="{3F5EEF59-0A67-4EE6-8639-8F70445FABA3}"/>
              </a:ext>
            </a:extLst>
          </p:cNvPr>
          <p:cNvSpPr/>
          <p:nvPr/>
        </p:nvSpPr>
        <p:spPr>
          <a:xfrm>
            <a:off x="4229716" y="3340672"/>
            <a:ext cx="445067" cy="502775"/>
          </a:xfrm>
          <a:custGeom>
            <a:avLst/>
            <a:gdLst/>
            <a:ahLst/>
            <a:cxnLst/>
            <a:rect l="0" t="0" r="0" b="0"/>
            <a:pathLst>
              <a:path w="495488" h="559733">
                <a:moveTo>
                  <a:pt x="0" y="557492"/>
                </a:moveTo>
                <a:lnTo>
                  <a:pt x="17668" y="522041"/>
                </a:lnTo>
                <a:lnTo>
                  <a:pt x="119268" y="559733"/>
                </a:lnTo>
                <a:lnTo>
                  <a:pt x="187215" y="531116"/>
                </a:lnTo>
                <a:lnTo>
                  <a:pt x="211061" y="473358"/>
                </a:lnTo>
                <a:lnTo>
                  <a:pt x="243095" y="403369"/>
                </a:lnTo>
                <a:lnTo>
                  <a:pt x="272569" y="334273"/>
                </a:lnTo>
                <a:lnTo>
                  <a:pt x="297995" y="262456"/>
                </a:lnTo>
                <a:lnTo>
                  <a:pt x="266484" y="233186"/>
                </a:lnTo>
                <a:lnTo>
                  <a:pt x="306445" y="138845"/>
                </a:lnTo>
                <a:lnTo>
                  <a:pt x="379262" y="90575"/>
                </a:lnTo>
                <a:lnTo>
                  <a:pt x="444218" y="100216"/>
                </a:lnTo>
                <a:lnTo>
                  <a:pt x="466928" y="52056"/>
                </a:lnTo>
                <a:lnTo>
                  <a:pt x="495488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4" name="pl101">
            <a:extLst>
              <a:ext uri="{FF2B5EF4-FFF2-40B4-BE49-F238E27FC236}">
                <a16:creationId xmlns:a16="http://schemas.microsoft.com/office/drawing/2014/main" id="{D13B7513-58DF-4E79-8AB1-7790747A73FE}"/>
              </a:ext>
            </a:extLst>
          </p:cNvPr>
          <p:cNvSpPr/>
          <p:nvPr/>
        </p:nvSpPr>
        <p:spPr>
          <a:xfrm>
            <a:off x="4189024" y="3891341"/>
            <a:ext cx="1733936" cy="483383"/>
          </a:xfrm>
          <a:custGeom>
            <a:avLst/>
            <a:gdLst/>
            <a:ahLst/>
            <a:cxnLst/>
            <a:rect l="0" t="0" r="0" b="0"/>
            <a:pathLst>
              <a:path w="1930371" h="538145">
                <a:moveTo>
                  <a:pt x="0" y="0"/>
                </a:moveTo>
                <a:lnTo>
                  <a:pt x="320875" y="115472"/>
                </a:lnTo>
                <a:lnTo>
                  <a:pt x="520666" y="187114"/>
                </a:lnTo>
                <a:lnTo>
                  <a:pt x="673614" y="230487"/>
                </a:lnTo>
                <a:lnTo>
                  <a:pt x="976024" y="433576"/>
                </a:lnTo>
                <a:lnTo>
                  <a:pt x="1136494" y="498036"/>
                </a:lnTo>
                <a:lnTo>
                  <a:pt x="1312792" y="490572"/>
                </a:lnTo>
                <a:lnTo>
                  <a:pt x="1523331" y="501693"/>
                </a:lnTo>
                <a:lnTo>
                  <a:pt x="1803070" y="526654"/>
                </a:lnTo>
                <a:lnTo>
                  <a:pt x="1930371" y="538145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5" name="pl102">
            <a:extLst>
              <a:ext uri="{FF2B5EF4-FFF2-40B4-BE49-F238E27FC236}">
                <a16:creationId xmlns:a16="http://schemas.microsoft.com/office/drawing/2014/main" id="{C38F9E61-F7D6-49C8-B405-E58FFF81EAEC}"/>
              </a:ext>
            </a:extLst>
          </p:cNvPr>
          <p:cNvSpPr/>
          <p:nvPr/>
        </p:nvSpPr>
        <p:spPr>
          <a:xfrm>
            <a:off x="4193247" y="3884225"/>
            <a:ext cx="624258" cy="25549"/>
          </a:xfrm>
          <a:custGeom>
            <a:avLst/>
            <a:gdLst/>
            <a:ahLst/>
            <a:cxnLst/>
            <a:rect l="0" t="0" r="0" b="0"/>
            <a:pathLst>
              <a:path w="694979" h="28443">
                <a:moveTo>
                  <a:pt x="0" y="11642"/>
                </a:moveTo>
                <a:lnTo>
                  <a:pt x="308521" y="1762"/>
                </a:lnTo>
                <a:lnTo>
                  <a:pt x="386118" y="28443"/>
                </a:lnTo>
                <a:lnTo>
                  <a:pt x="542658" y="0"/>
                </a:lnTo>
                <a:lnTo>
                  <a:pt x="605707" y="348"/>
                </a:lnTo>
                <a:lnTo>
                  <a:pt x="694979" y="350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6" name="pl103">
            <a:extLst>
              <a:ext uri="{FF2B5EF4-FFF2-40B4-BE49-F238E27FC236}">
                <a16:creationId xmlns:a16="http://schemas.microsoft.com/office/drawing/2014/main" id="{30DD23D4-A850-48B0-B866-E40BA4E09CD3}"/>
              </a:ext>
            </a:extLst>
          </p:cNvPr>
          <p:cNvSpPr/>
          <p:nvPr/>
        </p:nvSpPr>
        <p:spPr>
          <a:xfrm>
            <a:off x="4193247" y="3894683"/>
            <a:ext cx="1737713" cy="774101"/>
          </a:xfrm>
          <a:custGeom>
            <a:avLst/>
            <a:gdLst/>
            <a:ahLst/>
            <a:cxnLst/>
            <a:rect l="0" t="0" r="0" b="0"/>
            <a:pathLst>
              <a:path w="1934576" h="861798">
                <a:moveTo>
                  <a:pt x="0" y="0"/>
                </a:moveTo>
                <a:lnTo>
                  <a:pt x="316174" y="111750"/>
                </a:lnTo>
                <a:lnTo>
                  <a:pt x="515965" y="183393"/>
                </a:lnTo>
                <a:lnTo>
                  <a:pt x="642769" y="228529"/>
                </a:lnTo>
                <a:lnTo>
                  <a:pt x="1131793" y="494315"/>
                </a:lnTo>
                <a:lnTo>
                  <a:pt x="1308091" y="486851"/>
                </a:lnTo>
                <a:lnTo>
                  <a:pt x="1518630" y="497971"/>
                </a:lnTo>
                <a:lnTo>
                  <a:pt x="1798369" y="522933"/>
                </a:lnTo>
                <a:lnTo>
                  <a:pt x="1925669" y="534424"/>
                </a:lnTo>
                <a:lnTo>
                  <a:pt x="1934576" y="629831"/>
                </a:lnTo>
                <a:lnTo>
                  <a:pt x="1915731" y="713551"/>
                </a:lnTo>
                <a:lnTo>
                  <a:pt x="1897906" y="861798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7" name="pl104">
            <a:extLst>
              <a:ext uri="{FF2B5EF4-FFF2-40B4-BE49-F238E27FC236}">
                <a16:creationId xmlns:a16="http://schemas.microsoft.com/office/drawing/2014/main" id="{F8CBE1E5-432E-45A2-B0F1-16A8B83B2023}"/>
              </a:ext>
            </a:extLst>
          </p:cNvPr>
          <p:cNvSpPr/>
          <p:nvPr/>
        </p:nvSpPr>
        <p:spPr>
          <a:xfrm>
            <a:off x="3892390" y="3889386"/>
            <a:ext cx="836118" cy="1130247"/>
          </a:xfrm>
          <a:custGeom>
            <a:avLst/>
            <a:gdLst/>
            <a:ahLst/>
            <a:cxnLst/>
            <a:rect l="0" t="0" r="0" b="0"/>
            <a:pathLst>
              <a:path w="930840" h="1258291">
                <a:moveTo>
                  <a:pt x="930840" y="1258291"/>
                </a:moveTo>
                <a:lnTo>
                  <a:pt x="751303" y="1122949"/>
                </a:lnTo>
                <a:lnTo>
                  <a:pt x="692263" y="1011416"/>
                </a:lnTo>
                <a:lnTo>
                  <a:pt x="612472" y="936683"/>
                </a:lnTo>
                <a:lnTo>
                  <a:pt x="401489" y="753747"/>
                </a:lnTo>
                <a:lnTo>
                  <a:pt x="404806" y="659689"/>
                </a:lnTo>
                <a:lnTo>
                  <a:pt x="202533" y="481802"/>
                </a:lnTo>
                <a:lnTo>
                  <a:pt x="78511" y="346134"/>
                </a:lnTo>
                <a:lnTo>
                  <a:pt x="35533" y="307940"/>
                </a:lnTo>
                <a:lnTo>
                  <a:pt x="0" y="271705"/>
                </a:lnTo>
                <a:lnTo>
                  <a:pt x="36813" y="216755"/>
                </a:lnTo>
                <a:lnTo>
                  <a:pt x="93646" y="151924"/>
                </a:lnTo>
                <a:lnTo>
                  <a:pt x="159804" y="80521"/>
                </a:lnTo>
                <a:lnTo>
                  <a:pt x="211009" y="37866"/>
                </a:lnTo>
                <a:lnTo>
                  <a:pt x="32999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8" name="pl105">
            <a:extLst>
              <a:ext uri="{FF2B5EF4-FFF2-40B4-BE49-F238E27FC236}">
                <a16:creationId xmlns:a16="http://schemas.microsoft.com/office/drawing/2014/main" id="{E1BB254C-B7F9-4310-8DC2-324F3E6C58F7}"/>
              </a:ext>
            </a:extLst>
          </p:cNvPr>
          <p:cNvSpPr/>
          <p:nvPr/>
        </p:nvSpPr>
        <p:spPr>
          <a:xfrm>
            <a:off x="3877317" y="3570068"/>
            <a:ext cx="625384" cy="720266"/>
          </a:xfrm>
          <a:custGeom>
            <a:avLst/>
            <a:gdLst/>
            <a:ahLst/>
            <a:cxnLst/>
            <a:rect l="0" t="0" r="0" b="0"/>
            <a:pathLst>
              <a:path w="696233" h="801864">
                <a:moveTo>
                  <a:pt x="0" y="801864"/>
                </a:moveTo>
                <a:lnTo>
                  <a:pt x="38485" y="753072"/>
                </a:lnTo>
                <a:lnTo>
                  <a:pt x="85171" y="704977"/>
                </a:lnTo>
                <a:lnTo>
                  <a:pt x="167247" y="620212"/>
                </a:lnTo>
                <a:lnTo>
                  <a:pt x="221560" y="571812"/>
                </a:lnTo>
                <a:lnTo>
                  <a:pt x="285015" y="518232"/>
                </a:lnTo>
                <a:lnTo>
                  <a:pt x="302226" y="464392"/>
                </a:lnTo>
                <a:lnTo>
                  <a:pt x="306667" y="407722"/>
                </a:lnTo>
                <a:lnTo>
                  <a:pt x="353718" y="367700"/>
                </a:lnTo>
                <a:lnTo>
                  <a:pt x="407235" y="323239"/>
                </a:lnTo>
                <a:lnTo>
                  <a:pt x="511446" y="303174"/>
                </a:lnTo>
                <a:lnTo>
                  <a:pt x="579537" y="275732"/>
                </a:lnTo>
                <a:lnTo>
                  <a:pt x="603382" y="217974"/>
                </a:lnTo>
                <a:lnTo>
                  <a:pt x="635416" y="147985"/>
                </a:lnTo>
                <a:lnTo>
                  <a:pt x="664891" y="78889"/>
                </a:lnTo>
                <a:lnTo>
                  <a:pt x="696233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09" name="pl106">
            <a:extLst>
              <a:ext uri="{FF2B5EF4-FFF2-40B4-BE49-F238E27FC236}">
                <a16:creationId xmlns:a16="http://schemas.microsoft.com/office/drawing/2014/main" id="{CEBB6C09-615E-41E2-8044-2582DAD08341}"/>
              </a:ext>
            </a:extLst>
          </p:cNvPr>
          <p:cNvSpPr/>
          <p:nvPr/>
        </p:nvSpPr>
        <p:spPr>
          <a:xfrm>
            <a:off x="2778372" y="2711480"/>
            <a:ext cx="705079" cy="423253"/>
          </a:xfrm>
          <a:custGeom>
            <a:avLst/>
            <a:gdLst/>
            <a:ahLst/>
            <a:cxnLst/>
            <a:rect l="0" t="0" r="0" b="0"/>
            <a:pathLst>
              <a:path w="784956" h="471203">
                <a:moveTo>
                  <a:pt x="784956" y="471203"/>
                </a:moveTo>
                <a:lnTo>
                  <a:pt x="612785" y="376949"/>
                </a:lnTo>
                <a:lnTo>
                  <a:pt x="468508" y="292815"/>
                </a:lnTo>
                <a:lnTo>
                  <a:pt x="373229" y="226113"/>
                </a:lnTo>
                <a:lnTo>
                  <a:pt x="280457" y="152164"/>
                </a:lnTo>
                <a:lnTo>
                  <a:pt x="119242" y="48204"/>
                </a:lnTo>
                <a:lnTo>
                  <a:pt x="0" y="0"/>
                </a:lnTo>
                <a:lnTo>
                  <a:pt x="106209" y="56865"/>
                </a:lnTo>
                <a:lnTo>
                  <a:pt x="171413" y="255079"/>
                </a:lnTo>
                <a:lnTo>
                  <a:pt x="237048" y="288572"/>
                </a:lnTo>
                <a:lnTo>
                  <a:pt x="272700" y="346264"/>
                </a:lnTo>
                <a:lnTo>
                  <a:pt x="237884" y="287853"/>
                </a:lnTo>
                <a:lnTo>
                  <a:pt x="175501" y="252707"/>
                </a:lnTo>
                <a:lnTo>
                  <a:pt x="280078" y="155297"/>
                </a:lnTo>
                <a:lnTo>
                  <a:pt x="396944" y="98715"/>
                </a:lnTo>
                <a:lnTo>
                  <a:pt x="501757" y="159715"/>
                </a:lnTo>
                <a:lnTo>
                  <a:pt x="615488" y="159889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0" name="pl107">
            <a:extLst>
              <a:ext uri="{FF2B5EF4-FFF2-40B4-BE49-F238E27FC236}">
                <a16:creationId xmlns:a16="http://schemas.microsoft.com/office/drawing/2014/main" id="{05DD13A8-3B3D-4EC7-8BA2-738D516CA2EA}"/>
              </a:ext>
            </a:extLst>
          </p:cNvPr>
          <p:cNvSpPr/>
          <p:nvPr/>
        </p:nvSpPr>
        <p:spPr>
          <a:xfrm>
            <a:off x="2778372" y="2697445"/>
            <a:ext cx="695929" cy="425540"/>
          </a:xfrm>
          <a:custGeom>
            <a:avLst/>
            <a:gdLst/>
            <a:ahLst/>
            <a:cxnLst/>
            <a:rect l="0" t="0" r="0" b="0"/>
            <a:pathLst>
              <a:path w="774770" h="473749">
                <a:moveTo>
                  <a:pt x="774770" y="473749"/>
                </a:moveTo>
                <a:lnTo>
                  <a:pt x="725341" y="391204"/>
                </a:lnTo>
                <a:lnTo>
                  <a:pt x="702201" y="357842"/>
                </a:lnTo>
                <a:lnTo>
                  <a:pt x="657304" y="293076"/>
                </a:lnTo>
                <a:lnTo>
                  <a:pt x="615488" y="175515"/>
                </a:lnTo>
                <a:lnTo>
                  <a:pt x="554920" y="198017"/>
                </a:lnTo>
                <a:lnTo>
                  <a:pt x="486490" y="164046"/>
                </a:lnTo>
                <a:lnTo>
                  <a:pt x="389278" y="101261"/>
                </a:lnTo>
                <a:lnTo>
                  <a:pt x="282324" y="0"/>
                </a:lnTo>
                <a:lnTo>
                  <a:pt x="269174" y="28791"/>
                </a:lnTo>
                <a:lnTo>
                  <a:pt x="119242" y="63829"/>
                </a:lnTo>
                <a:lnTo>
                  <a:pt x="0" y="15625"/>
                </a:lnTo>
                <a:lnTo>
                  <a:pt x="106209" y="72491"/>
                </a:lnTo>
                <a:lnTo>
                  <a:pt x="171413" y="270704"/>
                </a:lnTo>
                <a:lnTo>
                  <a:pt x="237048" y="304197"/>
                </a:lnTo>
                <a:lnTo>
                  <a:pt x="272700" y="36189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1" name="pl108">
            <a:extLst>
              <a:ext uri="{FF2B5EF4-FFF2-40B4-BE49-F238E27FC236}">
                <a16:creationId xmlns:a16="http://schemas.microsoft.com/office/drawing/2014/main" id="{442DE24A-B81D-427D-8E1F-1E1DAD4A7EE2}"/>
              </a:ext>
            </a:extLst>
          </p:cNvPr>
          <p:cNvSpPr/>
          <p:nvPr/>
        </p:nvSpPr>
        <p:spPr>
          <a:xfrm>
            <a:off x="3474150" y="3035645"/>
            <a:ext cx="210182" cy="252873"/>
          </a:xfrm>
          <a:custGeom>
            <a:avLst/>
            <a:gdLst/>
            <a:ahLst/>
            <a:cxnLst/>
            <a:rect l="0" t="0" r="0" b="0"/>
            <a:pathLst>
              <a:path w="233993" h="281520">
                <a:moveTo>
                  <a:pt x="169" y="97235"/>
                </a:moveTo>
                <a:lnTo>
                  <a:pt x="67933" y="0"/>
                </a:lnTo>
                <a:lnTo>
                  <a:pt x="108599" y="24896"/>
                </a:lnTo>
                <a:lnTo>
                  <a:pt x="140307" y="56865"/>
                </a:lnTo>
                <a:lnTo>
                  <a:pt x="118994" y="102697"/>
                </a:lnTo>
                <a:lnTo>
                  <a:pt x="171661" y="161587"/>
                </a:lnTo>
                <a:lnTo>
                  <a:pt x="207078" y="196668"/>
                </a:lnTo>
                <a:lnTo>
                  <a:pt x="233993" y="259148"/>
                </a:lnTo>
                <a:lnTo>
                  <a:pt x="167574" y="281520"/>
                </a:lnTo>
                <a:lnTo>
                  <a:pt x="79216" y="201173"/>
                </a:lnTo>
                <a:lnTo>
                  <a:pt x="0" y="105657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2" name="pl109">
            <a:extLst>
              <a:ext uri="{FF2B5EF4-FFF2-40B4-BE49-F238E27FC236}">
                <a16:creationId xmlns:a16="http://schemas.microsoft.com/office/drawing/2014/main" id="{F712D952-3A01-4088-93DA-80F8826C0AFA}"/>
              </a:ext>
            </a:extLst>
          </p:cNvPr>
          <p:cNvSpPr/>
          <p:nvPr/>
        </p:nvSpPr>
        <p:spPr>
          <a:xfrm>
            <a:off x="3357810" y="3956494"/>
            <a:ext cx="767976" cy="583723"/>
          </a:xfrm>
          <a:custGeom>
            <a:avLst/>
            <a:gdLst/>
            <a:ahLst/>
            <a:cxnLst/>
            <a:rect l="0" t="0" r="0" b="0"/>
            <a:pathLst>
              <a:path w="854979" h="649852">
                <a:moveTo>
                  <a:pt x="0" y="649852"/>
                </a:moveTo>
                <a:lnTo>
                  <a:pt x="223219" y="438472"/>
                </a:lnTo>
                <a:lnTo>
                  <a:pt x="324949" y="394316"/>
                </a:lnTo>
                <a:lnTo>
                  <a:pt x="406425" y="369158"/>
                </a:lnTo>
                <a:lnTo>
                  <a:pt x="481423" y="296058"/>
                </a:lnTo>
                <a:lnTo>
                  <a:pt x="528933" y="247027"/>
                </a:lnTo>
                <a:lnTo>
                  <a:pt x="584786" y="196189"/>
                </a:lnTo>
                <a:lnTo>
                  <a:pt x="631956" y="142044"/>
                </a:lnTo>
                <a:lnTo>
                  <a:pt x="688789" y="77213"/>
                </a:lnTo>
                <a:lnTo>
                  <a:pt x="754946" y="5810"/>
                </a:lnTo>
                <a:lnTo>
                  <a:pt x="772446" y="0"/>
                </a:lnTo>
                <a:lnTo>
                  <a:pt x="831029" y="44134"/>
                </a:lnTo>
                <a:lnTo>
                  <a:pt x="854979" y="94036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" name="pl110">
            <a:extLst>
              <a:ext uri="{FF2B5EF4-FFF2-40B4-BE49-F238E27FC236}">
                <a16:creationId xmlns:a16="http://schemas.microsoft.com/office/drawing/2014/main" id="{80B3E49F-5052-40B4-B82C-BAF629B8B5B9}"/>
              </a:ext>
            </a:extLst>
          </p:cNvPr>
          <p:cNvSpPr/>
          <p:nvPr/>
        </p:nvSpPr>
        <p:spPr>
          <a:xfrm>
            <a:off x="617750" y="1049683"/>
            <a:ext cx="2862007" cy="2080496"/>
          </a:xfrm>
          <a:custGeom>
            <a:avLst/>
            <a:gdLst/>
            <a:ahLst/>
            <a:cxnLst/>
            <a:rect l="0" t="0" r="0" b="0"/>
            <a:pathLst>
              <a:path w="3186239" h="2316192">
                <a:moveTo>
                  <a:pt x="3186239" y="2316192"/>
                </a:moveTo>
                <a:lnTo>
                  <a:pt x="3130738" y="2225638"/>
                </a:lnTo>
                <a:lnTo>
                  <a:pt x="3107597" y="2192276"/>
                </a:lnTo>
                <a:lnTo>
                  <a:pt x="3062700" y="2127511"/>
                </a:lnTo>
                <a:lnTo>
                  <a:pt x="2960316" y="2032452"/>
                </a:lnTo>
                <a:lnTo>
                  <a:pt x="2891887" y="1998480"/>
                </a:lnTo>
                <a:lnTo>
                  <a:pt x="2794675" y="1935695"/>
                </a:lnTo>
                <a:lnTo>
                  <a:pt x="2687720" y="1834434"/>
                </a:lnTo>
                <a:lnTo>
                  <a:pt x="2643790" y="1732520"/>
                </a:lnTo>
                <a:lnTo>
                  <a:pt x="2595562" y="1632608"/>
                </a:lnTo>
                <a:lnTo>
                  <a:pt x="2557077" y="1577222"/>
                </a:lnTo>
                <a:lnTo>
                  <a:pt x="2552663" y="1450215"/>
                </a:lnTo>
                <a:lnTo>
                  <a:pt x="2523750" y="1306713"/>
                </a:lnTo>
                <a:lnTo>
                  <a:pt x="2535321" y="1225516"/>
                </a:lnTo>
                <a:lnTo>
                  <a:pt x="2574576" y="1129348"/>
                </a:lnTo>
                <a:lnTo>
                  <a:pt x="2451468" y="1160555"/>
                </a:lnTo>
                <a:lnTo>
                  <a:pt x="2353277" y="1170958"/>
                </a:lnTo>
                <a:lnTo>
                  <a:pt x="2283776" y="1222687"/>
                </a:lnTo>
                <a:lnTo>
                  <a:pt x="2235040" y="1196115"/>
                </a:lnTo>
                <a:lnTo>
                  <a:pt x="2171455" y="1170196"/>
                </a:lnTo>
                <a:lnTo>
                  <a:pt x="2091833" y="1143580"/>
                </a:lnTo>
                <a:lnTo>
                  <a:pt x="1972499" y="1140425"/>
                </a:lnTo>
                <a:lnTo>
                  <a:pt x="1823612" y="1166823"/>
                </a:lnTo>
                <a:lnTo>
                  <a:pt x="1718408" y="1179597"/>
                </a:lnTo>
                <a:lnTo>
                  <a:pt x="1549920" y="1259249"/>
                </a:lnTo>
                <a:lnTo>
                  <a:pt x="1470742" y="1211958"/>
                </a:lnTo>
                <a:lnTo>
                  <a:pt x="1425101" y="1148455"/>
                </a:lnTo>
                <a:lnTo>
                  <a:pt x="1436776" y="1067041"/>
                </a:lnTo>
                <a:lnTo>
                  <a:pt x="1443814" y="959447"/>
                </a:lnTo>
                <a:lnTo>
                  <a:pt x="1353641" y="936857"/>
                </a:lnTo>
                <a:lnTo>
                  <a:pt x="1242260" y="930437"/>
                </a:lnTo>
                <a:lnTo>
                  <a:pt x="1149815" y="924431"/>
                </a:lnTo>
                <a:lnTo>
                  <a:pt x="1109240" y="932353"/>
                </a:lnTo>
                <a:lnTo>
                  <a:pt x="923017" y="958946"/>
                </a:lnTo>
                <a:lnTo>
                  <a:pt x="847875" y="999577"/>
                </a:lnTo>
                <a:lnTo>
                  <a:pt x="770683" y="995921"/>
                </a:lnTo>
                <a:lnTo>
                  <a:pt x="699772" y="961950"/>
                </a:lnTo>
                <a:lnTo>
                  <a:pt x="604440" y="897598"/>
                </a:lnTo>
                <a:lnTo>
                  <a:pt x="505648" y="845629"/>
                </a:lnTo>
                <a:lnTo>
                  <a:pt x="451531" y="815662"/>
                </a:lnTo>
                <a:lnTo>
                  <a:pt x="379784" y="777599"/>
                </a:lnTo>
                <a:lnTo>
                  <a:pt x="328018" y="749764"/>
                </a:lnTo>
                <a:lnTo>
                  <a:pt x="293712" y="679645"/>
                </a:lnTo>
                <a:lnTo>
                  <a:pt x="243134" y="618514"/>
                </a:lnTo>
                <a:lnTo>
                  <a:pt x="199295" y="518885"/>
                </a:lnTo>
                <a:lnTo>
                  <a:pt x="134325" y="477275"/>
                </a:lnTo>
                <a:lnTo>
                  <a:pt x="68468" y="420431"/>
                </a:lnTo>
                <a:lnTo>
                  <a:pt x="46190" y="347069"/>
                </a:lnTo>
                <a:lnTo>
                  <a:pt x="28181" y="302391"/>
                </a:lnTo>
                <a:lnTo>
                  <a:pt x="6712" y="194796"/>
                </a:lnTo>
                <a:lnTo>
                  <a:pt x="0" y="98845"/>
                </a:lnTo>
                <a:lnTo>
                  <a:pt x="15670" y="46310"/>
                </a:lnTo>
                <a:lnTo>
                  <a:pt x="29827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4" name="pl111">
            <a:extLst>
              <a:ext uri="{FF2B5EF4-FFF2-40B4-BE49-F238E27FC236}">
                <a16:creationId xmlns:a16="http://schemas.microsoft.com/office/drawing/2014/main" id="{E582061D-A0EB-478B-8320-2C28FB84C439}"/>
              </a:ext>
            </a:extLst>
          </p:cNvPr>
          <p:cNvSpPr/>
          <p:nvPr/>
        </p:nvSpPr>
        <p:spPr>
          <a:xfrm>
            <a:off x="1897832" y="1736913"/>
            <a:ext cx="190873" cy="440573"/>
          </a:xfrm>
          <a:custGeom>
            <a:avLst/>
            <a:gdLst/>
            <a:ahLst/>
            <a:cxnLst/>
            <a:rect l="0" t="0" r="0" b="0"/>
            <a:pathLst>
              <a:path w="212497" h="490485">
                <a:moveTo>
                  <a:pt x="120796" y="490485"/>
                </a:moveTo>
                <a:lnTo>
                  <a:pt x="45641" y="446873"/>
                </a:lnTo>
                <a:lnTo>
                  <a:pt x="0" y="383369"/>
                </a:lnTo>
                <a:lnTo>
                  <a:pt x="11674" y="301955"/>
                </a:lnTo>
                <a:lnTo>
                  <a:pt x="18713" y="194361"/>
                </a:lnTo>
                <a:lnTo>
                  <a:pt x="14626" y="122240"/>
                </a:lnTo>
                <a:lnTo>
                  <a:pt x="6111" y="28226"/>
                </a:lnTo>
                <a:lnTo>
                  <a:pt x="127104" y="0"/>
                </a:lnTo>
                <a:lnTo>
                  <a:pt x="171439" y="34776"/>
                </a:lnTo>
                <a:lnTo>
                  <a:pt x="212497" y="78758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5" name="pl112">
            <a:extLst>
              <a:ext uri="{FF2B5EF4-FFF2-40B4-BE49-F238E27FC236}">
                <a16:creationId xmlns:a16="http://schemas.microsoft.com/office/drawing/2014/main" id="{D1CE82C4-A4E6-49DD-951D-376A914E01BD}"/>
              </a:ext>
            </a:extLst>
          </p:cNvPr>
          <p:cNvSpPr/>
          <p:nvPr/>
        </p:nvSpPr>
        <p:spPr>
          <a:xfrm>
            <a:off x="1015204" y="1554198"/>
            <a:ext cx="2468247" cy="1580536"/>
          </a:xfrm>
          <a:custGeom>
            <a:avLst/>
            <a:gdLst/>
            <a:ahLst/>
            <a:cxnLst/>
            <a:rect l="0" t="0" r="0" b="0"/>
            <a:pathLst>
              <a:path w="2747871" h="1759592">
                <a:moveTo>
                  <a:pt x="2747871" y="1759592"/>
                </a:moveTo>
                <a:lnTo>
                  <a:pt x="2575699" y="1665339"/>
                </a:lnTo>
                <a:lnTo>
                  <a:pt x="2431422" y="1581204"/>
                </a:lnTo>
                <a:lnTo>
                  <a:pt x="2336143" y="1514502"/>
                </a:lnTo>
                <a:lnTo>
                  <a:pt x="2261915" y="1443208"/>
                </a:lnTo>
                <a:lnTo>
                  <a:pt x="2240198" y="1378181"/>
                </a:lnTo>
                <a:lnTo>
                  <a:pt x="2233838" y="1299205"/>
                </a:lnTo>
                <a:lnTo>
                  <a:pt x="2201308" y="1170849"/>
                </a:lnTo>
                <a:lnTo>
                  <a:pt x="2153081" y="1070937"/>
                </a:lnTo>
                <a:lnTo>
                  <a:pt x="2114595" y="1015551"/>
                </a:lnTo>
                <a:lnTo>
                  <a:pt x="2110181" y="888544"/>
                </a:lnTo>
                <a:lnTo>
                  <a:pt x="2081269" y="745042"/>
                </a:lnTo>
                <a:lnTo>
                  <a:pt x="1984083" y="712028"/>
                </a:lnTo>
                <a:lnTo>
                  <a:pt x="1906329" y="695097"/>
                </a:lnTo>
                <a:lnTo>
                  <a:pt x="1802535" y="603128"/>
                </a:lnTo>
                <a:lnTo>
                  <a:pt x="1728973" y="608525"/>
                </a:lnTo>
                <a:lnTo>
                  <a:pt x="1649352" y="581910"/>
                </a:lnTo>
                <a:lnTo>
                  <a:pt x="1530018" y="578754"/>
                </a:lnTo>
                <a:lnTo>
                  <a:pt x="1381131" y="605152"/>
                </a:lnTo>
                <a:lnTo>
                  <a:pt x="1275926" y="617927"/>
                </a:lnTo>
                <a:lnTo>
                  <a:pt x="1107438" y="697578"/>
                </a:lnTo>
                <a:lnTo>
                  <a:pt x="1028261" y="650288"/>
                </a:lnTo>
                <a:lnTo>
                  <a:pt x="982619" y="586784"/>
                </a:lnTo>
                <a:lnTo>
                  <a:pt x="912413" y="571311"/>
                </a:lnTo>
                <a:lnTo>
                  <a:pt x="823219" y="546001"/>
                </a:lnTo>
                <a:lnTo>
                  <a:pt x="777029" y="528265"/>
                </a:lnTo>
                <a:lnTo>
                  <a:pt x="669945" y="488396"/>
                </a:lnTo>
                <a:lnTo>
                  <a:pt x="601685" y="469419"/>
                </a:lnTo>
                <a:lnTo>
                  <a:pt x="480535" y="397276"/>
                </a:lnTo>
                <a:lnTo>
                  <a:pt x="405393" y="437906"/>
                </a:lnTo>
                <a:lnTo>
                  <a:pt x="328201" y="434250"/>
                </a:lnTo>
                <a:lnTo>
                  <a:pt x="257290" y="400279"/>
                </a:lnTo>
                <a:lnTo>
                  <a:pt x="177577" y="335252"/>
                </a:lnTo>
                <a:lnTo>
                  <a:pt x="208710" y="250574"/>
                </a:lnTo>
                <a:lnTo>
                  <a:pt x="238616" y="221847"/>
                </a:lnTo>
                <a:lnTo>
                  <a:pt x="308051" y="170379"/>
                </a:lnTo>
                <a:lnTo>
                  <a:pt x="301795" y="105505"/>
                </a:lnTo>
                <a:lnTo>
                  <a:pt x="262135" y="42393"/>
                </a:lnTo>
                <a:lnTo>
                  <a:pt x="229187" y="0"/>
                </a:lnTo>
                <a:lnTo>
                  <a:pt x="133281" y="64896"/>
                </a:lnTo>
                <a:lnTo>
                  <a:pt x="93072" y="100347"/>
                </a:lnTo>
                <a:lnTo>
                  <a:pt x="46216" y="166048"/>
                </a:lnTo>
                <a:lnTo>
                  <a:pt x="0" y="24387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6" name="pl113">
            <a:extLst>
              <a:ext uri="{FF2B5EF4-FFF2-40B4-BE49-F238E27FC236}">
                <a16:creationId xmlns:a16="http://schemas.microsoft.com/office/drawing/2014/main" id="{C24F3A59-A54C-49EE-B05F-BED4C6302689}"/>
              </a:ext>
            </a:extLst>
          </p:cNvPr>
          <p:cNvSpPr/>
          <p:nvPr/>
        </p:nvSpPr>
        <p:spPr>
          <a:xfrm>
            <a:off x="1015204" y="1554198"/>
            <a:ext cx="2464552" cy="1575982"/>
          </a:xfrm>
          <a:custGeom>
            <a:avLst/>
            <a:gdLst/>
            <a:ahLst/>
            <a:cxnLst/>
            <a:rect l="0" t="0" r="0" b="0"/>
            <a:pathLst>
              <a:path w="2743757" h="1754522">
                <a:moveTo>
                  <a:pt x="2743757" y="1754522"/>
                </a:moveTo>
                <a:lnTo>
                  <a:pt x="2575699" y="1665339"/>
                </a:lnTo>
                <a:lnTo>
                  <a:pt x="2431422" y="1581204"/>
                </a:lnTo>
                <a:lnTo>
                  <a:pt x="2336143" y="1514502"/>
                </a:lnTo>
                <a:lnTo>
                  <a:pt x="2261915" y="1443208"/>
                </a:lnTo>
                <a:lnTo>
                  <a:pt x="2240198" y="1378181"/>
                </a:lnTo>
                <a:lnTo>
                  <a:pt x="2233838" y="1299205"/>
                </a:lnTo>
                <a:lnTo>
                  <a:pt x="2201308" y="1170849"/>
                </a:lnTo>
                <a:lnTo>
                  <a:pt x="2153081" y="1070937"/>
                </a:lnTo>
                <a:lnTo>
                  <a:pt x="2114595" y="1015551"/>
                </a:lnTo>
                <a:lnTo>
                  <a:pt x="2110181" y="888544"/>
                </a:lnTo>
                <a:lnTo>
                  <a:pt x="2081269" y="745042"/>
                </a:lnTo>
                <a:lnTo>
                  <a:pt x="2092839" y="663846"/>
                </a:lnTo>
                <a:lnTo>
                  <a:pt x="2132095" y="567677"/>
                </a:lnTo>
                <a:lnTo>
                  <a:pt x="2008986" y="598884"/>
                </a:lnTo>
                <a:lnTo>
                  <a:pt x="1910795" y="609287"/>
                </a:lnTo>
                <a:lnTo>
                  <a:pt x="1802535" y="603128"/>
                </a:lnTo>
                <a:lnTo>
                  <a:pt x="1728973" y="608525"/>
                </a:lnTo>
                <a:lnTo>
                  <a:pt x="1649352" y="581910"/>
                </a:lnTo>
                <a:lnTo>
                  <a:pt x="1530018" y="578754"/>
                </a:lnTo>
                <a:lnTo>
                  <a:pt x="1381131" y="605152"/>
                </a:lnTo>
                <a:lnTo>
                  <a:pt x="1275926" y="617927"/>
                </a:lnTo>
                <a:lnTo>
                  <a:pt x="1107438" y="697578"/>
                </a:lnTo>
                <a:lnTo>
                  <a:pt x="1028261" y="650288"/>
                </a:lnTo>
                <a:lnTo>
                  <a:pt x="982619" y="586784"/>
                </a:lnTo>
                <a:lnTo>
                  <a:pt x="912413" y="571311"/>
                </a:lnTo>
                <a:lnTo>
                  <a:pt x="823219" y="546001"/>
                </a:lnTo>
                <a:lnTo>
                  <a:pt x="777029" y="528265"/>
                </a:lnTo>
                <a:lnTo>
                  <a:pt x="669945" y="488396"/>
                </a:lnTo>
                <a:lnTo>
                  <a:pt x="601685" y="469419"/>
                </a:lnTo>
                <a:lnTo>
                  <a:pt x="480535" y="397276"/>
                </a:lnTo>
                <a:lnTo>
                  <a:pt x="405393" y="437906"/>
                </a:lnTo>
                <a:lnTo>
                  <a:pt x="328201" y="434250"/>
                </a:lnTo>
                <a:lnTo>
                  <a:pt x="257290" y="400279"/>
                </a:lnTo>
                <a:lnTo>
                  <a:pt x="177577" y="335252"/>
                </a:lnTo>
                <a:lnTo>
                  <a:pt x="208710" y="250574"/>
                </a:lnTo>
                <a:lnTo>
                  <a:pt x="238616" y="221847"/>
                </a:lnTo>
                <a:lnTo>
                  <a:pt x="308051" y="170379"/>
                </a:lnTo>
                <a:lnTo>
                  <a:pt x="301795" y="105505"/>
                </a:lnTo>
                <a:lnTo>
                  <a:pt x="262135" y="42393"/>
                </a:lnTo>
                <a:lnTo>
                  <a:pt x="229187" y="0"/>
                </a:lnTo>
                <a:lnTo>
                  <a:pt x="133281" y="64896"/>
                </a:lnTo>
                <a:lnTo>
                  <a:pt x="93072" y="100347"/>
                </a:lnTo>
                <a:lnTo>
                  <a:pt x="46216" y="166048"/>
                </a:lnTo>
                <a:lnTo>
                  <a:pt x="0" y="243871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7" name="pl114">
            <a:extLst>
              <a:ext uri="{FF2B5EF4-FFF2-40B4-BE49-F238E27FC236}">
                <a16:creationId xmlns:a16="http://schemas.microsoft.com/office/drawing/2014/main" id="{8B87F539-6259-4263-80B2-00DC2037FE32}"/>
              </a:ext>
            </a:extLst>
          </p:cNvPr>
          <p:cNvSpPr/>
          <p:nvPr/>
        </p:nvSpPr>
        <p:spPr>
          <a:xfrm>
            <a:off x="2884683" y="2001203"/>
            <a:ext cx="595073" cy="1128976"/>
          </a:xfrm>
          <a:custGeom>
            <a:avLst/>
            <a:gdLst/>
            <a:ahLst/>
            <a:cxnLst/>
            <a:rect l="0" t="0" r="0" b="0"/>
            <a:pathLst>
              <a:path w="662488" h="1256876">
                <a:moveTo>
                  <a:pt x="662488" y="1256876"/>
                </a:moveTo>
                <a:lnTo>
                  <a:pt x="606987" y="1166322"/>
                </a:lnTo>
                <a:lnTo>
                  <a:pt x="583846" y="1132960"/>
                </a:lnTo>
                <a:lnTo>
                  <a:pt x="538949" y="1068195"/>
                </a:lnTo>
                <a:lnTo>
                  <a:pt x="436565" y="973136"/>
                </a:lnTo>
                <a:lnTo>
                  <a:pt x="368136" y="939164"/>
                </a:lnTo>
                <a:lnTo>
                  <a:pt x="270924" y="876379"/>
                </a:lnTo>
                <a:lnTo>
                  <a:pt x="163970" y="775118"/>
                </a:lnTo>
                <a:lnTo>
                  <a:pt x="120039" y="673204"/>
                </a:lnTo>
                <a:lnTo>
                  <a:pt x="71812" y="573292"/>
                </a:lnTo>
                <a:lnTo>
                  <a:pt x="33326" y="517906"/>
                </a:lnTo>
                <a:lnTo>
                  <a:pt x="31838" y="402695"/>
                </a:lnTo>
                <a:lnTo>
                  <a:pt x="0" y="247397"/>
                </a:lnTo>
                <a:lnTo>
                  <a:pt x="97982" y="237429"/>
                </a:lnTo>
                <a:lnTo>
                  <a:pt x="135919" y="202457"/>
                </a:lnTo>
                <a:lnTo>
                  <a:pt x="218478" y="90467"/>
                </a:lnTo>
                <a:lnTo>
                  <a:pt x="194437" y="34841"/>
                </a:lnTo>
                <a:lnTo>
                  <a:pt x="215214" y="5223"/>
                </a:lnTo>
                <a:lnTo>
                  <a:pt x="283252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8" name="pl115">
            <a:extLst>
              <a:ext uri="{FF2B5EF4-FFF2-40B4-BE49-F238E27FC236}">
                <a16:creationId xmlns:a16="http://schemas.microsoft.com/office/drawing/2014/main" id="{098B4AA3-E48E-42AF-AC07-6B9AD0AD704C}"/>
              </a:ext>
            </a:extLst>
          </p:cNvPr>
          <p:cNvSpPr/>
          <p:nvPr/>
        </p:nvSpPr>
        <p:spPr>
          <a:xfrm>
            <a:off x="1365328" y="1308205"/>
            <a:ext cx="125923" cy="606047"/>
          </a:xfrm>
          <a:custGeom>
            <a:avLst/>
            <a:gdLst/>
            <a:ahLst/>
            <a:cxnLst/>
            <a:rect l="0" t="0" r="0" b="0"/>
            <a:pathLst>
              <a:path w="140189" h="674705">
                <a:moveTo>
                  <a:pt x="95409" y="674705"/>
                </a:moveTo>
                <a:lnTo>
                  <a:pt x="63650" y="578319"/>
                </a:lnTo>
                <a:lnTo>
                  <a:pt x="27019" y="462955"/>
                </a:lnTo>
                <a:lnTo>
                  <a:pt x="0" y="355165"/>
                </a:lnTo>
                <a:lnTo>
                  <a:pt x="30597" y="275797"/>
                </a:lnTo>
                <a:lnTo>
                  <a:pt x="53307" y="216994"/>
                </a:lnTo>
                <a:lnTo>
                  <a:pt x="79490" y="148986"/>
                </a:lnTo>
                <a:lnTo>
                  <a:pt x="98517" y="61457"/>
                </a:lnTo>
                <a:lnTo>
                  <a:pt x="140189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9" name="pl116">
            <a:extLst>
              <a:ext uri="{FF2B5EF4-FFF2-40B4-BE49-F238E27FC236}">
                <a16:creationId xmlns:a16="http://schemas.microsoft.com/office/drawing/2014/main" id="{727620AF-7D84-4695-87C4-B40CA1CB14A3}"/>
              </a:ext>
            </a:extLst>
          </p:cNvPr>
          <p:cNvSpPr/>
          <p:nvPr/>
        </p:nvSpPr>
        <p:spPr>
          <a:xfrm>
            <a:off x="1230360" y="1718068"/>
            <a:ext cx="779590" cy="462721"/>
          </a:xfrm>
          <a:custGeom>
            <a:avLst/>
            <a:gdLst/>
            <a:ahLst/>
            <a:cxnLst/>
            <a:rect l="0" t="0" r="0" b="0"/>
            <a:pathLst>
              <a:path w="867908" h="515142">
                <a:moveTo>
                  <a:pt x="867908" y="515142"/>
                </a:moveTo>
                <a:lnTo>
                  <a:pt x="788730" y="467852"/>
                </a:lnTo>
                <a:lnTo>
                  <a:pt x="743089" y="404349"/>
                </a:lnTo>
                <a:lnTo>
                  <a:pt x="754764" y="322935"/>
                </a:lnTo>
                <a:lnTo>
                  <a:pt x="761803" y="215340"/>
                </a:lnTo>
                <a:lnTo>
                  <a:pt x="671629" y="192751"/>
                </a:lnTo>
                <a:lnTo>
                  <a:pt x="560248" y="186331"/>
                </a:lnTo>
                <a:lnTo>
                  <a:pt x="467803" y="180324"/>
                </a:lnTo>
                <a:lnTo>
                  <a:pt x="427228" y="188246"/>
                </a:lnTo>
                <a:lnTo>
                  <a:pt x="245667" y="218409"/>
                </a:lnTo>
                <a:lnTo>
                  <a:pt x="160640" y="203001"/>
                </a:lnTo>
                <a:lnTo>
                  <a:pt x="152504" y="150096"/>
                </a:lnTo>
                <a:lnTo>
                  <a:pt x="133137" y="74580"/>
                </a:lnTo>
                <a:lnTo>
                  <a:pt x="66888" y="73426"/>
                </a:lnTo>
                <a:lnTo>
                  <a:pt x="22461" y="28313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20" name="pl117">
            <a:extLst>
              <a:ext uri="{FF2B5EF4-FFF2-40B4-BE49-F238E27FC236}">
                <a16:creationId xmlns:a16="http://schemas.microsoft.com/office/drawing/2014/main" id="{2EF9ADEA-662C-4C7E-9469-B249542F052B}"/>
              </a:ext>
            </a:extLst>
          </p:cNvPr>
          <p:cNvSpPr/>
          <p:nvPr/>
        </p:nvSpPr>
        <p:spPr>
          <a:xfrm>
            <a:off x="1213585" y="1698071"/>
            <a:ext cx="235319" cy="211490"/>
          </a:xfrm>
          <a:custGeom>
            <a:avLst/>
            <a:gdLst/>
            <a:ahLst/>
            <a:cxnLst/>
            <a:rect l="0" t="0" r="0" b="0"/>
            <a:pathLst>
              <a:path w="261978" h="235449">
                <a:moveTo>
                  <a:pt x="261978" y="235449"/>
                </a:moveTo>
                <a:lnTo>
                  <a:pt x="179314" y="225264"/>
                </a:lnTo>
                <a:lnTo>
                  <a:pt x="171178" y="172359"/>
                </a:lnTo>
                <a:lnTo>
                  <a:pt x="151812" y="96843"/>
                </a:lnTo>
                <a:lnTo>
                  <a:pt x="85563" y="95690"/>
                </a:lnTo>
                <a:lnTo>
                  <a:pt x="41136" y="50576"/>
                </a:lnTo>
                <a:lnTo>
                  <a:pt x="0" y="0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21" name="pl118">
            <a:extLst>
              <a:ext uri="{FF2B5EF4-FFF2-40B4-BE49-F238E27FC236}">
                <a16:creationId xmlns:a16="http://schemas.microsoft.com/office/drawing/2014/main" id="{099A892E-ACB9-48AA-9557-F58EBF32E053}"/>
              </a:ext>
            </a:extLst>
          </p:cNvPr>
          <p:cNvSpPr/>
          <p:nvPr/>
        </p:nvSpPr>
        <p:spPr>
          <a:xfrm>
            <a:off x="1938829" y="1910910"/>
            <a:ext cx="153595" cy="266576"/>
          </a:xfrm>
          <a:custGeom>
            <a:avLst/>
            <a:gdLst/>
            <a:ahLst/>
            <a:cxnLst/>
            <a:rect l="0" t="0" r="0" b="0"/>
            <a:pathLst>
              <a:path w="170995" h="296776">
                <a:moveTo>
                  <a:pt x="75155" y="296776"/>
                </a:moveTo>
                <a:lnTo>
                  <a:pt x="0" y="253164"/>
                </a:lnTo>
                <a:lnTo>
                  <a:pt x="37087" y="175145"/>
                </a:lnTo>
                <a:lnTo>
                  <a:pt x="45484" y="99411"/>
                </a:lnTo>
                <a:lnTo>
                  <a:pt x="60594" y="0"/>
                </a:lnTo>
                <a:lnTo>
                  <a:pt x="170995" y="6463"/>
                </a:lnTo>
              </a:path>
            </a:pathLst>
          </a:custGeom>
          <a:ln w="9525" cap="flat">
            <a:solidFill>
              <a:srgbClr val="30B57C"/>
            </a:solidFill>
            <a:prstDash val="solid"/>
            <a:round/>
          </a:ln>
          <a:effectLst>
            <a:glow rad="50800">
              <a:srgbClr val="30B57C">
                <a:alpha val="30000"/>
              </a:srgbClr>
            </a:glow>
          </a:effectLst>
        </p:spPr>
        <p:txBody>
          <a:bodyPr/>
          <a:lstStyle/>
          <a:p>
            <a:endParaRPr/>
          </a:p>
        </p:txBody>
      </p: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72BAB097-8E57-461C-B0C8-5B189D159B21}"/>
              </a:ext>
            </a:extLst>
          </p:cNvPr>
          <p:cNvGrpSpPr/>
          <p:nvPr/>
        </p:nvGrpSpPr>
        <p:grpSpPr>
          <a:xfrm>
            <a:off x="9732831" y="288149"/>
            <a:ext cx="1409050" cy="1668725"/>
            <a:chOff x="2587514" y="1493575"/>
            <a:chExt cx="1409050" cy="1668725"/>
          </a:xfrm>
        </p:grpSpPr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DDC9ECB1-9D5A-4780-A70A-060B0FCA0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041" b="96684" l="2417" r="98792">
                          <a14:foregroundMark x1="4532" y1="3316" x2="31722" y2="1531"/>
                          <a14:foregroundMark x1="31722" y1="1531" x2="63746" y2="4592"/>
                          <a14:foregroundMark x1="63746" y1="4592" x2="45921" y2="7653"/>
                          <a14:foregroundMark x1="45921" y1="7653" x2="61934" y2="3061"/>
                          <a14:foregroundMark x1="61934" y1="3061" x2="89426" y2="3316"/>
                          <a14:foregroundMark x1="89426" y1="3316" x2="93353" y2="2041"/>
                          <a14:foregroundMark x1="67674" y1="18622" x2="89124" y2="11480"/>
                          <a14:foregroundMark x1="89124" y1="11480" x2="82175" y2="6378"/>
                          <a14:foregroundMark x1="39879" y1="22194" x2="53474" y2="31122"/>
                          <a14:foregroundMark x1="53474" y1="31122" x2="41390" y2="46684"/>
                          <a14:foregroundMark x1="41390" y1="46684" x2="51360" y2="64286"/>
                          <a14:foregroundMark x1="51360" y1="64286" x2="55287" y2="56122"/>
                          <a14:foregroundMark x1="62236" y1="46939" x2="47734" y2="40306"/>
                          <a14:foregroundMark x1="47734" y1="40306" x2="43505" y2="27296"/>
                          <a14:foregroundMark x1="43505" y1="27296" x2="32628" y2="19133"/>
                          <a14:foregroundMark x1="17825" y1="16582" x2="7553" y2="4337"/>
                          <a14:foregroundMark x1="7553" y1="4337" x2="2417" y2="2806"/>
                          <a14:foregroundMark x1="6949" y1="4082" x2="12085" y2="23469"/>
                          <a14:foregroundMark x1="12085" y1="23469" x2="30514" y2="42092"/>
                          <a14:foregroundMark x1="30514" y1="42092" x2="45619" y2="45153"/>
                          <a14:foregroundMark x1="45619" y1="45153" x2="11178" y2="24745"/>
                          <a14:foregroundMark x1="35952" y1="33163" x2="51360" y2="26020"/>
                          <a14:foregroundMark x1="51360" y1="26020" x2="45921" y2="16327"/>
                          <a14:foregroundMark x1="33233" y1="15306" x2="38973" y2="49490"/>
                          <a14:foregroundMark x1="38973" y1="49490" x2="31420" y2="66582"/>
                          <a14:foregroundMark x1="28701" y1="92602" x2="50151" y2="96429"/>
                          <a14:foregroundMark x1="71903" y1="65816" x2="54683" y2="62245"/>
                          <a14:foregroundMark x1="54683" y1="62245" x2="50453" y2="47959"/>
                          <a14:foregroundMark x1="52266" y1="60969" x2="52266" y2="60969"/>
                          <a14:foregroundMark x1="54683" y1="64286" x2="64653" y2="70918"/>
                          <a14:foregroundMark x1="64350" y1="70663" x2="53776" y2="72704"/>
                          <a14:foregroundMark x1="41692" y1="70918" x2="61329" y2="71939"/>
                          <a14:foregroundMark x1="61329" y1="71939" x2="48338" y2="65051"/>
                          <a14:foregroundMark x1="48338" y1="65051" x2="49849" y2="75000"/>
                          <a14:foregroundMark x1="59517" y1="59184" x2="45921" y2="73980"/>
                          <a14:foregroundMark x1="45921" y1="73980" x2="74924" y2="58673"/>
                          <a14:foregroundMark x1="74924" y1="58673" x2="58308" y2="68367"/>
                          <a14:foregroundMark x1="65257" y1="69898" x2="72810" y2="74490"/>
                          <a14:foregroundMark x1="95770" y1="67092" x2="97281" y2="8163"/>
                          <a14:foregroundMark x1="97281" y1="8163" x2="98792" y2="12500"/>
                          <a14:foregroundMark x1="4834" y1="8929" x2="67674" y2="5612"/>
                          <a14:foregroundMark x1="67674" y1="5612" x2="49849" y2="2551"/>
                          <a14:foregroundMark x1="49849" y1="2551" x2="64955" y2="6378"/>
                          <a14:foregroundMark x1="64955" y1="6378" x2="45619" y2="9439"/>
                          <a14:foregroundMark x1="45619" y1="9439" x2="45317" y2="9184"/>
                          <a14:foregroundMark x1="94562" y1="10969" x2="54683" y2="4082"/>
                          <a14:foregroundMark x1="54683" y1="4082" x2="79456" y2="8929"/>
                          <a14:foregroundMark x1="55287" y1="7653" x2="53474" y2="8673"/>
                          <a14:foregroundMark x1="52870" y1="8673" x2="52870" y2="8673"/>
                          <a14:foregroundMark x1="51057" y1="6888" x2="51057" y2="6888"/>
                          <a14:foregroundMark x1="51057" y1="6888" x2="51057" y2="6888"/>
                          <a14:foregroundMark x1="51057" y1="6888" x2="51057" y2="6888"/>
                          <a14:foregroundMark x1="49547" y1="6888" x2="49547" y2="6888"/>
                          <a14:foregroundMark x1="45015" y1="5102" x2="15408" y2="8418"/>
                          <a14:foregroundMark x1="21148" y1="9184" x2="8157" y2="17092"/>
                          <a14:foregroundMark x1="8157" y1="17092" x2="12689" y2="46173"/>
                          <a14:foregroundMark x1="12689" y1="46173" x2="9970" y2="62245"/>
                          <a14:foregroundMark x1="9970" y1="62245" x2="16314" y2="80867"/>
                          <a14:foregroundMark x1="16314" y1="80867" x2="28701" y2="88265"/>
                          <a14:foregroundMark x1="28701" y1="88265" x2="48338" y2="92347"/>
                          <a14:foregroundMark x1="48338" y1="92347" x2="64653" y2="89031"/>
                          <a14:foregroundMark x1="64653" y1="89031" x2="80060" y2="80867"/>
                          <a14:foregroundMark x1="80060" y1="80867" x2="91239" y2="68622"/>
                          <a14:foregroundMark x1="91239" y1="68622" x2="93958" y2="5612"/>
                          <a14:foregroundMark x1="9063" y1="20663" x2="8459" y2="41582"/>
                          <a14:foregroundMark x1="8459" y1="41582" x2="11480" y2="20663"/>
                          <a14:foregroundMark x1="11480" y1="20663" x2="10574" y2="40306"/>
                          <a14:foregroundMark x1="7251" y1="36990" x2="13897" y2="70153"/>
                          <a14:foregroundMark x1="13897" y1="70153" x2="19335" y2="80867"/>
                          <a14:foregroundMark x1="18127" y1="83418" x2="8761" y2="44898"/>
                          <a14:foregroundMark x1="8761" y1="44898" x2="9970" y2="39286"/>
                          <a14:foregroundMark x1="6647" y1="43878" x2="6949" y2="48214"/>
                          <a14:foregroundMark x1="6647" y1="49745" x2="6949" y2="52806"/>
                          <a14:foregroundMark x1="7251" y1="53571" x2="8459" y2="57143"/>
                          <a14:foregroundMark x1="7855" y1="58163" x2="8157" y2="59184"/>
                          <a14:foregroundMark x1="8157" y1="59184" x2="8761" y2="61480"/>
                          <a14:foregroundMark x1="8459" y1="63010" x2="8761" y2="64031"/>
                          <a14:foregroundMark x1="8761" y1="64031" x2="8761" y2="64031"/>
                          <a14:foregroundMark x1="9970" y1="64031" x2="9970" y2="64031"/>
                          <a14:foregroundMark x1="19637" y1="80612" x2="19940" y2="81888"/>
                          <a14:foregroundMark x1="21450" y1="82398" x2="22961" y2="83673"/>
                          <a14:foregroundMark x1="26586" y1="86224" x2="26586" y2="86224"/>
                          <a14:foregroundMark x1="24773" y1="88776" x2="24471" y2="89541"/>
                          <a14:foregroundMark x1="23867" y1="88520" x2="23867" y2="88520"/>
                          <a14:foregroundMark x1="22961" y1="87500" x2="22961" y2="87500"/>
                          <a14:foregroundMark x1="22659" y1="87755" x2="22659" y2="87755"/>
                          <a14:foregroundMark x1="26888" y1="86224" x2="26888" y2="86224"/>
                          <a14:foregroundMark x1="27190" y1="86480" x2="27190" y2="86480"/>
                          <a14:foregroundMark x1="22054" y1="82653" x2="22054" y2="82653"/>
                          <a14:foregroundMark x1="22054" y1="82398" x2="22054" y2="82398"/>
                          <a14:foregroundMark x1="22659" y1="82398" x2="25982" y2="86224"/>
                          <a14:foregroundMark x1="21148" y1="86990" x2="21148" y2="86990"/>
                          <a14:foregroundMark x1="21148" y1="86990" x2="22659" y2="87755"/>
                          <a14:foregroundMark x1="25076" y1="88776" x2="26284" y2="90051"/>
                          <a14:foregroundMark x1="26284" y1="90051" x2="29003" y2="91582"/>
                          <a14:foregroundMark x1="30816" y1="92092" x2="30816" y2="92092"/>
                          <a14:foregroundMark x1="31420" y1="91071" x2="31420" y2="91071"/>
                          <a14:foregroundMark x1="31420" y1="90561" x2="31420" y2="90561"/>
                          <a14:foregroundMark x1="33535" y1="92347" x2="36556" y2="92092"/>
                          <a14:foregroundMark x1="36858" y1="90816" x2="36858" y2="90816"/>
                          <a14:foregroundMark x1="38369" y1="90051" x2="43202" y2="89796"/>
                          <a14:foregroundMark x1="40785" y1="94388" x2="40483" y2="95918"/>
                          <a14:foregroundMark x1="43505" y1="95408" x2="43505" y2="95408"/>
                          <a14:foregroundMark x1="43807" y1="95663" x2="45317" y2="96429"/>
                          <a14:foregroundMark x1="47734" y1="96684" x2="47734" y2="96684"/>
                          <a14:foregroundMark x1="47734" y1="94388" x2="48036" y2="93622"/>
                          <a14:foregroundMark x1="48036" y1="93367" x2="48036" y2="93367"/>
                          <a14:foregroundMark x1="29003" y1="26020" x2="29003" y2="26020"/>
                          <a14:foregroundMark x1="29909" y1="27551" x2="25378" y2="23469"/>
                          <a14:foregroundMark x1="65559" y1="76276" x2="68580" y2="71684"/>
                          <a14:foregroundMark x1="64048" y1="88265" x2="64350" y2="89031"/>
                          <a14:foregroundMark x1="69789" y1="76531" x2="69184" y2="74235"/>
                          <a14:foregroundMark x1="50151" y1="93367" x2="65861" y2="91071"/>
                          <a14:foregroundMark x1="65861" y1="91071" x2="81873" y2="79847"/>
                          <a14:foregroundMark x1="81873" y1="79847" x2="90030" y2="67602"/>
                          <a14:foregroundMark x1="90030" y1="72449" x2="90030" y2="72449"/>
                          <a14:foregroundMark x1="88822" y1="73724" x2="86707" y2="77551"/>
                          <a14:foregroundMark x1="86707" y1="77551" x2="85498" y2="79082"/>
                          <a14:foregroundMark x1="83384" y1="81122" x2="83384" y2="81888"/>
                          <a14:foregroundMark x1="82477" y1="83163" x2="80363" y2="86224"/>
                          <a14:foregroundMark x1="77341" y1="87755" x2="77341" y2="87755"/>
                          <a14:foregroundMark x1="76737" y1="88010" x2="75529" y2="89541"/>
                          <a14:foregroundMark x1="74018" y1="90306" x2="74018" y2="90306"/>
                          <a14:foregroundMark x1="50151" y1="92602" x2="65257" y2="92857"/>
                          <a14:foregroundMark x1="65257" y1="92857" x2="71903" y2="90816"/>
                          <a14:foregroundMark x1="12689" y1="5612" x2="28399" y2="7653"/>
                          <a14:foregroundMark x1="81873" y1="8929" x2="83686" y2="7653"/>
                          <a14:foregroundMark x1="84592" y1="5357" x2="95468" y2="943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87514" y="1493575"/>
              <a:ext cx="1409050" cy="1668725"/>
            </a:xfrm>
            <a:prstGeom prst="rect">
              <a:avLst/>
            </a:prstGeom>
          </p:spPr>
        </p:pic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9C864AA6-331A-4D89-8A56-E97459F7CB4A}"/>
                </a:ext>
              </a:extLst>
            </p:cNvPr>
            <p:cNvCxnSpPr/>
            <p:nvPr/>
          </p:nvCxnSpPr>
          <p:spPr>
            <a:xfrm>
              <a:off x="3996564" y="1527175"/>
              <a:ext cx="0" cy="63817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feld 128">
            <a:extLst>
              <a:ext uri="{FF2B5EF4-FFF2-40B4-BE49-F238E27FC236}">
                <a16:creationId xmlns:a16="http://schemas.microsoft.com/office/drawing/2014/main" id="{F875FEA4-420A-46EE-81B7-F7A655A5C707}"/>
              </a:ext>
            </a:extLst>
          </p:cNvPr>
          <p:cNvSpPr txBox="1"/>
          <p:nvPr/>
        </p:nvSpPr>
        <p:spPr>
          <a:xfrm>
            <a:off x="6762059" y="2440905"/>
            <a:ext cx="5303137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https://gtfs.de/de/realtime/ 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: Germany-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wide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real-time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datastream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about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estimated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start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departure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delay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times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of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trains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trams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subways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buses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, …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Filtered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trams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buses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in Bremen from 2026-08-17 to  2026-08-31 in 5-minute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intervals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as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>
                <a:solidFill>
                  <a:schemeClr val="bg1"/>
                </a:solidFill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.</a:t>
            </a:r>
            <a:r>
              <a:rPr lang="de-DE" sz="2000" err="1">
                <a:solidFill>
                  <a:schemeClr val="bg1"/>
                </a:solidFill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csv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Courier New" panose="02070309020205020404" pitchFamily="49" charset="0"/>
              </a:rPr>
              <a:t>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files</a:t>
            </a:r>
            <a:endParaRPr lang="de-DE" sz="20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F8D89453-2EFC-459F-AB58-173FE3202B3C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70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9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8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3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9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2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5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8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4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0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6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9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2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5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8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1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4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0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3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6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2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5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8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1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4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7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0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3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6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9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2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5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8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1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4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0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3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6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9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5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8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1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4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0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3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6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9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2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5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3">
            <a:extLst>
              <a:ext uri="{FF2B5EF4-FFF2-40B4-BE49-F238E27FC236}">
                <a16:creationId xmlns:a16="http://schemas.microsoft.com/office/drawing/2014/main" id="{0B745D95-2094-49AA-A84A-205FC6C6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13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0D1CAAD2-A964-48A1-8BAA-D81B14ED1808}"/>
              </a:ext>
            </a:extLst>
          </p:cNvPr>
          <p:cNvGrpSpPr/>
          <p:nvPr/>
        </p:nvGrpSpPr>
        <p:grpSpPr>
          <a:xfrm>
            <a:off x="371606" y="3223359"/>
            <a:ext cx="8133888" cy="3393341"/>
            <a:chOff x="371606" y="3223359"/>
            <a:chExt cx="8133888" cy="3393341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3A7A8FC9-E901-40CD-A39B-F6445DEBE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606" y="3614526"/>
              <a:ext cx="8133888" cy="3002174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7509A3AF-0994-485E-A973-FEC46028FB6B}"/>
                </a:ext>
              </a:extLst>
            </p:cNvPr>
            <p:cNvSpPr txBox="1"/>
            <p:nvPr/>
          </p:nvSpPr>
          <p:spPr>
            <a:xfrm>
              <a:off x="3219581" y="3223359"/>
              <a:ext cx="1838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u="sng">
                  <a:solidFill>
                    <a:srgbClr val="30B57C"/>
                  </a:solidFill>
                  <a:latin typeface="Roboto" pitchFamily="2" charset="0"/>
                  <a:ea typeface="Roboto" pitchFamily="2" charset="0"/>
                </a:rPr>
                <a:t>Lookup Table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18F83CFD-EE18-482A-B134-682765CE5E76}"/>
              </a:ext>
            </a:extLst>
          </p:cNvPr>
          <p:cNvGrpSpPr/>
          <p:nvPr/>
        </p:nvGrpSpPr>
        <p:grpSpPr>
          <a:xfrm>
            <a:off x="347957" y="93271"/>
            <a:ext cx="7582958" cy="2868294"/>
            <a:chOff x="347957" y="93271"/>
            <a:chExt cx="7582958" cy="2868294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655AF48-8620-44C3-930D-5A4D9CB194D4}"/>
                </a:ext>
              </a:extLst>
            </p:cNvPr>
            <p:cNvSpPr txBox="1"/>
            <p:nvPr/>
          </p:nvSpPr>
          <p:spPr>
            <a:xfrm>
              <a:off x="1866901" y="93271"/>
              <a:ext cx="3962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u="sng">
                  <a:solidFill>
                    <a:srgbClr val="30B57C"/>
                  </a:solidFill>
                  <a:latin typeface="Roboto" pitchFamily="2" charset="0"/>
                  <a:ea typeface="Roboto" pitchFamily="2" charset="0"/>
                </a:rPr>
                <a:t>Transit Data (</a:t>
              </a:r>
              <a:r>
                <a:rPr lang="de-DE" sz="1600" u="sng">
                  <a:solidFill>
                    <a:srgbClr val="30B57C"/>
                  </a:solidFill>
                  <a:latin typeface="Roboto" pitchFamily="2" charset="0"/>
                  <a:ea typeface="Roboto" pitchFamily="2" charset="0"/>
                </a:rPr>
                <a:t>2026_08_18T10_30.csv</a:t>
              </a:r>
              <a:r>
                <a:rPr lang="de-DE" sz="2000" u="sng">
                  <a:solidFill>
                    <a:srgbClr val="30B57C"/>
                  </a:solidFill>
                  <a:latin typeface="Roboto" pitchFamily="2" charset="0"/>
                  <a:ea typeface="Roboto" pitchFamily="2" charset="0"/>
                </a:rPr>
                <a:t>)</a:t>
              </a:r>
            </a:p>
          </p:txBody>
        </p:sp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F035A022-1F6E-4E56-9BB5-1D6956451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957" y="522825"/>
              <a:ext cx="7582958" cy="2438740"/>
            </a:xfrm>
            <a:prstGeom prst="rect">
              <a:avLst/>
            </a:prstGeom>
          </p:spPr>
        </p:pic>
      </p:grpSp>
      <p:sp>
        <p:nvSpPr>
          <p:cNvPr id="4" name="Pfeil: nach unten 3">
            <a:extLst>
              <a:ext uri="{FF2B5EF4-FFF2-40B4-BE49-F238E27FC236}">
                <a16:creationId xmlns:a16="http://schemas.microsoft.com/office/drawing/2014/main" id="{69DC6AA9-0DFB-4D7C-ADBF-BE4F0BC12DD9}"/>
              </a:ext>
            </a:extLst>
          </p:cNvPr>
          <p:cNvSpPr/>
          <p:nvPr/>
        </p:nvSpPr>
        <p:spPr>
          <a:xfrm>
            <a:off x="6057900" y="105426"/>
            <a:ext cx="316230" cy="377718"/>
          </a:xfrm>
          <a:prstGeom prst="downArrow">
            <a:avLst/>
          </a:prstGeom>
          <a:solidFill>
            <a:srgbClr val="30B57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CBCFEC-23E7-4A90-8D6F-374951D6353D}"/>
              </a:ext>
            </a:extLst>
          </p:cNvPr>
          <p:cNvSpPr/>
          <p:nvPr/>
        </p:nvSpPr>
        <p:spPr>
          <a:xfrm>
            <a:off x="371474" y="3624051"/>
            <a:ext cx="600075" cy="3052974"/>
          </a:xfrm>
          <a:prstGeom prst="rect">
            <a:avLst/>
          </a:prstGeom>
          <a:noFill/>
          <a:ln w="19050">
            <a:solidFill>
              <a:srgbClr val="30B5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420D824-58D6-4FC5-BAAE-5E2F32BAA8FE}"/>
              </a:ext>
            </a:extLst>
          </p:cNvPr>
          <p:cNvSpPr/>
          <p:nvPr/>
        </p:nvSpPr>
        <p:spPr>
          <a:xfrm>
            <a:off x="5124450" y="539856"/>
            <a:ext cx="685799" cy="2481474"/>
          </a:xfrm>
          <a:prstGeom prst="rect">
            <a:avLst/>
          </a:prstGeom>
          <a:noFill/>
          <a:ln w="19050">
            <a:solidFill>
              <a:srgbClr val="30B5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8E2C43C-6F26-4FF2-A840-7460B8968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123" y="291391"/>
            <a:ext cx="1262348" cy="6363620"/>
          </a:xfrm>
          <a:prstGeom prst="rect">
            <a:avLst/>
          </a:prstGeom>
        </p:spPr>
      </p:pic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0CFFFF2-682D-491D-82E6-B2DBEBD233B9}"/>
              </a:ext>
            </a:extLst>
          </p:cNvPr>
          <p:cNvCxnSpPr>
            <a:cxnSpLocks/>
          </p:cNvCxnSpPr>
          <p:nvPr/>
        </p:nvCxnSpPr>
        <p:spPr>
          <a:xfrm>
            <a:off x="658495" y="3223359"/>
            <a:ext cx="0" cy="392192"/>
          </a:xfrm>
          <a:prstGeom prst="line">
            <a:avLst/>
          </a:prstGeom>
          <a:ln>
            <a:solidFill>
              <a:srgbClr val="30B5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9C5304C-FC27-4D56-B02C-A8539ADFE2C7}"/>
              </a:ext>
            </a:extLst>
          </p:cNvPr>
          <p:cNvCxnSpPr>
            <a:cxnSpLocks/>
          </p:cNvCxnSpPr>
          <p:nvPr/>
        </p:nvCxnSpPr>
        <p:spPr>
          <a:xfrm flipH="1">
            <a:off x="653733" y="3229789"/>
            <a:ext cx="4800599" cy="0"/>
          </a:xfrm>
          <a:prstGeom prst="line">
            <a:avLst/>
          </a:prstGeom>
          <a:ln>
            <a:solidFill>
              <a:srgbClr val="30B5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C1AD57E-CC6B-40DD-BA94-5F5A066DF16D}"/>
              </a:ext>
            </a:extLst>
          </p:cNvPr>
          <p:cNvCxnSpPr>
            <a:cxnSpLocks/>
          </p:cNvCxnSpPr>
          <p:nvPr/>
        </p:nvCxnSpPr>
        <p:spPr>
          <a:xfrm>
            <a:off x="5454332" y="3018572"/>
            <a:ext cx="0" cy="211217"/>
          </a:xfrm>
          <a:prstGeom prst="line">
            <a:avLst/>
          </a:prstGeom>
          <a:ln>
            <a:solidFill>
              <a:srgbClr val="30B5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Bogen 1">
            <a:extLst>
              <a:ext uri="{FF2B5EF4-FFF2-40B4-BE49-F238E27FC236}">
                <a16:creationId xmlns:a16="http://schemas.microsoft.com/office/drawing/2014/main" id="{498E9706-ACE8-43E5-9014-A28EF1FBBB3C}"/>
              </a:ext>
            </a:extLst>
          </p:cNvPr>
          <p:cNvSpPr/>
          <p:nvPr/>
        </p:nvSpPr>
        <p:spPr>
          <a:xfrm>
            <a:off x="6743996" y="1325801"/>
            <a:ext cx="2373837" cy="962527"/>
          </a:xfrm>
          <a:prstGeom prst="arc">
            <a:avLst>
              <a:gd name="adj1" fmla="val 16200000"/>
              <a:gd name="adj2" fmla="val 21317113"/>
            </a:avLst>
          </a:prstGeom>
          <a:ln w="44450">
            <a:solidFill>
              <a:srgbClr val="30B57C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55D9C10-A25D-4ED0-A615-D69DEA992E93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91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26B638D-4A13-47CB-9682-324DD42E4CF3}"/>
              </a:ext>
            </a:extLst>
          </p:cNvPr>
          <p:cNvSpPr txBox="1"/>
          <p:nvPr/>
        </p:nvSpPr>
        <p:spPr>
          <a:xfrm>
            <a:off x="419099" y="428625"/>
            <a:ext cx="7239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Project 3: Bremen Tram and Bus Transit Data</a:t>
            </a:r>
          </a:p>
        </p:txBody>
      </p:sp>
      <p:sp>
        <p:nvSpPr>
          <p:cNvPr id="9" name="Foliennummernplatzhalter 3">
            <a:extLst>
              <a:ext uri="{FF2B5EF4-FFF2-40B4-BE49-F238E27FC236}">
                <a16:creationId xmlns:a16="http://schemas.microsoft.com/office/drawing/2014/main" id="{0B745D95-2094-49AA-A84A-205FC6C6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14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36FCC15-D57C-49E9-968F-18503B3CF57A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58A5A0D-5A4D-C9D9-35AF-0990F67355C5}"/>
              </a:ext>
            </a:extLst>
          </p:cNvPr>
          <p:cNvSpPr txBox="1"/>
          <p:nvPr/>
        </p:nvSpPr>
        <p:spPr>
          <a:xfrm>
            <a:off x="2342439" y="2090172"/>
            <a:ext cx="75071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You are transit analysts for the BSAG (Bremen’s public transport network). Frustrated commuters demand answers for recurring bottlenecks.</a:t>
            </a:r>
          </a:p>
          <a:p>
            <a:pPr algn="ctr"/>
            <a:r>
              <a:rPr lang="en-US" sz="2400" b="1" i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Your mission</a:t>
            </a:r>
            <a:r>
              <a:rPr lang="en-US" sz="2400" i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: analyze route and delay data to</a:t>
            </a:r>
            <a:r>
              <a:rPr lang="en-US" sz="2400" b="1" i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400" b="1" i="1" u="sng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pinpoint chronic problem stops</a:t>
            </a:r>
            <a:r>
              <a:rPr lang="en-US" sz="2400" i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, uncover root causes of transit slowdowns, and propose solutions to get Bremen moving on schedule.</a:t>
            </a:r>
            <a:endParaRPr lang="en-DE" sz="2400" i="1">
              <a:solidFill>
                <a:srgbClr val="30B57C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6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2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26B638D-4A13-47CB-9682-324DD42E4CF3}"/>
              </a:ext>
            </a:extLst>
          </p:cNvPr>
          <p:cNvSpPr txBox="1"/>
          <p:nvPr/>
        </p:nvSpPr>
        <p:spPr>
          <a:xfrm>
            <a:off x="419099" y="428625"/>
            <a:ext cx="7239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Project 3: Bremen Tram and Bus Transit Data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FB2A2AE-CC6A-4CAF-8859-A2ED52078B00}"/>
              </a:ext>
            </a:extLst>
          </p:cNvPr>
          <p:cNvSpPr txBox="1"/>
          <p:nvPr/>
        </p:nvSpPr>
        <p:spPr>
          <a:xfrm>
            <a:off x="419099" y="1000891"/>
            <a:ext cx="9124951" cy="431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Assemble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.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csv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files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into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one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data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set</a:t>
            </a:r>
            <a:endParaRPr lang="de-DE" sz="2000">
              <a:solidFill>
                <a:srgbClr val="30B57C"/>
              </a:solidFill>
              <a:latin typeface="Roboto" pitchFamily="2" charset="0"/>
              <a:ea typeface="Roboto" pitchFamily="2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Identify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routes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stops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which there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are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often </a:t>
            </a:r>
            <a:r>
              <a:rPr lang="de-DE" sz="2000" b="1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delays</a:t>
            </a:r>
            <a:endParaRPr lang="de-DE" sz="2000" b="1">
              <a:solidFill>
                <a:srgbClr val="30B57C"/>
              </a:solidFill>
              <a:latin typeface="Roboto" pitchFamily="2" charset="0"/>
              <a:ea typeface="Roboto" pitchFamily="2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Research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reasons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delays</a:t>
            </a:r>
            <a:endParaRPr lang="de-DE" sz="2000">
              <a:solidFill>
                <a:srgbClr val="30B57C"/>
              </a:solidFill>
              <a:latin typeface="Roboto" pitchFamily="2" charset="0"/>
              <a:ea typeface="Roboto" pitchFamily="2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Suggest </a:t>
            </a:r>
            <a:r>
              <a:rPr lang="de-DE" sz="2000" err="1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improvements</a:t>
            </a:r>
            <a:endParaRPr lang="de-DE" sz="2000">
              <a:solidFill>
                <a:srgbClr val="30B57C"/>
              </a:solidFill>
              <a:latin typeface="Roboto" pitchFamily="2" charset="0"/>
              <a:ea typeface="Roboto" pitchFamily="2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Put your code on GitHub and invite </a:t>
            </a:r>
            <a:r>
              <a:rPr lang="de-DE"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me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b="1" i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rPr>
              <a:t>Stefanopinto@hotmail.de</a:t>
            </a:r>
            <a:r>
              <a:rPr lang="de-DE" sz="2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Bonus Points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a simple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dashboard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static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interactive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endParaRPr lang="de-DE" sz="20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Foliennummernplatzhalter 3">
            <a:extLst>
              <a:ext uri="{FF2B5EF4-FFF2-40B4-BE49-F238E27FC236}">
                <a16:creationId xmlns:a16="http://schemas.microsoft.com/office/drawing/2014/main" id="{0B745D95-2094-49AA-A84A-205FC6C6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15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36FCC15-D57C-49E9-968F-18503B3CF57A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66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92">
            <a:extLst>
              <a:ext uri="{FF2B5EF4-FFF2-40B4-BE49-F238E27FC236}">
                <a16:creationId xmlns:a16="http://schemas.microsoft.com/office/drawing/2014/main" id="{099683C8-8334-47B5-84C9-1492E1B3FA5C}"/>
              </a:ext>
            </a:extLst>
          </p:cNvPr>
          <p:cNvSpPr/>
          <p:nvPr/>
        </p:nvSpPr>
        <p:spPr>
          <a:xfrm>
            <a:off x="1422773" y="1299781"/>
            <a:ext cx="9388295" cy="3950869"/>
          </a:xfrm>
          <a:custGeom>
            <a:avLst/>
            <a:gdLst/>
            <a:ahLst/>
            <a:cxnLst/>
            <a:rect l="0" t="0" r="0" b="0"/>
            <a:pathLst>
              <a:path w="9388295" h="3950869">
                <a:moveTo>
                  <a:pt x="36946" y="0"/>
                </a:moveTo>
                <a:lnTo>
                  <a:pt x="3573" y="317934"/>
                </a:lnTo>
                <a:lnTo>
                  <a:pt x="0" y="527364"/>
                </a:lnTo>
                <a:lnTo>
                  <a:pt x="315989" y="657953"/>
                </a:lnTo>
                <a:lnTo>
                  <a:pt x="720227" y="775124"/>
                </a:lnTo>
                <a:lnTo>
                  <a:pt x="1052999" y="1053894"/>
                </a:lnTo>
                <a:lnTo>
                  <a:pt x="1368222" y="1224996"/>
                </a:lnTo>
                <a:lnTo>
                  <a:pt x="1512242" y="1442773"/>
                </a:lnTo>
                <a:lnTo>
                  <a:pt x="1689954" y="1697402"/>
                </a:lnTo>
                <a:lnTo>
                  <a:pt x="1872707" y="1894891"/>
                </a:lnTo>
                <a:lnTo>
                  <a:pt x="2062989" y="2036010"/>
                </a:lnTo>
                <a:lnTo>
                  <a:pt x="2387848" y="2204479"/>
                </a:lnTo>
                <a:lnTo>
                  <a:pt x="2652342" y="2087116"/>
                </a:lnTo>
                <a:lnTo>
                  <a:pt x="3011531" y="2325181"/>
                </a:lnTo>
                <a:lnTo>
                  <a:pt x="3207301" y="2306755"/>
                </a:lnTo>
                <a:lnTo>
                  <a:pt x="3480027" y="2441966"/>
                </a:lnTo>
                <a:lnTo>
                  <a:pt x="3913618" y="2514580"/>
                </a:lnTo>
                <a:lnTo>
                  <a:pt x="4241604" y="2575766"/>
                </a:lnTo>
                <a:lnTo>
                  <a:pt x="4529580" y="2716114"/>
                </a:lnTo>
                <a:lnTo>
                  <a:pt x="4478915" y="2902560"/>
                </a:lnTo>
                <a:lnTo>
                  <a:pt x="4623317" y="3060371"/>
                </a:lnTo>
                <a:lnTo>
                  <a:pt x="4858714" y="3110257"/>
                </a:lnTo>
                <a:lnTo>
                  <a:pt x="5165578" y="3194042"/>
                </a:lnTo>
                <a:lnTo>
                  <a:pt x="5731704" y="3099792"/>
                </a:lnTo>
                <a:lnTo>
                  <a:pt x="6230829" y="3178184"/>
                </a:lnTo>
                <a:lnTo>
                  <a:pt x="6594484" y="3219338"/>
                </a:lnTo>
                <a:lnTo>
                  <a:pt x="7071275" y="3428705"/>
                </a:lnTo>
                <a:lnTo>
                  <a:pt x="7612834" y="3435639"/>
                </a:lnTo>
                <a:lnTo>
                  <a:pt x="8049872" y="3557432"/>
                </a:lnTo>
                <a:lnTo>
                  <a:pt x="8655687" y="3759479"/>
                </a:lnTo>
                <a:lnTo>
                  <a:pt x="9013281" y="3890004"/>
                </a:lnTo>
                <a:lnTo>
                  <a:pt x="9236617" y="3950869"/>
                </a:lnTo>
                <a:lnTo>
                  <a:pt x="9388295" y="3904129"/>
                </a:lnTo>
              </a:path>
            </a:pathLst>
          </a:custGeom>
          <a:ln w="13550" cap="flat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6B638D-4A13-47CB-9682-324DD42E4CF3}"/>
              </a:ext>
            </a:extLst>
          </p:cNvPr>
          <p:cNvSpPr txBox="1"/>
          <p:nvPr/>
        </p:nvSpPr>
        <p:spPr>
          <a:xfrm>
            <a:off x="419099" y="428625"/>
            <a:ext cx="7239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30B57C"/>
                </a:solidFill>
                <a:latin typeface="Roboto" pitchFamily="2" charset="0"/>
                <a:ea typeface="Roboto" pitchFamily="2" charset="0"/>
              </a:rPr>
              <a:t>Project 3: Bremen Tram and Bus Transit Data</a:t>
            </a:r>
          </a:p>
        </p:txBody>
      </p:sp>
      <p:sp>
        <p:nvSpPr>
          <p:cNvPr id="9" name="Foliennummernplatzhalter 3">
            <a:extLst>
              <a:ext uri="{FF2B5EF4-FFF2-40B4-BE49-F238E27FC236}">
                <a16:creationId xmlns:a16="http://schemas.microsoft.com/office/drawing/2014/main" id="{0B745D95-2094-49AA-A84A-205FC6C6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16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8" name="pt20">
            <a:extLst>
              <a:ext uri="{FF2B5EF4-FFF2-40B4-BE49-F238E27FC236}">
                <a16:creationId xmlns:a16="http://schemas.microsoft.com/office/drawing/2014/main" id="{C58452DA-97B7-4DEA-AE62-62C15CF905CE}"/>
              </a:ext>
            </a:extLst>
          </p:cNvPr>
          <p:cNvSpPr/>
          <p:nvPr/>
        </p:nvSpPr>
        <p:spPr>
          <a:xfrm>
            <a:off x="1419356" y="1259418"/>
            <a:ext cx="80726" cy="80726"/>
          </a:xfrm>
          <a:prstGeom prst="ellipse">
            <a:avLst/>
          </a:prstGeom>
          <a:solidFill>
            <a:srgbClr val="452A6F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9" name="pt21">
            <a:extLst>
              <a:ext uri="{FF2B5EF4-FFF2-40B4-BE49-F238E27FC236}">
                <a16:creationId xmlns:a16="http://schemas.microsoft.com/office/drawing/2014/main" id="{0A6ACBB4-7E9E-4871-9209-2042596C9B66}"/>
              </a:ext>
            </a:extLst>
          </p:cNvPr>
          <p:cNvSpPr/>
          <p:nvPr/>
        </p:nvSpPr>
        <p:spPr>
          <a:xfrm>
            <a:off x="1408295" y="1599664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0" name="pt22">
            <a:extLst>
              <a:ext uri="{FF2B5EF4-FFF2-40B4-BE49-F238E27FC236}">
                <a16:creationId xmlns:a16="http://schemas.microsoft.com/office/drawing/2014/main" id="{DC43BD47-ED1F-4095-A94B-18B80F00B395}"/>
              </a:ext>
            </a:extLst>
          </p:cNvPr>
          <p:cNvSpPr/>
          <p:nvPr/>
        </p:nvSpPr>
        <p:spPr>
          <a:xfrm>
            <a:off x="1390260" y="1794633"/>
            <a:ext cx="65024" cy="65024"/>
          </a:xfrm>
          <a:prstGeom prst="ellipse">
            <a:avLst/>
          </a:prstGeom>
          <a:solidFill>
            <a:srgbClr val="45165F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1" name="pt23">
            <a:extLst>
              <a:ext uri="{FF2B5EF4-FFF2-40B4-BE49-F238E27FC236}">
                <a16:creationId xmlns:a16="http://schemas.microsoft.com/office/drawing/2014/main" id="{729309CB-0059-41B4-8D3D-1736DD7B5CE2}"/>
              </a:ext>
            </a:extLst>
          </p:cNvPr>
          <p:cNvSpPr/>
          <p:nvPr/>
        </p:nvSpPr>
        <p:spPr>
          <a:xfrm>
            <a:off x="1720711" y="1939684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2" name="pt24">
            <a:extLst>
              <a:ext uri="{FF2B5EF4-FFF2-40B4-BE49-F238E27FC236}">
                <a16:creationId xmlns:a16="http://schemas.microsoft.com/office/drawing/2014/main" id="{3BFCC050-A561-49A8-BC1C-8550F57A4990}"/>
              </a:ext>
            </a:extLst>
          </p:cNvPr>
          <p:cNvSpPr/>
          <p:nvPr/>
        </p:nvSpPr>
        <p:spPr>
          <a:xfrm>
            <a:off x="1981830" y="1913737"/>
            <a:ext cx="322342" cy="322338"/>
          </a:xfrm>
          <a:prstGeom prst="ellipse">
            <a:avLst/>
          </a:prstGeom>
          <a:solidFill>
            <a:srgbClr val="FDE725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3" name="pt25">
            <a:extLst>
              <a:ext uri="{FF2B5EF4-FFF2-40B4-BE49-F238E27FC236}">
                <a16:creationId xmlns:a16="http://schemas.microsoft.com/office/drawing/2014/main" id="{E4E4558A-438E-48DE-BD57-1B75C61D6D76}"/>
              </a:ext>
            </a:extLst>
          </p:cNvPr>
          <p:cNvSpPr/>
          <p:nvPr/>
        </p:nvSpPr>
        <p:spPr>
          <a:xfrm>
            <a:off x="2437793" y="2315697"/>
            <a:ext cx="75957" cy="75957"/>
          </a:xfrm>
          <a:prstGeom prst="ellipse">
            <a:avLst/>
          </a:prstGeom>
          <a:solidFill>
            <a:srgbClr val="46246A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4" name="pt26">
            <a:extLst>
              <a:ext uri="{FF2B5EF4-FFF2-40B4-BE49-F238E27FC236}">
                <a16:creationId xmlns:a16="http://schemas.microsoft.com/office/drawing/2014/main" id="{D2DD792A-63CD-4339-A3A4-CF038C8BCC54}"/>
              </a:ext>
            </a:extLst>
          </p:cNvPr>
          <p:cNvSpPr/>
          <p:nvPr/>
        </p:nvSpPr>
        <p:spPr>
          <a:xfrm>
            <a:off x="2772944" y="2506727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5" name="pt27">
            <a:extLst>
              <a:ext uri="{FF2B5EF4-FFF2-40B4-BE49-F238E27FC236}">
                <a16:creationId xmlns:a16="http://schemas.microsoft.com/office/drawing/2014/main" id="{AA04252A-ED3F-4485-A40E-4C73CC1C35D3}"/>
              </a:ext>
            </a:extLst>
          </p:cNvPr>
          <p:cNvSpPr/>
          <p:nvPr/>
        </p:nvSpPr>
        <p:spPr>
          <a:xfrm>
            <a:off x="2889682" y="2697221"/>
            <a:ext cx="90665" cy="90665"/>
          </a:xfrm>
          <a:prstGeom prst="ellipse">
            <a:avLst/>
          </a:prstGeom>
          <a:solidFill>
            <a:srgbClr val="443A7D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6" name="pt28">
            <a:extLst>
              <a:ext uri="{FF2B5EF4-FFF2-40B4-BE49-F238E27FC236}">
                <a16:creationId xmlns:a16="http://schemas.microsoft.com/office/drawing/2014/main" id="{D216D68B-E7EF-4620-B927-AC42BE48EAB3}"/>
              </a:ext>
            </a:extLst>
          </p:cNvPr>
          <p:cNvSpPr/>
          <p:nvPr/>
        </p:nvSpPr>
        <p:spPr>
          <a:xfrm>
            <a:off x="3094676" y="2979133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7" name="pt29">
            <a:extLst>
              <a:ext uri="{FF2B5EF4-FFF2-40B4-BE49-F238E27FC236}">
                <a16:creationId xmlns:a16="http://schemas.microsoft.com/office/drawing/2014/main" id="{8BB57BD7-9B0C-41AB-8435-5A8C879CC5D7}"/>
              </a:ext>
            </a:extLst>
          </p:cNvPr>
          <p:cNvSpPr/>
          <p:nvPr/>
        </p:nvSpPr>
        <p:spPr>
          <a:xfrm>
            <a:off x="3258899" y="3158092"/>
            <a:ext cx="73162" cy="73162"/>
          </a:xfrm>
          <a:prstGeom prst="ellipse">
            <a:avLst/>
          </a:prstGeom>
          <a:solidFill>
            <a:srgbClr val="462067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8" name="pt30">
            <a:extLst>
              <a:ext uri="{FF2B5EF4-FFF2-40B4-BE49-F238E27FC236}">
                <a16:creationId xmlns:a16="http://schemas.microsoft.com/office/drawing/2014/main" id="{A07F719E-7FB8-4F4D-8B2A-88D530F4B96F}"/>
              </a:ext>
            </a:extLst>
          </p:cNvPr>
          <p:cNvSpPr/>
          <p:nvPr/>
        </p:nvSpPr>
        <p:spPr>
          <a:xfrm>
            <a:off x="3467712" y="3317741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9" name="pt31">
            <a:extLst>
              <a:ext uri="{FF2B5EF4-FFF2-40B4-BE49-F238E27FC236}">
                <a16:creationId xmlns:a16="http://schemas.microsoft.com/office/drawing/2014/main" id="{11B9E774-8EA4-4B47-833E-9C56D49EBF76}"/>
              </a:ext>
            </a:extLst>
          </p:cNvPr>
          <p:cNvSpPr/>
          <p:nvPr/>
        </p:nvSpPr>
        <p:spPr>
          <a:xfrm>
            <a:off x="3792571" y="3486210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0" name="pt32">
            <a:extLst>
              <a:ext uri="{FF2B5EF4-FFF2-40B4-BE49-F238E27FC236}">
                <a16:creationId xmlns:a16="http://schemas.microsoft.com/office/drawing/2014/main" id="{40AB1E6B-2284-4272-93A7-7149F1EEB7FE}"/>
              </a:ext>
            </a:extLst>
          </p:cNvPr>
          <p:cNvSpPr/>
          <p:nvPr/>
        </p:nvSpPr>
        <p:spPr>
          <a:xfrm>
            <a:off x="4038983" y="3350765"/>
            <a:ext cx="72264" cy="72264"/>
          </a:xfrm>
          <a:prstGeom prst="ellipse">
            <a:avLst/>
          </a:prstGeom>
          <a:solidFill>
            <a:srgbClr val="461F66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1" name="pt33">
            <a:extLst>
              <a:ext uri="{FF2B5EF4-FFF2-40B4-BE49-F238E27FC236}">
                <a16:creationId xmlns:a16="http://schemas.microsoft.com/office/drawing/2014/main" id="{8545A66F-8940-490A-A2B8-51DB57EEF18F}"/>
              </a:ext>
            </a:extLst>
          </p:cNvPr>
          <p:cNvSpPr/>
          <p:nvPr/>
        </p:nvSpPr>
        <p:spPr>
          <a:xfrm>
            <a:off x="4389781" y="3580439"/>
            <a:ext cx="89046" cy="89046"/>
          </a:xfrm>
          <a:prstGeom prst="ellipse">
            <a:avLst/>
          </a:prstGeom>
          <a:solidFill>
            <a:srgbClr val="44377B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2" name="pt34">
            <a:extLst>
              <a:ext uri="{FF2B5EF4-FFF2-40B4-BE49-F238E27FC236}">
                <a16:creationId xmlns:a16="http://schemas.microsoft.com/office/drawing/2014/main" id="{ED8DFABC-C256-47F5-A8B5-3BE550600119}"/>
              </a:ext>
            </a:extLst>
          </p:cNvPr>
          <p:cNvSpPr/>
          <p:nvPr/>
        </p:nvSpPr>
        <p:spPr>
          <a:xfrm>
            <a:off x="4612024" y="3588486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3" name="pt35">
            <a:extLst>
              <a:ext uri="{FF2B5EF4-FFF2-40B4-BE49-F238E27FC236}">
                <a16:creationId xmlns:a16="http://schemas.microsoft.com/office/drawing/2014/main" id="{3BD0E2EB-E569-4F60-9021-2FC2113D3DED}"/>
              </a:ext>
            </a:extLst>
          </p:cNvPr>
          <p:cNvSpPr/>
          <p:nvPr/>
        </p:nvSpPr>
        <p:spPr>
          <a:xfrm>
            <a:off x="4858399" y="3697347"/>
            <a:ext cx="88801" cy="88801"/>
          </a:xfrm>
          <a:prstGeom prst="ellipse">
            <a:avLst/>
          </a:prstGeom>
          <a:solidFill>
            <a:srgbClr val="44377A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4" name="pt36">
            <a:extLst>
              <a:ext uri="{FF2B5EF4-FFF2-40B4-BE49-F238E27FC236}">
                <a16:creationId xmlns:a16="http://schemas.microsoft.com/office/drawing/2014/main" id="{0D6AE79D-8B47-42C9-A85A-02B563F7BCE3}"/>
              </a:ext>
            </a:extLst>
          </p:cNvPr>
          <p:cNvSpPr/>
          <p:nvPr/>
        </p:nvSpPr>
        <p:spPr>
          <a:xfrm>
            <a:off x="5318341" y="3796311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5" name="pt37">
            <a:extLst>
              <a:ext uri="{FF2B5EF4-FFF2-40B4-BE49-F238E27FC236}">
                <a16:creationId xmlns:a16="http://schemas.microsoft.com/office/drawing/2014/main" id="{19743564-3AF3-40B3-8CB6-63265CC1E802}"/>
              </a:ext>
            </a:extLst>
          </p:cNvPr>
          <p:cNvSpPr/>
          <p:nvPr/>
        </p:nvSpPr>
        <p:spPr>
          <a:xfrm>
            <a:off x="5646326" y="3857497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6" name="pt38">
            <a:extLst>
              <a:ext uri="{FF2B5EF4-FFF2-40B4-BE49-F238E27FC236}">
                <a16:creationId xmlns:a16="http://schemas.microsoft.com/office/drawing/2014/main" id="{FBDFABF5-0D6B-443E-9385-94768DAC408A}"/>
              </a:ext>
            </a:extLst>
          </p:cNvPr>
          <p:cNvSpPr/>
          <p:nvPr/>
        </p:nvSpPr>
        <p:spPr>
          <a:xfrm>
            <a:off x="5934303" y="3997845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7" name="pt39">
            <a:extLst>
              <a:ext uri="{FF2B5EF4-FFF2-40B4-BE49-F238E27FC236}">
                <a16:creationId xmlns:a16="http://schemas.microsoft.com/office/drawing/2014/main" id="{87005FF3-DACF-4677-9BBE-990997FE0EBD}"/>
              </a:ext>
            </a:extLst>
          </p:cNvPr>
          <p:cNvSpPr/>
          <p:nvPr/>
        </p:nvSpPr>
        <p:spPr>
          <a:xfrm>
            <a:off x="5864408" y="4165062"/>
            <a:ext cx="74559" cy="74559"/>
          </a:xfrm>
          <a:prstGeom prst="ellipse">
            <a:avLst/>
          </a:prstGeom>
          <a:solidFill>
            <a:srgbClr val="462268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8" name="pt40">
            <a:extLst>
              <a:ext uri="{FF2B5EF4-FFF2-40B4-BE49-F238E27FC236}">
                <a16:creationId xmlns:a16="http://schemas.microsoft.com/office/drawing/2014/main" id="{B6A40CB0-DE33-437B-A24B-007D5C630931}"/>
              </a:ext>
            </a:extLst>
          </p:cNvPr>
          <p:cNvSpPr/>
          <p:nvPr/>
        </p:nvSpPr>
        <p:spPr>
          <a:xfrm>
            <a:off x="6007515" y="4321577"/>
            <a:ext cx="77151" cy="77151"/>
          </a:xfrm>
          <a:prstGeom prst="ellipse">
            <a:avLst/>
          </a:prstGeom>
          <a:solidFill>
            <a:srgbClr val="46266B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9" name="pt41">
            <a:extLst>
              <a:ext uri="{FF2B5EF4-FFF2-40B4-BE49-F238E27FC236}">
                <a16:creationId xmlns:a16="http://schemas.microsoft.com/office/drawing/2014/main" id="{070D3A65-D6A8-4C8A-B113-EC80F3353932}"/>
              </a:ext>
            </a:extLst>
          </p:cNvPr>
          <p:cNvSpPr/>
          <p:nvPr/>
        </p:nvSpPr>
        <p:spPr>
          <a:xfrm>
            <a:off x="6223543" y="4352095"/>
            <a:ext cx="115887" cy="115887"/>
          </a:xfrm>
          <a:prstGeom prst="ellipse">
            <a:avLst/>
          </a:prstGeom>
          <a:solidFill>
            <a:srgbClr val="356A8C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0" name="pt42">
            <a:extLst>
              <a:ext uri="{FF2B5EF4-FFF2-40B4-BE49-F238E27FC236}">
                <a16:creationId xmlns:a16="http://schemas.microsoft.com/office/drawing/2014/main" id="{4A0FF039-AD12-4AD4-AB86-DB4C6D7BF198}"/>
              </a:ext>
            </a:extLst>
          </p:cNvPr>
          <p:cNvSpPr/>
          <p:nvPr/>
        </p:nvSpPr>
        <p:spPr>
          <a:xfrm>
            <a:off x="6570301" y="4475773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1" name="pt43">
            <a:extLst>
              <a:ext uri="{FF2B5EF4-FFF2-40B4-BE49-F238E27FC236}">
                <a16:creationId xmlns:a16="http://schemas.microsoft.com/office/drawing/2014/main" id="{AE0F5BC1-AB1A-4A25-9975-136EE9EF8227}"/>
              </a:ext>
            </a:extLst>
          </p:cNvPr>
          <p:cNvSpPr/>
          <p:nvPr/>
        </p:nvSpPr>
        <p:spPr>
          <a:xfrm>
            <a:off x="7113375" y="4358472"/>
            <a:ext cx="82203" cy="82203"/>
          </a:xfrm>
          <a:prstGeom prst="ellipse">
            <a:avLst/>
          </a:prstGeom>
          <a:solidFill>
            <a:srgbClr val="452D71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2" name="pt44">
            <a:extLst>
              <a:ext uri="{FF2B5EF4-FFF2-40B4-BE49-F238E27FC236}">
                <a16:creationId xmlns:a16="http://schemas.microsoft.com/office/drawing/2014/main" id="{7BB0C13B-65F7-4810-B12D-EB0B82BC4573}"/>
              </a:ext>
            </a:extLst>
          </p:cNvPr>
          <p:cNvSpPr/>
          <p:nvPr/>
        </p:nvSpPr>
        <p:spPr>
          <a:xfrm>
            <a:off x="7618163" y="4442527"/>
            <a:ext cx="70877" cy="70877"/>
          </a:xfrm>
          <a:prstGeom prst="ellipse">
            <a:avLst/>
          </a:prstGeom>
          <a:solidFill>
            <a:srgbClr val="461D6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3" name="pt45">
            <a:extLst>
              <a:ext uri="{FF2B5EF4-FFF2-40B4-BE49-F238E27FC236}">
                <a16:creationId xmlns:a16="http://schemas.microsoft.com/office/drawing/2014/main" id="{1A9734E5-90FA-438F-AD61-6FC19613AD14}"/>
              </a:ext>
            </a:extLst>
          </p:cNvPr>
          <p:cNvSpPr/>
          <p:nvPr/>
        </p:nvSpPr>
        <p:spPr>
          <a:xfrm>
            <a:off x="7985455" y="4487318"/>
            <a:ext cx="63604" cy="63604"/>
          </a:xfrm>
          <a:prstGeom prst="ellipse">
            <a:avLst/>
          </a:prstGeom>
          <a:solidFill>
            <a:srgbClr val="45155E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4" name="pt46">
            <a:extLst>
              <a:ext uri="{FF2B5EF4-FFF2-40B4-BE49-F238E27FC236}">
                <a16:creationId xmlns:a16="http://schemas.microsoft.com/office/drawing/2014/main" id="{A9823EDC-B52D-4109-B661-90F7092DC3C2}"/>
              </a:ext>
            </a:extLst>
          </p:cNvPr>
          <p:cNvSpPr/>
          <p:nvPr/>
        </p:nvSpPr>
        <p:spPr>
          <a:xfrm>
            <a:off x="8439575" y="4674013"/>
            <a:ext cx="108947" cy="108947"/>
          </a:xfrm>
          <a:prstGeom prst="ellipse">
            <a:avLst/>
          </a:prstGeom>
          <a:solidFill>
            <a:srgbClr val="3C5B8A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5" name="pt47">
            <a:extLst>
              <a:ext uri="{FF2B5EF4-FFF2-40B4-BE49-F238E27FC236}">
                <a16:creationId xmlns:a16="http://schemas.microsoft.com/office/drawing/2014/main" id="{F03BCB8D-B2C5-4FE9-B77A-C637F9C8646B}"/>
              </a:ext>
            </a:extLst>
          </p:cNvPr>
          <p:cNvSpPr/>
          <p:nvPr/>
        </p:nvSpPr>
        <p:spPr>
          <a:xfrm>
            <a:off x="9017557" y="4717370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6" name="pt48">
            <a:extLst>
              <a:ext uri="{FF2B5EF4-FFF2-40B4-BE49-F238E27FC236}">
                <a16:creationId xmlns:a16="http://schemas.microsoft.com/office/drawing/2014/main" id="{A83BC087-72CF-4096-8777-2DFA1394BDCD}"/>
              </a:ext>
            </a:extLst>
          </p:cNvPr>
          <p:cNvSpPr/>
          <p:nvPr/>
        </p:nvSpPr>
        <p:spPr>
          <a:xfrm>
            <a:off x="9454594" y="4839163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7" name="pt49">
            <a:extLst>
              <a:ext uri="{FF2B5EF4-FFF2-40B4-BE49-F238E27FC236}">
                <a16:creationId xmlns:a16="http://schemas.microsoft.com/office/drawing/2014/main" id="{3C7E4F1D-B734-4B12-BFEE-BBD15129CAFF}"/>
              </a:ext>
            </a:extLst>
          </p:cNvPr>
          <p:cNvSpPr/>
          <p:nvPr/>
        </p:nvSpPr>
        <p:spPr>
          <a:xfrm>
            <a:off x="10031899" y="5012699"/>
            <a:ext cx="93124" cy="93124"/>
          </a:xfrm>
          <a:prstGeom prst="ellipse">
            <a:avLst/>
          </a:prstGeom>
          <a:solidFill>
            <a:srgbClr val="433E81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8" name="pt50">
            <a:extLst>
              <a:ext uri="{FF2B5EF4-FFF2-40B4-BE49-F238E27FC236}">
                <a16:creationId xmlns:a16="http://schemas.microsoft.com/office/drawing/2014/main" id="{27111A26-80B3-4CDC-96DD-B8DEB1F43E49}"/>
              </a:ext>
            </a:extLst>
          </p:cNvPr>
          <p:cNvSpPr/>
          <p:nvPr/>
        </p:nvSpPr>
        <p:spPr>
          <a:xfrm>
            <a:off x="10418003" y="5171735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9" name="pt51">
            <a:extLst>
              <a:ext uri="{FF2B5EF4-FFF2-40B4-BE49-F238E27FC236}">
                <a16:creationId xmlns:a16="http://schemas.microsoft.com/office/drawing/2014/main" id="{3F184B7D-3F62-412B-B560-7A8341731F32}"/>
              </a:ext>
            </a:extLst>
          </p:cNvPr>
          <p:cNvSpPr/>
          <p:nvPr/>
        </p:nvSpPr>
        <p:spPr>
          <a:xfrm>
            <a:off x="10641340" y="5232600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0" name="pt52">
            <a:extLst>
              <a:ext uri="{FF2B5EF4-FFF2-40B4-BE49-F238E27FC236}">
                <a16:creationId xmlns:a16="http://schemas.microsoft.com/office/drawing/2014/main" id="{C1540B2A-C205-4C25-95DA-F2462657CDCC}"/>
              </a:ext>
            </a:extLst>
          </p:cNvPr>
          <p:cNvSpPr/>
          <p:nvPr/>
        </p:nvSpPr>
        <p:spPr>
          <a:xfrm>
            <a:off x="10793017" y="5185860"/>
            <a:ext cx="36101" cy="36101"/>
          </a:xfrm>
          <a:prstGeom prst="ellipse">
            <a:avLst/>
          </a:prstGeom>
          <a:solidFill>
            <a:srgbClr val="440154">
              <a:alpha val="100000"/>
            </a:srgbClr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E5B75D-9B73-48BA-814C-96AC0E5D16C3}"/>
              </a:ext>
            </a:extLst>
          </p:cNvPr>
          <p:cNvGrpSpPr/>
          <p:nvPr/>
        </p:nvGrpSpPr>
        <p:grpSpPr>
          <a:xfrm>
            <a:off x="342899" y="1300987"/>
            <a:ext cx="10605642" cy="5055363"/>
            <a:chOff x="342899" y="1300987"/>
            <a:chExt cx="10605642" cy="5055363"/>
          </a:xfrm>
        </p:grpSpPr>
        <p:sp>
          <p:nvSpPr>
            <p:cNvPr id="200" name="tx94">
              <a:extLst>
                <a:ext uri="{FF2B5EF4-FFF2-40B4-BE49-F238E27FC236}">
                  <a16:creationId xmlns:a16="http://schemas.microsoft.com/office/drawing/2014/main" id="{03B10802-A4A4-484A-AA62-CF3A1AE79251}"/>
                </a:ext>
              </a:extLst>
            </p:cNvPr>
            <p:cNvSpPr/>
            <p:nvPr/>
          </p:nvSpPr>
          <p:spPr>
            <a:xfrm>
              <a:off x="534855" y="5153176"/>
              <a:ext cx="279672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53.06</a:t>
              </a:r>
            </a:p>
          </p:txBody>
        </p:sp>
        <p:sp>
          <p:nvSpPr>
            <p:cNvPr id="201" name="tx95">
              <a:extLst>
                <a:ext uri="{FF2B5EF4-FFF2-40B4-BE49-F238E27FC236}">
                  <a16:creationId xmlns:a16="http://schemas.microsoft.com/office/drawing/2014/main" id="{D17FA5A9-007E-4E91-9EE5-22AA984D6D30}"/>
                </a:ext>
              </a:extLst>
            </p:cNvPr>
            <p:cNvSpPr/>
            <p:nvPr/>
          </p:nvSpPr>
          <p:spPr>
            <a:xfrm>
              <a:off x="534855" y="3869113"/>
              <a:ext cx="279672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53.08</a:t>
              </a:r>
            </a:p>
          </p:txBody>
        </p:sp>
        <p:sp>
          <p:nvSpPr>
            <p:cNvPr id="202" name="tx96">
              <a:extLst>
                <a:ext uri="{FF2B5EF4-FFF2-40B4-BE49-F238E27FC236}">
                  <a16:creationId xmlns:a16="http://schemas.microsoft.com/office/drawing/2014/main" id="{3655CF14-C19E-4D1B-88C5-A0686092F742}"/>
                </a:ext>
              </a:extLst>
            </p:cNvPr>
            <p:cNvSpPr/>
            <p:nvPr/>
          </p:nvSpPr>
          <p:spPr>
            <a:xfrm>
              <a:off x="534855" y="2585050"/>
              <a:ext cx="279672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53.10</a:t>
              </a:r>
            </a:p>
          </p:txBody>
        </p:sp>
        <p:sp>
          <p:nvSpPr>
            <p:cNvPr id="203" name="tx97">
              <a:extLst>
                <a:ext uri="{FF2B5EF4-FFF2-40B4-BE49-F238E27FC236}">
                  <a16:creationId xmlns:a16="http://schemas.microsoft.com/office/drawing/2014/main" id="{3B2CEF04-1234-4C8B-B8A8-8225DC0B3C42}"/>
                </a:ext>
              </a:extLst>
            </p:cNvPr>
            <p:cNvSpPr/>
            <p:nvPr/>
          </p:nvSpPr>
          <p:spPr>
            <a:xfrm>
              <a:off x="534855" y="1300987"/>
              <a:ext cx="279672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53.12</a:t>
              </a:r>
            </a:p>
          </p:txBody>
        </p:sp>
        <p:sp>
          <p:nvSpPr>
            <p:cNvPr id="212" name="tx106">
              <a:extLst>
                <a:ext uri="{FF2B5EF4-FFF2-40B4-BE49-F238E27FC236}">
                  <a16:creationId xmlns:a16="http://schemas.microsoft.com/office/drawing/2014/main" id="{5E4AB729-3A3E-4282-AFF0-B4A7FF9B2A78}"/>
                </a:ext>
              </a:extLst>
            </p:cNvPr>
            <p:cNvSpPr/>
            <p:nvPr/>
          </p:nvSpPr>
          <p:spPr>
            <a:xfrm>
              <a:off x="1159465" y="559485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8.75</a:t>
              </a:r>
            </a:p>
          </p:txBody>
        </p:sp>
        <p:sp>
          <p:nvSpPr>
            <p:cNvPr id="213" name="tx107">
              <a:extLst>
                <a:ext uri="{FF2B5EF4-FFF2-40B4-BE49-F238E27FC236}">
                  <a16:creationId xmlns:a16="http://schemas.microsoft.com/office/drawing/2014/main" id="{A0DCB3BD-7958-4F90-BE68-30D03D59B2BB}"/>
                </a:ext>
              </a:extLst>
            </p:cNvPr>
            <p:cNvSpPr/>
            <p:nvPr/>
          </p:nvSpPr>
          <p:spPr>
            <a:xfrm>
              <a:off x="4349985" y="559485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8.80</a:t>
              </a:r>
            </a:p>
          </p:txBody>
        </p:sp>
        <p:sp>
          <p:nvSpPr>
            <p:cNvPr id="214" name="tx108">
              <a:extLst>
                <a:ext uri="{FF2B5EF4-FFF2-40B4-BE49-F238E27FC236}">
                  <a16:creationId xmlns:a16="http://schemas.microsoft.com/office/drawing/2014/main" id="{2BF613C1-E9B9-49C9-8DA3-3616585278E1}"/>
                </a:ext>
              </a:extLst>
            </p:cNvPr>
            <p:cNvSpPr/>
            <p:nvPr/>
          </p:nvSpPr>
          <p:spPr>
            <a:xfrm>
              <a:off x="7540504" y="559485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8.85</a:t>
              </a:r>
            </a:p>
          </p:txBody>
        </p:sp>
        <p:sp>
          <p:nvSpPr>
            <p:cNvPr id="215" name="tx109">
              <a:extLst>
                <a:ext uri="{FF2B5EF4-FFF2-40B4-BE49-F238E27FC236}">
                  <a16:creationId xmlns:a16="http://schemas.microsoft.com/office/drawing/2014/main" id="{91E7CF4E-280F-4C71-961F-C59E8474FE2C}"/>
                </a:ext>
              </a:extLst>
            </p:cNvPr>
            <p:cNvSpPr/>
            <p:nvPr/>
          </p:nvSpPr>
          <p:spPr>
            <a:xfrm>
              <a:off x="10731024" y="559485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8.90</a:t>
              </a:r>
            </a:p>
          </p:txBody>
        </p:sp>
        <p:sp>
          <p:nvSpPr>
            <p:cNvPr id="216" name="tx110">
              <a:extLst>
                <a:ext uri="{FF2B5EF4-FFF2-40B4-BE49-F238E27FC236}">
                  <a16:creationId xmlns:a16="http://schemas.microsoft.com/office/drawing/2014/main" id="{44C3F4DF-A2C4-4ECA-BDC2-8F97098BD2AA}"/>
                </a:ext>
              </a:extLst>
            </p:cNvPr>
            <p:cNvSpPr/>
            <p:nvPr/>
          </p:nvSpPr>
          <p:spPr>
            <a:xfrm>
              <a:off x="5852834" y="5707101"/>
              <a:ext cx="528172" cy="1277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err="1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Longitude</a:t>
              </a:r>
              <a:endPara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endParaRPr>
            </a:p>
          </p:txBody>
        </p:sp>
        <p:sp>
          <p:nvSpPr>
            <p:cNvPr id="217" name="tx111">
              <a:extLst>
                <a:ext uri="{FF2B5EF4-FFF2-40B4-BE49-F238E27FC236}">
                  <a16:creationId xmlns:a16="http://schemas.microsoft.com/office/drawing/2014/main" id="{D8D630A7-2FD8-423F-8585-11A9EEF58EFD}"/>
                </a:ext>
              </a:extLst>
            </p:cNvPr>
            <p:cNvSpPr/>
            <p:nvPr/>
          </p:nvSpPr>
          <p:spPr>
            <a:xfrm rot="16200000">
              <a:off x="162134" y="3211334"/>
              <a:ext cx="489291" cy="1277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Latitude</a:t>
              </a:r>
              <a:endPara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endParaRPr>
            </a:p>
          </p:txBody>
        </p: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E9E05E49-B46D-4C88-BC2B-4AD6D21BAA3E}"/>
                </a:ext>
              </a:extLst>
            </p:cNvPr>
            <p:cNvGrpSpPr/>
            <p:nvPr/>
          </p:nvGrpSpPr>
          <p:grpSpPr>
            <a:xfrm>
              <a:off x="4264189" y="5987305"/>
              <a:ext cx="3169864" cy="369045"/>
              <a:chOff x="4264189" y="5987305"/>
              <a:chExt cx="3169864" cy="369045"/>
            </a:xfrm>
          </p:grpSpPr>
          <p:pic>
            <p:nvPicPr>
              <p:cNvPr id="219" name="pic114">
                <a:extLst>
                  <a:ext uri="{FF2B5EF4-FFF2-40B4-BE49-F238E27FC236}">
                    <a16:creationId xmlns:a16="http://schemas.microsoft.com/office/drawing/2014/main" id="{2CA0C017-5946-446E-B191-9AF4D434A8D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630495" y="5987305"/>
                <a:ext cx="1803558" cy="219455"/>
              </a:xfrm>
              <a:prstGeom prst="rect">
                <a:avLst/>
              </a:prstGeom>
            </p:spPr>
          </p:pic>
          <p:sp>
            <p:nvSpPr>
              <p:cNvPr id="218" name="tx113">
                <a:extLst>
                  <a:ext uri="{FF2B5EF4-FFF2-40B4-BE49-F238E27FC236}">
                    <a16:creationId xmlns:a16="http://schemas.microsoft.com/office/drawing/2014/main" id="{95D989F0-9460-4915-9E47-7C2E894A94A3}"/>
                  </a:ext>
                </a:extLst>
              </p:cNvPr>
              <p:cNvSpPr/>
              <p:nvPr/>
            </p:nvSpPr>
            <p:spPr>
              <a:xfrm>
                <a:off x="4264189" y="6012595"/>
                <a:ext cx="1119336" cy="25577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ctr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sz="140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Average </a:t>
                </a:r>
                <a:r>
                  <a:rPr lang="de-DE" sz="1400" err="1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delay</a:t>
                </a:r>
                <a:endParaRPr lang="de-DE" sz="14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endParaRPr>
              </a:p>
              <a:p>
                <a:pPr marL="0" marR="0" indent="0" algn="ctr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sz="140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[s]</a:t>
                </a:r>
                <a:endParaRPr sz="140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endParaRPr>
              </a:p>
            </p:txBody>
          </p:sp>
          <p:sp>
            <p:nvSpPr>
              <p:cNvPr id="230" name="tx125">
                <a:extLst>
                  <a:ext uri="{FF2B5EF4-FFF2-40B4-BE49-F238E27FC236}">
                    <a16:creationId xmlns:a16="http://schemas.microsoft.com/office/drawing/2014/main" id="{E2701712-A208-48BA-BA68-03C504E11C27}"/>
                  </a:ext>
                </a:extLst>
              </p:cNvPr>
              <p:cNvSpPr/>
              <p:nvPr/>
            </p:nvSpPr>
            <p:spPr>
              <a:xfrm>
                <a:off x="5832465" y="6274659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0</a:t>
                </a:r>
              </a:p>
            </p:txBody>
          </p:sp>
          <p:sp>
            <p:nvSpPr>
              <p:cNvPr id="231" name="tx126">
                <a:extLst>
                  <a:ext uri="{FF2B5EF4-FFF2-40B4-BE49-F238E27FC236}">
                    <a16:creationId xmlns:a16="http://schemas.microsoft.com/office/drawing/2014/main" id="{7F01419A-3E0A-45C1-AD13-2A9296EFB5CB}"/>
                  </a:ext>
                </a:extLst>
              </p:cNvPr>
              <p:cNvSpPr/>
              <p:nvPr/>
            </p:nvSpPr>
            <p:spPr>
              <a:xfrm>
                <a:off x="6036590" y="6274604"/>
                <a:ext cx="186466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300</a:t>
                </a:r>
              </a:p>
            </p:txBody>
          </p:sp>
          <p:sp>
            <p:nvSpPr>
              <p:cNvPr id="232" name="tx127">
                <a:extLst>
                  <a:ext uri="{FF2B5EF4-FFF2-40B4-BE49-F238E27FC236}">
                    <a16:creationId xmlns:a16="http://schemas.microsoft.com/office/drawing/2014/main" id="{0D9E20E6-ED2F-4887-ABD8-610CF3B41FC3}"/>
                  </a:ext>
                </a:extLst>
              </p:cNvPr>
              <p:cNvSpPr/>
              <p:nvPr/>
            </p:nvSpPr>
            <p:spPr>
              <a:xfrm>
                <a:off x="6365026" y="6274659"/>
                <a:ext cx="186466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600</a:t>
                </a:r>
              </a:p>
            </p:txBody>
          </p:sp>
          <p:sp>
            <p:nvSpPr>
              <p:cNvPr id="233" name="tx128">
                <a:extLst>
                  <a:ext uri="{FF2B5EF4-FFF2-40B4-BE49-F238E27FC236}">
                    <a16:creationId xmlns:a16="http://schemas.microsoft.com/office/drawing/2014/main" id="{3C90D28C-F862-4104-81E9-F27D9AEB46FB}"/>
                  </a:ext>
                </a:extLst>
              </p:cNvPr>
              <p:cNvSpPr/>
              <p:nvPr/>
            </p:nvSpPr>
            <p:spPr>
              <a:xfrm>
                <a:off x="6693462" y="6274659"/>
                <a:ext cx="186466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900</a:t>
                </a:r>
              </a:p>
            </p:txBody>
          </p:sp>
          <p:sp>
            <p:nvSpPr>
              <p:cNvPr id="234" name="tx129">
                <a:extLst>
                  <a:ext uri="{FF2B5EF4-FFF2-40B4-BE49-F238E27FC236}">
                    <a16:creationId xmlns:a16="http://schemas.microsoft.com/office/drawing/2014/main" id="{BFBF760A-3E62-40B4-B084-017E145FFB6A}"/>
                  </a:ext>
                </a:extLst>
              </p:cNvPr>
              <p:cNvSpPr/>
              <p:nvPr/>
            </p:nvSpPr>
            <p:spPr>
              <a:xfrm>
                <a:off x="7021898" y="6274659"/>
                <a:ext cx="248622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  <a:cs typeface="Arial"/>
                  </a:rPr>
                  <a:t>1200</a:t>
                </a:r>
              </a:p>
            </p:txBody>
          </p:sp>
        </p:grpSp>
      </p:grpSp>
      <p:sp>
        <p:nvSpPr>
          <p:cNvPr id="171" name="tx63">
            <a:extLst>
              <a:ext uri="{FF2B5EF4-FFF2-40B4-BE49-F238E27FC236}">
                <a16:creationId xmlns:a16="http://schemas.microsoft.com/office/drawing/2014/main" id="{87F23397-1D14-456B-BE0F-89F74CDA8BCB}"/>
              </a:ext>
            </a:extLst>
          </p:cNvPr>
          <p:cNvSpPr/>
          <p:nvPr/>
        </p:nvSpPr>
        <p:spPr>
          <a:xfrm>
            <a:off x="2332541" y="2021683"/>
            <a:ext cx="1204946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138" b="1" err="1">
                <a:solidFill>
                  <a:srgbClr val="FFFF00"/>
                </a:solidFill>
                <a:latin typeface="Roboto" pitchFamily="2" charset="0"/>
                <a:ea typeface="Roboto" pitchFamily="2" charset="0"/>
                <a:cs typeface="Arial"/>
              </a:rPr>
              <a:t>Grasberger</a:t>
            </a:r>
            <a:r>
              <a:rPr sz="1138" b="1">
                <a:solidFill>
                  <a:srgbClr val="FFFF00"/>
                </a:solidFill>
                <a:latin typeface="Roboto" pitchFamily="2" charset="0"/>
                <a:ea typeface="Roboto" pitchFamily="2" charset="0"/>
                <a:cs typeface="Arial"/>
              </a:rPr>
              <a:t> </a:t>
            </a:r>
            <a:r>
              <a:rPr sz="1138" b="1" err="1">
                <a:solidFill>
                  <a:srgbClr val="FFFF00"/>
                </a:solidFill>
                <a:latin typeface="Roboto" pitchFamily="2" charset="0"/>
                <a:ea typeface="Roboto" pitchFamily="2" charset="0"/>
                <a:cs typeface="Arial"/>
              </a:rPr>
              <a:t>Straße</a:t>
            </a:r>
            <a:endParaRPr sz="1138" b="1">
              <a:solidFill>
                <a:srgbClr val="FFFF00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235" name="Rechteck 234">
            <a:extLst>
              <a:ext uri="{FF2B5EF4-FFF2-40B4-BE49-F238E27FC236}">
                <a16:creationId xmlns:a16="http://schemas.microsoft.com/office/drawing/2014/main" id="{D2C6CE86-C90E-4F0D-A035-0ADAC30A1BB9}"/>
              </a:ext>
            </a:extLst>
          </p:cNvPr>
          <p:cNvSpPr/>
          <p:nvPr/>
        </p:nvSpPr>
        <p:spPr>
          <a:xfrm rot="1498537">
            <a:off x="9366021" y="724454"/>
            <a:ext cx="2419350" cy="113347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EXAMPLE RESULT</a:t>
            </a:r>
          </a:p>
          <a:p>
            <a:pPr algn="ctr"/>
            <a:r>
              <a:rPr lang="de-DE" sz="1600">
                <a:latin typeface="Roboto" pitchFamily="2" charset="0"/>
                <a:ea typeface="Roboto" pitchFamily="2" charset="0"/>
              </a:rPr>
              <a:t>(Made </a:t>
            </a:r>
            <a:r>
              <a:rPr lang="de-DE" sz="1600" err="1">
                <a:latin typeface="Roboto" pitchFamily="2" charset="0"/>
                <a:ea typeface="Roboto" pitchFamily="2" charset="0"/>
              </a:rPr>
              <a:t>up</a:t>
            </a:r>
            <a:r>
              <a:rPr lang="de-DE" sz="1600">
                <a:latin typeface="Roboto" pitchFamily="2" charset="0"/>
                <a:ea typeface="Roboto" pitchFamily="2" charset="0"/>
              </a:rPr>
              <a:t>)</a:t>
            </a:r>
          </a:p>
        </p:txBody>
      </p:sp>
      <p:sp>
        <p:nvSpPr>
          <p:cNvPr id="167" name="tx59">
            <a:extLst>
              <a:ext uri="{FF2B5EF4-FFF2-40B4-BE49-F238E27FC236}">
                <a16:creationId xmlns:a16="http://schemas.microsoft.com/office/drawing/2014/main" id="{D152E4C6-E471-4B09-A11E-5D0E222DBC36}"/>
              </a:ext>
            </a:extLst>
          </p:cNvPr>
          <p:cNvSpPr/>
          <p:nvPr/>
        </p:nvSpPr>
        <p:spPr>
          <a:xfrm>
            <a:off x="999078" y="1322269"/>
            <a:ext cx="787488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Gröpelingen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68" name="tx60">
            <a:extLst>
              <a:ext uri="{FF2B5EF4-FFF2-40B4-BE49-F238E27FC236}">
                <a16:creationId xmlns:a16="http://schemas.microsoft.com/office/drawing/2014/main" id="{5BC4C9C2-61FA-429F-B937-54D1717CC567}"/>
              </a:ext>
            </a:extLst>
          </p:cNvPr>
          <p:cNvSpPr/>
          <p:nvPr/>
        </p:nvSpPr>
        <p:spPr>
          <a:xfrm>
            <a:off x="1489452" y="1519822"/>
            <a:ext cx="1100494" cy="13395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Kap-Horn-Straße</a:t>
            </a:r>
          </a:p>
        </p:txBody>
      </p:sp>
      <p:sp>
        <p:nvSpPr>
          <p:cNvPr id="169" name="tx61">
            <a:extLst>
              <a:ext uri="{FF2B5EF4-FFF2-40B4-BE49-F238E27FC236}">
                <a16:creationId xmlns:a16="http://schemas.microsoft.com/office/drawing/2014/main" id="{0FD2972F-048A-4F35-B122-4271E7FEC943}"/>
              </a:ext>
            </a:extLst>
          </p:cNvPr>
          <p:cNvSpPr/>
          <p:nvPr/>
        </p:nvSpPr>
        <p:spPr>
          <a:xfrm>
            <a:off x="1483737" y="1713184"/>
            <a:ext cx="1662704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Waterfront (Use Akschen)</a:t>
            </a:r>
          </a:p>
        </p:txBody>
      </p:sp>
      <p:sp>
        <p:nvSpPr>
          <p:cNvPr id="170" name="tx62">
            <a:extLst>
              <a:ext uri="{FF2B5EF4-FFF2-40B4-BE49-F238E27FC236}">
                <a16:creationId xmlns:a16="http://schemas.microsoft.com/office/drawing/2014/main" id="{81BFA38D-56C9-4196-9866-5FA629FC24DE}"/>
              </a:ext>
            </a:extLst>
          </p:cNvPr>
          <p:cNvSpPr/>
          <p:nvPr/>
        </p:nvSpPr>
        <p:spPr>
          <a:xfrm>
            <a:off x="999275" y="2008480"/>
            <a:ext cx="835480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Goosestraße</a:t>
            </a:r>
          </a:p>
        </p:txBody>
      </p:sp>
      <p:sp>
        <p:nvSpPr>
          <p:cNvPr id="172" name="tx64">
            <a:extLst>
              <a:ext uri="{FF2B5EF4-FFF2-40B4-BE49-F238E27FC236}">
                <a16:creationId xmlns:a16="http://schemas.microsoft.com/office/drawing/2014/main" id="{FBACBD88-D974-4D04-A2E9-FC2FE406A851}"/>
              </a:ext>
            </a:extLst>
          </p:cNvPr>
          <p:cNvSpPr/>
          <p:nvPr/>
        </p:nvSpPr>
        <p:spPr>
          <a:xfrm>
            <a:off x="1775430" y="2403803"/>
            <a:ext cx="723052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Jadestraße</a:t>
            </a:r>
          </a:p>
        </p:txBody>
      </p:sp>
      <p:sp>
        <p:nvSpPr>
          <p:cNvPr id="173" name="tx65">
            <a:extLst>
              <a:ext uri="{FF2B5EF4-FFF2-40B4-BE49-F238E27FC236}">
                <a16:creationId xmlns:a16="http://schemas.microsoft.com/office/drawing/2014/main" id="{DD16EDC9-7A6F-4394-9F03-C2A5A3A31591}"/>
              </a:ext>
            </a:extLst>
          </p:cNvPr>
          <p:cNvSpPr/>
          <p:nvPr/>
        </p:nvSpPr>
        <p:spPr>
          <a:xfrm>
            <a:off x="2593635" y="2575422"/>
            <a:ext cx="899634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Emder Straße</a:t>
            </a:r>
          </a:p>
        </p:txBody>
      </p:sp>
      <p:sp>
        <p:nvSpPr>
          <p:cNvPr id="174" name="tx66">
            <a:extLst>
              <a:ext uri="{FF2B5EF4-FFF2-40B4-BE49-F238E27FC236}">
                <a16:creationId xmlns:a16="http://schemas.microsoft.com/office/drawing/2014/main" id="{84762D51-2EEC-4039-BE79-D08508E11B38}"/>
              </a:ext>
            </a:extLst>
          </p:cNvPr>
          <p:cNvSpPr/>
          <p:nvPr/>
        </p:nvSpPr>
        <p:spPr>
          <a:xfrm>
            <a:off x="3134287" y="2744195"/>
            <a:ext cx="746978" cy="13388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Waller Ring</a:t>
            </a:r>
          </a:p>
        </p:txBody>
      </p:sp>
      <p:sp>
        <p:nvSpPr>
          <p:cNvPr id="175" name="tx67">
            <a:extLst>
              <a:ext uri="{FF2B5EF4-FFF2-40B4-BE49-F238E27FC236}">
                <a16:creationId xmlns:a16="http://schemas.microsoft.com/office/drawing/2014/main" id="{D68D2A57-7E1B-4DB9-B90A-40BC6509476F}"/>
              </a:ext>
            </a:extLst>
          </p:cNvPr>
          <p:cNvSpPr/>
          <p:nvPr/>
        </p:nvSpPr>
        <p:spPr>
          <a:xfrm>
            <a:off x="2035581" y="2854153"/>
            <a:ext cx="1004228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Elisabethstraße</a:t>
            </a:r>
          </a:p>
        </p:txBody>
      </p:sp>
      <p:sp>
        <p:nvSpPr>
          <p:cNvPr id="176" name="tx68">
            <a:extLst>
              <a:ext uri="{FF2B5EF4-FFF2-40B4-BE49-F238E27FC236}">
                <a16:creationId xmlns:a16="http://schemas.microsoft.com/office/drawing/2014/main" id="{BF03D056-E9A3-44A0-9541-D45AAB656F13}"/>
              </a:ext>
            </a:extLst>
          </p:cNvPr>
          <p:cNvSpPr/>
          <p:nvPr/>
        </p:nvSpPr>
        <p:spPr>
          <a:xfrm>
            <a:off x="2451307" y="3048984"/>
            <a:ext cx="803227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Grenzstraße</a:t>
            </a:r>
          </a:p>
        </p:txBody>
      </p:sp>
      <p:sp>
        <p:nvSpPr>
          <p:cNvPr id="177" name="tx69">
            <a:extLst>
              <a:ext uri="{FF2B5EF4-FFF2-40B4-BE49-F238E27FC236}">
                <a16:creationId xmlns:a16="http://schemas.microsoft.com/office/drawing/2014/main" id="{54CA02B5-8B9C-41FE-AD54-482E7AB150EA}"/>
              </a:ext>
            </a:extLst>
          </p:cNvPr>
          <p:cNvSpPr/>
          <p:nvPr/>
        </p:nvSpPr>
        <p:spPr>
          <a:xfrm>
            <a:off x="2835077" y="3360511"/>
            <a:ext cx="586487" cy="1051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Hansator</a:t>
            </a:r>
          </a:p>
        </p:txBody>
      </p:sp>
      <p:sp>
        <p:nvSpPr>
          <p:cNvPr id="178" name="tx70">
            <a:extLst>
              <a:ext uri="{FF2B5EF4-FFF2-40B4-BE49-F238E27FC236}">
                <a16:creationId xmlns:a16="http://schemas.microsoft.com/office/drawing/2014/main" id="{011C53DF-B8DE-4473-AF6C-F2EFF90C9976}"/>
              </a:ext>
            </a:extLst>
          </p:cNvPr>
          <p:cNvSpPr/>
          <p:nvPr/>
        </p:nvSpPr>
        <p:spPr>
          <a:xfrm>
            <a:off x="3164546" y="3525446"/>
            <a:ext cx="755165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Lloydstraße</a:t>
            </a:r>
          </a:p>
        </p:txBody>
      </p:sp>
      <p:sp>
        <p:nvSpPr>
          <p:cNvPr id="179" name="tx71">
            <a:extLst>
              <a:ext uri="{FF2B5EF4-FFF2-40B4-BE49-F238E27FC236}">
                <a16:creationId xmlns:a16="http://schemas.microsoft.com/office/drawing/2014/main" id="{DE5D782D-968B-47BA-BFA1-A3028E5B86BE}"/>
              </a:ext>
            </a:extLst>
          </p:cNvPr>
          <p:cNvSpPr/>
          <p:nvPr/>
        </p:nvSpPr>
        <p:spPr>
          <a:xfrm>
            <a:off x="3556481" y="3198574"/>
            <a:ext cx="706890" cy="13395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Haferkamp</a:t>
            </a:r>
          </a:p>
        </p:txBody>
      </p:sp>
      <p:sp>
        <p:nvSpPr>
          <p:cNvPr id="180" name="tx72">
            <a:extLst>
              <a:ext uri="{FF2B5EF4-FFF2-40B4-BE49-F238E27FC236}">
                <a16:creationId xmlns:a16="http://schemas.microsoft.com/office/drawing/2014/main" id="{C3AC74C7-0A17-4F0A-ACF8-E9F0164C142B}"/>
              </a:ext>
            </a:extLst>
          </p:cNvPr>
          <p:cNvSpPr/>
          <p:nvPr/>
        </p:nvSpPr>
        <p:spPr>
          <a:xfrm>
            <a:off x="3680696" y="3721949"/>
            <a:ext cx="1156955" cy="13388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Doventorsteinweg</a:t>
            </a:r>
          </a:p>
        </p:txBody>
      </p:sp>
      <p:sp>
        <p:nvSpPr>
          <p:cNvPr id="181" name="tx73">
            <a:extLst>
              <a:ext uri="{FF2B5EF4-FFF2-40B4-BE49-F238E27FC236}">
                <a16:creationId xmlns:a16="http://schemas.microsoft.com/office/drawing/2014/main" id="{D56D28DC-1152-4D6B-AAEF-53F75C1841F2}"/>
              </a:ext>
            </a:extLst>
          </p:cNvPr>
          <p:cNvSpPr/>
          <p:nvPr/>
        </p:nvSpPr>
        <p:spPr>
          <a:xfrm>
            <a:off x="4117210" y="3418953"/>
            <a:ext cx="1606666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Daniel-von-</a:t>
            </a: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Büren</a:t>
            </a: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-</a:t>
            </a: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Straße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82" name="tx74">
            <a:extLst>
              <a:ext uri="{FF2B5EF4-FFF2-40B4-BE49-F238E27FC236}">
                <a16:creationId xmlns:a16="http://schemas.microsoft.com/office/drawing/2014/main" id="{61211AE0-BF29-4ABD-8564-9C13CE790759}"/>
              </a:ext>
            </a:extLst>
          </p:cNvPr>
          <p:cNvSpPr/>
          <p:nvPr/>
        </p:nvSpPr>
        <p:spPr>
          <a:xfrm>
            <a:off x="4966296" y="3614695"/>
            <a:ext cx="843455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Falkenstraße</a:t>
            </a:r>
          </a:p>
        </p:txBody>
      </p:sp>
      <p:sp>
        <p:nvSpPr>
          <p:cNvPr id="183" name="tx75">
            <a:extLst>
              <a:ext uri="{FF2B5EF4-FFF2-40B4-BE49-F238E27FC236}">
                <a16:creationId xmlns:a16="http://schemas.microsoft.com/office/drawing/2014/main" id="{70D92061-5FA8-460E-8945-095B268337DE}"/>
              </a:ext>
            </a:extLst>
          </p:cNvPr>
          <p:cNvSpPr/>
          <p:nvPr/>
        </p:nvSpPr>
        <p:spPr>
          <a:xfrm>
            <a:off x="5900462" y="3723545"/>
            <a:ext cx="908174" cy="13395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Hauptbahnhof</a:t>
            </a:r>
          </a:p>
        </p:txBody>
      </p:sp>
      <p:sp>
        <p:nvSpPr>
          <p:cNvPr id="184" name="tx76">
            <a:extLst>
              <a:ext uri="{FF2B5EF4-FFF2-40B4-BE49-F238E27FC236}">
                <a16:creationId xmlns:a16="http://schemas.microsoft.com/office/drawing/2014/main" id="{AEC9EA73-5AAD-44AA-95DB-6BA0F6CC6B2F}"/>
              </a:ext>
            </a:extLst>
          </p:cNvPr>
          <p:cNvSpPr/>
          <p:nvPr/>
        </p:nvSpPr>
        <p:spPr>
          <a:xfrm>
            <a:off x="4877773" y="3945516"/>
            <a:ext cx="995970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Rembertistraße</a:t>
            </a:r>
          </a:p>
        </p:txBody>
      </p:sp>
      <p:sp>
        <p:nvSpPr>
          <p:cNvPr id="185" name="tx77">
            <a:extLst>
              <a:ext uri="{FF2B5EF4-FFF2-40B4-BE49-F238E27FC236}">
                <a16:creationId xmlns:a16="http://schemas.microsoft.com/office/drawing/2014/main" id="{0E50BD8A-776C-4417-AEBD-3B9D857F1F98}"/>
              </a:ext>
            </a:extLst>
          </p:cNvPr>
          <p:cNvSpPr/>
          <p:nvPr/>
        </p:nvSpPr>
        <p:spPr>
          <a:xfrm>
            <a:off x="5968791" y="4068250"/>
            <a:ext cx="763281" cy="1051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Am Dobben</a:t>
            </a:r>
          </a:p>
        </p:txBody>
      </p:sp>
      <p:sp>
        <p:nvSpPr>
          <p:cNvPr id="186" name="tx78">
            <a:extLst>
              <a:ext uri="{FF2B5EF4-FFF2-40B4-BE49-F238E27FC236}">
                <a16:creationId xmlns:a16="http://schemas.microsoft.com/office/drawing/2014/main" id="{5A2BC6C3-817C-4217-9A0E-6D9672CB674B}"/>
              </a:ext>
            </a:extLst>
          </p:cNvPr>
          <p:cNvSpPr/>
          <p:nvPr/>
        </p:nvSpPr>
        <p:spPr>
          <a:xfrm>
            <a:off x="4808009" y="4142461"/>
            <a:ext cx="1028224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Humboldtstraße</a:t>
            </a:r>
          </a:p>
        </p:txBody>
      </p:sp>
      <p:sp>
        <p:nvSpPr>
          <p:cNvPr id="187" name="tx79">
            <a:extLst>
              <a:ext uri="{FF2B5EF4-FFF2-40B4-BE49-F238E27FC236}">
                <a16:creationId xmlns:a16="http://schemas.microsoft.com/office/drawing/2014/main" id="{E71AFAA7-9104-4089-8907-970114DE81D2}"/>
              </a:ext>
            </a:extLst>
          </p:cNvPr>
          <p:cNvSpPr/>
          <p:nvPr/>
        </p:nvSpPr>
        <p:spPr>
          <a:xfrm>
            <a:off x="5490197" y="4338747"/>
            <a:ext cx="490010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Sielwall</a:t>
            </a:r>
          </a:p>
        </p:txBody>
      </p:sp>
      <p:sp>
        <p:nvSpPr>
          <p:cNvPr id="188" name="tx80">
            <a:extLst>
              <a:ext uri="{FF2B5EF4-FFF2-40B4-BE49-F238E27FC236}">
                <a16:creationId xmlns:a16="http://schemas.microsoft.com/office/drawing/2014/main" id="{13975AB8-A800-47D3-BB92-543E51F18568}"/>
              </a:ext>
            </a:extLst>
          </p:cNvPr>
          <p:cNvSpPr/>
          <p:nvPr/>
        </p:nvSpPr>
        <p:spPr>
          <a:xfrm>
            <a:off x="5568563" y="4534755"/>
            <a:ext cx="956095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Brunnenstraße</a:t>
            </a:r>
          </a:p>
        </p:txBody>
      </p:sp>
      <p:sp>
        <p:nvSpPr>
          <p:cNvPr id="189" name="tx81">
            <a:extLst>
              <a:ext uri="{FF2B5EF4-FFF2-40B4-BE49-F238E27FC236}">
                <a16:creationId xmlns:a16="http://schemas.microsoft.com/office/drawing/2014/main" id="{C10187B5-7C5A-4988-A9F9-FCE6C5C79176}"/>
              </a:ext>
            </a:extLst>
          </p:cNvPr>
          <p:cNvSpPr/>
          <p:nvPr/>
        </p:nvSpPr>
        <p:spPr>
          <a:xfrm>
            <a:off x="5884331" y="4701691"/>
            <a:ext cx="1148697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St.-Jürgen-Straße</a:t>
            </a:r>
          </a:p>
        </p:txBody>
      </p:sp>
      <p:sp>
        <p:nvSpPr>
          <p:cNvPr id="190" name="tx82">
            <a:extLst>
              <a:ext uri="{FF2B5EF4-FFF2-40B4-BE49-F238E27FC236}">
                <a16:creationId xmlns:a16="http://schemas.microsoft.com/office/drawing/2014/main" id="{2A238E4C-B13E-4285-84A7-5E60BE237A4A}"/>
              </a:ext>
            </a:extLst>
          </p:cNvPr>
          <p:cNvSpPr/>
          <p:nvPr/>
        </p:nvSpPr>
        <p:spPr>
          <a:xfrm>
            <a:off x="6822834" y="4211219"/>
            <a:ext cx="835410" cy="13388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Am Hulsberg</a:t>
            </a:r>
          </a:p>
        </p:txBody>
      </p:sp>
      <p:sp>
        <p:nvSpPr>
          <p:cNvPr id="191" name="tx83">
            <a:extLst>
              <a:ext uri="{FF2B5EF4-FFF2-40B4-BE49-F238E27FC236}">
                <a16:creationId xmlns:a16="http://schemas.microsoft.com/office/drawing/2014/main" id="{58BFD642-678C-4A9D-93AD-31BC1F3FD073}"/>
              </a:ext>
            </a:extLst>
          </p:cNvPr>
          <p:cNvSpPr/>
          <p:nvPr/>
        </p:nvSpPr>
        <p:spPr>
          <a:xfrm>
            <a:off x="7749765" y="4358253"/>
            <a:ext cx="1325773" cy="106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Bei den </a:t>
            </a: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Drei</a:t>
            </a: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 </a:t>
            </a: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Pfählen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92" name="tx84">
            <a:extLst>
              <a:ext uri="{FF2B5EF4-FFF2-40B4-BE49-F238E27FC236}">
                <a16:creationId xmlns:a16="http://schemas.microsoft.com/office/drawing/2014/main" id="{88F3DC04-8AB0-49D9-9208-67A41D985830}"/>
              </a:ext>
            </a:extLst>
          </p:cNvPr>
          <p:cNvSpPr/>
          <p:nvPr/>
        </p:nvSpPr>
        <p:spPr>
          <a:xfrm>
            <a:off x="7702596" y="4540633"/>
            <a:ext cx="1092730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Bennigsenstraße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93" name="tx85">
            <a:extLst>
              <a:ext uri="{FF2B5EF4-FFF2-40B4-BE49-F238E27FC236}">
                <a16:creationId xmlns:a16="http://schemas.microsoft.com/office/drawing/2014/main" id="{691B3172-CB62-4E89-ADDB-93D8B357A4D3}"/>
              </a:ext>
            </a:extLst>
          </p:cNvPr>
          <p:cNvSpPr/>
          <p:nvPr/>
        </p:nvSpPr>
        <p:spPr>
          <a:xfrm>
            <a:off x="7113921" y="4750084"/>
            <a:ext cx="1454151" cy="1357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Ludwig-Quidde-Straße</a:t>
            </a:r>
          </a:p>
        </p:txBody>
      </p:sp>
      <p:sp>
        <p:nvSpPr>
          <p:cNvPr id="194" name="tx86">
            <a:extLst>
              <a:ext uri="{FF2B5EF4-FFF2-40B4-BE49-F238E27FC236}">
                <a16:creationId xmlns:a16="http://schemas.microsoft.com/office/drawing/2014/main" id="{A7539278-DC8E-415F-ACB7-2FF1141A9A19}"/>
              </a:ext>
            </a:extLst>
          </p:cNvPr>
          <p:cNvSpPr/>
          <p:nvPr/>
        </p:nvSpPr>
        <p:spPr>
          <a:xfrm>
            <a:off x="8900648" y="4573328"/>
            <a:ext cx="771044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Malerstraße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95" name="tx87">
            <a:extLst>
              <a:ext uri="{FF2B5EF4-FFF2-40B4-BE49-F238E27FC236}">
                <a16:creationId xmlns:a16="http://schemas.microsoft.com/office/drawing/2014/main" id="{63707224-36DA-4ED0-A2C3-127FC6BAF05B}"/>
              </a:ext>
            </a:extLst>
          </p:cNvPr>
          <p:cNvSpPr/>
          <p:nvPr/>
        </p:nvSpPr>
        <p:spPr>
          <a:xfrm>
            <a:off x="9537655" y="4769513"/>
            <a:ext cx="867592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Föhrenstraße</a:t>
            </a:r>
          </a:p>
        </p:txBody>
      </p:sp>
      <p:sp>
        <p:nvSpPr>
          <p:cNvPr id="196" name="tx88">
            <a:extLst>
              <a:ext uri="{FF2B5EF4-FFF2-40B4-BE49-F238E27FC236}">
                <a16:creationId xmlns:a16="http://schemas.microsoft.com/office/drawing/2014/main" id="{35F1E8FC-BB3A-4F01-9676-693E5B246507}"/>
              </a:ext>
            </a:extLst>
          </p:cNvPr>
          <p:cNvSpPr/>
          <p:nvPr/>
        </p:nvSpPr>
        <p:spPr>
          <a:xfrm>
            <a:off x="8659668" y="4964637"/>
            <a:ext cx="1454433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Bahnhof Sebaldsbrück</a:t>
            </a:r>
          </a:p>
        </p:txBody>
      </p:sp>
      <p:sp>
        <p:nvSpPr>
          <p:cNvPr id="197" name="tx89">
            <a:extLst>
              <a:ext uri="{FF2B5EF4-FFF2-40B4-BE49-F238E27FC236}">
                <a16:creationId xmlns:a16="http://schemas.microsoft.com/office/drawing/2014/main" id="{385A2ABC-028F-4811-AF29-CFF34066BD01}"/>
              </a:ext>
            </a:extLst>
          </p:cNvPr>
          <p:cNvSpPr/>
          <p:nvPr/>
        </p:nvSpPr>
        <p:spPr>
          <a:xfrm>
            <a:off x="10222882" y="5028151"/>
            <a:ext cx="931817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Trinidadstraße</a:t>
            </a:r>
          </a:p>
        </p:txBody>
      </p:sp>
      <p:sp>
        <p:nvSpPr>
          <p:cNvPr id="198" name="tx90">
            <a:extLst>
              <a:ext uri="{FF2B5EF4-FFF2-40B4-BE49-F238E27FC236}">
                <a16:creationId xmlns:a16="http://schemas.microsoft.com/office/drawing/2014/main" id="{B91F3466-9D32-4191-A271-86911E048EB2}"/>
              </a:ext>
            </a:extLst>
          </p:cNvPr>
          <p:cNvSpPr/>
          <p:nvPr/>
        </p:nvSpPr>
        <p:spPr>
          <a:xfrm>
            <a:off x="10094110" y="5268520"/>
            <a:ext cx="1140652" cy="13395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Schloßparkstraße</a:t>
            </a:r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99" name="tx91">
            <a:extLst>
              <a:ext uri="{FF2B5EF4-FFF2-40B4-BE49-F238E27FC236}">
                <a16:creationId xmlns:a16="http://schemas.microsoft.com/office/drawing/2014/main" id="{F3DA4E34-6EA3-45CF-A434-1BC63E24A655}"/>
              </a:ext>
            </a:extLst>
          </p:cNvPr>
          <p:cNvSpPr/>
          <p:nvPr/>
        </p:nvSpPr>
        <p:spPr>
          <a:xfrm>
            <a:off x="8323888" y="5132457"/>
            <a:ext cx="1682888" cy="1356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Sebaldsbrück (Bus+Tram)</a:t>
            </a:r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2C44A4D8-5BEE-4C08-AD9E-C4598D34885F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5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"/>
                                            <p:tgtEl>
                                              <p:spTgt spid="1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2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2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"/>
                                            <p:tgtEl>
                                              <p:spTgt spid="1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3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"/>
                                            <p:tgtEl>
                                              <p:spTgt spid="1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1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"/>
                                            <p:tgtEl>
                                              <p:spTgt spid="1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5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"/>
                                            <p:tgtEl>
                                              <p:spTgt spid="1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22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"/>
                                            <p:tgtEl>
                                              <p:spTgt spid="1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6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100"/>
                                            <p:tgtEl>
                                              <p:spTgt spid="1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"/>
                                            <p:tgtEl>
                                              <p:spTgt spid="1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7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"/>
                                            <p:tgtEl>
                                              <p:spTgt spid="1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"/>
                                            <p:tgtEl>
                                              <p:spTgt spid="1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"/>
                                            <p:tgtEl>
                                              <p:spTgt spid="1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2600"/>
                                </p:stCondLst>
                                <p:childTnLst>
                                  <p:par>
                                    <p:cTn id="9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1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100"/>
                                            <p:tgtEl>
                                              <p:spTgt spid="1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2700"/>
                                </p:stCondLst>
                                <p:childTnLst>
                                  <p:par>
                                    <p:cTn id="9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"/>
                                            <p:tgtEl>
                                              <p:spTgt spid="1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10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"/>
                                            <p:tgtEl>
                                              <p:spTgt spid="1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11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1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1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7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1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"/>
                                            <p:tgtEl>
                                              <p:spTgt spid="1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12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"/>
                                            <p:tgtEl>
                                              <p:spTgt spid="1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1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100"/>
                                            <p:tgtEl>
                                              <p:spTgt spid="1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1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8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3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100"/>
                                            <p:tgtEl>
                                              <p:spTgt spid="1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4" dur="1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5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14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"/>
                                            <p:tgtEl>
                                              <p:spTgt spid="1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5" dur="100"/>
                                            <p:tgtEl>
                                              <p:spTgt spid="1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1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9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16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"/>
                                            <p:tgtEl>
                                              <p:spTgt spid="1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5" dur="1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6" fill="hold">
                                <p:stCondLst>
                                  <p:cond delay="3700"/>
                                </p:stCondLst>
                                <p:childTnLst>
                                  <p:par>
                                    <p:cTn id="16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"/>
                                            <p:tgtEl>
                                              <p:spTgt spid="1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3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17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100"/>
                                            <p:tgtEl>
                                              <p:spTgt spid="1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9" dur="1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0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18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3" dur="100"/>
                                            <p:tgtEl>
                                              <p:spTgt spid="1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1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8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"/>
                                            <p:tgtEl>
                                              <p:spTgt spid="1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19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100"/>
                                            <p:tgtEl>
                                              <p:spTgt spid="1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1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1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20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4" dur="100"/>
                                            <p:tgtEl>
                                              <p:spTgt spid="1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1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8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0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5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2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8" dur="100"/>
                                            <p:tgtEl>
                                              <p:spTgt spid="1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1" dur="100"/>
                                            <p:tgtEl>
                                              <p:spTgt spid="1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22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5" dur="100"/>
                                            <p:tgtEl>
                                              <p:spTgt spid="1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8" dur="1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9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23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"/>
                                            <p:tgtEl>
                                              <p:spTgt spid="1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"/>
                                            <p:tgtEl>
                                              <p:spTgt spid="1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6" fill="hold">
                          <p:stCondLst>
                            <p:cond delay="indefinite"/>
                          </p:stCondLst>
                          <p:childTnLst>
                            <p:par>
                              <p:cTn id="2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0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3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4" fill="hold">
                          <p:stCondLst>
                            <p:cond delay="indefinite"/>
                          </p:stCondLst>
                          <p:childTnLst>
                            <p:par>
                              <p:cTn id="2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6" presetID="2" presetClass="entr" presetSubtype="1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48" dur="75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9" dur="75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4" grpId="0" animBg="1"/>
          <p:bldP spid="128" grpId="0" animBg="1"/>
          <p:bldP spid="129" grpId="0" animBg="1"/>
          <p:bldP spid="130" grpId="0" animBg="1"/>
          <p:bldP spid="131" grpId="0" animBg="1"/>
          <p:bldP spid="132" grpId="0" animBg="1"/>
          <p:bldP spid="133" grpId="0" animBg="1"/>
          <p:bldP spid="134" grpId="0" animBg="1"/>
          <p:bldP spid="135" grpId="0" animBg="1"/>
          <p:bldP spid="136" grpId="0" animBg="1"/>
          <p:bldP spid="137" grpId="0" animBg="1"/>
          <p:bldP spid="138" grpId="0" animBg="1"/>
          <p:bldP spid="139" grpId="0" animBg="1"/>
          <p:bldP spid="140" grpId="0" animBg="1"/>
          <p:bldP spid="141" grpId="0" animBg="1"/>
          <p:bldP spid="142" grpId="0" animBg="1"/>
          <p:bldP spid="143" grpId="0" animBg="1"/>
          <p:bldP spid="144" grpId="0" animBg="1"/>
          <p:bldP spid="145" grpId="0" animBg="1"/>
          <p:bldP spid="146" grpId="0" animBg="1"/>
          <p:bldP spid="147" grpId="0" animBg="1"/>
          <p:bldP spid="148" grpId="0" animBg="1"/>
          <p:bldP spid="149" grpId="0" animBg="1"/>
          <p:bldP spid="150" grpId="0" animBg="1"/>
          <p:bldP spid="151" grpId="0" animBg="1"/>
          <p:bldP spid="152" grpId="0" animBg="1"/>
          <p:bldP spid="153" grpId="0" animBg="1"/>
          <p:bldP spid="154" grpId="0" animBg="1"/>
          <p:bldP spid="155" grpId="0" animBg="1"/>
          <p:bldP spid="156" grpId="0" animBg="1"/>
          <p:bldP spid="157" grpId="0" animBg="1"/>
          <p:bldP spid="158" grpId="0" animBg="1"/>
          <p:bldP spid="159" grpId="0" animBg="1"/>
          <p:bldP spid="160" grpId="0" animBg="1"/>
          <p:bldP spid="171" grpId="0"/>
          <p:bldP spid="235" grpId="0" animBg="1"/>
          <p:bldP spid="167" grpId="0"/>
          <p:bldP spid="168" grpId="0"/>
          <p:bldP spid="169" grpId="0"/>
          <p:bldP spid="170" grpId="0"/>
          <p:bldP spid="172" grpId="0"/>
          <p:bldP spid="173" grpId="0"/>
          <p:bldP spid="174" grpId="0"/>
          <p:bldP spid="175" grpId="0"/>
          <p:bldP spid="176" grpId="0"/>
          <p:bldP spid="177" grpId="0"/>
          <p:bldP spid="178" grpId="0"/>
          <p:bldP spid="179" grpId="0"/>
          <p:bldP spid="180" grpId="0"/>
          <p:bldP spid="181" grpId="0"/>
          <p:bldP spid="182" grpId="0"/>
          <p:bldP spid="183" grpId="0"/>
          <p:bldP spid="184" grpId="0"/>
          <p:bldP spid="185" grpId="0"/>
          <p:bldP spid="186" grpId="0"/>
          <p:bldP spid="187" grpId="0"/>
          <p:bldP spid="188" grpId="0"/>
          <p:bldP spid="189" grpId="0"/>
          <p:bldP spid="190" grpId="0"/>
          <p:bldP spid="191" grpId="0"/>
          <p:bldP spid="192" grpId="0"/>
          <p:bldP spid="193" grpId="0"/>
          <p:bldP spid="194" grpId="0"/>
          <p:bldP spid="195" grpId="0"/>
          <p:bldP spid="196" grpId="0"/>
          <p:bldP spid="197" grpId="0"/>
          <p:bldP spid="198" grpId="0"/>
          <p:bldP spid="19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"/>
                                            <p:tgtEl>
                                              <p:spTgt spid="1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2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"/>
                                            <p:tgtEl>
                                              <p:spTgt spid="1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2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"/>
                                            <p:tgtEl>
                                              <p:spTgt spid="1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3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"/>
                                            <p:tgtEl>
                                              <p:spTgt spid="1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1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"/>
                                            <p:tgtEl>
                                              <p:spTgt spid="1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5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"/>
                                            <p:tgtEl>
                                              <p:spTgt spid="1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22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"/>
                                            <p:tgtEl>
                                              <p:spTgt spid="1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"/>
                                            <p:tgtEl>
                                              <p:spTgt spid="1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6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100"/>
                                            <p:tgtEl>
                                              <p:spTgt spid="1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"/>
                                            <p:tgtEl>
                                              <p:spTgt spid="1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7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"/>
                                            <p:tgtEl>
                                              <p:spTgt spid="1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"/>
                                            <p:tgtEl>
                                              <p:spTgt spid="1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"/>
                                            <p:tgtEl>
                                              <p:spTgt spid="1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"/>
                                            <p:tgtEl>
                                              <p:spTgt spid="1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2600"/>
                                </p:stCondLst>
                                <p:childTnLst>
                                  <p:par>
                                    <p:cTn id="9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1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100"/>
                                            <p:tgtEl>
                                              <p:spTgt spid="1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2700"/>
                                </p:stCondLst>
                                <p:childTnLst>
                                  <p:par>
                                    <p:cTn id="9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"/>
                                            <p:tgtEl>
                                              <p:spTgt spid="1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10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"/>
                                            <p:tgtEl>
                                              <p:spTgt spid="1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11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1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1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7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1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"/>
                                            <p:tgtEl>
                                              <p:spTgt spid="1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12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"/>
                                            <p:tgtEl>
                                              <p:spTgt spid="1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1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100"/>
                                            <p:tgtEl>
                                              <p:spTgt spid="1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1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8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3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100"/>
                                            <p:tgtEl>
                                              <p:spTgt spid="1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4" dur="1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5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14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"/>
                                            <p:tgtEl>
                                              <p:spTgt spid="1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5" dur="100"/>
                                            <p:tgtEl>
                                              <p:spTgt spid="1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1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9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16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"/>
                                            <p:tgtEl>
                                              <p:spTgt spid="1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5" dur="1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6" fill="hold">
                                <p:stCondLst>
                                  <p:cond delay="3700"/>
                                </p:stCondLst>
                                <p:childTnLst>
                                  <p:par>
                                    <p:cTn id="16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"/>
                                            <p:tgtEl>
                                              <p:spTgt spid="1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3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17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100"/>
                                            <p:tgtEl>
                                              <p:spTgt spid="1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9" dur="1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0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18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3" dur="100"/>
                                            <p:tgtEl>
                                              <p:spTgt spid="1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1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8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"/>
                                            <p:tgtEl>
                                              <p:spTgt spid="1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19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100"/>
                                            <p:tgtEl>
                                              <p:spTgt spid="1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1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1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20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4" dur="100"/>
                                            <p:tgtEl>
                                              <p:spTgt spid="1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1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8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0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5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2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8" dur="100"/>
                                            <p:tgtEl>
                                              <p:spTgt spid="1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1" dur="100"/>
                                            <p:tgtEl>
                                              <p:spTgt spid="1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22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5" dur="100"/>
                                            <p:tgtEl>
                                              <p:spTgt spid="1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8" dur="1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9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23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"/>
                                            <p:tgtEl>
                                              <p:spTgt spid="1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"/>
                                            <p:tgtEl>
                                              <p:spTgt spid="1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6" fill="hold">
                          <p:stCondLst>
                            <p:cond delay="indefinite"/>
                          </p:stCondLst>
                          <p:childTnLst>
                            <p:par>
                              <p:cTn id="2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0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3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4" fill="hold">
                          <p:stCondLst>
                            <p:cond delay="indefinite"/>
                          </p:stCondLst>
                          <p:childTnLst>
                            <p:par>
                              <p:cTn id="2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6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8" dur="75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9" dur="75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4" grpId="0" animBg="1"/>
          <p:bldP spid="128" grpId="0" animBg="1"/>
          <p:bldP spid="129" grpId="0" animBg="1"/>
          <p:bldP spid="130" grpId="0" animBg="1"/>
          <p:bldP spid="131" grpId="0" animBg="1"/>
          <p:bldP spid="132" grpId="0" animBg="1"/>
          <p:bldP spid="133" grpId="0" animBg="1"/>
          <p:bldP spid="134" grpId="0" animBg="1"/>
          <p:bldP spid="135" grpId="0" animBg="1"/>
          <p:bldP spid="136" grpId="0" animBg="1"/>
          <p:bldP spid="137" grpId="0" animBg="1"/>
          <p:bldP spid="138" grpId="0" animBg="1"/>
          <p:bldP spid="139" grpId="0" animBg="1"/>
          <p:bldP spid="140" grpId="0" animBg="1"/>
          <p:bldP spid="141" grpId="0" animBg="1"/>
          <p:bldP spid="142" grpId="0" animBg="1"/>
          <p:bldP spid="143" grpId="0" animBg="1"/>
          <p:bldP spid="144" grpId="0" animBg="1"/>
          <p:bldP spid="145" grpId="0" animBg="1"/>
          <p:bldP spid="146" grpId="0" animBg="1"/>
          <p:bldP spid="147" grpId="0" animBg="1"/>
          <p:bldP spid="148" grpId="0" animBg="1"/>
          <p:bldP spid="149" grpId="0" animBg="1"/>
          <p:bldP spid="150" grpId="0" animBg="1"/>
          <p:bldP spid="151" grpId="0" animBg="1"/>
          <p:bldP spid="152" grpId="0" animBg="1"/>
          <p:bldP spid="153" grpId="0" animBg="1"/>
          <p:bldP spid="154" grpId="0" animBg="1"/>
          <p:bldP spid="155" grpId="0" animBg="1"/>
          <p:bldP spid="156" grpId="0" animBg="1"/>
          <p:bldP spid="157" grpId="0" animBg="1"/>
          <p:bldP spid="158" grpId="0" animBg="1"/>
          <p:bldP spid="159" grpId="0" animBg="1"/>
          <p:bldP spid="160" grpId="0" animBg="1"/>
          <p:bldP spid="171" grpId="0"/>
          <p:bldP spid="235" grpId="0" animBg="1"/>
          <p:bldP spid="167" grpId="0"/>
          <p:bldP spid="168" grpId="0"/>
          <p:bldP spid="169" grpId="0"/>
          <p:bldP spid="170" grpId="0"/>
          <p:bldP spid="172" grpId="0"/>
          <p:bldP spid="173" grpId="0"/>
          <p:bldP spid="174" grpId="0"/>
          <p:bldP spid="175" grpId="0"/>
          <p:bldP spid="176" grpId="0"/>
          <p:bldP spid="177" grpId="0"/>
          <p:bldP spid="178" grpId="0"/>
          <p:bldP spid="179" grpId="0"/>
          <p:bldP spid="180" grpId="0"/>
          <p:bldP spid="181" grpId="0"/>
          <p:bldP spid="182" grpId="0"/>
          <p:bldP spid="183" grpId="0"/>
          <p:bldP spid="184" grpId="0"/>
          <p:bldP spid="185" grpId="0"/>
          <p:bldP spid="186" grpId="0"/>
          <p:bldP spid="187" grpId="0"/>
          <p:bldP spid="188" grpId="0"/>
          <p:bldP spid="189" grpId="0"/>
          <p:bldP spid="190" grpId="0"/>
          <p:bldP spid="191" grpId="0"/>
          <p:bldP spid="192" grpId="0"/>
          <p:bldP spid="193" grpId="0"/>
          <p:bldP spid="194" grpId="0"/>
          <p:bldP spid="195" grpId="0"/>
          <p:bldP spid="196" grpId="0"/>
          <p:bldP spid="197" grpId="0"/>
          <p:bldP spid="198" grpId="0"/>
          <p:bldP spid="199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7CE1B38-A816-4097-92DB-75164F40C1CE}"/>
              </a:ext>
            </a:extLst>
          </p:cNvPr>
          <p:cNvSpPr txBox="1"/>
          <p:nvPr/>
        </p:nvSpPr>
        <p:spPr>
          <a:xfrm>
            <a:off x="1477384" y="1430544"/>
            <a:ext cx="3453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What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is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a time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series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C3F32139-461D-4873-B3AE-D9E1D33958E0}"/>
              </a:ext>
            </a:extLst>
          </p:cNvPr>
          <p:cNvSpPr/>
          <p:nvPr/>
        </p:nvSpPr>
        <p:spPr>
          <a:xfrm>
            <a:off x="530424" y="1328647"/>
            <a:ext cx="837722" cy="603903"/>
          </a:xfrm>
          <a:prstGeom prst="rightArrow">
            <a:avLst/>
          </a:prstGeom>
          <a:solidFill>
            <a:srgbClr val="F732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181070C-6DE6-4BD3-A999-89958665AE0D}"/>
              </a:ext>
            </a:extLst>
          </p:cNvPr>
          <p:cNvSpPr txBox="1"/>
          <p:nvPr/>
        </p:nvSpPr>
        <p:spPr>
          <a:xfrm>
            <a:off x="530424" y="258944"/>
            <a:ext cx="419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Time Series </a:t>
            </a:r>
            <a:r>
              <a:rPr kumimoji="0" lang="de-DE" sz="24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endParaRPr kumimoji="0" lang="de-DE" sz="24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2" name="pl5">
            <a:extLst>
              <a:ext uri="{FF2B5EF4-FFF2-40B4-BE49-F238E27FC236}">
                <a16:creationId xmlns:a16="http://schemas.microsoft.com/office/drawing/2014/main" id="{14BD0BBF-1CC4-4151-8085-7D2BCBB7EA35}"/>
              </a:ext>
            </a:extLst>
          </p:cNvPr>
          <p:cNvSpPr/>
          <p:nvPr/>
        </p:nvSpPr>
        <p:spPr>
          <a:xfrm>
            <a:off x="2706925" y="2979069"/>
            <a:ext cx="6027977" cy="2213361"/>
          </a:xfrm>
          <a:custGeom>
            <a:avLst/>
            <a:gdLst/>
            <a:ahLst/>
            <a:cxnLst/>
            <a:rect l="0" t="0" r="0" b="0"/>
            <a:pathLst>
              <a:path w="9206057" h="3380293">
                <a:moveTo>
                  <a:pt x="0" y="1999347"/>
                </a:moveTo>
                <a:lnTo>
                  <a:pt x="25291" y="1504886"/>
                </a:lnTo>
                <a:lnTo>
                  <a:pt x="50582" y="2127021"/>
                </a:lnTo>
                <a:lnTo>
                  <a:pt x="75874" y="643262"/>
                </a:lnTo>
                <a:lnTo>
                  <a:pt x="101165" y="1415854"/>
                </a:lnTo>
                <a:lnTo>
                  <a:pt x="126456" y="2117768"/>
                </a:lnTo>
                <a:lnTo>
                  <a:pt x="151748" y="1319464"/>
                </a:lnTo>
                <a:lnTo>
                  <a:pt x="177039" y="1166324"/>
                </a:lnTo>
                <a:lnTo>
                  <a:pt x="202330" y="1265536"/>
                </a:lnTo>
                <a:lnTo>
                  <a:pt x="227622" y="1803377"/>
                </a:lnTo>
                <a:lnTo>
                  <a:pt x="252913" y="694228"/>
                </a:lnTo>
                <a:lnTo>
                  <a:pt x="278205" y="1379027"/>
                </a:lnTo>
                <a:lnTo>
                  <a:pt x="303496" y="1996165"/>
                </a:lnTo>
                <a:lnTo>
                  <a:pt x="328787" y="2968767"/>
                </a:lnTo>
                <a:lnTo>
                  <a:pt x="354079" y="930350"/>
                </a:lnTo>
                <a:lnTo>
                  <a:pt x="379370" y="1644403"/>
                </a:lnTo>
                <a:lnTo>
                  <a:pt x="404661" y="1626859"/>
                </a:lnTo>
                <a:lnTo>
                  <a:pt x="429953" y="1040886"/>
                </a:lnTo>
                <a:lnTo>
                  <a:pt x="455244" y="1115726"/>
                </a:lnTo>
                <a:lnTo>
                  <a:pt x="480535" y="1254476"/>
                </a:lnTo>
                <a:lnTo>
                  <a:pt x="505827" y="1056059"/>
                </a:lnTo>
                <a:lnTo>
                  <a:pt x="531118" y="1139583"/>
                </a:lnTo>
                <a:lnTo>
                  <a:pt x="556410" y="1571464"/>
                </a:lnTo>
                <a:lnTo>
                  <a:pt x="581701" y="2831221"/>
                </a:lnTo>
                <a:lnTo>
                  <a:pt x="606992" y="1238652"/>
                </a:lnTo>
                <a:lnTo>
                  <a:pt x="632284" y="1651236"/>
                </a:lnTo>
                <a:lnTo>
                  <a:pt x="657575" y="1712070"/>
                </a:lnTo>
                <a:lnTo>
                  <a:pt x="682866" y="2514683"/>
                </a:lnTo>
                <a:lnTo>
                  <a:pt x="708158" y="1908826"/>
                </a:lnTo>
                <a:lnTo>
                  <a:pt x="733449" y="1361877"/>
                </a:lnTo>
                <a:lnTo>
                  <a:pt x="758741" y="787677"/>
                </a:lnTo>
                <a:lnTo>
                  <a:pt x="784032" y="1679715"/>
                </a:lnTo>
                <a:lnTo>
                  <a:pt x="809323" y="1380353"/>
                </a:lnTo>
                <a:lnTo>
                  <a:pt x="834615" y="1649818"/>
                </a:lnTo>
                <a:lnTo>
                  <a:pt x="859906" y="2457495"/>
                </a:lnTo>
                <a:lnTo>
                  <a:pt x="885197" y="1870278"/>
                </a:lnTo>
                <a:lnTo>
                  <a:pt x="910489" y="1857640"/>
                </a:lnTo>
                <a:lnTo>
                  <a:pt x="935780" y="1653180"/>
                </a:lnTo>
                <a:lnTo>
                  <a:pt x="961071" y="945552"/>
                </a:lnTo>
                <a:lnTo>
                  <a:pt x="986363" y="1151156"/>
                </a:lnTo>
                <a:lnTo>
                  <a:pt x="1011654" y="1717397"/>
                </a:lnTo>
                <a:lnTo>
                  <a:pt x="1036946" y="1771622"/>
                </a:lnTo>
                <a:lnTo>
                  <a:pt x="1062237" y="1191570"/>
                </a:lnTo>
                <a:lnTo>
                  <a:pt x="1087528" y="1277205"/>
                </a:lnTo>
                <a:lnTo>
                  <a:pt x="1112820" y="2037374"/>
                </a:lnTo>
                <a:lnTo>
                  <a:pt x="1138111" y="2048812"/>
                </a:lnTo>
                <a:lnTo>
                  <a:pt x="1163402" y="1394446"/>
                </a:lnTo>
                <a:lnTo>
                  <a:pt x="1188694" y="1147886"/>
                </a:lnTo>
                <a:lnTo>
                  <a:pt x="1213985" y="1685550"/>
                </a:lnTo>
                <a:lnTo>
                  <a:pt x="1239276" y="1079173"/>
                </a:lnTo>
                <a:lnTo>
                  <a:pt x="1264568" y="1373984"/>
                </a:lnTo>
                <a:lnTo>
                  <a:pt x="1289859" y="1990540"/>
                </a:lnTo>
                <a:lnTo>
                  <a:pt x="1315151" y="1408767"/>
                </a:lnTo>
                <a:lnTo>
                  <a:pt x="1340442" y="2306308"/>
                </a:lnTo>
                <a:lnTo>
                  <a:pt x="1365733" y="742299"/>
                </a:lnTo>
                <a:lnTo>
                  <a:pt x="1391025" y="408196"/>
                </a:lnTo>
                <a:lnTo>
                  <a:pt x="1416316" y="1841118"/>
                </a:lnTo>
                <a:lnTo>
                  <a:pt x="1441607" y="2254287"/>
                </a:lnTo>
                <a:lnTo>
                  <a:pt x="1466899" y="1269236"/>
                </a:lnTo>
                <a:lnTo>
                  <a:pt x="1492190" y="1699410"/>
                </a:lnTo>
                <a:lnTo>
                  <a:pt x="1517482" y="151097"/>
                </a:lnTo>
                <a:lnTo>
                  <a:pt x="1542773" y="1640928"/>
                </a:lnTo>
                <a:lnTo>
                  <a:pt x="1568064" y="1195979"/>
                </a:lnTo>
                <a:lnTo>
                  <a:pt x="1593356" y="1599885"/>
                </a:lnTo>
                <a:lnTo>
                  <a:pt x="1618647" y="2070650"/>
                </a:lnTo>
                <a:lnTo>
                  <a:pt x="1643938" y="1501743"/>
                </a:lnTo>
                <a:lnTo>
                  <a:pt x="1669230" y="2718673"/>
                </a:lnTo>
                <a:lnTo>
                  <a:pt x="1694521" y="722443"/>
                </a:lnTo>
                <a:lnTo>
                  <a:pt x="1719812" y="1523435"/>
                </a:lnTo>
                <a:lnTo>
                  <a:pt x="1745104" y="290875"/>
                </a:lnTo>
                <a:lnTo>
                  <a:pt x="1770395" y="1326739"/>
                </a:lnTo>
                <a:lnTo>
                  <a:pt x="1795687" y="2050308"/>
                </a:lnTo>
                <a:lnTo>
                  <a:pt x="1820978" y="1244206"/>
                </a:lnTo>
                <a:lnTo>
                  <a:pt x="1846269" y="2187124"/>
                </a:lnTo>
                <a:lnTo>
                  <a:pt x="1871561" y="2382159"/>
                </a:lnTo>
                <a:lnTo>
                  <a:pt x="1896852" y="1439086"/>
                </a:lnTo>
                <a:lnTo>
                  <a:pt x="1922143" y="1887550"/>
                </a:lnTo>
                <a:lnTo>
                  <a:pt x="1947435" y="1616302"/>
                </a:lnTo>
                <a:lnTo>
                  <a:pt x="1972726" y="1571601"/>
                </a:lnTo>
                <a:lnTo>
                  <a:pt x="1998018" y="1976804"/>
                </a:lnTo>
                <a:lnTo>
                  <a:pt x="2023309" y="1964076"/>
                </a:lnTo>
                <a:lnTo>
                  <a:pt x="2048600" y="1699486"/>
                </a:lnTo>
                <a:lnTo>
                  <a:pt x="2073892" y="897905"/>
                </a:lnTo>
                <a:lnTo>
                  <a:pt x="2099183" y="2546919"/>
                </a:lnTo>
                <a:lnTo>
                  <a:pt x="2124474" y="1254449"/>
                </a:lnTo>
                <a:lnTo>
                  <a:pt x="2149766" y="1413753"/>
                </a:lnTo>
                <a:lnTo>
                  <a:pt x="2175057" y="968090"/>
                </a:lnTo>
                <a:lnTo>
                  <a:pt x="2200348" y="1802642"/>
                </a:lnTo>
                <a:lnTo>
                  <a:pt x="2225640" y="1391128"/>
                </a:lnTo>
                <a:lnTo>
                  <a:pt x="2250931" y="1453947"/>
                </a:lnTo>
                <a:lnTo>
                  <a:pt x="2276223" y="1948116"/>
                </a:lnTo>
                <a:lnTo>
                  <a:pt x="2301514" y="879728"/>
                </a:lnTo>
                <a:lnTo>
                  <a:pt x="2326805" y="908699"/>
                </a:lnTo>
                <a:lnTo>
                  <a:pt x="2352097" y="1189586"/>
                </a:lnTo>
                <a:lnTo>
                  <a:pt x="2377388" y="648418"/>
                </a:lnTo>
                <a:lnTo>
                  <a:pt x="2402679" y="1276092"/>
                </a:lnTo>
                <a:lnTo>
                  <a:pt x="2427971" y="2396173"/>
                </a:lnTo>
                <a:lnTo>
                  <a:pt x="2453262" y="1966882"/>
                </a:lnTo>
                <a:lnTo>
                  <a:pt x="2478553" y="2364446"/>
                </a:lnTo>
                <a:lnTo>
                  <a:pt x="2503845" y="1905927"/>
                </a:lnTo>
                <a:lnTo>
                  <a:pt x="2529136" y="1995631"/>
                </a:lnTo>
                <a:lnTo>
                  <a:pt x="2554428" y="1591270"/>
                </a:lnTo>
                <a:lnTo>
                  <a:pt x="2579719" y="2172978"/>
                </a:lnTo>
                <a:lnTo>
                  <a:pt x="2605010" y="1520520"/>
                </a:lnTo>
                <a:lnTo>
                  <a:pt x="2630302" y="2016517"/>
                </a:lnTo>
                <a:lnTo>
                  <a:pt x="2655593" y="538274"/>
                </a:lnTo>
                <a:lnTo>
                  <a:pt x="2680884" y="1179519"/>
                </a:lnTo>
                <a:lnTo>
                  <a:pt x="2706176" y="1061432"/>
                </a:lnTo>
                <a:lnTo>
                  <a:pt x="2731467" y="1382481"/>
                </a:lnTo>
                <a:lnTo>
                  <a:pt x="2756759" y="590224"/>
                </a:lnTo>
                <a:lnTo>
                  <a:pt x="2782050" y="2005012"/>
                </a:lnTo>
                <a:lnTo>
                  <a:pt x="2807341" y="1898752"/>
                </a:lnTo>
                <a:lnTo>
                  <a:pt x="2832633" y="742752"/>
                </a:lnTo>
                <a:lnTo>
                  <a:pt x="2857924" y="2014144"/>
                </a:lnTo>
                <a:lnTo>
                  <a:pt x="2883215" y="1743556"/>
                </a:lnTo>
                <a:lnTo>
                  <a:pt x="2908507" y="1856736"/>
                </a:lnTo>
                <a:lnTo>
                  <a:pt x="2933798" y="1812291"/>
                </a:lnTo>
                <a:lnTo>
                  <a:pt x="2959089" y="1787340"/>
                </a:lnTo>
                <a:lnTo>
                  <a:pt x="2984381" y="1315338"/>
                </a:lnTo>
                <a:lnTo>
                  <a:pt x="3009672" y="1725214"/>
                </a:lnTo>
                <a:lnTo>
                  <a:pt x="3034964" y="1925799"/>
                </a:lnTo>
                <a:lnTo>
                  <a:pt x="3060255" y="797223"/>
                </a:lnTo>
                <a:lnTo>
                  <a:pt x="3085546" y="1747950"/>
                </a:lnTo>
                <a:lnTo>
                  <a:pt x="3110838" y="1726573"/>
                </a:lnTo>
                <a:lnTo>
                  <a:pt x="3136129" y="1678130"/>
                </a:lnTo>
                <a:lnTo>
                  <a:pt x="3161420" y="1181985"/>
                </a:lnTo>
                <a:lnTo>
                  <a:pt x="3186712" y="1661878"/>
                </a:lnTo>
                <a:lnTo>
                  <a:pt x="3212003" y="1639948"/>
                </a:lnTo>
                <a:lnTo>
                  <a:pt x="3237294" y="2033043"/>
                </a:lnTo>
                <a:lnTo>
                  <a:pt x="3262586" y="1814902"/>
                </a:lnTo>
                <a:lnTo>
                  <a:pt x="3287877" y="1580256"/>
                </a:lnTo>
                <a:lnTo>
                  <a:pt x="3313169" y="1976421"/>
                </a:lnTo>
                <a:lnTo>
                  <a:pt x="3338460" y="1292566"/>
                </a:lnTo>
                <a:lnTo>
                  <a:pt x="3363751" y="2543762"/>
                </a:lnTo>
                <a:lnTo>
                  <a:pt x="3389043" y="1429862"/>
                </a:lnTo>
                <a:lnTo>
                  <a:pt x="3414334" y="2554783"/>
                </a:lnTo>
                <a:lnTo>
                  <a:pt x="3439625" y="1800684"/>
                </a:lnTo>
                <a:lnTo>
                  <a:pt x="3464917" y="1939424"/>
                </a:lnTo>
                <a:lnTo>
                  <a:pt x="3490208" y="2014997"/>
                </a:lnTo>
                <a:lnTo>
                  <a:pt x="3515500" y="1651705"/>
                </a:lnTo>
                <a:lnTo>
                  <a:pt x="3540791" y="2785448"/>
                </a:lnTo>
                <a:lnTo>
                  <a:pt x="3566082" y="898823"/>
                </a:lnTo>
                <a:lnTo>
                  <a:pt x="3591374" y="2633229"/>
                </a:lnTo>
                <a:lnTo>
                  <a:pt x="3616665" y="1899903"/>
                </a:lnTo>
                <a:lnTo>
                  <a:pt x="3641956" y="2298103"/>
                </a:lnTo>
                <a:lnTo>
                  <a:pt x="3667248" y="2075256"/>
                </a:lnTo>
                <a:lnTo>
                  <a:pt x="3692539" y="343029"/>
                </a:lnTo>
                <a:lnTo>
                  <a:pt x="3717830" y="1606359"/>
                </a:lnTo>
                <a:lnTo>
                  <a:pt x="3743122" y="2402099"/>
                </a:lnTo>
                <a:lnTo>
                  <a:pt x="3768413" y="2618356"/>
                </a:lnTo>
                <a:lnTo>
                  <a:pt x="3793705" y="1342195"/>
                </a:lnTo>
                <a:lnTo>
                  <a:pt x="3818996" y="1628305"/>
                </a:lnTo>
                <a:lnTo>
                  <a:pt x="3844287" y="1811117"/>
                </a:lnTo>
                <a:lnTo>
                  <a:pt x="3869579" y="2184233"/>
                </a:lnTo>
                <a:lnTo>
                  <a:pt x="3894870" y="2524881"/>
                </a:lnTo>
                <a:lnTo>
                  <a:pt x="3920161" y="2273244"/>
                </a:lnTo>
                <a:lnTo>
                  <a:pt x="3945453" y="1006587"/>
                </a:lnTo>
                <a:lnTo>
                  <a:pt x="3970744" y="1996180"/>
                </a:lnTo>
                <a:lnTo>
                  <a:pt x="3996036" y="2461992"/>
                </a:lnTo>
                <a:lnTo>
                  <a:pt x="4021327" y="476014"/>
                </a:lnTo>
                <a:lnTo>
                  <a:pt x="4046618" y="1357507"/>
                </a:lnTo>
                <a:lnTo>
                  <a:pt x="4071910" y="1762640"/>
                </a:lnTo>
                <a:lnTo>
                  <a:pt x="4097201" y="970908"/>
                </a:lnTo>
                <a:lnTo>
                  <a:pt x="4122492" y="1075929"/>
                </a:lnTo>
                <a:lnTo>
                  <a:pt x="4147784" y="1994945"/>
                </a:lnTo>
                <a:lnTo>
                  <a:pt x="4173075" y="270434"/>
                </a:lnTo>
                <a:lnTo>
                  <a:pt x="4198366" y="1772638"/>
                </a:lnTo>
                <a:lnTo>
                  <a:pt x="4223658" y="2486448"/>
                </a:lnTo>
                <a:lnTo>
                  <a:pt x="4248949" y="1705114"/>
                </a:lnTo>
                <a:lnTo>
                  <a:pt x="4274241" y="1490301"/>
                </a:lnTo>
                <a:lnTo>
                  <a:pt x="4299532" y="208251"/>
                </a:lnTo>
                <a:lnTo>
                  <a:pt x="4324823" y="1552398"/>
                </a:lnTo>
                <a:lnTo>
                  <a:pt x="4350115" y="1338037"/>
                </a:lnTo>
                <a:lnTo>
                  <a:pt x="4375406" y="1664069"/>
                </a:lnTo>
                <a:lnTo>
                  <a:pt x="4400697" y="1820841"/>
                </a:lnTo>
                <a:lnTo>
                  <a:pt x="4425989" y="1638173"/>
                </a:lnTo>
                <a:lnTo>
                  <a:pt x="4451280" y="1136224"/>
                </a:lnTo>
                <a:lnTo>
                  <a:pt x="4476571" y="350305"/>
                </a:lnTo>
                <a:lnTo>
                  <a:pt x="4501863" y="989885"/>
                </a:lnTo>
                <a:lnTo>
                  <a:pt x="4527154" y="879703"/>
                </a:lnTo>
                <a:lnTo>
                  <a:pt x="4552446" y="2368542"/>
                </a:lnTo>
                <a:lnTo>
                  <a:pt x="4577737" y="1016434"/>
                </a:lnTo>
                <a:lnTo>
                  <a:pt x="4603028" y="1482741"/>
                </a:lnTo>
                <a:lnTo>
                  <a:pt x="4628320" y="2512545"/>
                </a:lnTo>
                <a:lnTo>
                  <a:pt x="4653611" y="1298959"/>
                </a:lnTo>
                <a:lnTo>
                  <a:pt x="4678902" y="1713876"/>
                </a:lnTo>
                <a:lnTo>
                  <a:pt x="4704194" y="723034"/>
                </a:lnTo>
                <a:lnTo>
                  <a:pt x="4729485" y="2084572"/>
                </a:lnTo>
                <a:lnTo>
                  <a:pt x="4754777" y="1879566"/>
                </a:lnTo>
                <a:lnTo>
                  <a:pt x="4780068" y="2182248"/>
                </a:lnTo>
                <a:lnTo>
                  <a:pt x="4805359" y="1725076"/>
                </a:lnTo>
                <a:lnTo>
                  <a:pt x="4830651" y="1371600"/>
                </a:lnTo>
                <a:lnTo>
                  <a:pt x="4855942" y="2063615"/>
                </a:lnTo>
                <a:lnTo>
                  <a:pt x="4881233" y="1110140"/>
                </a:lnTo>
                <a:lnTo>
                  <a:pt x="4906525" y="2354357"/>
                </a:lnTo>
                <a:lnTo>
                  <a:pt x="4931816" y="2256637"/>
                </a:lnTo>
                <a:lnTo>
                  <a:pt x="4957107" y="737334"/>
                </a:lnTo>
                <a:lnTo>
                  <a:pt x="4982399" y="2237022"/>
                </a:lnTo>
                <a:lnTo>
                  <a:pt x="5007690" y="1365519"/>
                </a:lnTo>
                <a:lnTo>
                  <a:pt x="5032982" y="1849575"/>
                </a:lnTo>
                <a:lnTo>
                  <a:pt x="5058273" y="1367089"/>
                </a:lnTo>
                <a:lnTo>
                  <a:pt x="5083564" y="586136"/>
                </a:lnTo>
                <a:lnTo>
                  <a:pt x="5108856" y="648568"/>
                </a:lnTo>
                <a:lnTo>
                  <a:pt x="5134147" y="1818954"/>
                </a:lnTo>
                <a:lnTo>
                  <a:pt x="5159438" y="3011820"/>
                </a:lnTo>
                <a:lnTo>
                  <a:pt x="5184730" y="92474"/>
                </a:lnTo>
                <a:lnTo>
                  <a:pt x="5210021" y="1209818"/>
                </a:lnTo>
                <a:lnTo>
                  <a:pt x="5235312" y="1286566"/>
                </a:lnTo>
                <a:lnTo>
                  <a:pt x="5260604" y="1625155"/>
                </a:lnTo>
                <a:lnTo>
                  <a:pt x="5285895" y="1305621"/>
                </a:lnTo>
                <a:lnTo>
                  <a:pt x="5311187" y="1717307"/>
                </a:lnTo>
                <a:lnTo>
                  <a:pt x="5336478" y="1360196"/>
                </a:lnTo>
                <a:lnTo>
                  <a:pt x="5361769" y="1861276"/>
                </a:lnTo>
                <a:lnTo>
                  <a:pt x="5387061" y="2453313"/>
                </a:lnTo>
                <a:lnTo>
                  <a:pt x="5412352" y="1014028"/>
                </a:lnTo>
                <a:lnTo>
                  <a:pt x="5437643" y="689367"/>
                </a:lnTo>
                <a:lnTo>
                  <a:pt x="5462935" y="1805423"/>
                </a:lnTo>
                <a:lnTo>
                  <a:pt x="5488226" y="2381950"/>
                </a:lnTo>
                <a:lnTo>
                  <a:pt x="5513518" y="1224971"/>
                </a:lnTo>
                <a:lnTo>
                  <a:pt x="5538809" y="1644266"/>
                </a:lnTo>
                <a:lnTo>
                  <a:pt x="5564100" y="2674885"/>
                </a:lnTo>
                <a:lnTo>
                  <a:pt x="5589392" y="1615675"/>
                </a:lnTo>
                <a:lnTo>
                  <a:pt x="5614683" y="2001694"/>
                </a:lnTo>
                <a:lnTo>
                  <a:pt x="5639974" y="1825094"/>
                </a:lnTo>
                <a:lnTo>
                  <a:pt x="5665266" y="2322916"/>
                </a:lnTo>
                <a:lnTo>
                  <a:pt x="5690557" y="516389"/>
                </a:lnTo>
                <a:lnTo>
                  <a:pt x="5715848" y="1819090"/>
                </a:lnTo>
                <a:lnTo>
                  <a:pt x="5741140" y="2596937"/>
                </a:lnTo>
                <a:lnTo>
                  <a:pt x="5766431" y="1496615"/>
                </a:lnTo>
                <a:lnTo>
                  <a:pt x="5791723" y="1456342"/>
                </a:lnTo>
                <a:lnTo>
                  <a:pt x="5817014" y="2218698"/>
                </a:lnTo>
                <a:lnTo>
                  <a:pt x="5842305" y="3380293"/>
                </a:lnTo>
                <a:lnTo>
                  <a:pt x="5867597" y="2007909"/>
                </a:lnTo>
                <a:lnTo>
                  <a:pt x="5892888" y="1268755"/>
                </a:lnTo>
                <a:lnTo>
                  <a:pt x="5918179" y="1653430"/>
                </a:lnTo>
                <a:lnTo>
                  <a:pt x="5943471" y="1676902"/>
                </a:lnTo>
                <a:lnTo>
                  <a:pt x="5968762" y="1274667"/>
                </a:lnTo>
                <a:lnTo>
                  <a:pt x="5994054" y="2341158"/>
                </a:lnTo>
                <a:lnTo>
                  <a:pt x="6019345" y="947535"/>
                </a:lnTo>
                <a:lnTo>
                  <a:pt x="6044636" y="1620239"/>
                </a:lnTo>
                <a:lnTo>
                  <a:pt x="6069928" y="1185254"/>
                </a:lnTo>
                <a:lnTo>
                  <a:pt x="6095219" y="985786"/>
                </a:lnTo>
                <a:lnTo>
                  <a:pt x="6120510" y="1480571"/>
                </a:lnTo>
                <a:lnTo>
                  <a:pt x="6145802" y="2153315"/>
                </a:lnTo>
                <a:lnTo>
                  <a:pt x="6171093" y="907136"/>
                </a:lnTo>
                <a:lnTo>
                  <a:pt x="6196384" y="2837821"/>
                </a:lnTo>
                <a:lnTo>
                  <a:pt x="6221676" y="1949502"/>
                </a:lnTo>
                <a:lnTo>
                  <a:pt x="6246967" y="1773031"/>
                </a:lnTo>
                <a:lnTo>
                  <a:pt x="6272259" y="1718372"/>
                </a:lnTo>
                <a:lnTo>
                  <a:pt x="6297550" y="994114"/>
                </a:lnTo>
                <a:lnTo>
                  <a:pt x="6322841" y="1533831"/>
                </a:lnTo>
                <a:lnTo>
                  <a:pt x="6348133" y="1368453"/>
                </a:lnTo>
                <a:lnTo>
                  <a:pt x="6373424" y="1659492"/>
                </a:lnTo>
                <a:lnTo>
                  <a:pt x="6398715" y="1768144"/>
                </a:lnTo>
                <a:lnTo>
                  <a:pt x="6424007" y="1192432"/>
                </a:lnTo>
                <a:lnTo>
                  <a:pt x="6449298" y="917351"/>
                </a:lnTo>
                <a:lnTo>
                  <a:pt x="6474589" y="3083759"/>
                </a:lnTo>
                <a:lnTo>
                  <a:pt x="6499881" y="1267393"/>
                </a:lnTo>
                <a:lnTo>
                  <a:pt x="6525172" y="1388255"/>
                </a:lnTo>
                <a:lnTo>
                  <a:pt x="6550464" y="1876548"/>
                </a:lnTo>
                <a:lnTo>
                  <a:pt x="6575755" y="1036505"/>
                </a:lnTo>
                <a:lnTo>
                  <a:pt x="6601046" y="1854556"/>
                </a:lnTo>
                <a:lnTo>
                  <a:pt x="6626338" y="1790524"/>
                </a:lnTo>
                <a:lnTo>
                  <a:pt x="6651629" y="1093638"/>
                </a:lnTo>
                <a:lnTo>
                  <a:pt x="6676920" y="567364"/>
                </a:lnTo>
                <a:lnTo>
                  <a:pt x="6702212" y="1452143"/>
                </a:lnTo>
                <a:lnTo>
                  <a:pt x="6727503" y="1874666"/>
                </a:lnTo>
                <a:lnTo>
                  <a:pt x="6752795" y="2342778"/>
                </a:lnTo>
                <a:lnTo>
                  <a:pt x="6778086" y="1819030"/>
                </a:lnTo>
                <a:lnTo>
                  <a:pt x="6803377" y="2190622"/>
                </a:lnTo>
                <a:lnTo>
                  <a:pt x="6828669" y="1775022"/>
                </a:lnTo>
                <a:lnTo>
                  <a:pt x="6853960" y="1376259"/>
                </a:lnTo>
                <a:lnTo>
                  <a:pt x="6879251" y="2136926"/>
                </a:lnTo>
                <a:lnTo>
                  <a:pt x="6904543" y="0"/>
                </a:lnTo>
                <a:lnTo>
                  <a:pt x="6929834" y="1521752"/>
                </a:lnTo>
                <a:lnTo>
                  <a:pt x="6955125" y="927130"/>
                </a:lnTo>
                <a:lnTo>
                  <a:pt x="6980417" y="3014194"/>
                </a:lnTo>
                <a:lnTo>
                  <a:pt x="7005708" y="1164690"/>
                </a:lnTo>
                <a:lnTo>
                  <a:pt x="7031000" y="2420376"/>
                </a:lnTo>
                <a:lnTo>
                  <a:pt x="7056291" y="1055554"/>
                </a:lnTo>
                <a:lnTo>
                  <a:pt x="7081582" y="1373969"/>
                </a:lnTo>
                <a:lnTo>
                  <a:pt x="7106874" y="1865721"/>
                </a:lnTo>
                <a:lnTo>
                  <a:pt x="7132165" y="808686"/>
                </a:lnTo>
                <a:lnTo>
                  <a:pt x="7157456" y="2044989"/>
                </a:lnTo>
                <a:lnTo>
                  <a:pt x="7182748" y="1971367"/>
                </a:lnTo>
                <a:lnTo>
                  <a:pt x="7208039" y="2228003"/>
                </a:lnTo>
                <a:lnTo>
                  <a:pt x="7233330" y="2024814"/>
                </a:lnTo>
                <a:lnTo>
                  <a:pt x="7258622" y="1040062"/>
                </a:lnTo>
                <a:lnTo>
                  <a:pt x="7283913" y="1352257"/>
                </a:lnTo>
                <a:lnTo>
                  <a:pt x="7309205" y="1003456"/>
                </a:lnTo>
                <a:lnTo>
                  <a:pt x="7334496" y="1855094"/>
                </a:lnTo>
                <a:lnTo>
                  <a:pt x="7359787" y="1387251"/>
                </a:lnTo>
                <a:lnTo>
                  <a:pt x="7385079" y="1467945"/>
                </a:lnTo>
                <a:lnTo>
                  <a:pt x="7410370" y="2487524"/>
                </a:lnTo>
                <a:lnTo>
                  <a:pt x="7435661" y="531473"/>
                </a:lnTo>
                <a:lnTo>
                  <a:pt x="7460953" y="1534914"/>
                </a:lnTo>
                <a:lnTo>
                  <a:pt x="7486244" y="1149677"/>
                </a:lnTo>
                <a:lnTo>
                  <a:pt x="7511536" y="1033988"/>
                </a:lnTo>
                <a:lnTo>
                  <a:pt x="7536827" y="1647841"/>
                </a:lnTo>
                <a:lnTo>
                  <a:pt x="7562118" y="1803638"/>
                </a:lnTo>
                <a:lnTo>
                  <a:pt x="7587410" y="1071503"/>
                </a:lnTo>
                <a:lnTo>
                  <a:pt x="7612701" y="2256218"/>
                </a:lnTo>
                <a:lnTo>
                  <a:pt x="7637992" y="413728"/>
                </a:lnTo>
                <a:lnTo>
                  <a:pt x="7663284" y="1851135"/>
                </a:lnTo>
                <a:lnTo>
                  <a:pt x="7688575" y="607333"/>
                </a:lnTo>
                <a:lnTo>
                  <a:pt x="7713866" y="693964"/>
                </a:lnTo>
                <a:lnTo>
                  <a:pt x="7739158" y="1566337"/>
                </a:lnTo>
                <a:lnTo>
                  <a:pt x="7764449" y="1270761"/>
                </a:lnTo>
                <a:lnTo>
                  <a:pt x="7789741" y="2242332"/>
                </a:lnTo>
                <a:lnTo>
                  <a:pt x="7815032" y="1419823"/>
                </a:lnTo>
                <a:lnTo>
                  <a:pt x="7840323" y="979985"/>
                </a:lnTo>
                <a:lnTo>
                  <a:pt x="7865615" y="1556502"/>
                </a:lnTo>
                <a:lnTo>
                  <a:pt x="7890906" y="1894169"/>
                </a:lnTo>
                <a:lnTo>
                  <a:pt x="7916197" y="2017248"/>
                </a:lnTo>
                <a:lnTo>
                  <a:pt x="7941489" y="1638903"/>
                </a:lnTo>
                <a:lnTo>
                  <a:pt x="7966780" y="964391"/>
                </a:lnTo>
                <a:lnTo>
                  <a:pt x="7992072" y="1912381"/>
                </a:lnTo>
                <a:lnTo>
                  <a:pt x="8017363" y="1690838"/>
                </a:lnTo>
                <a:lnTo>
                  <a:pt x="8042654" y="2406884"/>
                </a:lnTo>
                <a:lnTo>
                  <a:pt x="8067946" y="1315262"/>
                </a:lnTo>
                <a:lnTo>
                  <a:pt x="8093237" y="818670"/>
                </a:lnTo>
                <a:lnTo>
                  <a:pt x="8118528" y="703225"/>
                </a:lnTo>
                <a:lnTo>
                  <a:pt x="8143820" y="1119705"/>
                </a:lnTo>
                <a:lnTo>
                  <a:pt x="8169111" y="2758243"/>
                </a:lnTo>
                <a:lnTo>
                  <a:pt x="8194402" y="1322759"/>
                </a:lnTo>
                <a:lnTo>
                  <a:pt x="8219694" y="1338564"/>
                </a:lnTo>
                <a:lnTo>
                  <a:pt x="8244985" y="1832682"/>
                </a:lnTo>
                <a:lnTo>
                  <a:pt x="8270277" y="1512915"/>
                </a:lnTo>
                <a:lnTo>
                  <a:pt x="8295568" y="2144360"/>
                </a:lnTo>
                <a:lnTo>
                  <a:pt x="8320859" y="1202393"/>
                </a:lnTo>
                <a:lnTo>
                  <a:pt x="8346151" y="1816630"/>
                </a:lnTo>
                <a:lnTo>
                  <a:pt x="8371442" y="2574701"/>
                </a:lnTo>
                <a:lnTo>
                  <a:pt x="8396733" y="1841258"/>
                </a:lnTo>
                <a:lnTo>
                  <a:pt x="8422025" y="784164"/>
                </a:lnTo>
                <a:lnTo>
                  <a:pt x="8447316" y="1821013"/>
                </a:lnTo>
                <a:lnTo>
                  <a:pt x="8472607" y="1169727"/>
                </a:lnTo>
                <a:lnTo>
                  <a:pt x="8497899" y="1039207"/>
                </a:lnTo>
                <a:lnTo>
                  <a:pt x="8523190" y="1614292"/>
                </a:lnTo>
                <a:lnTo>
                  <a:pt x="8548482" y="1832024"/>
                </a:lnTo>
                <a:lnTo>
                  <a:pt x="8573773" y="1940288"/>
                </a:lnTo>
                <a:lnTo>
                  <a:pt x="8599064" y="1165552"/>
                </a:lnTo>
                <a:lnTo>
                  <a:pt x="8624356" y="2266081"/>
                </a:lnTo>
                <a:lnTo>
                  <a:pt x="8649647" y="1466697"/>
                </a:lnTo>
                <a:lnTo>
                  <a:pt x="8674938" y="1793679"/>
                </a:lnTo>
                <a:lnTo>
                  <a:pt x="8700230" y="2999402"/>
                </a:lnTo>
                <a:lnTo>
                  <a:pt x="8725521" y="2476900"/>
                </a:lnTo>
                <a:lnTo>
                  <a:pt x="8750813" y="1057864"/>
                </a:lnTo>
                <a:lnTo>
                  <a:pt x="8776104" y="1733728"/>
                </a:lnTo>
                <a:lnTo>
                  <a:pt x="8801395" y="1126675"/>
                </a:lnTo>
                <a:lnTo>
                  <a:pt x="8826687" y="464915"/>
                </a:lnTo>
                <a:lnTo>
                  <a:pt x="8851978" y="717361"/>
                </a:lnTo>
                <a:lnTo>
                  <a:pt x="8877269" y="1203591"/>
                </a:lnTo>
                <a:lnTo>
                  <a:pt x="8902561" y="1385058"/>
                </a:lnTo>
                <a:lnTo>
                  <a:pt x="8927852" y="1734655"/>
                </a:lnTo>
                <a:lnTo>
                  <a:pt x="8953143" y="653876"/>
                </a:lnTo>
                <a:lnTo>
                  <a:pt x="8978435" y="1253052"/>
                </a:lnTo>
                <a:lnTo>
                  <a:pt x="9003726" y="2333295"/>
                </a:lnTo>
                <a:lnTo>
                  <a:pt x="9029018" y="1711977"/>
                </a:lnTo>
                <a:lnTo>
                  <a:pt x="9054309" y="2788225"/>
                </a:lnTo>
                <a:lnTo>
                  <a:pt x="9079600" y="1736157"/>
                </a:lnTo>
                <a:lnTo>
                  <a:pt x="9104892" y="3199261"/>
                </a:lnTo>
                <a:lnTo>
                  <a:pt x="9130183" y="814947"/>
                </a:lnTo>
                <a:lnTo>
                  <a:pt x="9155474" y="2004894"/>
                </a:lnTo>
                <a:lnTo>
                  <a:pt x="9180766" y="1879424"/>
                </a:lnTo>
                <a:lnTo>
                  <a:pt x="9206057" y="1720324"/>
                </a:lnTo>
              </a:path>
            </a:pathLst>
          </a:custGeom>
          <a:ln w="317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3" name="tx6">
            <a:extLst>
              <a:ext uri="{FF2B5EF4-FFF2-40B4-BE49-F238E27FC236}">
                <a16:creationId xmlns:a16="http://schemas.microsoft.com/office/drawing/2014/main" id="{CB17C67C-F97C-4AFA-9BCE-AACF8ED5BF9E}"/>
              </a:ext>
            </a:extLst>
          </p:cNvPr>
          <p:cNvSpPr/>
          <p:nvPr/>
        </p:nvSpPr>
        <p:spPr>
          <a:xfrm>
            <a:off x="2207910" y="5173138"/>
            <a:ext cx="118304" cy="9732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-3</a:t>
            </a:r>
          </a:p>
        </p:txBody>
      </p:sp>
      <p:sp>
        <p:nvSpPr>
          <p:cNvPr id="14" name="tx7">
            <a:extLst>
              <a:ext uri="{FF2B5EF4-FFF2-40B4-BE49-F238E27FC236}">
                <a16:creationId xmlns:a16="http://schemas.microsoft.com/office/drawing/2014/main" id="{4C3F1C83-E3DF-4F51-BA88-ECB01AEA07AA}"/>
              </a:ext>
            </a:extLst>
          </p:cNvPr>
          <p:cNvSpPr/>
          <p:nvPr/>
        </p:nvSpPr>
        <p:spPr>
          <a:xfrm>
            <a:off x="2207910" y="4775165"/>
            <a:ext cx="118304" cy="956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-2</a:t>
            </a:r>
          </a:p>
        </p:txBody>
      </p:sp>
      <p:sp>
        <p:nvSpPr>
          <p:cNvPr id="15" name="tx8">
            <a:extLst>
              <a:ext uri="{FF2B5EF4-FFF2-40B4-BE49-F238E27FC236}">
                <a16:creationId xmlns:a16="http://schemas.microsoft.com/office/drawing/2014/main" id="{5C6C2B90-C009-483B-9CB6-35E67F1109E6}"/>
              </a:ext>
            </a:extLst>
          </p:cNvPr>
          <p:cNvSpPr/>
          <p:nvPr/>
        </p:nvSpPr>
        <p:spPr>
          <a:xfrm>
            <a:off x="2207910" y="4375503"/>
            <a:ext cx="118304" cy="956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-1</a:t>
            </a:r>
          </a:p>
        </p:txBody>
      </p:sp>
      <p:sp>
        <p:nvSpPr>
          <p:cNvPr id="16" name="tx9">
            <a:extLst>
              <a:ext uri="{FF2B5EF4-FFF2-40B4-BE49-F238E27FC236}">
                <a16:creationId xmlns:a16="http://schemas.microsoft.com/office/drawing/2014/main" id="{34712A26-EF71-4F01-8601-71398A65079C}"/>
              </a:ext>
            </a:extLst>
          </p:cNvPr>
          <p:cNvSpPr/>
          <p:nvPr/>
        </p:nvSpPr>
        <p:spPr>
          <a:xfrm>
            <a:off x="2252218" y="3974218"/>
            <a:ext cx="73997" cy="972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17" name="tx10">
            <a:extLst>
              <a:ext uri="{FF2B5EF4-FFF2-40B4-BE49-F238E27FC236}">
                <a16:creationId xmlns:a16="http://schemas.microsoft.com/office/drawing/2014/main" id="{29D5F356-768D-4060-B907-EB880DB0D2B1}"/>
              </a:ext>
            </a:extLst>
          </p:cNvPr>
          <p:cNvSpPr/>
          <p:nvPr/>
        </p:nvSpPr>
        <p:spPr>
          <a:xfrm>
            <a:off x="2252218" y="3576180"/>
            <a:ext cx="73997" cy="956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</a:t>
            </a:r>
          </a:p>
        </p:txBody>
      </p:sp>
      <p:sp>
        <p:nvSpPr>
          <p:cNvPr id="18" name="tx11">
            <a:extLst>
              <a:ext uri="{FF2B5EF4-FFF2-40B4-BE49-F238E27FC236}">
                <a16:creationId xmlns:a16="http://schemas.microsoft.com/office/drawing/2014/main" id="{3A5E3EBF-F506-4C33-A2CE-6F9AAAF83847}"/>
              </a:ext>
            </a:extLst>
          </p:cNvPr>
          <p:cNvSpPr/>
          <p:nvPr/>
        </p:nvSpPr>
        <p:spPr>
          <a:xfrm>
            <a:off x="2252218" y="3176518"/>
            <a:ext cx="73997" cy="956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</a:t>
            </a:r>
          </a:p>
        </p:txBody>
      </p:sp>
      <p:sp>
        <p:nvSpPr>
          <p:cNvPr id="19" name="tx12">
            <a:extLst>
              <a:ext uri="{FF2B5EF4-FFF2-40B4-BE49-F238E27FC236}">
                <a16:creationId xmlns:a16="http://schemas.microsoft.com/office/drawing/2014/main" id="{46313DDE-AE10-4DC6-BF15-45173E801629}"/>
              </a:ext>
            </a:extLst>
          </p:cNvPr>
          <p:cNvSpPr/>
          <p:nvPr/>
        </p:nvSpPr>
        <p:spPr>
          <a:xfrm>
            <a:off x="2489735" y="5361660"/>
            <a:ext cx="424883" cy="972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Jan '25</a:t>
            </a:r>
          </a:p>
        </p:txBody>
      </p:sp>
      <p:sp>
        <p:nvSpPr>
          <p:cNvPr id="20" name="tx13">
            <a:extLst>
              <a:ext uri="{FF2B5EF4-FFF2-40B4-BE49-F238E27FC236}">
                <a16:creationId xmlns:a16="http://schemas.microsoft.com/office/drawing/2014/main" id="{45A465FE-AC3C-4586-B5AC-977EBDFF3A84}"/>
              </a:ext>
            </a:extLst>
          </p:cNvPr>
          <p:cNvSpPr/>
          <p:nvPr/>
        </p:nvSpPr>
        <p:spPr>
          <a:xfrm>
            <a:off x="3983904" y="5336842"/>
            <a:ext cx="417412" cy="1220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Apr '25</a:t>
            </a:r>
          </a:p>
        </p:txBody>
      </p:sp>
      <p:sp>
        <p:nvSpPr>
          <p:cNvPr id="21" name="tx14">
            <a:extLst>
              <a:ext uri="{FF2B5EF4-FFF2-40B4-BE49-F238E27FC236}">
                <a16:creationId xmlns:a16="http://schemas.microsoft.com/office/drawing/2014/main" id="{743DC325-C1B5-4D0B-90A5-768097A06881}"/>
              </a:ext>
            </a:extLst>
          </p:cNvPr>
          <p:cNvSpPr/>
          <p:nvPr/>
        </p:nvSpPr>
        <p:spPr>
          <a:xfrm>
            <a:off x="5509382" y="5361660"/>
            <a:ext cx="380446" cy="972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Jul '25</a:t>
            </a:r>
          </a:p>
        </p:txBody>
      </p:sp>
      <p:sp>
        <p:nvSpPr>
          <p:cNvPr id="22" name="tx15">
            <a:extLst>
              <a:ext uri="{FF2B5EF4-FFF2-40B4-BE49-F238E27FC236}">
                <a16:creationId xmlns:a16="http://schemas.microsoft.com/office/drawing/2014/main" id="{928FAECB-22CA-4C2E-9C00-3A1A8F3B9088}"/>
              </a:ext>
            </a:extLst>
          </p:cNvPr>
          <p:cNvSpPr/>
          <p:nvPr/>
        </p:nvSpPr>
        <p:spPr>
          <a:xfrm>
            <a:off x="7014486" y="5360361"/>
            <a:ext cx="417347" cy="985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O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c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t '25</a:t>
            </a:r>
          </a:p>
        </p:txBody>
      </p:sp>
      <p:sp>
        <p:nvSpPr>
          <p:cNvPr id="23" name="tx16">
            <a:extLst>
              <a:ext uri="{FF2B5EF4-FFF2-40B4-BE49-F238E27FC236}">
                <a16:creationId xmlns:a16="http://schemas.microsoft.com/office/drawing/2014/main" id="{1F32828C-FEF5-493B-952A-18FE3195D2B9}"/>
              </a:ext>
            </a:extLst>
          </p:cNvPr>
          <p:cNvSpPr/>
          <p:nvPr/>
        </p:nvSpPr>
        <p:spPr>
          <a:xfrm>
            <a:off x="8534273" y="5361660"/>
            <a:ext cx="424883" cy="972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Jan '26</a:t>
            </a:r>
          </a:p>
        </p:txBody>
      </p:sp>
      <p:sp>
        <p:nvSpPr>
          <p:cNvPr id="67" name="pl5">
            <a:extLst>
              <a:ext uri="{FF2B5EF4-FFF2-40B4-BE49-F238E27FC236}">
                <a16:creationId xmlns:a16="http://schemas.microsoft.com/office/drawing/2014/main" id="{D262BD37-C4F4-4D29-B7FE-4130B277A0DF}"/>
              </a:ext>
            </a:extLst>
          </p:cNvPr>
          <p:cNvSpPr/>
          <p:nvPr/>
        </p:nvSpPr>
        <p:spPr>
          <a:xfrm>
            <a:off x="2706925" y="2789989"/>
            <a:ext cx="7207217" cy="2440616"/>
          </a:xfrm>
          <a:custGeom>
            <a:avLst/>
            <a:gdLst/>
            <a:ahLst/>
            <a:cxnLst/>
            <a:rect l="0" t="0" r="0" b="0"/>
            <a:pathLst>
              <a:path w="9164836" h="3103535">
                <a:moveTo>
                  <a:pt x="0" y="2791685"/>
                </a:moveTo>
                <a:lnTo>
                  <a:pt x="127289" y="2944496"/>
                </a:lnTo>
                <a:lnTo>
                  <a:pt x="254578" y="2899700"/>
                </a:lnTo>
                <a:lnTo>
                  <a:pt x="381868" y="3103535"/>
                </a:lnTo>
                <a:lnTo>
                  <a:pt x="509157" y="2714398"/>
                </a:lnTo>
                <a:lnTo>
                  <a:pt x="636446" y="2634021"/>
                </a:lnTo>
                <a:lnTo>
                  <a:pt x="763736" y="2834158"/>
                </a:lnTo>
                <a:lnTo>
                  <a:pt x="891025" y="2715259"/>
                </a:lnTo>
                <a:lnTo>
                  <a:pt x="1018315" y="2535159"/>
                </a:lnTo>
                <a:lnTo>
                  <a:pt x="1145604" y="2394709"/>
                </a:lnTo>
                <a:lnTo>
                  <a:pt x="1272893" y="2469202"/>
                </a:lnTo>
                <a:lnTo>
                  <a:pt x="1400183" y="2100432"/>
                </a:lnTo>
                <a:lnTo>
                  <a:pt x="1527472" y="2005338"/>
                </a:lnTo>
                <a:lnTo>
                  <a:pt x="1654762" y="2156877"/>
                </a:lnTo>
                <a:lnTo>
                  <a:pt x="1782051" y="2697110"/>
                </a:lnTo>
                <a:lnTo>
                  <a:pt x="1909340" y="2422705"/>
                </a:lnTo>
                <a:lnTo>
                  <a:pt x="2036630" y="2433666"/>
                </a:lnTo>
                <a:lnTo>
                  <a:pt x="2163919" y="2437615"/>
                </a:lnTo>
                <a:lnTo>
                  <a:pt x="2291209" y="2207385"/>
                </a:lnTo>
                <a:lnTo>
                  <a:pt x="2418498" y="2007064"/>
                </a:lnTo>
                <a:lnTo>
                  <a:pt x="2545787" y="1862193"/>
                </a:lnTo>
                <a:lnTo>
                  <a:pt x="2673077" y="1638027"/>
                </a:lnTo>
                <a:lnTo>
                  <a:pt x="2800366" y="1447240"/>
                </a:lnTo>
                <a:lnTo>
                  <a:pt x="2927656" y="1429051"/>
                </a:lnTo>
                <a:lnTo>
                  <a:pt x="3054945" y="1914315"/>
                </a:lnTo>
                <a:lnTo>
                  <a:pt x="3182234" y="1763120"/>
                </a:lnTo>
                <a:lnTo>
                  <a:pt x="3309524" y="1776812"/>
                </a:lnTo>
                <a:lnTo>
                  <a:pt x="3436813" y="1814815"/>
                </a:lnTo>
                <a:lnTo>
                  <a:pt x="3564103" y="2173576"/>
                </a:lnTo>
                <a:lnTo>
                  <a:pt x="3691392" y="2290212"/>
                </a:lnTo>
                <a:lnTo>
                  <a:pt x="3818681" y="2188263"/>
                </a:lnTo>
                <a:lnTo>
                  <a:pt x="3945971" y="1856840"/>
                </a:lnTo>
                <a:lnTo>
                  <a:pt x="4073260" y="1881913"/>
                </a:lnTo>
                <a:lnTo>
                  <a:pt x="4200550" y="1787348"/>
                </a:lnTo>
                <a:lnTo>
                  <a:pt x="4327839" y="1800472"/>
                </a:lnTo>
                <a:lnTo>
                  <a:pt x="4455128" y="2136379"/>
                </a:lnTo>
                <a:lnTo>
                  <a:pt x="4582418" y="2237609"/>
                </a:lnTo>
                <a:lnTo>
                  <a:pt x="4709707" y="2333789"/>
                </a:lnTo>
                <a:lnTo>
                  <a:pt x="4836997" y="2348257"/>
                </a:lnTo>
                <a:lnTo>
                  <a:pt x="4964286" y="2079927"/>
                </a:lnTo>
                <a:lnTo>
                  <a:pt x="5091575" y="1893765"/>
                </a:lnTo>
                <a:lnTo>
                  <a:pt x="5218865" y="1933898"/>
                </a:lnTo>
                <a:lnTo>
                  <a:pt x="5346154" y="1995700"/>
                </a:lnTo>
                <a:lnTo>
                  <a:pt x="5473444" y="1825690"/>
                </a:lnTo>
                <a:lnTo>
                  <a:pt x="5600733" y="1689902"/>
                </a:lnTo>
                <a:lnTo>
                  <a:pt x="5728022" y="1857911"/>
                </a:lnTo>
                <a:lnTo>
                  <a:pt x="5855312" y="2030491"/>
                </a:lnTo>
                <a:lnTo>
                  <a:pt x="5982601" y="1941558"/>
                </a:lnTo>
                <a:lnTo>
                  <a:pt x="6109891" y="1754089"/>
                </a:lnTo>
                <a:lnTo>
                  <a:pt x="6237180" y="1781494"/>
                </a:lnTo>
                <a:lnTo>
                  <a:pt x="6364469" y="1566565"/>
                </a:lnTo>
                <a:lnTo>
                  <a:pt x="6491759" y="1469455"/>
                </a:lnTo>
                <a:lnTo>
                  <a:pt x="6619048" y="1618747"/>
                </a:lnTo>
                <a:lnTo>
                  <a:pt x="6746338" y="1535537"/>
                </a:lnTo>
                <a:lnTo>
                  <a:pt x="6873627" y="1811023"/>
                </a:lnTo>
                <a:lnTo>
                  <a:pt x="7000916" y="1461465"/>
                </a:lnTo>
                <a:lnTo>
                  <a:pt x="7128206" y="978385"/>
                </a:lnTo>
                <a:lnTo>
                  <a:pt x="7255495" y="1067961"/>
                </a:lnTo>
                <a:lnTo>
                  <a:pt x="7382785" y="1322658"/>
                </a:lnTo>
                <a:lnTo>
                  <a:pt x="7510074" y="1183686"/>
                </a:lnTo>
                <a:lnTo>
                  <a:pt x="7637363" y="1216630"/>
                </a:lnTo>
                <a:lnTo>
                  <a:pt x="7764653" y="630802"/>
                </a:lnTo>
                <a:lnTo>
                  <a:pt x="7891942" y="640374"/>
                </a:lnTo>
                <a:lnTo>
                  <a:pt x="8019232" y="472125"/>
                </a:lnTo>
                <a:lnTo>
                  <a:pt x="8146521" y="465295"/>
                </a:lnTo>
                <a:lnTo>
                  <a:pt x="8273810" y="646602"/>
                </a:lnTo>
                <a:lnTo>
                  <a:pt x="8401100" y="600549"/>
                </a:lnTo>
                <a:lnTo>
                  <a:pt x="8528389" y="1040834"/>
                </a:lnTo>
                <a:lnTo>
                  <a:pt x="8655679" y="683340"/>
                </a:lnTo>
                <a:lnTo>
                  <a:pt x="8782968" y="645957"/>
                </a:lnTo>
                <a:lnTo>
                  <a:pt x="8910257" y="115991"/>
                </a:lnTo>
                <a:lnTo>
                  <a:pt x="9037547" y="0"/>
                </a:lnTo>
                <a:lnTo>
                  <a:pt x="9164836" y="173177"/>
                </a:lnTo>
              </a:path>
            </a:pathLst>
          </a:custGeom>
          <a:ln w="135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8" name="tx6">
            <a:extLst>
              <a:ext uri="{FF2B5EF4-FFF2-40B4-BE49-F238E27FC236}">
                <a16:creationId xmlns:a16="http://schemas.microsoft.com/office/drawing/2014/main" id="{3E10436E-39EC-4ABF-9064-68208FA5E22B}"/>
              </a:ext>
            </a:extLst>
          </p:cNvPr>
          <p:cNvSpPr/>
          <p:nvPr/>
        </p:nvSpPr>
        <p:spPr>
          <a:xfrm>
            <a:off x="2168143" y="4925755"/>
            <a:ext cx="8887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69" name="tx7">
            <a:extLst>
              <a:ext uri="{FF2B5EF4-FFF2-40B4-BE49-F238E27FC236}">
                <a16:creationId xmlns:a16="http://schemas.microsoft.com/office/drawing/2014/main" id="{06A18AE6-0B47-43C4-A647-8F3E8E7CF8DA}"/>
              </a:ext>
            </a:extLst>
          </p:cNvPr>
          <p:cNvSpPr/>
          <p:nvPr/>
        </p:nvSpPr>
        <p:spPr>
          <a:xfrm>
            <a:off x="2168143" y="4160868"/>
            <a:ext cx="88871" cy="1143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4</a:t>
            </a:r>
          </a:p>
        </p:txBody>
      </p:sp>
      <p:sp>
        <p:nvSpPr>
          <p:cNvPr id="70" name="tx8">
            <a:extLst>
              <a:ext uri="{FF2B5EF4-FFF2-40B4-BE49-F238E27FC236}">
                <a16:creationId xmlns:a16="http://schemas.microsoft.com/office/drawing/2014/main" id="{EED8BAB3-31CC-48B3-900B-839F650BCC43}"/>
              </a:ext>
            </a:extLst>
          </p:cNvPr>
          <p:cNvSpPr/>
          <p:nvPr/>
        </p:nvSpPr>
        <p:spPr>
          <a:xfrm>
            <a:off x="2168143" y="3391142"/>
            <a:ext cx="8887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8</a:t>
            </a:r>
          </a:p>
        </p:txBody>
      </p:sp>
      <p:sp>
        <p:nvSpPr>
          <p:cNvPr id="71" name="tx9">
            <a:extLst>
              <a:ext uri="{FF2B5EF4-FFF2-40B4-BE49-F238E27FC236}">
                <a16:creationId xmlns:a16="http://schemas.microsoft.com/office/drawing/2014/main" id="{CC198B37-AB95-4EC8-9A1B-584037ABEA94}"/>
              </a:ext>
            </a:extLst>
          </p:cNvPr>
          <p:cNvSpPr/>
          <p:nvPr/>
        </p:nvSpPr>
        <p:spPr>
          <a:xfrm>
            <a:off x="2079272" y="2625786"/>
            <a:ext cx="177742" cy="1148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12</a:t>
            </a:r>
          </a:p>
        </p:txBody>
      </p:sp>
      <p:sp>
        <p:nvSpPr>
          <p:cNvPr id="72" name="tx10">
            <a:extLst>
              <a:ext uri="{FF2B5EF4-FFF2-40B4-BE49-F238E27FC236}">
                <a16:creationId xmlns:a16="http://schemas.microsoft.com/office/drawing/2014/main" id="{5BF260AA-402B-4E8A-9997-D4A008082EDB}"/>
              </a:ext>
            </a:extLst>
          </p:cNvPr>
          <p:cNvSpPr/>
          <p:nvPr/>
        </p:nvSpPr>
        <p:spPr>
          <a:xfrm rot="18900000">
            <a:off x="2746772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02:00</a:t>
            </a:r>
          </a:p>
        </p:txBody>
      </p:sp>
      <p:sp>
        <p:nvSpPr>
          <p:cNvPr id="73" name="tx11">
            <a:extLst>
              <a:ext uri="{FF2B5EF4-FFF2-40B4-BE49-F238E27FC236}">
                <a16:creationId xmlns:a16="http://schemas.microsoft.com/office/drawing/2014/main" id="{B236A227-2964-48DF-99EC-6C88C27F40F8}"/>
              </a:ext>
            </a:extLst>
          </p:cNvPr>
          <p:cNvSpPr/>
          <p:nvPr/>
        </p:nvSpPr>
        <p:spPr>
          <a:xfrm rot="18900000">
            <a:off x="3347373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08:00</a:t>
            </a:r>
          </a:p>
        </p:txBody>
      </p:sp>
      <p:sp>
        <p:nvSpPr>
          <p:cNvPr id="74" name="tx12">
            <a:extLst>
              <a:ext uri="{FF2B5EF4-FFF2-40B4-BE49-F238E27FC236}">
                <a16:creationId xmlns:a16="http://schemas.microsoft.com/office/drawing/2014/main" id="{6B2A07C5-7384-45E5-81E9-3E3FCFC46D45}"/>
              </a:ext>
            </a:extLst>
          </p:cNvPr>
          <p:cNvSpPr/>
          <p:nvPr/>
        </p:nvSpPr>
        <p:spPr>
          <a:xfrm rot="18900000">
            <a:off x="3947974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14:00</a:t>
            </a:r>
          </a:p>
        </p:txBody>
      </p:sp>
      <p:sp>
        <p:nvSpPr>
          <p:cNvPr id="75" name="tx13">
            <a:extLst>
              <a:ext uri="{FF2B5EF4-FFF2-40B4-BE49-F238E27FC236}">
                <a16:creationId xmlns:a16="http://schemas.microsoft.com/office/drawing/2014/main" id="{1A698A5E-06FE-475F-9B02-4FE2D8A20D2E}"/>
              </a:ext>
            </a:extLst>
          </p:cNvPr>
          <p:cNvSpPr/>
          <p:nvPr/>
        </p:nvSpPr>
        <p:spPr>
          <a:xfrm rot="18900000">
            <a:off x="4548576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20:00</a:t>
            </a:r>
          </a:p>
        </p:txBody>
      </p:sp>
      <p:sp>
        <p:nvSpPr>
          <p:cNvPr id="76" name="tx14">
            <a:extLst>
              <a:ext uri="{FF2B5EF4-FFF2-40B4-BE49-F238E27FC236}">
                <a16:creationId xmlns:a16="http://schemas.microsoft.com/office/drawing/2014/main" id="{29F58358-26F9-4AAB-9D92-2D08ACB7E4A8}"/>
              </a:ext>
            </a:extLst>
          </p:cNvPr>
          <p:cNvSpPr/>
          <p:nvPr/>
        </p:nvSpPr>
        <p:spPr>
          <a:xfrm rot="18900000">
            <a:off x="5149177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02:00</a:t>
            </a:r>
          </a:p>
        </p:txBody>
      </p:sp>
      <p:sp>
        <p:nvSpPr>
          <p:cNvPr id="77" name="tx15">
            <a:extLst>
              <a:ext uri="{FF2B5EF4-FFF2-40B4-BE49-F238E27FC236}">
                <a16:creationId xmlns:a16="http://schemas.microsoft.com/office/drawing/2014/main" id="{E744C828-73DB-442E-A599-3B4F41F164BE}"/>
              </a:ext>
            </a:extLst>
          </p:cNvPr>
          <p:cNvSpPr/>
          <p:nvPr/>
        </p:nvSpPr>
        <p:spPr>
          <a:xfrm rot="18900000">
            <a:off x="5749779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08:00</a:t>
            </a:r>
          </a:p>
        </p:txBody>
      </p:sp>
      <p:sp>
        <p:nvSpPr>
          <p:cNvPr id="78" name="tx16">
            <a:extLst>
              <a:ext uri="{FF2B5EF4-FFF2-40B4-BE49-F238E27FC236}">
                <a16:creationId xmlns:a16="http://schemas.microsoft.com/office/drawing/2014/main" id="{CD636D4A-7F4E-457F-A341-B433D4C011D9}"/>
              </a:ext>
            </a:extLst>
          </p:cNvPr>
          <p:cNvSpPr/>
          <p:nvPr/>
        </p:nvSpPr>
        <p:spPr>
          <a:xfrm rot="18900000">
            <a:off x="6350381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14:00</a:t>
            </a:r>
          </a:p>
        </p:txBody>
      </p:sp>
      <p:sp>
        <p:nvSpPr>
          <p:cNvPr id="79" name="tx17">
            <a:extLst>
              <a:ext uri="{FF2B5EF4-FFF2-40B4-BE49-F238E27FC236}">
                <a16:creationId xmlns:a16="http://schemas.microsoft.com/office/drawing/2014/main" id="{EF805CD8-DB46-48B4-BF3C-A6942AC6D258}"/>
              </a:ext>
            </a:extLst>
          </p:cNvPr>
          <p:cNvSpPr/>
          <p:nvPr/>
        </p:nvSpPr>
        <p:spPr>
          <a:xfrm rot="18900000">
            <a:off x="6950982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20:00</a:t>
            </a:r>
          </a:p>
        </p:txBody>
      </p:sp>
      <p:sp>
        <p:nvSpPr>
          <p:cNvPr id="80" name="tx18">
            <a:extLst>
              <a:ext uri="{FF2B5EF4-FFF2-40B4-BE49-F238E27FC236}">
                <a16:creationId xmlns:a16="http://schemas.microsoft.com/office/drawing/2014/main" id="{391C4B92-DF2D-4F6B-8166-FB43D2E0EC43}"/>
              </a:ext>
            </a:extLst>
          </p:cNvPr>
          <p:cNvSpPr/>
          <p:nvPr/>
        </p:nvSpPr>
        <p:spPr>
          <a:xfrm rot="18900000">
            <a:off x="7551584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02:00</a:t>
            </a:r>
          </a:p>
        </p:txBody>
      </p:sp>
      <p:sp>
        <p:nvSpPr>
          <p:cNvPr id="81" name="tx19">
            <a:extLst>
              <a:ext uri="{FF2B5EF4-FFF2-40B4-BE49-F238E27FC236}">
                <a16:creationId xmlns:a16="http://schemas.microsoft.com/office/drawing/2014/main" id="{453DE618-854E-4481-B9F3-00755ADF3C5F}"/>
              </a:ext>
            </a:extLst>
          </p:cNvPr>
          <p:cNvSpPr/>
          <p:nvPr/>
        </p:nvSpPr>
        <p:spPr>
          <a:xfrm rot="18900000">
            <a:off x="8152185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08:00</a:t>
            </a:r>
          </a:p>
        </p:txBody>
      </p:sp>
      <p:sp>
        <p:nvSpPr>
          <p:cNvPr id="82" name="tx20">
            <a:extLst>
              <a:ext uri="{FF2B5EF4-FFF2-40B4-BE49-F238E27FC236}">
                <a16:creationId xmlns:a16="http://schemas.microsoft.com/office/drawing/2014/main" id="{44CFC46D-0940-4F36-92E9-F84C4F18980C}"/>
              </a:ext>
            </a:extLst>
          </p:cNvPr>
          <p:cNvSpPr/>
          <p:nvPr/>
        </p:nvSpPr>
        <p:spPr>
          <a:xfrm rot="18900000">
            <a:off x="8752787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14:00</a:t>
            </a:r>
          </a:p>
        </p:txBody>
      </p:sp>
      <p:sp>
        <p:nvSpPr>
          <p:cNvPr id="83" name="tx21">
            <a:extLst>
              <a:ext uri="{FF2B5EF4-FFF2-40B4-BE49-F238E27FC236}">
                <a16:creationId xmlns:a16="http://schemas.microsoft.com/office/drawing/2014/main" id="{6DBC5077-4B77-48B3-81D6-1F26EDD44F6D}"/>
              </a:ext>
            </a:extLst>
          </p:cNvPr>
          <p:cNvSpPr/>
          <p:nvPr/>
        </p:nvSpPr>
        <p:spPr>
          <a:xfrm rot="18900000">
            <a:off x="9353388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20:00</a:t>
            </a:r>
          </a:p>
        </p:txBody>
      </p:sp>
      <p:sp>
        <p:nvSpPr>
          <p:cNvPr id="84" name="tx22">
            <a:extLst>
              <a:ext uri="{FF2B5EF4-FFF2-40B4-BE49-F238E27FC236}">
                <a16:creationId xmlns:a16="http://schemas.microsoft.com/office/drawing/2014/main" id="{82EE5867-7310-47BB-806F-3376D315CCD4}"/>
              </a:ext>
            </a:extLst>
          </p:cNvPr>
          <p:cNvSpPr/>
          <p:nvPr/>
        </p:nvSpPr>
        <p:spPr>
          <a:xfrm rot="18900000">
            <a:off x="9953989" y="5423370"/>
            <a:ext cx="399881" cy="1168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02:00</a:t>
            </a:r>
          </a:p>
        </p:txBody>
      </p:sp>
      <p:sp>
        <p:nvSpPr>
          <p:cNvPr id="85" name="tx23">
            <a:extLst>
              <a:ext uri="{FF2B5EF4-FFF2-40B4-BE49-F238E27FC236}">
                <a16:creationId xmlns:a16="http://schemas.microsoft.com/office/drawing/2014/main" id="{E91806C0-6143-4FDA-9F89-19E3E2E5701B}"/>
              </a:ext>
            </a:extLst>
          </p:cNvPr>
          <p:cNvSpPr/>
          <p:nvPr/>
        </p:nvSpPr>
        <p:spPr>
          <a:xfrm rot="16200000">
            <a:off x="1114596" y="3977745"/>
            <a:ext cx="954934" cy="1874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Something</a:t>
            </a:r>
          </a:p>
        </p:txBody>
      </p:sp>
      <p:sp>
        <p:nvSpPr>
          <p:cNvPr id="95" name="pl5">
            <a:extLst>
              <a:ext uri="{FF2B5EF4-FFF2-40B4-BE49-F238E27FC236}">
                <a16:creationId xmlns:a16="http://schemas.microsoft.com/office/drawing/2014/main" id="{BA5111A5-DA7D-45D2-A438-EA71C9C1B007}"/>
              </a:ext>
            </a:extLst>
          </p:cNvPr>
          <p:cNvSpPr/>
          <p:nvPr/>
        </p:nvSpPr>
        <p:spPr>
          <a:xfrm>
            <a:off x="2628214" y="2163194"/>
            <a:ext cx="7882468" cy="2940272"/>
          </a:xfrm>
          <a:custGeom>
            <a:avLst/>
            <a:gdLst/>
            <a:ahLst/>
            <a:cxnLst/>
            <a:rect l="0" t="0" r="0" b="0"/>
            <a:pathLst>
              <a:path w="9062100" h="3380293">
                <a:moveTo>
                  <a:pt x="0" y="2527464"/>
                </a:moveTo>
                <a:lnTo>
                  <a:pt x="45280" y="2417129"/>
                </a:lnTo>
                <a:lnTo>
                  <a:pt x="90561" y="2096294"/>
                </a:lnTo>
                <a:lnTo>
                  <a:pt x="135966" y="2536988"/>
                </a:lnTo>
                <a:lnTo>
                  <a:pt x="181246" y="2423383"/>
                </a:lnTo>
                <a:lnTo>
                  <a:pt x="226527" y="2843774"/>
                </a:lnTo>
                <a:lnTo>
                  <a:pt x="271808" y="3173333"/>
                </a:lnTo>
                <a:lnTo>
                  <a:pt x="317213" y="3095815"/>
                </a:lnTo>
                <a:lnTo>
                  <a:pt x="362493" y="3380293"/>
                </a:lnTo>
                <a:lnTo>
                  <a:pt x="407774" y="3262169"/>
                </a:lnTo>
                <a:lnTo>
                  <a:pt x="453055" y="3042463"/>
                </a:lnTo>
                <a:lnTo>
                  <a:pt x="498460" y="2687889"/>
                </a:lnTo>
                <a:lnTo>
                  <a:pt x="543740" y="2584200"/>
                </a:lnTo>
                <a:lnTo>
                  <a:pt x="589021" y="2160103"/>
                </a:lnTo>
                <a:lnTo>
                  <a:pt x="634302" y="2351241"/>
                </a:lnTo>
                <a:lnTo>
                  <a:pt x="679707" y="2237122"/>
                </a:lnTo>
                <a:lnTo>
                  <a:pt x="724987" y="2404583"/>
                </a:lnTo>
                <a:lnTo>
                  <a:pt x="770268" y="2766708"/>
                </a:lnTo>
                <a:lnTo>
                  <a:pt x="815549" y="2913810"/>
                </a:lnTo>
                <a:lnTo>
                  <a:pt x="860954" y="3099210"/>
                </a:lnTo>
                <a:lnTo>
                  <a:pt x="906234" y="2961799"/>
                </a:lnTo>
                <a:lnTo>
                  <a:pt x="951515" y="2818228"/>
                </a:lnTo>
                <a:lnTo>
                  <a:pt x="996796" y="2938524"/>
                </a:lnTo>
                <a:lnTo>
                  <a:pt x="1042201" y="2464282"/>
                </a:lnTo>
                <a:lnTo>
                  <a:pt x="1087481" y="2336853"/>
                </a:lnTo>
                <a:lnTo>
                  <a:pt x="1132762" y="2375018"/>
                </a:lnTo>
                <a:lnTo>
                  <a:pt x="1178043" y="2159853"/>
                </a:lnTo>
                <a:lnTo>
                  <a:pt x="1223448" y="2068862"/>
                </a:lnTo>
                <a:lnTo>
                  <a:pt x="1268728" y="2264569"/>
                </a:lnTo>
                <a:lnTo>
                  <a:pt x="1314009" y="2787274"/>
                </a:lnTo>
                <a:lnTo>
                  <a:pt x="1359290" y="2656507"/>
                </a:lnTo>
                <a:lnTo>
                  <a:pt x="1404695" y="2806696"/>
                </a:lnTo>
                <a:lnTo>
                  <a:pt x="1449975" y="2969242"/>
                </a:lnTo>
                <a:lnTo>
                  <a:pt x="1495256" y="2942121"/>
                </a:lnTo>
                <a:lnTo>
                  <a:pt x="1540537" y="2447858"/>
                </a:lnTo>
                <a:lnTo>
                  <a:pt x="1585941" y="2443382"/>
                </a:lnTo>
                <a:lnTo>
                  <a:pt x="1631222" y="2189918"/>
                </a:lnTo>
                <a:lnTo>
                  <a:pt x="1676503" y="2136958"/>
                </a:lnTo>
                <a:lnTo>
                  <a:pt x="1721784" y="2088592"/>
                </a:lnTo>
                <a:lnTo>
                  <a:pt x="1767188" y="2160220"/>
                </a:lnTo>
                <a:lnTo>
                  <a:pt x="1812469" y="2190845"/>
                </a:lnTo>
                <a:lnTo>
                  <a:pt x="1857750" y="2204486"/>
                </a:lnTo>
                <a:lnTo>
                  <a:pt x="1903031" y="2380039"/>
                </a:lnTo>
                <a:lnTo>
                  <a:pt x="1948435" y="2560532"/>
                </a:lnTo>
                <a:lnTo>
                  <a:pt x="1993716" y="2642945"/>
                </a:lnTo>
                <a:lnTo>
                  <a:pt x="2038997" y="2747598"/>
                </a:lnTo>
                <a:lnTo>
                  <a:pt x="2084278" y="2680324"/>
                </a:lnTo>
                <a:lnTo>
                  <a:pt x="2129682" y="2331304"/>
                </a:lnTo>
                <a:lnTo>
                  <a:pt x="2174963" y="2329515"/>
                </a:lnTo>
                <a:lnTo>
                  <a:pt x="2220244" y="1902868"/>
                </a:lnTo>
                <a:lnTo>
                  <a:pt x="2265525" y="1598899"/>
                </a:lnTo>
                <a:lnTo>
                  <a:pt x="2310929" y="1827767"/>
                </a:lnTo>
                <a:lnTo>
                  <a:pt x="2356210" y="1874262"/>
                </a:lnTo>
                <a:lnTo>
                  <a:pt x="2401491" y="2166231"/>
                </a:lnTo>
                <a:lnTo>
                  <a:pt x="2446772" y="2535276"/>
                </a:lnTo>
                <a:lnTo>
                  <a:pt x="2492176" y="2400347"/>
                </a:lnTo>
                <a:lnTo>
                  <a:pt x="2537457" y="2663346"/>
                </a:lnTo>
                <a:lnTo>
                  <a:pt x="2582738" y="2693779"/>
                </a:lnTo>
                <a:lnTo>
                  <a:pt x="2628018" y="2389723"/>
                </a:lnTo>
                <a:lnTo>
                  <a:pt x="2673423" y="2330231"/>
                </a:lnTo>
                <a:lnTo>
                  <a:pt x="2718704" y="1808113"/>
                </a:lnTo>
                <a:lnTo>
                  <a:pt x="2763985" y="1668114"/>
                </a:lnTo>
                <a:lnTo>
                  <a:pt x="2809265" y="1693793"/>
                </a:lnTo>
                <a:lnTo>
                  <a:pt x="2854670" y="1760135"/>
                </a:lnTo>
                <a:lnTo>
                  <a:pt x="2899951" y="1753074"/>
                </a:lnTo>
                <a:lnTo>
                  <a:pt x="2945232" y="2207203"/>
                </a:lnTo>
                <a:lnTo>
                  <a:pt x="2990512" y="2419366"/>
                </a:lnTo>
                <a:lnTo>
                  <a:pt x="3035917" y="2414244"/>
                </a:lnTo>
                <a:lnTo>
                  <a:pt x="3081198" y="2567006"/>
                </a:lnTo>
                <a:lnTo>
                  <a:pt x="3126479" y="2332609"/>
                </a:lnTo>
                <a:lnTo>
                  <a:pt x="3171759" y="2281311"/>
                </a:lnTo>
                <a:lnTo>
                  <a:pt x="3217164" y="1874383"/>
                </a:lnTo>
                <a:lnTo>
                  <a:pt x="3262445" y="1711227"/>
                </a:lnTo>
                <a:lnTo>
                  <a:pt x="3307726" y="1848280"/>
                </a:lnTo>
                <a:lnTo>
                  <a:pt x="3353006" y="1668236"/>
                </a:lnTo>
                <a:lnTo>
                  <a:pt x="3398411" y="1414042"/>
                </a:lnTo>
                <a:lnTo>
                  <a:pt x="3443692" y="1641891"/>
                </a:lnTo>
                <a:lnTo>
                  <a:pt x="3488973" y="2056319"/>
                </a:lnTo>
                <a:lnTo>
                  <a:pt x="3534253" y="2321750"/>
                </a:lnTo>
                <a:lnTo>
                  <a:pt x="3579658" y="2203479"/>
                </a:lnTo>
                <a:lnTo>
                  <a:pt x="3624939" y="2469215"/>
                </a:lnTo>
                <a:lnTo>
                  <a:pt x="3670220" y="2090717"/>
                </a:lnTo>
                <a:lnTo>
                  <a:pt x="3715500" y="1912043"/>
                </a:lnTo>
                <a:lnTo>
                  <a:pt x="3760781" y="2043229"/>
                </a:lnTo>
                <a:lnTo>
                  <a:pt x="3806062" y="1727674"/>
                </a:lnTo>
                <a:lnTo>
                  <a:pt x="3851342" y="1592639"/>
                </a:lnTo>
                <a:lnTo>
                  <a:pt x="3896623" y="1295182"/>
                </a:lnTo>
                <a:lnTo>
                  <a:pt x="3942028" y="1574036"/>
                </a:lnTo>
                <a:lnTo>
                  <a:pt x="3987309" y="1819620"/>
                </a:lnTo>
                <a:lnTo>
                  <a:pt x="4032589" y="1568443"/>
                </a:lnTo>
                <a:lnTo>
                  <a:pt x="4077870" y="1908032"/>
                </a:lnTo>
                <a:lnTo>
                  <a:pt x="4123275" y="2088924"/>
                </a:lnTo>
                <a:lnTo>
                  <a:pt x="4168556" y="2312221"/>
                </a:lnTo>
                <a:lnTo>
                  <a:pt x="4213836" y="2162122"/>
                </a:lnTo>
                <a:lnTo>
                  <a:pt x="4259117" y="1906436"/>
                </a:lnTo>
                <a:lnTo>
                  <a:pt x="4304522" y="1883246"/>
                </a:lnTo>
                <a:lnTo>
                  <a:pt x="4349803" y="1503866"/>
                </a:lnTo>
                <a:lnTo>
                  <a:pt x="4395083" y="1286731"/>
                </a:lnTo>
                <a:lnTo>
                  <a:pt x="4440364" y="1035953"/>
                </a:lnTo>
                <a:lnTo>
                  <a:pt x="4485769" y="1209108"/>
                </a:lnTo>
                <a:lnTo>
                  <a:pt x="4531050" y="1293442"/>
                </a:lnTo>
                <a:lnTo>
                  <a:pt x="4576330" y="1647744"/>
                </a:lnTo>
                <a:lnTo>
                  <a:pt x="4621611" y="2015019"/>
                </a:lnTo>
                <a:lnTo>
                  <a:pt x="4667016" y="2083892"/>
                </a:lnTo>
                <a:lnTo>
                  <a:pt x="4712297" y="2289015"/>
                </a:lnTo>
                <a:lnTo>
                  <a:pt x="4757577" y="1912834"/>
                </a:lnTo>
                <a:lnTo>
                  <a:pt x="4802858" y="1673804"/>
                </a:lnTo>
                <a:lnTo>
                  <a:pt x="4848263" y="1601532"/>
                </a:lnTo>
                <a:lnTo>
                  <a:pt x="4893544" y="1463871"/>
                </a:lnTo>
                <a:lnTo>
                  <a:pt x="4938824" y="1040789"/>
                </a:lnTo>
                <a:lnTo>
                  <a:pt x="4984105" y="1077123"/>
                </a:lnTo>
                <a:lnTo>
                  <a:pt x="5029510" y="1189120"/>
                </a:lnTo>
                <a:lnTo>
                  <a:pt x="5074791" y="1172142"/>
                </a:lnTo>
                <a:lnTo>
                  <a:pt x="5120071" y="1612845"/>
                </a:lnTo>
                <a:lnTo>
                  <a:pt x="5165352" y="1611820"/>
                </a:lnTo>
                <a:lnTo>
                  <a:pt x="5210757" y="2002680"/>
                </a:lnTo>
                <a:lnTo>
                  <a:pt x="5256037" y="1909728"/>
                </a:lnTo>
                <a:lnTo>
                  <a:pt x="5301318" y="1777421"/>
                </a:lnTo>
                <a:lnTo>
                  <a:pt x="5346599" y="1854594"/>
                </a:lnTo>
                <a:lnTo>
                  <a:pt x="5392004" y="1408073"/>
                </a:lnTo>
                <a:lnTo>
                  <a:pt x="5437284" y="1222832"/>
                </a:lnTo>
                <a:lnTo>
                  <a:pt x="5482565" y="948932"/>
                </a:lnTo>
                <a:lnTo>
                  <a:pt x="5527846" y="1045431"/>
                </a:lnTo>
                <a:lnTo>
                  <a:pt x="5573251" y="1014480"/>
                </a:lnTo>
                <a:lnTo>
                  <a:pt x="5618531" y="1002230"/>
                </a:lnTo>
                <a:lnTo>
                  <a:pt x="5663812" y="1364932"/>
                </a:lnTo>
                <a:lnTo>
                  <a:pt x="5709093" y="1509987"/>
                </a:lnTo>
                <a:lnTo>
                  <a:pt x="5754498" y="1790498"/>
                </a:lnTo>
                <a:lnTo>
                  <a:pt x="5799778" y="1935448"/>
                </a:lnTo>
                <a:lnTo>
                  <a:pt x="5845059" y="1742744"/>
                </a:lnTo>
                <a:lnTo>
                  <a:pt x="5890340" y="1701971"/>
                </a:lnTo>
                <a:lnTo>
                  <a:pt x="5935745" y="1617070"/>
                </a:lnTo>
                <a:lnTo>
                  <a:pt x="5981025" y="933874"/>
                </a:lnTo>
                <a:lnTo>
                  <a:pt x="6026306" y="1014471"/>
                </a:lnTo>
                <a:lnTo>
                  <a:pt x="6071587" y="1026501"/>
                </a:lnTo>
                <a:lnTo>
                  <a:pt x="6116992" y="748636"/>
                </a:lnTo>
                <a:lnTo>
                  <a:pt x="6162272" y="1024844"/>
                </a:lnTo>
                <a:lnTo>
                  <a:pt x="6207553" y="1314625"/>
                </a:lnTo>
                <a:lnTo>
                  <a:pt x="6252834" y="1486823"/>
                </a:lnTo>
                <a:lnTo>
                  <a:pt x="6298239" y="1674608"/>
                </a:lnTo>
                <a:lnTo>
                  <a:pt x="6343519" y="1559671"/>
                </a:lnTo>
                <a:lnTo>
                  <a:pt x="6388800" y="1516933"/>
                </a:lnTo>
                <a:lnTo>
                  <a:pt x="6434081" y="1620624"/>
                </a:lnTo>
                <a:lnTo>
                  <a:pt x="6479486" y="1133725"/>
                </a:lnTo>
                <a:lnTo>
                  <a:pt x="6524766" y="845616"/>
                </a:lnTo>
                <a:lnTo>
                  <a:pt x="6570047" y="670246"/>
                </a:lnTo>
                <a:lnTo>
                  <a:pt x="6615328" y="956406"/>
                </a:lnTo>
                <a:lnTo>
                  <a:pt x="6660733" y="752205"/>
                </a:lnTo>
                <a:lnTo>
                  <a:pt x="6706013" y="653092"/>
                </a:lnTo>
                <a:lnTo>
                  <a:pt x="6751294" y="1012188"/>
                </a:lnTo>
                <a:lnTo>
                  <a:pt x="6796575" y="1525417"/>
                </a:lnTo>
                <a:lnTo>
                  <a:pt x="6841979" y="1678998"/>
                </a:lnTo>
                <a:lnTo>
                  <a:pt x="6887260" y="1478779"/>
                </a:lnTo>
                <a:lnTo>
                  <a:pt x="6932541" y="1482188"/>
                </a:lnTo>
                <a:lnTo>
                  <a:pt x="6977822" y="1167750"/>
                </a:lnTo>
                <a:lnTo>
                  <a:pt x="7023226" y="1000885"/>
                </a:lnTo>
                <a:lnTo>
                  <a:pt x="7068507" y="781063"/>
                </a:lnTo>
                <a:lnTo>
                  <a:pt x="7113788" y="586915"/>
                </a:lnTo>
                <a:lnTo>
                  <a:pt x="7159069" y="514871"/>
                </a:lnTo>
                <a:lnTo>
                  <a:pt x="7204473" y="732897"/>
                </a:lnTo>
                <a:lnTo>
                  <a:pt x="7249754" y="470231"/>
                </a:lnTo>
                <a:lnTo>
                  <a:pt x="7295035" y="1129695"/>
                </a:lnTo>
                <a:lnTo>
                  <a:pt x="7340316" y="1188514"/>
                </a:lnTo>
                <a:lnTo>
                  <a:pt x="7385720" y="1408835"/>
                </a:lnTo>
                <a:lnTo>
                  <a:pt x="7431001" y="1186525"/>
                </a:lnTo>
                <a:lnTo>
                  <a:pt x="7476282" y="1204320"/>
                </a:lnTo>
                <a:lnTo>
                  <a:pt x="7521563" y="1205608"/>
                </a:lnTo>
                <a:lnTo>
                  <a:pt x="7566967" y="871404"/>
                </a:lnTo>
                <a:lnTo>
                  <a:pt x="7612248" y="514964"/>
                </a:lnTo>
                <a:lnTo>
                  <a:pt x="7657529" y="208037"/>
                </a:lnTo>
                <a:lnTo>
                  <a:pt x="7702810" y="359250"/>
                </a:lnTo>
                <a:lnTo>
                  <a:pt x="7748214" y="566666"/>
                </a:lnTo>
                <a:lnTo>
                  <a:pt x="7793495" y="718692"/>
                </a:lnTo>
                <a:lnTo>
                  <a:pt x="7838776" y="591812"/>
                </a:lnTo>
                <a:lnTo>
                  <a:pt x="7884056" y="1287944"/>
                </a:lnTo>
                <a:lnTo>
                  <a:pt x="7929461" y="849713"/>
                </a:lnTo>
                <a:lnTo>
                  <a:pt x="7974742" y="1286870"/>
                </a:lnTo>
                <a:lnTo>
                  <a:pt x="8020023" y="1235285"/>
                </a:lnTo>
                <a:lnTo>
                  <a:pt x="8065303" y="981813"/>
                </a:lnTo>
                <a:lnTo>
                  <a:pt x="8110708" y="646830"/>
                </a:lnTo>
                <a:lnTo>
                  <a:pt x="8155989" y="475667"/>
                </a:lnTo>
                <a:lnTo>
                  <a:pt x="8201270" y="556607"/>
                </a:lnTo>
                <a:lnTo>
                  <a:pt x="8246550" y="213499"/>
                </a:lnTo>
                <a:lnTo>
                  <a:pt x="8291831" y="252988"/>
                </a:lnTo>
                <a:lnTo>
                  <a:pt x="8337112" y="387522"/>
                </a:lnTo>
                <a:lnTo>
                  <a:pt x="8382393" y="805806"/>
                </a:lnTo>
                <a:lnTo>
                  <a:pt x="8427673" y="1183163"/>
                </a:lnTo>
                <a:lnTo>
                  <a:pt x="8473078" y="1103682"/>
                </a:lnTo>
                <a:lnTo>
                  <a:pt x="8518359" y="1226643"/>
                </a:lnTo>
                <a:lnTo>
                  <a:pt x="8563640" y="1131790"/>
                </a:lnTo>
                <a:lnTo>
                  <a:pt x="8608920" y="971486"/>
                </a:lnTo>
                <a:lnTo>
                  <a:pt x="8654325" y="662135"/>
                </a:lnTo>
                <a:lnTo>
                  <a:pt x="8699606" y="407413"/>
                </a:lnTo>
                <a:lnTo>
                  <a:pt x="8744887" y="96241"/>
                </a:lnTo>
                <a:lnTo>
                  <a:pt x="8790167" y="0"/>
                </a:lnTo>
                <a:lnTo>
                  <a:pt x="8835572" y="258224"/>
                </a:lnTo>
                <a:lnTo>
                  <a:pt x="8880853" y="360541"/>
                </a:lnTo>
                <a:lnTo>
                  <a:pt x="8926134" y="503783"/>
                </a:lnTo>
                <a:lnTo>
                  <a:pt x="8971414" y="604267"/>
                </a:lnTo>
                <a:lnTo>
                  <a:pt x="9016819" y="932627"/>
                </a:lnTo>
                <a:lnTo>
                  <a:pt x="9062100" y="1174759"/>
                </a:lnTo>
              </a:path>
            </a:pathLst>
          </a:custGeom>
          <a:ln w="1355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6" name="tx6">
            <a:extLst>
              <a:ext uri="{FF2B5EF4-FFF2-40B4-BE49-F238E27FC236}">
                <a16:creationId xmlns:a16="http://schemas.microsoft.com/office/drawing/2014/main" id="{3BA3F7F7-B1DC-4FAF-A684-A9D043E50DC8}"/>
              </a:ext>
            </a:extLst>
          </p:cNvPr>
          <p:cNvSpPr/>
          <p:nvPr/>
        </p:nvSpPr>
        <p:spPr>
          <a:xfrm>
            <a:off x="2159499" y="5024158"/>
            <a:ext cx="196599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50</a:t>
            </a:r>
          </a:p>
        </p:txBody>
      </p:sp>
      <p:sp>
        <p:nvSpPr>
          <p:cNvPr id="97" name="tx7">
            <a:extLst>
              <a:ext uri="{FF2B5EF4-FFF2-40B4-BE49-F238E27FC236}">
                <a16:creationId xmlns:a16="http://schemas.microsoft.com/office/drawing/2014/main" id="{F4EA4A0F-C882-40D9-B7CC-A547773897FE}"/>
              </a:ext>
            </a:extLst>
          </p:cNvPr>
          <p:cNvSpPr/>
          <p:nvPr/>
        </p:nvSpPr>
        <p:spPr>
          <a:xfrm>
            <a:off x="2061200" y="4010963"/>
            <a:ext cx="294898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100</a:t>
            </a:r>
          </a:p>
        </p:txBody>
      </p:sp>
      <p:sp>
        <p:nvSpPr>
          <p:cNvPr id="98" name="tx8">
            <a:extLst>
              <a:ext uri="{FF2B5EF4-FFF2-40B4-BE49-F238E27FC236}">
                <a16:creationId xmlns:a16="http://schemas.microsoft.com/office/drawing/2014/main" id="{FDE70F0F-C540-4491-9E1F-F6DDBD4C0566}"/>
              </a:ext>
            </a:extLst>
          </p:cNvPr>
          <p:cNvSpPr/>
          <p:nvPr/>
        </p:nvSpPr>
        <p:spPr>
          <a:xfrm>
            <a:off x="2061200" y="2997768"/>
            <a:ext cx="294898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150</a:t>
            </a:r>
          </a:p>
        </p:txBody>
      </p:sp>
      <p:sp>
        <p:nvSpPr>
          <p:cNvPr id="99" name="tx9">
            <a:extLst>
              <a:ext uri="{FF2B5EF4-FFF2-40B4-BE49-F238E27FC236}">
                <a16:creationId xmlns:a16="http://schemas.microsoft.com/office/drawing/2014/main" id="{9BB6802E-DCFF-4044-821B-9F0DD758687F}"/>
              </a:ext>
            </a:extLst>
          </p:cNvPr>
          <p:cNvSpPr/>
          <p:nvPr/>
        </p:nvSpPr>
        <p:spPr>
          <a:xfrm>
            <a:off x="2755060" y="5382508"/>
            <a:ext cx="393197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2050</a:t>
            </a:r>
          </a:p>
        </p:txBody>
      </p:sp>
      <p:sp>
        <p:nvSpPr>
          <p:cNvPr id="100" name="tx10">
            <a:extLst>
              <a:ext uri="{FF2B5EF4-FFF2-40B4-BE49-F238E27FC236}">
                <a16:creationId xmlns:a16="http://schemas.microsoft.com/office/drawing/2014/main" id="{04287C8B-593D-4A12-9E95-6E2A131D2B3E}"/>
              </a:ext>
            </a:extLst>
          </p:cNvPr>
          <p:cNvSpPr/>
          <p:nvPr/>
        </p:nvSpPr>
        <p:spPr>
          <a:xfrm>
            <a:off x="5763633" y="5382507"/>
            <a:ext cx="393197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2100</a:t>
            </a:r>
          </a:p>
        </p:txBody>
      </p:sp>
      <p:sp>
        <p:nvSpPr>
          <p:cNvPr id="101" name="tx11">
            <a:extLst>
              <a:ext uri="{FF2B5EF4-FFF2-40B4-BE49-F238E27FC236}">
                <a16:creationId xmlns:a16="http://schemas.microsoft.com/office/drawing/2014/main" id="{30E43672-9B6F-4B2F-8EE1-8D629B6298EF}"/>
              </a:ext>
            </a:extLst>
          </p:cNvPr>
          <p:cNvSpPr/>
          <p:nvPr/>
        </p:nvSpPr>
        <p:spPr>
          <a:xfrm>
            <a:off x="7806058" y="5417174"/>
            <a:ext cx="393197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2150</a:t>
            </a:r>
          </a:p>
        </p:txBody>
      </p:sp>
      <p:sp>
        <p:nvSpPr>
          <p:cNvPr id="102" name="tx12">
            <a:extLst>
              <a:ext uri="{FF2B5EF4-FFF2-40B4-BE49-F238E27FC236}">
                <a16:creationId xmlns:a16="http://schemas.microsoft.com/office/drawing/2014/main" id="{239A1D53-CEED-45F6-A4BA-660B95506B18}"/>
              </a:ext>
            </a:extLst>
          </p:cNvPr>
          <p:cNvSpPr/>
          <p:nvPr/>
        </p:nvSpPr>
        <p:spPr>
          <a:xfrm>
            <a:off x="9444753" y="5405452"/>
            <a:ext cx="393197" cy="1291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2200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87EB532F-2243-4C4F-AEBD-193E2419C409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6" name="Foliennummernplatzhalter 3">
            <a:extLst>
              <a:ext uri="{FF2B5EF4-FFF2-40B4-BE49-F238E27FC236}">
                <a16:creationId xmlns:a16="http://schemas.microsoft.com/office/drawing/2014/main" id="{2A349242-DD41-490E-A569-E5F5CE08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17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9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" presetClass="entr" presetSubtype="8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925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925"/>
                                </p:stCondLst>
                                <p:childTnLst>
                                  <p:par>
                                    <p:cTn id="2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425"/>
                                </p:stCondLst>
                                <p:childTnLst>
                                  <p:par>
                                    <p:cTn id="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62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2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156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2" dur="20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8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1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4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0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3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 animBg="1"/>
          <p:bldP spid="6" grpId="0"/>
          <p:bldP spid="12" grpId="0" animBg="1"/>
          <p:bldP spid="12" grpId="1" animBg="1"/>
          <p:bldP spid="13" grpId="0"/>
          <p:bldP spid="13" grpId="1"/>
          <p:bldP spid="14" grpId="0"/>
          <p:bldP spid="14" grpId="1"/>
          <p:bldP spid="15" grpId="0"/>
          <p:bldP spid="15" grpId="1"/>
          <p:bldP spid="16" grpId="0"/>
          <p:bldP spid="16" grpId="1"/>
          <p:bldP spid="17" grpId="0"/>
          <p:bldP spid="17" grpId="1"/>
          <p:bldP spid="18" grpId="0"/>
          <p:bldP spid="18" grpId="1"/>
          <p:bldP spid="19" grpId="0"/>
          <p:bldP spid="19" grpId="1"/>
          <p:bldP spid="20" grpId="0"/>
          <p:bldP spid="20" grpId="1"/>
          <p:bldP spid="21" grpId="0"/>
          <p:bldP spid="21" grpId="1"/>
          <p:bldP spid="22" grpId="0"/>
          <p:bldP spid="22" grpId="1"/>
          <p:bldP spid="23" grpId="0"/>
          <p:bldP spid="23" grpId="1"/>
          <p:bldP spid="67" grpId="0" animBg="1"/>
          <p:bldP spid="67" grpId="1" animBg="1"/>
          <p:bldP spid="68" grpId="0"/>
          <p:bldP spid="68" grpId="1"/>
          <p:bldP spid="69" grpId="0"/>
          <p:bldP spid="69" grpId="1"/>
          <p:bldP spid="70" grpId="0"/>
          <p:bldP spid="70" grpId="1"/>
          <p:bldP spid="71" grpId="0"/>
          <p:bldP spid="71" grpId="1"/>
          <p:bldP spid="72" grpId="0"/>
          <p:bldP spid="72" grpId="1"/>
          <p:bldP spid="73" grpId="0"/>
          <p:bldP spid="73" grpId="1"/>
          <p:bldP spid="74" grpId="0"/>
          <p:bldP spid="74" grpId="1"/>
          <p:bldP spid="75" grpId="0"/>
          <p:bldP spid="75" grpId="1"/>
          <p:bldP spid="76" grpId="0"/>
          <p:bldP spid="76" grpId="1"/>
          <p:bldP spid="77" grpId="0"/>
          <p:bldP spid="77" grpId="1"/>
          <p:bldP spid="78" grpId="0"/>
          <p:bldP spid="78" grpId="1"/>
          <p:bldP spid="79" grpId="0"/>
          <p:bldP spid="79" grpId="1"/>
          <p:bldP spid="80" grpId="0"/>
          <p:bldP spid="80" grpId="1"/>
          <p:bldP spid="81" grpId="0"/>
          <p:bldP spid="81" grpId="1"/>
          <p:bldP spid="82" grpId="0"/>
          <p:bldP spid="82" grpId="1"/>
          <p:bldP spid="83" grpId="0"/>
          <p:bldP spid="83" grpId="1"/>
          <p:bldP spid="84" grpId="0"/>
          <p:bldP spid="84" grpId="1"/>
          <p:bldP spid="85" grpId="0"/>
          <p:bldP spid="95" grpId="0" animBg="1"/>
          <p:bldP spid="96" grpId="0"/>
          <p:bldP spid="97" grpId="0"/>
          <p:bldP spid="98" grpId="0"/>
          <p:bldP spid="99" grpId="0"/>
          <p:bldP spid="100" grpId="0"/>
          <p:bldP spid="101" grpId="0"/>
          <p:bldP spid="10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925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925"/>
                                </p:stCondLst>
                                <p:childTnLst>
                                  <p:par>
                                    <p:cTn id="2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425"/>
                                </p:stCondLst>
                                <p:childTnLst>
                                  <p:par>
                                    <p:cTn id="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62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2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156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2" dur="20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8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1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4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0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3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 animBg="1"/>
          <p:bldP spid="6" grpId="0"/>
          <p:bldP spid="12" grpId="0" animBg="1"/>
          <p:bldP spid="12" grpId="1" animBg="1"/>
          <p:bldP spid="13" grpId="0"/>
          <p:bldP spid="13" grpId="1"/>
          <p:bldP spid="14" grpId="0"/>
          <p:bldP spid="14" grpId="1"/>
          <p:bldP spid="15" grpId="0"/>
          <p:bldP spid="15" grpId="1"/>
          <p:bldP spid="16" grpId="0"/>
          <p:bldP spid="16" grpId="1"/>
          <p:bldP spid="17" grpId="0"/>
          <p:bldP spid="17" grpId="1"/>
          <p:bldP spid="18" grpId="0"/>
          <p:bldP spid="18" grpId="1"/>
          <p:bldP spid="19" grpId="0"/>
          <p:bldP spid="19" grpId="1"/>
          <p:bldP spid="20" grpId="0"/>
          <p:bldP spid="20" grpId="1"/>
          <p:bldP spid="21" grpId="0"/>
          <p:bldP spid="21" grpId="1"/>
          <p:bldP spid="22" grpId="0"/>
          <p:bldP spid="22" grpId="1"/>
          <p:bldP spid="23" grpId="0"/>
          <p:bldP spid="23" grpId="1"/>
          <p:bldP spid="67" grpId="0" animBg="1"/>
          <p:bldP spid="67" grpId="1" animBg="1"/>
          <p:bldP spid="68" grpId="0"/>
          <p:bldP spid="68" grpId="1"/>
          <p:bldP spid="69" grpId="0"/>
          <p:bldP spid="69" grpId="1"/>
          <p:bldP spid="70" grpId="0"/>
          <p:bldP spid="70" grpId="1"/>
          <p:bldP spid="71" grpId="0"/>
          <p:bldP spid="71" grpId="1"/>
          <p:bldP spid="72" grpId="0"/>
          <p:bldP spid="72" grpId="1"/>
          <p:bldP spid="73" grpId="0"/>
          <p:bldP spid="73" grpId="1"/>
          <p:bldP spid="74" grpId="0"/>
          <p:bldP spid="74" grpId="1"/>
          <p:bldP spid="75" grpId="0"/>
          <p:bldP spid="75" grpId="1"/>
          <p:bldP spid="76" grpId="0"/>
          <p:bldP spid="76" grpId="1"/>
          <p:bldP spid="77" grpId="0"/>
          <p:bldP spid="77" grpId="1"/>
          <p:bldP spid="78" grpId="0"/>
          <p:bldP spid="78" grpId="1"/>
          <p:bldP spid="79" grpId="0"/>
          <p:bldP spid="79" grpId="1"/>
          <p:bldP spid="80" grpId="0"/>
          <p:bldP spid="80" grpId="1"/>
          <p:bldP spid="81" grpId="0"/>
          <p:bldP spid="81" grpId="1"/>
          <p:bldP spid="82" grpId="0"/>
          <p:bldP spid="82" grpId="1"/>
          <p:bldP spid="83" grpId="0"/>
          <p:bldP spid="83" grpId="1"/>
          <p:bldP spid="84" grpId="0"/>
          <p:bldP spid="84" grpId="1"/>
          <p:bldP spid="85" grpId="0"/>
          <p:bldP spid="95" grpId="0" animBg="1"/>
          <p:bldP spid="96" grpId="0"/>
          <p:bldP spid="97" grpId="0"/>
          <p:bldP spid="98" grpId="0"/>
          <p:bldP spid="99" grpId="0"/>
          <p:bldP spid="100" grpId="0"/>
          <p:bldP spid="101" grpId="0"/>
          <p:bldP spid="102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7CE1B38-A816-4097-92DB-75164F40C1CE}"/>
              </a:ext>
            </a:extLst>
          </p:cNvPr>
          <p:cNvSpPr txBox="1"/>
          <p:nvPr/>
        </p:nvSpPr>
        <p:spPr>
          <a:xfrm>
            <a:off x="1477383" y="1465526"/>
            <a:ext cx="6399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Typical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areas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C3F32139-461D-4873-B3AE-D9E1D33958E0}"/>
              </a:ext>
            </a:extLst>
          </p:cNvPr>
          <p:cNvSpPr/>
          <p:nvPr/>
        </p:nvSpPr>
        <p:spPr>
          <a:xfrm>
            <a:off x="530424" y="1354105"/>
            <a:ext cx="837722" cy="603903"/>
          </a:xfrm>
          <a:prstGeom prst="rightArrow">
            <a:avLst/>
          </a:prstGeom>
          <a:solidFill>
            <a:srgbClr val="F732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181070C-6DE6-4BD3-A999-89958665AE0D}"/>
              </a:ext>
            </a:extLst>
          </p:cNvPr>
          <p:cNvSpPr txBox="1"/>
          <p:nvPr/>
        </p:nvSpPr>
        <p:spPr>
          <a:xfrm>
            <a:off x="530424" y="258944"/>
            <a:ext cx="419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Time Series </a:t>
            </a:r>
            <a:r>
              <a:rPr kumimoji="0" lang="de-DE" sz="24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endParaRPr kumimoji="0" lang="de-DE" sz="24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350211A3-D389-4CEB-9270-92A01276C456}"/>
              </a:ext>
            </a:extLst>
          </p:cNvPr>
          <p:cNvSpPr txBox="1"/>
          <p:nvPr/>
        </p:nvSpPr>
        <p:spPr>
          <a:xfrm>
            <a:off x="1477383" y="5357749"/>
            <a:ext cx="6399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Difference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to „normal“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</a:p>
        </p:txBody>
      </p: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40EA9FAC-B513-493D-9E57-5E4F33566400}"/>
              </a:ext>
            </a:extLst>
          </p:cNvPr>
          <p:cNvSpPr/>
          <p:nvPr/>
        </p:nvSpPr>
        <p:spPr>
          <a:xfrm>
            <a:off x="530424" y="5255852"/>
            <a:ext cx="837722" cy="603903"/>
          </a:xfrm>
          <a:prstGeom prst="rightArrow">
            <a:avLst/>
          </a:prstGeom>
          <a:solidFill>
            <a:srgbClr val="F732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How to mitigate risk factor in stock trading?">
            <a:extLst>
              <a:ext uri="{FF2B5EF4-FFF2-40B4-BE49-F238E27FC236}">
                <a16:creationId xmlns:a16="http://schemas.microsoft.com/office/drawing/2014/main" id="{8A8F6147-B182-41FA-97D0-5DADEEFA6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24" y="2459001"/>
            <a:ext cx="2871382" cy="215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imatological mean maps and the annual global means (area weighted) of...  | Download Scientific Diagram">
            <a:extLst>
              <a:ext uri="{FF2B5EF4-FFF2-40B4-BE49-F238E27FC236}">
                <a16:creationId xmlns:a16="http://schemas.microsoft.com/office/drawing/2014/main" id="{C3605B1E-5378-43FA-A8FF-EEFAE1326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806" y="2459001"/>
            <a:ext cx="4274192" cy="215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Create A Sales Forecast In 6 Steps">
            <a:extLst>
              <a:ext uri="{FF2B5EF4-FFF2-40B4-BE49-F238E27FC236}">
                <a16:creationId xmlns:a16="http://schemas.microsoft.com/office/drawing/2014/main" id="{A97BD020-1B2F-44DF-B4FF-FF0D080FD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998" y="2459001"/>
            <a:ext cx="3693952" cy="215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1AF01B7E-3378-4461-BA89-318AAA0F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fld id="{857C2EC9-5094-44FC-A3A7-702AB575948A}" type="slidenum">
              <a:rPr lang="de-DE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18</a:t>
            </a:fld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4C4053B-CC5C-4377-9CEC-752E79E1CAFF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53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0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0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10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7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2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 animBg="1"/>
          <p:bldP spid="69" grpId="0"/>
          <p:bldP spid="7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0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0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10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7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2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 animBg="1"/>
          <p:bldP spid="69" grpId="0"/>
          <p:bldP spid="70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84594E-89E5-F029-F8F0-38143DCE89A8}"/>
              </a:ext>
            </a:extLst>
          </p:cNvPr>
          <p:cNvSpPr txBox="1"/>
          <p:nvPr/>
        </p:nvSpPr>
        <p:spPr>
          <a:xfrm>
            <a:off x="2347239" y="2090172"/>
            <a:ext cx="74975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You are supply chain data scientists for a top condiment brand. Empty shelves during grilling season cost millions.</a:t>
            </a:r>
          </a:p>
          <a:p>
            <a:pPr algn="ctr"/>
            <a:r>
              <a:rPr lang="en-US" sz="2400" b="1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Your mission</a:t>
            </a:r>
            <a:r>
              <a:rPr lang="en-US" sz="2400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: use </a:t>
            </a:r>
            <a:r>
              <a:rPr lang="en-US" sz="2400" b="1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 learning </a:t>
            </a:r>
            <a:r>
              <a:rPr lang="en-US" sz="2400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to build a </a:t>
            </a:r>
            <a:r>
              <a:rPr lang="en-US" sz="2400" b="1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time-series forecasting model </a:t>
            </a:r>
            <a:r>
              <a:rPr lang="en-US" sz="2400" i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that accurately predicts barbecue sauce demand, ensuring warehouses are perfectly stocked without wasting excess inventory.</a:t>
            </a:r>
            <a:endParaRPr lang="en-DE" sz="2400" i="1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EA8FCD-7083-4FE6-8A67-3ABBE6D07CEF}"/>
              </a:ext>
            </a:extLst>
          </p:cNvPr>
          <p:cNvSpPr txBox="1"/>
          <p:nvPr/>
        </p:nvSpPr>
        <p:spPr>
          <a:xfrm>
            <a:off x="419099" y="428625"/>
            <a:ext cx="822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25563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D981C543-9155-4A93-98F1-18789C2CFAB8}"/>
              </a:ext>
            </a:extLst>
          </p:cNvPr>
          <p:cNvGrpSpPr/>
          <p:nvPr/>
        </p:nvGrpSpPr>
        <p:grpSpPr>
          <a:xfrm>
            <a:off x="992094" y="897627"/>
            <a:ext cx="6420940" cy="4570328"/>
            <a:chOff x="1903205" y="904945"/>
            <a:chExt cx="6474436" cy="4570328"/>
          </a:xfrm>
        </p:grpSpPr>
        <p:sp>
          <p:nvSpPr>
            <p:cNvPr id="42" name="pl6">
              <a:extLst>
                <a:ext uri="{FF2B5EF4-FFF2-40B4-BE49-F238E27FC236}">
                  <a16:creationId xmlns:a16="http://schemas.microsoft.com/office/drawing/2014/main" id="{E28ED475-E669-4201-BCD7-0EB0EA1EFB21}"/>
                </a:ext>
              </a:extLst>
            </p:cNvPr>
            <p:cNvSpPr/>
            <p:nvPr/>
          </p:nvSpPr>
          <p:spPr>
            <a:xfrm>
              <a:off x="7434795" y="2535941"/>
              <a:ext cx="942846" cy="2939332"/>
            </a:xfrm>
            <a:custGeom>
              <a:avLst/>
              <a:gdLst/>
              <a:ahLst/>
              <a:cxnLst/>
              <a:rect l="0" t="0" r="0" b="0"/>
              <a:pathLst>
                <a:path w="884658" h="2757931">
                  <a:moveTo>
                    <a:pt x="0" y="2253489"/>
                  </a:moveTo>
                  <a:lnTo>
                    <a:pt x="1322" y="2057547"/>
                  </a:lnTo>
                  <a:lnTo>
                    <a:pt x="2644" y="1476921"/>
                  </a:lnTo>
                  <a:lnTo>
                    <a:pt x="3967" y="1250097"/>
                  </a:lnTo>
                  <a:lnTo>
                    <a:pt x="5289" y="2128471"/>
                  </a:lnTo>
                  <a:lnTo>
                    <a:pt x="6611" y="2143147"/>
                  </a:lnTo>
                  <a:lnTo>
                    <a:pt x="7934" y="1755926"/>
                  </a:lnTo>
                  <a:lnTo>
                    <a:pt x="9256" y="1869789"/>
                  </a:lnTo>
                  <a:lnTo>
                    <a:pt x="10578" y="1861278"/>
                  </a:lnTo>
                  <a:lnTo>
                    <a:pt x="11901" y="1766973"/>
                  </a:lnTo>
                  <a:lnTo>
                    <a:pt x="13223" y="1166827"/>
                  </a:lnTo>
                  <a:lnTo>
                    <a:pt x="14545" y="1027739"/>
                  </a:lnTo>
                  <a:lnTo>
                    <a:pt x="15868" y="1181667"/>
                  </a:lnTo>
                  <a:lnTo>
                    <a:pt x="17190" y="1162088"/>
                  </a:lnTo>
                  <a:lnTo>
                    <a:pt x="18513" y="1800456"/>
                  </a:lnTo>
                  <a:lnTo>
                    <a:pt x="19835" y="2173453"/>
                  </a:lnTo>
                  <a:lnTo>
                    <a:pt x="21157" y="1825179"/>
                  </a:lnTo>
                  <a:lnTo>
                    <a:pt x="22480" y="1637562"/>
                  </a:lnTo>
                  <a:lnTo>
                    <a:pt x="23802" y="1727916"/>
                  </a:lnTo>
                  <a:lnTo>
                    <a:pt x="25124" y="1901213"/>
                  </a:lnTo>
                  <a:lnTo>
                    <a:pt x="26447" y="1758626"/>
                  </a:lnTo>
                  <a:lnTo>
                    <a:pt x="27769" y="1903366"/>
                  </a:lnTo>
                  <a:lnTo>
                    <a:pt x="29091" y="2174131"/>
                  </a:lnTo>
                  <a:lnTo>
                    <a:pt x="30414" y="2267022"/>
                  </a:lnTo>
                  <a:lnTo>
                    <a:pt x="31736" y="2114925"/>
                  </a:lnTo>
                  <a:lnTo>
                    <a:pt x="33058" y="2016733"/>
                  </a:lnTo>
                  <a:lnTo>
                    <a:pt x="34381" y="1996538"/>
                  </a:lnTo>
                  <a:lnTo>
                    <a:pt x="35703" y="2114186"/>
                  </a:lnTo>
                  <a:lnTo>
                    <a:pt x="37026" y="2141526"/>
                  </a:lnTo>
                  <a:lnTo>
                    <a:pt x="38348" y="2046506"/>
                  </a:lnTo>
                  <a:lnTo>
                    <a:pt x="39725" y="1870497"/>
                  </a:lnTo>
                  <a:lnTo>
                    <a:pt x="41048" y="2339201"/>
                  </a:lnTo>
                  <a:lnTo>
                    <a:pt x="42370" y="2320073"/>
                  </a:lnTo>
                  <a:lnTo>
                    <a:pt x="43692" y="2129598"/>
                  </a:lnTo>
                  <a:lnTo>
                    <a:pt x="45015" y="1666029"/>
                  </a:lnTo>
                  <a:lnTo>
                    <a:pt x="46337" y="1949888"/>
                  </a:lnTo>
                  <a:lnTo>
                    <a:pt x="47660" y="2448211"/>
                  </a:lnTo>
                  <a:lnTo>
                    <a:pt x="48982" y="2294763"/>
                  </a:lnTo>
                  <a:lnTo>
                    <a:pt x="50304" y="2177788"/>
                  </a:lnTo>
                  <a:lnTo>
                    <a:pt x="51627" y="1984063"/>
                  </a:lnTo>
                  <a:lnTo>
                    <a:pt x="52949" y="1919423"/>
                  </a:lnTo>
                  <a:lnTo>
                    <a:pt x="54271" y="1992306"/>
                  </a:lnTo>
                  <a:lnTo>
                    <a:pt x="55594" y="1765965"/>
                  </a:lnTo>
                  <a:lnTo>
                    <a:pt x="56916" y="1872579"/>
                  </a:lnTo>
                  <a:lnTo>
                    <a:pt x="58238" y="1774911"/>
                  </a:lnTo>
                  <a:lnTo>
                    <a:pt x="59561" y="1673691"/>
                  </a:lnTo>
                  <a:lnTo>
                    <a:pt x="60883" y="1879494"/>
                  </a:lnTo>
                  <a:lnTo>
                    <a:pt x="62205" y="2148681"/>
                  </a:lnTo>
                  <a:lnTo>
                    <a:pt x="63528" y="1712083"/>
                  </a:lnTo>
                  <a:lnTo>
                    <a:pt x="64850" y="1542766"/>
                  </a:lnTo>
                  <a:lnTo>
                    <a:pt x="66173" y="1471190"/>
                  </a:lnTo>
                  <a:lnTo>
                    <a:pt x="67495" y="1203987"/>
                  </a:lnTo>
                  <a:lnTo>
                    <a:pt x="68817" y="1510495"/>
                  </a:lnTo>
                  <a:lnTo>
                    <a:pt x="70140" y="1669446"/>
                  </a:lnTo>
                  <a:lnTo>
                    <a:pt x="71462" y="1304376"/>
                  </a:lnTo>
                  <a:lnTo>
                    <a:pt x="72784" y="1178777"/>
                  </a:lnTo>
                  <a:lnTo>
                    <a:pt x="74107" y="1293875"/>
                  </a:lnTo>
                  <a:lnTo>
                    <a:pt x="75429" y="1861741"/>
                  </a:lnTo>
                  <a:lnTo>
                    <a:pt x="76751" y="971883"/>
                  </a:lnTo>
                  <a:lnTo>
                    <a:pt x="78074" y="480848"/>
                  </a:lnTo>
                  <a:lnTo>
                    <a:pt x="79396" y="345458"/>
                  </a:lnTo>
                  <a:lnTo>
                    <a:pt x="80719" y="341451"/>
                  </a:lnTo>
                  <a:lnTo>
                    <a:pt x="82041" y="679953"/>
                  </a:lnTo>
                  <a:lnTo>
                    <a:pt x="83363" y="1031516"/>
                  </a:lnTo>
                  <a:lnTo>
                    <a:pt x="84686" y="1113853"/>
                  </a:lnTo>
                  <a:lnTo>
                    <a:pt x="86008" y="667325"/>
                  </a:lnTo>
                  <a:lnTo>
                    <a:pt x="87330" y="390003"/>
                  </a:lnTo>
                  <a:lnTo>
                    <a:pt x="88653" y="768187"/>
                  </a:lnTo>
                  <a:lnTo>
                    <a:pt x="89975" y="383354"/>
                  </a:lnTo>
                  <a:lnTo>
                    <a:pt x="91297" y="239034"/>
                  </a:lnTo>
                  <a:lnTo>
                    <a:pt x="92620" y="585185"/>
                  </a:lnTo>
                  <a:lnTo>
                    <a:pt x="93942" y="756281"/>
                  </a:lnTo>
                  <a:lnTo>
                    <a:pt x="95264" y="98539"/>
                  </a:lnTo>
                  <a:lnTo>
                    <a:pt x="96587" y="33830"/>
                  </a:lnTo>
                  <a:lnTo>
                    <a:pt x="97909" y="37517"/>
                  </a:lnTo>
                  <a:lnTo>
                    <a:pt x="99232" y="325447"/>
                  </a:lnTo>
                  <a:lnTo>
                    <a:pt x="100554" y="237367"/>
                  </a:lnTo>
                  <a:lnTo>
                    <a:pt x="101876" y="1111004"/>
                  </a:lnTo>
                  <a:lnTo>
                    <a:pt x="103199" y="1597151"/>
                  </a:lnTo>
                  <a:lnTo>
                    <a:pt x="104521" y="1583846"/>
                  </a:lnTo>
                  <a:lnTo>
                    <a:pt x="105843" y="1621320"/>
                  </a:lnTo>
                  <a:lnTo>
                    <a:pt x="107166" y="1444691"/>
                  </a:lnTo>
                  <a:lnTo>
                    <a:pt x="108488" y="1579491"/>
                  </a:lnTo>
                  <a:lnTo>
                    <a:pt x="109810" y="1620909"/>
                  </a:lnTo>
                  <a:lnTo>
                    <a:pt x="111133" y="2075218"/>
                  </a:lnTo>
                  <a:lnTo>
                    <a:pt x="112455" y="2111155"/>
                  </a:lnTo>
                  <a:lnTo>
                    <a:pt x="113778" y="2513030"/>
                  </a:lnTo>
                  <a:lnTo>
                    <a:pt x="115100" y="2198781"/>
                  </a:lnTo>
                  <a:lnTo>
                    <a:pt x="116422" y="2480105"/>
                  </a:lnTo>
                  <a:lnTo>
                    <a:pt x="117745" y="2641102"/>
                  </a:lnTo>
                  <a:lnTo>
                    <a:pt x="119067" y="2668132"/>
                  </a:lnTo>
                  <a:lnTo>
                    <a:pt x="120389" y="2757931"/>
                  </a:lnTo>
                  <a:lnTo>
                    <a:pt x="121712" y="2520809"/>
                  </a:lnTo>
                  <a:lnTo>
                    <a:pt x="123034" y="2001854"/>
                  </a:lnTo>
                  <a:lnTo>
                    <a:pt x="124356" y="1866004"/>
                  </a:lnTo>
                  <a:lnTo>
                    <a:pt x="125679" y="2400044"/>
                  </a:lnTo>
                  <a:lnTo>
                    <a:pt x="127001" y="2102292"/>
                  </a:lnTo>
                  <a:lnTo>
                    <a:pt x="128323" y="2040807"/>
                  </a:lnTo>
                  <a:lnTo>
                    <a:pt x="129646" y="2216735"/>
                  </a:lnTo>
                  <a:lnTo>
                    <a:pt x="130968" y="2338669"/>
                  </a:lnTo>
                  <a:lnTo>
                    <a:pt x="132291" y="1968272"/>
                  </a:lnTo>
                  <a:lnTo>
                    <a:pt x="133613" y="2006087"/>
                  </a:lnTo>
                  <a:lnTo>
                    <a:pt x="134935" y="2245753"/>
                  </a:lnTo>
                  <a:lnTo>
                    <a:pt x="136258" y="2327614"/>
                  </a:lnTo>
                  <a:lnTo>
                    <a:pt x="137580" y="2352783"/>
                  </a:lnTo>
                  <a:lnTo>
                    <a:pt x="138902" y="2581698"/>
                  </a:lnTo>
                  <a:lnTo>
                    <a:pt x="140225" y="2704970"/>
                  </a:lnTo>
                  <a:lnTo>
                    <a:pt x="141547" y="1971604"/>
                  </a:lnTo>
                  <a:lnTo>
                    <a:pt x="142869" y="1942034"/>
                  </a:lnTo>
                  <a:lnTo>
                    <a:pt x="144192" y="1879496"/>
                  </a:lnTo>
                  <a:lnTo>
                    <a:pt x="145514" y="1852138"/>
                  </a:lnTo>
                  <a:lnTo>
                    <a:pt x="146837" y="1653003"/>
                  </a:lnTo>
                  <a:lnTo>
                    <a:pt x="148159" y="1875596"/>
                  </a:lnTo>
                  <a:lnTo>
                    <a:pt x="149481" y="1834112"/>
                  </a:lnTo>
                  <a:lnTo>
                    <a:pt x="150804" y="1517520"/>
                  </a:lnTo>
                  <a:lnTo>
                    <a:pt x="152126" y="1517773"/>
                  </a:lnTo>
                  <a:lnTo>
                    <a:pt x="153448" y="1646359"/>
                  </a:lnTo>
                  <a:lnTo>
                    <a:pt x="154771" y="1732734"/>
                  </a:lnTo>
                  <a:lnTo>
                    <a:pt x="156093" y="1726028"/>
                  </a:lnTo>
                  <a:lnTo>
                    <a:pt x="157415" y="1873711"/>
                  </a:lnTo>
                  <a:lnTo>
                    <a:pt x="158738" y="2003279"/>
                  </a:lnTo>
                  <a:lnTo>
                    <a:pt x="160060" y="2306312"/>
                  </a:lnTo>
                  <a:lnTo>
                    <a:pt x="161382" y="2041738"/>
                  </a:lnTo>
                  <a:lnTo>
                    <a:pt x="162705" y="2190533"/>
                  </a:lnTo>
                  <a:lnTo>
                    <a:pt x="164027" y="1926200"/>
                  </a:lnTo>
                  <a:lnTo>
                    <a:pt x="165350" y="2132025"/>
                  </a:lnTo>
                  <a:lnTo>
                    <a:pt x="166672" y="1865656"/>
                  </a:lnTo>
                  <a:lnTo>
                    <a:pt x="167994" y="1955537"/>
                  </a:lnTo>
                  <a:lnTo>
                    <a:pt x="169317" y="1700238"/>
                  </a:lnTo>
                  <a:lnTo>
                    <a:pt x="170639" y="1700489"/>
                  </a:lnTo>
                  <a:lnTo>
                    <a:pt x="171961" y="1828258"/>
                  </a:lnTo>
                  <a:lnTo>
                    <a:pt x="173284" y="1948307"/>
                  </a:lnTo>
                  <a:lnTo>
                    <a:pt x="174606" y="1988948"/>
                  </a:lnTo>
                  <a:lnTo>
                    <a:pt x="175928" y="2109580"/>
                  </a:lnTo>
                  <a:lnTo>
                    <a:pt x="177251" y="1925205"/>
                  </a:lnTo>
                  <a:lnTo>
                    <a:pt x="178573" y="1758342"/>
                  </a:lnTo>
                  <a:lnTo>
                    <a:pt x="179896" y="1813600"/>
                  </a:lnTo>
                  <a:lnTo>
                    <a:pt x="181218" y="1880938"/>
                  </a:lnTo>
                  <a:lnTo>
                    <a:pt x="182540" y="1922612"/>
                  </a:lnTo>
                  <a:lnTo>
                    <a:pt x="183863" y="2263746"/>
                  </a:lnTo>
                  <a:lnTo>
                    <a:pt x="185185" y="2180744"/>
                  </a:lnTo>
                  <a:lnTo>
                    <a:pt x="186507" y="2061792"/>
                  </a:lnTo>
                  <a:lnTo>
                    <a:pt x="187830" y="2384851"/>
                  </a:lnTo>
                  <a:lnTo>
                    <a:pt x="189152" y="2010288"/>
                  </a:lnTo>
                  <a:lnTo>
                    <a:pt x="190474" y="1849474"/>
                  </a:lnTo>
                  <a:lnTo>
                    <a:pt x="191797" y="1864986"/>
                  </a:lnTo>
                  <a:lnTo>
                    <a:pt x="193119" y="2035718"/>
                  </a:lnTo>
                  <a:lnTo>
                    <a:pt x="194441" y="2213779"/>
                  </a:lnTo>
                  <a:lnTo>
                    <a:pt x="195764" y="2087766"/>
                  </a:lnTo>
                  <a:lnTo>
                    <a:pt x="197086" y="1827215"/>
                  </a:lnTo>
                  <a:lnTo>
                    <a:pt x="198409" y="1853174"/>
                  </a:lnTo>
                  <a:lnTo>
                    <a:pt x="199731" y="1884332"/>
                  </a:lnTo>
                  <a:lnTo>
                    <a:pt x="201053" y="1876118"/>
                  </a:lnTo>
                  <a:lnTo>
                    <a:pt x="202376" y="1922412"/>
                  </a:lnTo>
                  <a:lnTo>
                    <a:pt x="203698" y="2102192"/>
                  </a:lnTo>
                  <a:lnTo>
                    <a:pt x="205020" y="2014334"/>
                  </a:lnTo>
                  <a:lnTo>
                    <a:pt x="206343" y="1837045"/>
                  </a:lnTo>
                  <a:lnTo>
                    <a:pt x="207665" y="2105898"/>
                  </a:lnTo>
                  <a:lnTo>
                    <a:pt x="208987" y="1909360"/>
                  </a:lnTo>
                  <a:lnTo>
                    <a:pt x="210310" y="1981115"/>
                  </a:lnTo>
                  <a:lnTo>
                    <a:pt x="211632" y="2052220"/>
                  </a:lnTo>
                  <a:lnTo>
                    <a:pt x="212954" y="2156611"/>
                  </a:lnTo>
                  <a:lnTo>
                    <a:pt x="214277" y="2175468"/>
                  </a:lnTo>
                  <a:lnTo>
                    <a:pt x="215599" y="2513121"/>
                  </a:lnTo>
                  <a:lnTo>
                    <a:pt x="216922" y="2323093"/>
                  </a:lnTo>
                  <a:lnTo>
                    <a:pt x="218244" y="1977890"/>
                  </a:lnTo>
                  <a:lnTo>
                    <a:pt x="219566" y="2113835"/>
                  </a:lnTo>
                  <a:lnTo>
                    <a:pt x="220889" y="2195016"/>
                  </a:lnTo>
                  <a:lnTo>
                    <a:pt x="222211" y="2090741"/>
                  </a:lnTo>
                  <a:lnTo>
                    <a:pt x="223533" y="2074448"/>
                  </a:lnTo>
                  <a:lnTo>
                    <a:pt x="224856" y="1993551"/>
                  </a:lnTo>
                  <a:lnTo>
                    <a:pt x="226178" y="2055665"/>
                  </a:lnTo>
                  <a:lnTo>
                    <a:pt x="227500" y="2269707"/>
                  </a:lnTo>
                  <a:lnTo>
                    <a:pt x="228823" y="2303269"/>
                  </a:lnTo>
                  <a:lnTo>
                    <a:pt x="230145" y="2435800"/>
                  </a:lnTo>
                  <a:lnTo>
                    <a:pt x="231468" y="2628527"/>
                  </a:lnTo>
                  <a:lnTo>
                    <a:pt x="232790" y="2328344"/>
                  </a:lnTo>
                  <a:lnTo>
                    <a:pt x="234057" y="2195195"/>
                  </a:lnTo>
                  <a:lnTo>
                    <a:pt x="235380" y="2067334"/>
                  </a:lnTo>
                  <a:lnTo>
                    <a:pt x="236702" y="2046540"/>
                  </a:lnTo>
                  <a:lnTo>
                    <a:pt x="238024" y="2261956"/>
                  </a:lnTo>
                  <a:lnTo>
                    <a:pt x="239347" y="2162818"/>
                  </a:lnTo>
                  <a:lnTo>
                    <a:pt x="240669" y="2419536"/>
                  </a:lnTo>
                  <a:lnTo>
                    <a:pt x="241991" y="2348556"/>
                  </a:lnTo>
                  <a:lnTo>
                    <a:pt x="243314" y="2057227"/>
                  </a:lnTo>
                  <a:lnTo>
                    <a:pt x="244636" y="1951223"/>
                  </a:lnTo>
                  <a:lnTo>
                    <a:pt x="245958" y="1896586"/>
                  </a:lnTo>
                  <a:lnTo>
                    <a:pt x="247281" y="1999003"/>
                  </a:lnTo>
                  <a:lnTo>
                    <a:pt x="248603" y="2095080"/>
                  </a:lnTo>
                  <a:lnTo>
                    <a:pt x="249925" y="2044362"/>
                  </a:lnTo>
                  <a:lnTo>
                    <a:pt x="251248" y="2117070"/>
                  </a:lnTo>
                  <a:lnTo>
                    <a:pt x="252570" y="2444868"/>
                  </a:lnTo>
                  <a:lnTo>
                    <a:pt x="253893" y="2340985"/>
                  </a:lnTo>
                  <a:lnTo>
                    <a:pt x="255215" y="2100837"/>
                  </a:lnTo>
                  <a:lnTo>
                    <a:pt x="256537" y="2096410"/>
                  </a:lnTo>
                  <a:lnTo>
                    <a:pt x="257860" y="1971315"/>
                  </a:lnTo>
                  <a:lnTo>
                    <a:pt x="259182" y="2106332"/>
                  </a:lnTo>
                  <a:lnTo>
                    <a:pt x="260504" y="2086063"/>
                  </a:lnTo>
                  <a:lnTo>
                    <a:pt x="261827" y="1999302"/>
                  </a:lnTo>
                  <a:lnTo>
                    <a:pt x="263149" y="2097566"/>
                  </a:lnTo>
                  <a:lnTo>
                    <a:pt x="264471" y="2224671"/>
                  </a:lnTo>
                  <a:lnTo>
                    <a:pt x="265794" y="2076202"/>
                  </a:lnTo>
                  <a:lnTo>
                    <a:pt x="267116" y="2212646"/>
                  </a:lnTo>
                  <a:lnTo>
                    <a:pt x="268438" y="2243382"/>
                  </a:lnTo>
                  <a:lnTo>
                    <a:pt x="269761" y="2235196"/>
                  </a:lnTo>
                  <a:lnTo>
                    <a:pt x="271083" y="2119796"/>
                  </a:lnTo>
                  <a:lnTo>
                    <a:pt x="272406" y="2141935"/>
                  </a:lnTo>
                  <a:lnTo>
                    <a:pt x="273728" y="2082250"/>
                  </a:lnTo>
                  <a:lnTo>
                    <a:pt x="275050" y="2073873"/>
                  </a:lnTo>
                  <a:lnTo>
                    <a:pt x="276373" y="2111204"/>
                  </a:lnTo>
                  <a:lnTo>
                    <a:pt x="277695" y="2144083"/>
                  </a:lnTo>
                  <a:lnTo>
                    <a:pt x="279017" y="2279614"/>
                  </a:lnTo>
                  <a:lnTo>
                    <a:pt x="280340" y="2224466"/>
                  </a:lnTo>
                  <a:lnTo>
                    <a:pt x="281662" y="2110603"/>
                  </a:lnTo>
                  <a:lnTo>
                    <a:pt x="282984" y="2100185"/>
                  </a:lnTo>
                  <a:lnTo>
                    <a:pt x="284307" y="2163396"/>
                  </a:lnTo>
                  <a:lnTo>
                    <a:pt x="285629" y="2172292"/>
                  </a:lnTo>
                  <a:lnTo>
                    <a:pt x="286952" y="2212342"/>
                  </a:lnTo>
                  <a:lnTo>
                    <a:pt x="288274" y="2291655"/>
                  </a:lnTo>
                  <a:lnTo>
                    <a:pt x="289596" y="2170313"/>
                  </a:lnTo>
                  <a:lnTo>
                    <a:pt x="290919" y="2180959"/>
                  </a:lnTo>
                  <a:lnTo>
                    <a:pt x="292241" y="2099602"/>
                  </a:lnTo>
                  <a:lnTo>
                    <a:pt x="293563" y="2049018"/>
                  </a:lnTo>
                  <a:lnTo>
                    <a:pt x="294886" y="2144942"/>
                  </a:lnTo>
                  <a:lnTo>
                    <a:pt x="296208" y="2280905"/>
                  </a:lnTo>
                  <a:lnTo>
                    <a:pt x="297530" y="2319883"/>
                  </a:lnTo>
                  <a:lnTo>
                    <a:pt x="298853" y="2063104"/>
                  </a:lnTo>
                  <a:lnTo>
                    <a:pt x="300175" y="2275123"/>
                  </a:lnTo>
                  <a:lnTo>
                    <a:pt x="301497" y="2279491"/>
                  </a:lnTo>
                  <a:lnTo>
                    <a:pt x="302820" y="2229468"/>
                  </a:lnTo>
                  <a:lnTo>
                    <a:pt x="304142" y="2226090"/>
                  </a:lnTo>
                  <a:lnTo>
                    <a:pt x="305465" y="2416193"/>
                  </a:lnTo>
                  <a:lnTo>
                    <a:pt x="306787" y="2480943"/>
                  </a:lnTo>
                  <a:lnTo>
                    <a:pt x="308109" y="2164429"/>
                  </a:lnTo>
                  <a:lnTo>
                    <a:pt x="309432" y="2315078"/>
                  </a:lnTo>
                  <a:lnTo>
                    <a:pt x="310754" y="2134097"/>
                  </a:lnTo>
                  <a:lnTo>
                    <a:pt x="312076" y="2260672"/>
                  </a:lnTo>
                  <a:lnTo>
                    <a:pt x="313399" y="2313596"/>
                  </a:lnTo>
                  <a:lnTo>
                    <a:pt x="314721" y="2319741"/>
                  </a:lnTo>
                  <a:lnTo>
                    <a:pt x="316043" y="2318336"/>
                  </a:lnTo>
                  <a:lnTo>
                    <a:pt x="317366" y="2392211"/>
                  </a:lnTo>
                  <a:lnTo>
                    <a:pt x="318688" y="2223302"/>
                  </a:lnTo>
                  <a:lnTo>
                    <a:pt x="320011" y="2254251"/>
                  </a:lnTo>
                  <a:lnTo>
                    <a:pt x="321333" y="2314372"/>
                  </a:lnTo>
                  <a:lnTo>
                    <a:pt x="322655" y="2264559"/>
                  </a:lnTo>
                  <a:lnTo>
                    <a:pt x="323978" y="2344090"/>
                  </a:lnTo>
                  <a:lnTo>
                    <a:pt x="325300" y="2329698"/>
                  </a:lnTo>
                  <a:lnTo>
                    <a:pt x="326622" y="2204778"/>
                  </a:lnTo>
                  <a:lnTo>
                    <a:pt x="327945" y="2159470"/>
                  </a:lnTo>
                  <a:lnTo>
                    <a:pt x="329267" y="2142336"/>
                  </a:lnTo>
                  <a:lnTo>
                    <a:pt x="330589" y="2243070"/>
                  </a:lnTo>
                  <a:lnTo>
                    <a:pt x="331912" y="2229778"/>
                  </a:lnTo>
                  <a:lnTo>
                    <a:pt x="333234" y="2361979"/>
                  </a:lnTo>
                  <a:lnTo>
                    <a:pt x="334556" y="2393487"/>
                  </a:lnTo>
                  <a:lnTo>
                    <a:pt x="335879" y="2170152"/>
                  </a:lnTo>
                  <a:lnTo>
                    <a:pt x="337201" y="2209258"/>
                  </a:lnTo>
                  <a:lnTo>
                    <a:pt x="338524" y="2130008"/>
                  </a:lnTo>
                  <a:lnTo>
                    <a:pt x="339846" y="2023407"/>
                  </a:lnTo>
                  <a:lnTo>
                    <a:pt x="341168" y="1979146"/>
                  </a:lnTo>
                  <a:lnTo>
                    <a:pt x="342491" y="2120195"/>
                  </a:lnTo>
                  <a:lnTo>
                    <a:pt x="343813" y="2190861"/>
                  </a:lnTo>
                  <a:lnTo>
                    <a:pt x="345135" y="2043878"/>
                  </a:lnTo>
                  <a:lnTo>
                    <a:pt x="346458" y="2018257"/>
                  </a:lnTo>
                  <a:lnTo>
                    <a:pt x="347780" y="2004008"/>
                  </a:lnTo>
                  <a:lnTo>
                    <a:pt x="349102" y="1990247"/>
                  </a:lnTo>
                  <a:lnTo>
                    <a:pt x="350425" y="2108731"/>
                  </a:lnTo>
                  <a:lnTo>
                    <a:pt x="351747" y="2259647"/>
                  </a:lnTo>
                  <a:lnTo>
                    <a:pt x="353070" y="2205800"/>
                  </a:lnTo>
                  <a:lnTo>
                    <a:pt x="354392" y="2163457"/>
                  </a:lnTo>
                  <a:lnTo>
                    <a:pt x="355714" y="2136104"/>
                  </a:lnTo>
                  <a:lnTo>
                    <a:pt x="357037" y="2071234"/>
                  </a:lnTo>
                  <a:lnTo>
                    <a:pt x="358359" y="2037078"/>
                  </a:lnTo>
                  <a:lnTo>
                    <a:pt x="359681" y="2086511"/>
                  </a:lnTo>
                  <a:lnTo>
                    <a:pt x="361004" y="2354179"/>
                  </a:lnTo>
                  <a:lnTo>
                    <a:pt x="362326" y="2485503"/>
                  </a:lnTo>
                  <a:lnTo>
                    <a:pt x="363648" y="2320666"/>
                  </a:lnTo>
                  <a:lnTo>
                    <a:pt x="364971" y="2239355"/>
                  </a:lnTo>
                  <a:lnTo>
                    <a:pt x="366293" y="2239614"/>
                  </a:lnTo>
                  <a:lnTo>
                    <a:pt x="367615" y="2103831"/>
                  </a:lnTo>
                  <a:lnTo>
                    <a:pt x="368938" y="2129834"/>
                  </a:lnTo>
                  <a:lnTo>
                    <a:pt x="370260" y="2257348"/>
                  </a:lnTo>
                  <a:lnTo>
                    <a:pt x="371583" y="2213523"/>
                  </a:lnTo>
                  <a:lnTo>
                    <a:pt x="372905" y="2062209"/>
                  </a:lnTo>
                  <a:lnTo>
                    <a:pt x="374227" y="2111483"/>
                  </a:lnTo>
                  <a:lnTo>
                    <a:pt x="375550" y="2224722"/>
                  </a:lnTo>
                  <a:lnTo>
                    <a:pt x="376872" y="2162104"/>
                  </a:lnTo>
                  <a:lnTo>
                    <a:pt x="378194" y="2166664"/>
                  </a:lnTo>
                  <a:lnTo>
                    <a:pt x="379517" y="2503038"/>
                  </a:lnTo>
                  <a:lnTo>
                    <a:pt x="380839" y="2370926"/>
                  </a:lnTo>
                  <a:lnTo>
                    <a:pt x="382161" y="2237163"/>
                  </a:lnTo>
                  <a:lnTo>
                    <a:pt x="383484" y="2108373"/>
                  </a:lnTo>
                  <a:lnTo>
                    <a:pt x="384806" y="2164516"/>
                  </a:lnTo>
                  <a:lnTo>
                    <a:pt x="386128" y="2169477"/>
                  </a:lnTo>
                  <a:lnTo>
                    <a:pt x="387451" y="2121044"/>
                  </a:lnTo>
                  <a:lnTo>
                    <a:pt x="388773" y="2290843"/>
                  </a:lnTo>
                  <a:lnTo>
                    <a:pt x="390096" y="2465269"/>
                  </a:lnTo>
                  <a:lnTo>
                    <a:pt x="391418" y="2206171"/>
                  </a:lnTo>
                  <a:lnTo>
                    <a:pt x="392740" y="2122551"/>
                  </a:lnTo>
                  <a:lnTo>
                    <a:pt x="394063" y="2177236"/>
                  </a:lnTo>
                  <a:lnTo>
                    <a:pt x="395385" y="2185419"/>
                  </a:lnTo>
                  <a:lnTo>
                    <a:pt x="396707" y="2173095"/>
                  </a:lnTo>
                  <a:lnTo>
                    <a:pt x="398030" y="2291203"/>
                  </a:lnTo>
                  <a:lnTo>
                    <a:pt x="399352" y="2404454"/>
                  </a:lnTo>
                  <a:lnTo>
                    <a:pt x="400674" y="2326225"/>
                  </a:lnTo>
                  <a:lnTo>
                    <a:pt x="401997" y="2274310"/>
                  </a:lnTo>
                  <a:lnTo>
                    <a:pt x="403319" y="2342682"/>
                  </a:lnTo>
                  <a:lnTo>
                    <a:pt x="404642" y="2483066"/>
                  </a:lnTo>
                  <a:lnTo>
                    <a:pt x="405964" y="2156675"/>
                  </a:lnTo>
                  <a:lnTo>
                    <a:pt x="407286" y="2207539"/>
                  </a:lnTo>
                  <a:lnTo>
                    <a:pt x="408609" y="2406378"/>
                  </a:lnTo>
                  <a:lnTo>
                    <a:pt x="409931" y="2586338"/>
                  </a:lnTo>
                  <a:lnTo>
                    <a:pt x="411253" y="2436680"/>
                  </a:lnTo>
                  <a:lnTo>
                    <a:pt x="412576" y="2219559"/>
                  </a:lnTo>
                  <a:lnTo>
                    <a:pt x="413898" y="2134716"/>
                  </a:lnTo>
                  <a:lnTo>
                    <a:pt x="415220" y="2145323"/>
                  </a:lnTo>
                  <a:lnTo>
                    <a:pt x="416543" y="2269970"/>
                  </a:lnTo>
                  <a:lnTo>
                    <a:pt x="417865" y="2361580"/>
                  </a:lnTo>
                  <a:lnTo>
                    <a:pt x="419187" y="2127356"/>
                  </a:lnTo>
                  <a:lnTo>
                    <a:pt x="420510" y="2187595"/>
                  </a:lnTo>
                  <a:lnTo>
                    <a:pt x="421832" y="2081721"/>
                  </a:lnTo>
                  <a:lnTo>
                    <a:pt x="423155" y="2078312"/>
                  </a:lnTo>
                  <a:lnTo>
                    <a:pt x="424477" y="2092873"/>
                  </a:lnTo>
                  <a:lnTo>
                    <a:pt x="425799" y="2241388"/>
                  </a:lnTo>
                  <a:lnTo>
                    <a:pt x="427122" y="2208675"/>
                  </a:lnTo>
                  <a:lnTo>
                    <a:pt x="428444" y="2018505"/>
                  </a:lnTo>
                  <a:lnTo>
                    <a:pt x="429766" y="2005954"/>
                  </a:lnTo>
                  <a:lnTo>
                    <a:pt x="431089" y="1862334"/>
                  </a:lnTo>
                  <a:lnTo>
                    <a:pt x="432411" y="1859920"/>
                  </a:lnTo>
                  <a:lnTo>
                    <a:pt x="433733" y="2048249"/>
                  </a:lnTo>
                  <a:lnTo>
                    <a:pt x="435056" y="2169436"/>
                  </a:lnTo>
                  <a:lnTo>
                    <a:pt x="436378" y="2136393"/>
                  </a:lnTo>
                  <a:lnTo>
                    <a:pt x="437701" y="2033450"/>
                  </a:lnTo>
                  <a:lnTo>
                    <a:pt x="439023" y="2007478"/>
                  </a:lnTo>
                  <a:lnTo>
                    <a:pt x="440345" y="2056432"/>
                  </a:lnTo>
                  <a:lnTo>
                    <a:pt x="441668" y="2121679"/>
                  </a:lnTo>
                  <a:lnTo>
                    <a:pt x="442990" y="2095441"/>
                  </a:lnTo>
                  <a:lnTo>
                    <a:pt x="444312" y="2177918"/>
                  </a:lnTo>
                  <a:lnTo>
                    <a:pt x="445635" y="2254550"/>
                  </a:lnTo>
                  <a:lnTo>
                    <a:pt x="446957" y="2096216"/>
                  </a:lnTo>
                  <a:lnTo>
                    <a:pt x="448279" y="2126310"/>
                  </a:lnTo>
                  <a:lnTo>
                    <a:pt x="449602" y="2113569"/>
                  </a:lnTo>
                  <a:lnTo>
                    <a:pt x="450924" y="2141999"/>
                  </a:lnTo>
                  <a:lnTo>
                    <a:pt x="452246" y="2097556"/>
                  </a:lnTo>
                  <a:lnTo>
                    <a:pt x="453569" y="2200139"/>
                  </a:lnTo>
                  <a:lnTo>
                    <a:pt x="454891" y="2215522"/>
                  </a:lnTo>
                  <a:lnTo>
                    <a:pt x="456214" y="1823591"/>
                  </a:lnTo>
                  <a:lnTo>
                    <a:pt x="457536" y="1955000"/>
                  </a:lnTo>
                  <a:lnTo>
                    <a:pt x="458858" y="2087063"/>
                  </a:lnTo>
                  <a:lnTo>
                    <a:pt x="460181" y="2022443"/>
                  </a:lnTo>
                  <a:lnTo>
                    <a:pt x="461503" y="2097809"/>
                  </a:lnTo>
                  <a:lnTo>
                    <a:pt x="462825" y="2177507"/>
                  </a:lnTo>
                  <a:lnTo>
                    <a:pt x="464148" y="2224059"/>
                  </a:lnTo>
                  <a:lnTo>
                    <a:pt x="465470" y="2176880"/>
                  </a:lnTo>
                  <a:lnTo>
                    <a:pt x="466792" y="2359205"/>
                  </a:lnTo>
                  <a:lnTo>
                    <a:pt x="468115" y="2300454"/>
                  </a:lnTo>
                  <a:lnTo>
                    <a:pt x="469437" y="2129284"/>
                  </a:lnTo>
                  <a:lnTo>
                    <a:pt x="470760" y="2123632"/>
                  </a:lnTo>
                  <a:lnTo>
                    <a:pt x="472082" y="2150998"/>
                  </a:lnTo>
                  <a:lnTo>
                    <a:pt x="473404" y="2253322"/>
                  </a:lnTo>
                  <a:lnTo>
                    <a:pt x="474727" y="2112429"/>
                  </a:lnTo>
                  <a:lnTo>
                    <a:pt x="476049" y="1971505"/>
                  </a:lnTo>
                  <a:lnTo>
                    <a:pt x="477371" y="1997796"/>
                  </a:lnTo>
                  <a:lnTo>
                    <a:pt x="478694" y="2071211"/>
                  </a:lnTo>
                  <a:lnTo>
                    <a:pt x="480016" y="2115679"/>
                  </a:lnTo>
                  <a:lnTo>
                    <a:pt x="481338" y="2200200"/>
                  </a:lnTo>
                  <a:lnTo>
                    <a:pt x="482661" y="2241652"/>
                  </a:lnTo>
                  <a:lnTo>
                    <a:pt x="483983" y="2036651"/>
                  </a:lnTo>
                  <a:lnTo>
                    <a:pt x="485305" y="2550145"/>
                  </a:lnTo>
                  <a:lnTo>
                    <a:pt x="486628" y="2335291"/>
                  </a:lnTo>
                  <a:lnTo>
                    <a:pt x="487950" y="2138173"/>
                  </a:lnTo>
                  <a:lnTo>
                    <a:pt x="489273" y="2322346"/>
                  </a:lnTo>
                  <a:lnTo>
                    <a:pt x="490595" y="2485892"/>
                  </a:lnTo>
                  <a:lnTo>
                    <a:pt x="491917" y="2205481"/>
                  </a:lnTo>
                  <a:lnTo>
                    <a:pt x="493240" y="2049783"/>
                  </a:lnTo>
                  <a:lnTo>
                    <a:pt x="494562" y="2072034"/>
                  </a:lnTo>
                  <a:lnTo>
                    <a:pt x="495884" y="2342350"/>
                  </a:lnTo>
                  <a:lnTo>
                    <a:pt x="497207" y="2008672"/>
                  </a:lnTo>
                  <a:lnTo>
                    <a:pt x="498529" y="2323485"/>
                  </a:lnTo>
                  <a:lnTo>
                    <a:pt x="499851" y="2398754"/>
                  </a:lnTo>
                  <a:lnTo>
                    <a:pt x="501174" y="2469073"/>
                  </a:lnTo>
                  <a:lnTo>
                    <a:pt x="502496" y="1941224"/>
                  </a:lnTo>
                  <a:lnTo>
                    <a:pt x="503819" y="1963163"/>
                  </a:lnTo>
                  <a:lnTo>
                    <a:pt x="505141" y="2157596"/>
                  </a:lnTo>
                  <a:lnTo>
                    <a:pt x="506463" y="2188503"/>
                  </a:lnTo>
                  <a:lnTo>
                    <a:pt x="507786" y="2226384"/>
                  </a:lnTo>
                  <a:lnTo>
                    <a:pt x="509108" y="2428412"/>
                  </a:lnTo>
                  <a:lnTo>
                    <a:pt x="510430" y="2369318"/>
                  </a:lnTo>
                  <a:lnTo>
                    <a:pt x="511753" y="1994464"/>
                  </a:lnTo>
                  <a:lnTo>
                    <a:pt x="513075" y="2037662"/>
                  </a:lnTo>
                  <a:lnTo>
                    <a:pt x="514397" y="1998873"/>
                  </a:lnTo>
                  <a:lnTo>
                    <a:pt x="515720" y="2017042"/>
                  </a:lnTo>
                  <a:lnTo>
                    <a:pt x="517042" y="2035426"/>
                  </a:lnTo>
                  <a:lnTo>
                    <a:pt x="518364" y="2250141"/>
                  </a:lnTo>
                  <a:lnTo>
                    <a:pt x="519687" y="2540303"/>
                  </a:lnTo>
                  <a:lnTo>
                    <a:pt x="521064" y="2191710"/>
                  </a:lnTo>
                  <a:lnTo>
                    <a:pt x="522387" y="2117669"/>
                  </a:lnTo>
                  <a:lnTo>
                    <a:pt x="523709" y="2375821"/>
                  </a:lnTo>
                  <a:lnTo>
                    <a:pt x="525031" y="2394935"/>
                  </a:lnTo>
                  <a:lnTo>
                    <a:pt x="526354" y="2414582"/>
                  </a:lnTo>
                  <a:lnTo>
                    <a:pt x="527676" y="2609491"/>
                  </a:lnTo>
                  <a:lnTo>
                    <a:pt x="528998" y="2578218"/>
                  </a:lnTo>
                  <a:lnTo>
                    <a:pt x="530321" y="2319643"/>
                  </a:lnTo>
                  <a:lnTo>
                    <a:pt x="531643" y="2149609"/>
                  </a:lnTo>
                  <a:lnTo>
                    <a:pt x="532966" y="2211120"/>
                  </a:lnTo>
                  <a:lnTo>
                    <a:pt x="534288" y="2165124"/>
                  </a:lnTo>
                  <a:lnTo>
                    <a:pt x="535610" y="2184575"/>
                  </a:lnTo>
                  <a:lnTo>
                    <a:pt x="536933" y="2167730"/>
                  </a:lnTo>
                  <a:lnTo>
                    <a:pt x="538255" y="2160373"/>
                  </a:lnTo>
                  <a:lnTo>
                    <a:pt x="539577" y="2179386"/>
                  </a:lnTo>
                  <a:lnTo>
                    <a:pt x="540900" y="2302270"/>
                  </a:lnTo>
                  <a:lnTo>
                    <a:pt x="542222" y="2133271"/>
                  </a:lnTo>
                  <a:lnTo>
                    <a:pt x="543544" y="2039820"/>
                  </a:lnTo>
                  <a:lnTo>
                    <a:pt x="544867" y="2017070"/>
                  </a:lnTo>
                  <a:lnTo>
                    <a:pt x="546189" y="2200852"/>
                  </a:lnTo>
                  <a:lnTo>
                    <a:pt x="547511" y="2527371"/>
                  </a:lnTo>
                  <a:lnTo>
                    <a:pt x="548834" y="2110705"/>
                  </a:lnTo>
                  <a:lnTo>
                    <a:pt x="550156" y="2005056"/>
                  </a:lnTo>
                  <a:lnTo>
                    <a:pt x="551479" y="2088590"/>
                  </a:lnTo>
                  <a:lnTo>
                    <a:pt x="552801" y="2383465"/>
                  </a:lnTo>
                  <a:lnTo>
                    <a:pt x="554123" y="2369789"/>
                  </a:lnTo>
                  <a:lnTo>
                    <a:pt x="555446" y="2181212"/>
                  </a:lnTo>
                  <a:lnTo>
                    <a:pt x="556768" y="2047696"/>
                  </a:lnTo>
                  <a:lnTo>
                    <a:pt x="558090" y="2058992"/>
                  </a:lnTo>
                  <a:lnTo>
                    <a:pt x="559413" y="2013385"/>
                  </a:lnTo>
                  <a:lnTo>
                    <a:pt x="560735" y="1902409"/>
                  </a:lnTo>
                  <a:lnTo>
                    <a:pt x="562057" y="1726049"/>
                  </a:lnTo>
                  <a:lnTo>
                    <a:pt x="563380" y="1801918"/>
                  </a:lnTo>
                  <a:lnTo>
                    <a:pt x="564702" y="2047364"/>
                  </a:lnTo>
                  <a:lnTo>
                    <a:pt x="566025" y="2119091"/>
                  </a:lnTo>
                  <a:lnTo>
                    <a:pt x="567347" y="2075885"/>
                  </a:lnTo>
                  <a:lnTo>
                    <a:pt x="568669" y="2059716"/>
                  </a:lnTo>
                  <a:lnTo>
                    <a:pt x="569992" y="1966745"/>
                  </a:lnTo>
                  <a:lnTo>
                    <a:pt x="571314" y="2046154"/>
                  </a:lnTo>
                  <a:lnTo>
                    <a:pt x="572636" y="2125466"/>
                  </a:lnTo>
                  <a:lnTo>
                    <a:pt x="573959" y="2280529"/>
                  </a:lnTo>
                  <a:lnTo>
                    <a:pt x="575281" y="2418881"/>
                  </a:lnTo>
                  <a:lnTo>
                    <a:pt x="576603" y="2276612"/>
                  </a:lnTo>
                  <a:lnTo>
                    <a:pt x="577926" y="2110843"/>
                  </a:lnTo>
                  <a:lnTo>
                    <a:pt x="579248" y="2190761"/>
                  </a:lnTo>
                  <a:lnTo>
                    <a:pt x="580570" y="2104327"/>
                  </a:lnTo>
                  <a:lnTo>
                    <a:pt x="581893" y="2189567"/>
                  </a:lnTo>
                  <a:lnTo>
                    <a:pt x="583215" y="2327908"/>
                  </a:lnTo>
                  <a:lnTo>
                    <a:pt x="584538" y="2450522"/>
                  </a:lnTo>
                  <a:lnTo>
                    <a:pt x="585860" y="2283232"/>
                  </a:lnTo>
                  <a:lnTo>
                    <a:pt x="587182" y="2293572"/>
                  </a:lnTo>
                  <a:lnTo>
                    <a:pt x="588505" y="2381243"/>
                  </a:lnTo>
                  <a:lnTo>
                    <a:pt x="589827" y="2606639"/>
                  </a:lnTo>
                  <a:lnTo>
                    <a:pt x="591149" y="2585936"/>
                  </a:lnTo>
                  <a:lnTo>
                    <a:pt x="592472" y="2523440"/>
                  </a:lnTo>
                  <a:lnTo>
                    <a:pt x="593794" y="2709070"/>
                  </a:lnTo>
                  <a:lnTo>
                    <a:pt x="595116" y="2709070"/>
                  </a:lnTo>
                  <a:lnTo>
                    <a:pt x="596439" y="2509664"/>
                  </a:lnTo>
                  <a:lnTo>
                    <a:pt x="597761" y="2388649"/>
                  </a:lnTo>
                  <a:lnTo>
                    <a:pt x="599083" y="2623571"/>
                  </a:lnTo>
                  <a:lnTo>
                    <a:pt x="600406" y="2698287"/>
                  </a:lnTo>
                  <a:lnTo>
                    <a:pt x="601728" y="2552783"/>
                  </a:lnTo>
                  <a:lnTo>
                    <a:pt x="603051" y="2698368"/>
                  </a:lnTo>
                  <a:lnTo>
                    <a:pt x="604373" y="2621542"/>
                  </a:lnTo>
                  <a:lnTo>
                    <a:pt x="605695" y="2436061"/>
                  </a:lnTo>
                  <a:lnTo>
                    <a:pt x="607018" y="2389535"/>
                  </a:lnTo>
                  <a:lnTo>
                    <a:pt x="608340" y="2237595"/>
                  </a:lnTo>
                  <a:lnTo>
                    <a:pt x="609662" y="2201013"/>
                  </a:lnTo>
                  <a:lnTo>
                    <a:pt x="610985" y="2217252"/>
                  </a:lnTo>
                  <a:lnTo>
                    <a:pt x="612307" y="2231969"/>
                  </a:lnTo>
                  <a:lnTo>
                    <a:pt x="613629" y="2134365"/>
                  </a:lnTo>
                  <a:lnTo>
                    <a:pt x="614952" y="2090390"/>
                  </a:lnTo>
                  <a:lnTo>
                    <a:pt x="616274" y="2075387"/>
                  </a:lnTo>
                  <a:lnTo>
                    <a:pt x="617597" y="2088835"/>
                  </a:lnTo>
                  <a:lnTo>
                    <a:pt x="618919" y="2110951"/>
                  </a:lnTo>
                  <a:lnTo>
                    <a:pt x="620241" y="2304138"/>
                  </a:lnTo>
                  <a:lnTo>
                    <a:pt x="621564" y="2294403"/>
                  </a:lnTo>
                  <a:lnTo>
                    <a:pt x="622886" y="2230926"/>
                  </a:lnTo>
                  <a:lnTo>
                    <a:pt x="624208" y="2141065"/>
                  </a:lnTo>
                  <a:lnTo>
                    <a:pt x="625531" y="2150463"/>
                  </a:lnTo>
                  <a:lnTo>
                    <a:pt x="626853" y="2192630"/>
                  </a:lnTo>
                  <a:lnTo>
                    <a:pt x="628175" y="2279946"/>
                  </a:lnTo>
                  <a:lnTo>
                    <a:pt x="629498" y="2309698"/>
                  </a:lnTo>
                  <a:lnTo>
                    <a:pt x="630820" y="2453335"/>
                  </a:lnTo>
                  <a:lnTo>
                    <a:pt x="632142" y="2455923"/>
                  </a:lnTo>
                  <a:lnTo>
                    <a:pt x="633465" y="2440902"/>
                  </a:lnTo>
                  <a:lnTo>
                    <a:pt x="634787" y="2501746"/>
                  </a:lnTo>
                  <a:lnTo>
                    <a:pt x="636110" y="2282974"/>
                  </a:lnTo>
                  <a:lnTo>
                    <a:pt x="637432" y="2398303"/>
                  </a:lnTo>
                  <a:lnTo>
                    <a:pt x="638754" y="2342308"/>
                  </a:lnTo>
                  <a:lnTo>
                    <a:pt x="640077" y="2397978"/>
                  </a:lnTo>
                  <a:lnTo>
                    <a:pt x="641399" y="2264459"/>
                  </a:lnTo>
                  <a:lnTo>
                    <a:pt x="642721" y="2283276"/>
                  </a:lnTo>
                  <a:lnTo>
                    <a:pt x="644044" y="2295321"/>
                  </a:lnTo>
                  <a:lnTo>
                    <a:pt x="645366" y="2319679"/>
                  </a:lnTo>
                  <a:lnTo>
                    <a:pt x="646688" y="2383353"/>
                  </a:lnTo>
                  <a:lnTo>
                    <a:pt x="648011" y="2541030"/>
                  </a:lnTo>
                  <a:lnTo>
                    <a:pt x="649333" y="2658144"/>
                  </a:lnTo>
                  <a:lnTo>
                    <a:pt x="650656" y="2483847"/>
                  </a:lnTo>
                  <a:lnTo>
                    <a:pt x="651978" y="2483813"/>
                  </a:lnTo>
                  <a:lnTo>
                    <a:pt x="653300" y="2275957"/>
                  </a:lnTo>
                  <a:lnTo>
                    <a:pt x="654623" y="2217428"/>
                  </a:lnTo>
                  <a:lnTo>
                    <a:pt x="655945" y="2328995"/>
                  </a:lnTo>
                  <a:lnTo>
                    <a:pt x="657267" y="2319116"/>
                  </a:lnTo>
                  <a:lnTo>
                    <a:pt x="658590" y="2381509"/>
                  </a:lnTo>
                  <a:lnTo>
                    <a:pt x="659912" y="2303010"/>
                  </a:lnTo>
                  <a:lnTo>
                    <a:pt x="661234" y="2318500"/>
                  </a:lnTo>
                  <a:lnTo>
                    <a:pt x="662557" y="2343441"/>
                  </a:lnTo>
                  <a:lnTo>
                    <a:pt x="663879" y="2329097"/>
                  </a:lnTo>
                  <a:lnTo>
                    <a:pt x="665201" y="2387040"/>
                  </a:lnTo>
                  <a:lnTo>
                    <a:pt x="666524" y="2352711"/>
                  </a:lnTo>
                  <a:lnTo>
                    <a:pt x="667846" y="2435378"/>
                  </a:lnTo>
                  <a:lnTo>
                    <a:pt x="669169" y="2361089"/>
                  </a:lnTo>
                  <a:lnTo>
                    <a:pt x="670491" y="2373765"/>
                  </a:lnTo>
                  <a:lnTo>
                    <a:pt x="671813" y="2408491"/>
                  </a:lnTo>
                  <a:lnTo>
                    <a:pt x="673136" y="2449287"/>
                  </a:lnTo>
                  <a:lnTo>
                    <a:pt x="674458" y="2493362"/>
                  </a:lnTo>
                  <a:lnTo>
                    <a:pt x="675780" y="2410744"/>
                  </a:lnTo>
                  <a:lnTo>
                    <a:pt x="677103" y="2386836"/>
                  </a:lnTo>
                  <a:lnTo>
                    <a:pt x="678425" y="2355077"/>
                  </a:lnTo>
                  <a:lnTo>
                    <a:pt x="679747" y="2308629"/>
                  </a:lnTo>
                  <a:lnTo>
                    <a:pt x="681070" y="2320996"/>
                  </a:lnTo>
                  <a:lnTo>
                    <a:pt x="682392" y="2373886"/>
                  </a:lnTo>
                  <a:lnTo>
                    <a:pt x="683715" y="2325954"/>
                  </a:lnTo>
                  <a:lnTo>
                    <a:pt x="685037" y="2367656"/>
                  </a:lnTo>
                  <a:lnTo>
                    <a:pt x="686359" y="2390651"/>
                  </a:lnTo>
                  <a:lnTo>
                    <a:pt x="687682" y="2296037"/>
                  </a:lnTo>
                  <a:lnTo>
                    <a:pt x="689004" y="2303934"/>
                  </a:lnTo>
                  <a:lnTo>
                    <a:pt x="690326" y="2253399"/>
                  </a:lnTo>
                  <a:lnTo>
                    <a:pt x="691649" y="2293359"/>
                  </a:lnTo>
                  <a:lnTo>
                    <a:pt x="692971" y="2379253"/>
                  </a:lnTo>
                  <a:lnTo>
                    <a:pt x="694293" y="2440056"/>
                  </a:lnTo>
                  <a:lnTo>
                    <a:pt x="695616" y="2505634"/>
                  </a:lnTo>
                  <a:lnTo>
                    <a:pt x="696938" y="2321901"/>
                  </a:lnTo>
                  <a:lnTo>
                    <a:pt x="698260" y="2231084"/>
                  </a:lnTo>
                  <a:lnTo>
                    <a:pt x="699583" y="2317099"/>
                  </a:lnTo>
                  <a:lnTo>
                    <a:pt x="700905" y="2350208"/>
                  </a:lnTo>
                  <a:lnTo>
                    <a:pt x="702228" y="2418712"/>
                  </a:lnTo>
                  <a:lnTo>
                    <a:pt x="703550" y="2452706"/>
                  </a:lnTo>
                  <a:lnTo>
                    <a:pt x="704872" y="2382412"/>
                  </a:lnTo>
                  <a:lnTo>
                    <a:pt x="706195" y="2263125"/>
                  </a:lnTo>
                  <a:lnTo>
                    <a:pt x="707517" y="2261176"/>
                  </a:lnTo>
                  <a:lnTo>
                    <a:pt x="708839" y="2201182"/>
                  </a:lnTo>
                  <a:lnTo>
                    <a:pt x="710162" y="2262268"/>
                  </a:lnTo>
                  <a:lnTo>
                    <a:pt x="711484" y="2341129"/>
                  </a:lnTo>
                  <a:lnTo>
                    <a:pt x="712806" y="2464782"/>
                  </a:lnTo>
                  <a:lnTo>
                    <a:pt x="714129" y="2523594"/>
                  </a:lnTo>
                  <a:lnTo>
                    <a:pt x="715451" y="2242830"/>
                  </a:lnTo>
                  <a:lnTo>
                    <a:pt x="716773" y="2355836"/>
                  </a:lnTo>
                  <a:lnTo>
                    <a:pt x="718096" y="2293528"/>
                  </a:lnTo>
                  <a:lnTo>
                    <a:pt x="719418" y="2446643"/>
                  </a:lnTo>
                  <a:lnTo>
                    <a:pt x="720741" y="2530031"/>
                  </a:lnTo>
                  <a:lnTo>
                    <a:pt x="722063" y="2434982"/>
                  </a:lnTo>
                  <a:lnTo>
                    <a:pt x="723385" y="2421503"/>
                  </a:lnTo>
                  <a:lnTo>
                    <a:pt x="724653" y="2510091"/>
                  </a:lnTo>
                  <a:lnTo>
                    <a:pt x="725975" y="2502505"/>
                  </a:lnTo>
                  <a:lnTo>
                    <a:pt x="727297" y="2225548"/>
                  </a:lnTo>
                  <a:lnTo>
                    <a:pt x="728620" y="2365769"/>
                  </a:lnTo>
                  <a:lnTo>
                    <a:pt x="729942" y="2449835"/>
                  </a:lnTo>
                  <a:lnTo>
                    <a:pt x="731264" y="2459121"/>
                  </a:lnTo>
                  <a:lnTo>
                    <a:pt x="732587" y="2377387"/>
                  </a:lnTo>
                  <a:lnTo>
                    <a:pt x="733909" y="2240881"/>
                  </a:lnTo>
                  <a:lnTo>
                    <a:pt x="735231" y="2405870"/>
                  </a:lnTo>
                  <a:lnTo>
                    <a:pt x="736554" y="2332724"/>
                  </a:lnTo>
                  <a:lnTo>
                    <a:pt x="737876" y="2400860"/>
                  </a:lnTo>
                  <a:lnTo>
                    <a:pt x="739199" y="2353686"/>
                  </a:lnTo>
                  <a:lnTo>
                    <a:pt x="740521" y="2553944"/>
                  </a:lnTo>
                  <a:lnTo>
                    <a:pt x="741843" y="2521979"/>
                  </a:lnTo>
                  <a:lnTo>
                    <a:pt x="743166" y="2330992"/>
                  </a:lnTo>
                  <a:lnTo>
                    <a:pt x="744488" y="2416516"/>
                  </a:lnTo>
                  <a:lnTo>
                    <a:pt x="745810" y="2135721"/>
                  </a:lnTo>
                  <a:lnTo>
                    <a:pt x="747133" y="2173691"/>
                  </a:lnTo>
                  <a:lnTo>
                    <a:pt x="748455" y="2400804"/>
                  </a:lnTo>
                  <a:lnTo>
                    <a:pt x="749777" y="2404358"/>
                  </a:lnTo>
                  <a:lnTo>
                    <a:pt x="751100" y="2408353"/>
                  </a:lnTo>
                  <a:lnTo>
                    <a:pt x="752422" y="2157071"/>
                  </a:lnTo>
                  <a:lnTo>
                    <a:pt x="753744" y="2161807"/>
                  </a:lnTo>
                  <a:lnTo>
                    <a:pt x="755067" y="2183007"/>
                  </a:lnTo>
                  <a:lnTo>
                    <a:pt x="756389" y="2205575"/>
                  </a:lnTo>
                  <a:lnTo>
                    <a:pt x="757712" y="2231248"/>
                  </a:lnTo>
                  <a:lnTo>
                    <a:pt x="759034" y="2325712"/>
                  </a:lnTo>
                  <a:lnTo>
                    <a:pt x="760356" y="2486816"/>
                  </a:lnTo>
                  <a:lnTo>
                    <a:pt x="761679" y="2265894"/>
                  </a:lnTo>
                  <a:lnTo>
                    <a:pt x="763001" y="2335969"/>
                  </a:lnTo>
                  <a:lnTo>
                    <a:pt x="764323" y="2535720"/>
                  </a:lnTo>
                  <a:lnTo>
                    <a:pt x="765646" y="2477051"/>
                  </a:lnTo>
                  <a:lnTo>
                    <a:pt x="766968" y="2284243"/>
                  </a:lnTo>
                  <a:lnTo>
                    <a:pt x="768290" y="2300584"/>
                  </a:lnTo>
                  <a:lnTo>
                    <a:pt x="769613" y="2341587"/>
                  </a:lnTo>
                  <a:lnTo>
                    <a:pt x="770935" y="2189922"/>
                  </a:lnTo>
                  <a:lnTo>
                    <a:pt x="772257" y="2190781"/>
                  </a:lnTo>
                  <a:lnTo>
                    <a:pt x="773580" y="2198233"/>
                  </a:lnTo>
                  <a:lnTo>
                    <a:pt x="774902" y="2280360"/>
                  </a:lnTo>
                  <a:lnTo>
                    <a:pt x="776225" y="2295410"/>
                  </a:lnTo>
                  <a:lnTo>
                    <a:pt x="777547" y="2264521"/>
                  </a:lnTo>
                  <a:lnTo>
                    <a:pt x="778869" y="2506085"/>
                  </a:lnTo>
                  <a:lnTo>
                    <a:pt x="780192" y="2399017"/>
                  </a:lnTo>
                  <a:lnTo>
                    <a:pt x="781514" y="2447401"/>
                  </a:lnTo>
                  <a:lnTo>
                    <a:pt x="782836" y="2418880"/>
                  </a:lnTo>
                  <a:lnTo>
                    <a:pt x="784159" y="2413919"/>
                  </a:lnTo>
                  <a:lnTo>
                    <a:pt x="785481" y="2338232"/>
                  </a:lnTo>
                  <a:lnTo>
                    <a:pt x="786803" y="2327212"/>
                  </a:lnTo>
                  <a:lnTo>
                    <a:pt x="788126" y="2263614"/>
                  </a:lnTo>
                  <a:lnTo>
                    <a:pt x="789448" y="2305899"/>
                  </a:lnTo>
                  <a:lnTo>
                    <a:pt x="790771" y="2271945"/>
                  </a:lnTo>
                  <a:lnTo>
                    <a:pt x="792093" y="2234928"/>
                  </a:lnTo>
                  <a:lnTo>
                    <a:pt x="793415" y="2185685"/>
                  </a:lnTo>
                  <a:lnTo>
                    <a:pt x="794738" y="2134583"/>
                  </a:lnTo>
                  <a:lnTo>
                    <a:pt x="796060" y="2299045"/>
                  </a:lnTo>
                  <a:lnTo>
                    <a:pt x="797382" y="2242790"/>
                  </a:lnTo>
                  <a:lnTo>
                    <a:pt x="798705" y="2105813"/>
                  </a:lnTo>
                  <a:lnTo>
                    <a:pt x="800027" y="2204811"/>
                  </a:lnTo>
                  <a:lnTo>
                    <a:pt x="801349" y="2275852"/>
                  </a:lnTo>
                  <a:lnTo>
                    <a:pt x="802672" y="2163700"/>
                  </a:lnTo>
                  <a:lnTo>
                    <a:pt x="803994" y="2214229"/>
                  </a:lnTo>
                  <a:lnTo>
                    <a:pt x="805316" y="2400018"/>
                  </a:lnTo>
                  <a:lnTo>
                    <a:pt x="806639" y="2542444"/>
                  </a:lnTo>
                  <a:lnTo>
                    <a:pt x="807961" y="2042843"/>
                  </a:lnTo>
                  <a:lnTo>
                    <a:pt x="809284" y="2103665"/>
                  </a:lnTo>
                  <a:lnTo>
                    <a:pt x="810606" y="2260217"/>
                  </a:lnTo>
                  <a:lnTo>
                    <a:pt x="811928" y="2231719"/>
                  </a:lnTo>
                  <a:lnTo>
                    <a:pt x="813251" y="2251494"/>
                  </a:lnTo>
                  <a:lnTo>
                    <a:pt x="814573" y="2329101"/>
                  </a:lnTo>
                  <a:lnTo>
                    <a:pt x="815895" y="2407283"/>
                  </a:lnTo>
                  <a:lnTo>
                    <a:pt x="817218" y="2193183"/>
                  </a:lnTo>
                  <a:lnTo>
                    <a:pt x="818540" y="2367085"/>
                  </a:lnTo>
                  <a:lnTo>
                    <a:pt x="819862" y="2202113"/>
                  </a:lnTo>
                  <a:lnTo>
                    <a:pt x="821185" y="2180089"/>
                  </a:lnTo>
                  <a:lnTo>
                    <a:pt x="822507" y="2280650"/>
                  </a:lnTo>
                  <a:lnTo>
                    <a:pt x="823830" y="2524027"/>
                  </a:lnTo>
                  <a:lnTo>
                    <a:pt x="825152" y="2470026"/>
                  </a:lnTo>
                  <a:lnTo>
                    <a:pt x="826474" y="2182803"/>
                  </a:lnTo>
                  <a:lnTo>
                    <a:pt x="827797" y="2171382"/>
                  </a:lnTo>
                  <a:lnTo>
                    <a:pt x="829119" y="2244323"/>
                  </a:lnTo>
                  <a:lnTo>
                    <a:pt x="830441" y="2186109"/>
                  </a:lnTo>
                  <a:lnTo>
                    <a:pt x="831764" y="2165613"/>
                  </a:lnTo>
                  <a:lnTo>
                    <a:pt x="833086" y="2412126"/>
                  </a:lnTo>
                  <a:lnTo>
                    <a:pt x="834408" y="2326083"/>
                  </a:lnTo>
                  <a:lnTo>
                    <a:pt x="835731" y="2196625"/>
                  </a:lnTo>
                  <a:lnTo>
                    <a:pt x="837053" y="2231504"/>
                  </a:lnTo>
                  <a:lnTo>
                    <a:pt x="838375" y="0"/>
                  </a:lnTo>
                  <a:lnTo>
                    <a:pt x="839698" y="2198435"/>
                  </a:lnTo>
                  <a:lnTo>
                    <a:pt x="841020" y="2262336"/>
                  </a:lnTo>
                  <a:lnTo>
                    <a:pt x="842343" y="2266821"/>
                  </a:lnTo>
                  <a:lnTo>
                    <a:pt x="843665" y="2402700"/>
                  </a:lnTo>
                  <a:lnTo>
                    <a:pt x="844987" y="2197819"/>
                  </a:lnTo>
                  <a:lnTo>
                    <a:pt x="846310" y="2235958"/>
                  </a:lnTo>
                  <a:lnTo>
                    <a:pt x="847632" y="2224016"/>
                  </a:lnTo>
                  <a:lnTo>
                    <a:pt x="848954" y="2499947"/>
                  </a:lnTo>
                  <a:lnTo>
                    <a:pt x="850277" y="2488897"/>
                  </a:lnTo>
                  <a:lnTo>
                    <a:pt x="851599" y="2602714"/>
                  </a:lnTo>
                  <a:lnTo>
                    <a:pt x="852921" y="2122067"/>
                  </a:lnTo>
                  <a:lnTo>
                    <a:pt x="854244" y="2219101"/>
                  </a:lnTo>
                  <a:lnTo>
                    <a:pt x="855566" y="2284961"/>
                  </a:lnTo>
                  <a:lnTo>
                    <a:pt x="856889" y="2276865"/>
                  </a:lnTo>
                  <a:lnTo>
                    <a:pt x="858211" y="2201617"/>
                  </a:lnTo>
                  <a:lnTo>
                    <a:pt x="859533" y="2205767"/>
                  </a:lnTo>
                  <a:lnTo>
                    <a:pt x="860856" y="2515129"/>
                  </a:lnTo>
                  <a:lnTo>
                    <a:pt x="862178" y="2381679"/>
                  </a:lnTo>
                  <a:lnTo>
                    <a:pt x="863500" y="2241732"/>
                  </a:lnTo>
                  <a:lnTo>
                    <a:pt x="864823" y="2357625"/>
                  </a:lnTo>
                  <a:lnTo>
                    <a:pt x="866145" y="2293037"/>
                  </a:lnTo>
                  <a:lnTo>
                    <a:pt x="867467" y="2204872"/>
                  </a:lnTo>
                  <a:lnTo>
                    <a:pt x="868790" y="2234580"/>
                  </a:lnTo>
                  <a:lnTo>
                    <a:pt x="870112" y="2276491"/>
                  </a:lnTo>
                  <a:lnTo>
                    <a:pt x="871434" y="2397948"/>
                  </a:lnTo>
                  <a:lnTo>
                    <a:pt x="872757" y="2201898"/>
                  </a:lnTo>
                  <a:lnTo>
                    <a:pt x="874079" y="2273824"/>
                  </a:lnTo>
                  <a:lnTo>
                    <a:pt x="875402" y="2298602"/>
                  </a:lnTo>
                  <a:lnTo>
                    <a:pt x="876724" y="2275233"/>
                  </a:lnTo>
                  <a:lnTo>
                    <a:pt x="878046" y="2203622"/>
                  </a:lnTo>
                  <a:lnTo>
                    <a:pt x="879369" y="2265689"/>
                  </a:lnTo>
                  <a:lnTo>
                    <a:pt x="880691" y="2277911"/>
                  </a:lnTo>
                  <a:lnTo>
                    <a:pt x="882013" y="2205554"/>
                  </a:lnTo>
                  <a:lnTo>
                    <a:pt x="883336" y="2244600"/>
                  </a:lnTo>
                  <a:lnTo>
                    <a:pt x="884658" y="2274453"/>
                  </a:lnTo>
                </a:path>
              </a:pathLst>
            </a:custGeom>
            <a:ln w="13550" cap="flat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pl7">
              <a:extLst>
                <a:ext uri="{FF2B5EF4-FFF2-40B4-BE49-F238E27FC236}">
                  <a16:creationId xmlns:a16="http://schemas.microsoft.com/office/drawing/2014/main" id="{5F1444BA-F2EA-4BEE-ACB6-0A6E164682E0}"/>
                </a:ext>
              </a:extLst>
            </p:cNvPr>
            <p:cNvSpPr/>
            <p:nvPr/>
          </p:nvSpPr>
          <p:spPr>
            <a:xfrm>
              <a:off x="1903205" y="904945"/>
              <a:ext cx="5531590" cy="4570328"/>
            </a:xfrm>
            <a:custGeom>
              <a:avLst/>
              <a:gdLst/>
              <a:ahLst/>
              <a:cxnLst/>
              <a:rect l="0" t="0" r="0" b="0"/>
              <a:pathLst>
                <a:path w="5190206" h="4288269">
                  <a:moveTo>
                    <a:pt x="0" y="4165189"/>
                  </a:moveTo>
                  <a:lnTo>
                    <a:pt x="1322" y="4038338"/>
                  </a:lnTo>
                  <a:lnTo>
                    <a:pt x="2644" y="4077837"/>
                  </a:lnTo>
                  <a:lnTo>
                    <a:pt x="3967" y="4095408"/>
                  </a:lnTo>
                  <a:lnTo>
                    <a:pt x="5289" y="4078800"/>
                  </a:lnTo>
                  <a:lnTo>
                    <a:pt x="6611" y="4070283"/>
                  </a:lnTo>
                  <a:lnTo>
                    <a:pt x="7934" y="4092877"/>
                  </a:lnTo>
                  <a:lnTo>
                    <a:pt x="9256" y="4113152"/>
                  </a:lnTo>
                  <a:lnTo>
                    <a:pt x="10578" y="3998774"/>
                  </a:lnTo>
                  <a:lnTo>
                    <a:pt x="11901" y="4011877"/>
                  </a:lnTo>
                  <a:lnTo>
                    <a:pt x="13223" y="3999234"/>
                  </a:lnTo>
                  <a:lnTo>
                    <a:pt x="14545" y="4028262"/>
                  </a:lnTo>
                  <a:lnTo>
                    <a:pt x="15868" y="4067608"/>
                  </a:lnTo>
                  <a:lnTo>
                    <a:pt x="17190" y="4046938"/>
                  </a:lnTo>
                  <a:lnTo>
                    <a:pt x="18513" y="4037601"/>
                  </a:lnTo>
                  <a:lnTo>
                    <a:pt x="19835" y="3988951"/>
                  </a:lnTo>
                  <a:lnTo>
                    <a:pt x="21157" y="3985824"/>
                  </a:lnTo>
                  <a:lnTo>
                    <a:pt x="22480" y="4014340"/>
                  </a:lnTo>
                  <a:lnTo>
                    <a:pt x="23802" y="4015652"/>
                  </a:lnTo>
                  <a:lnTo>
                    <a:pt x="25124" y="4030533"/>
                  </a:lnTo>
                  <a:lnTo>
                    <a:pt x="26447" y="4062008"/>
                  </a:lnTo>
                  <a:lnTo>
                    <a:pt x="27769" y="4138865"/>
                  </a:lnTo>
                  <a:lnTo>
                    <a:pt x="29091" y="4022710"/>
                  </a:lnTo>
                  <a:lnTo>
                    <a:pt x="30414" y="3989921"/>
                  </a:lnTo>
                  <a:lnTo>
                    <a:pt x="31736" y="4003377"/>
                  </a:lnTo>
                  <a:lnTo>
                    <a:pt x="33058" y="4015504"/>
                  </a:lnTo>
                  <a:lnTo>
                    <a:pt x="34381" y="3993572"/>
                  </a:lnTo>
                  <a:lnTo>
                    <a:pt x="35703" y="4014542"/>
                  </a:lnTo>
                  <a:lnTo>
                    <a:pt x="37026" y="4038120"/>
                  </a:lnTo>
                  <a:lnTo>
                    <a:pt x="38348" y="4020866"/>
                  </a:lnTo>
                  <a:lnTo>
                    <a:pt x="39670" y="3993785"/>
                  </a:lnTo>
                  <a:lnTo>
                    <a:pt x="40993" y="3978510"/>
                  </a:lnTo>
                  <a:lnTo>
                    <a:pt x="42315" y="3910210"/>
                  </a:lnTo>
                  <a:lnTo>
                    <a:pt x="43637" y="3901157"/>
                  </a:lnTo>
                  <a:lnTo>
                    <a:pt x="44960" y="3977477"/>
                  </a:lnTo>
                  <a:lnTo>
                    <a:pt x="46282" y="4020736"/>
                  </a:lnTo>
                  <a:lnTo>
                    <a:pt x="47604" y="3808277"/>
                  </a:lnTo>
                  <a:lnTo>
                    <a:pt x="48927" y="3813337"/>
                  </a:lnTo>
                  <a:lnTo>
                    <a:pt x="50249" y="3685307"/>
                  </a:lnTo>
                  <a:lnTo>
                    <a:pt x="51572" y="3823372"/>
                  </a:lnTo>
                  <a:lnTo>
                    <a:pt x="52894" y="3786606"/>
                  </a:lnTo>
                  <a:lnTo>
                    <a:pt x="54216" y="3966340"/>
                  </a:lnTo>
                  <a:lnTo>
                    <a:pt x="55539" y="4031983"/>
                  </a:lnTo>
                  <a:lnTo>
                    <a:pt x="56861" y="3774643"/>
                  </a:lnTo>
                  <a:lnTo>
                    <a:pt x="58183" y="3900789"/>
                  </a:lnTo>
                  <a:lnTo>
                    <a:pt x="59506" y="4072002"/>
                  </a:lnTo>
                  <a:lnTo>
                    <a:pt x="60828" y="3955939"/>
                  </a:lnTo>
                  <a:lnTo>
                    <a:pt x="62150" y="3997794"/>
                  </a:lnTo>
                  <a:lnTo>
                    <a:pt x="63473" y="4034451"/>
                  </a:lnTo>
                  <a:lnTo>
                    <a:pt x="64795" y="4116386"/>
                  </a:lnTo>
                  <a:lnTo>
                    <a:pt x="66117" y="3982024"/>
                  </a:lnTo>
                  <a:lnTo>
                    <a:pt x="67440" y="4025096"/>
                  </a:lnTo>
                  <a:lnTo>
                    <a:pt x="68762" y="4024024"/>
                  </a:lnTo>
                  <a:lnTo>
                    <a:pt x="70085" y="4041015"/>
                  </a:lnTo>
                  <a:lnTo>
                    <a:pt x="71407" y="4017969"/>
                  </a:lnTo>
                  <a:lnTo>
                    <a:pt x="72729" y="4045472"/>
                  </a:lnTo>
                  <a:lnTo>
                    <a:pt x="74052" y="4030331"/>
                  </a:lnTo>
                  <a:lnTo>
                    <a:pt x="75374" y="4002766"/>
                  </a:lnTo>
                  <a:lnTo>
                    <a:pt x="76696" y="4001768"/>
                  </a:lnTo>
                  <a:lnTo>
                    <a:pt x="78019" y="3990079"/>
                  </a:lnTo>
                  <a:lnTo>
                    <a:pt x="79341" y="4001600"/>
                  </a:lnTo>
                  <a:lnTo>
                    <a:pt x="80663" y="3991851"/>
                  </a:lnTo>
                  <a:lnTo>
                    <a:pt x="81986" y="4051091"/>
                  </a:lnTo>
                  <a:lnTo>
                    <a:pt x="83308" y="4062862"/>
                  </a:lnTo>
                  <a:lnTo>
                    <a:pt x="84631" y="4019409"/>
                  </a:lnTo>
                  <a:lnTo>
                    <a:pt x="85953" y="3994820"/>
                  </a:lnTo>
                  <a:lnTo>
                    <a:pt x="87275" y="4027392"/>
                  </a:lnTo>
                  <a:lnTo>
                    <a:pt x="88598" y="4011128"/>
                  </a:lnTo>
                  <a:lnTo>
                    <a:pt x="89920" y="3999827"/>
                  </a:lnTo>
                  <a:lnTo>
                    <a:pt x="91242" y="4036660"/>
                  </a:lnTo>
                  <a:lnTo>
                    <a:pt x="92565" y="4098354"/>
                  </a:lnTo>
                  <a:lnTo>
                    <a:pt x="93887" y="4016296"/>
                  </a:lnTo>
                  <a:lnTo>
                    <a:pt x="95209" y="3998815"/>
                  </a:lnTo>
                  <a:lnTo>
                    <a:pt x="96532" y="4005973"/>
                  </a:lnTo>
                  <a:lnTo>
                    <a:pt x="97854" y="4001459"/>
                  </a:lnTo>
                  <a:lnTo>
                    <a:pt x="99176" y="4024720"/>
                  </a:lnTo>
                  <a:lnTo>
                    <a:pt x="100499" y="4045958"/>
                  </a:lnTo>
                  <a:lnTo>
                    <a:pt x="101821" y="4081689"/>
                  </a:lnTo>
                  <a:lnTo>
                    <a:pt x="103144" y="4010361"/>
                  </a:lnTo>
                  <a:lnTo>
                    <a:pt x="104466" y="4026216"/>
                  </a:lnTo>
                  <a:lnTo>
                    <a:pt x="105788" y="4013171"/>
                  </a:lnTo>
                  <a:lnTo>
                    <a:pt x="107111" y="4014496"/>
                  </a:lnTo>
                  <a:lnTo>
                    <a:pt x="108433" y="4036588"/>
                  </a:lnTo>
                  <a:lnTo>
                    <a:pt x="109755" y="4055719"/>
                  </a:lnTo>
                  <a:lnTo>
                    <a:pt x="111078" y="4137108"/>
                  </a:lnTo>
                  <a:lnTo>
                    <a:pt x="112345" y="4037471"/>
                  </a:lnTo>
                  <a:lnTo>
                    <a:pt x="113667" y="4050973"/>
                  </a:lnTo>
                  <a:lnTo>
                    <a:pt x="114990" y="4051876"/>
                  </a:lnTo>
                  <a:lnTo>
                    <a:pt x="116312" y="4098771"/>
                  </a:lnTo>
                  <a:lnTo>
                    <a:pt x="117634" y="4074572"/>
                  </a:lnTo>
                  <a:lnTo>
                    <a:pt x="118957" y="4168796"/>
                  </a:lnTo>
                  <a:lnTo>
                    <a:pt x="120279" y="4138423"/>
                  </a:lnTo>
                  <a:lnTo>
                    <a:pt x="121601" y="4025564"/>
                  </a:lnTo>
                  <a:lnTo>
                    <a:pt x="122924" y="3982556"/>
                  </a:lnTo>
                  <a:lnTo>
                    <a:pt x="124246" y="3999623"/>
                  </a:lnTo>
                  <a:lnTo>
                    <a:pt x="125569" y="3985801"/>
                  </a:lnTo>
                  <a:lnTo>
                    <a:pt x="126891" y="4036430"/>
                  </a:lnTo>
                  <a:lnTo>
                    <a:pt x="128213" y="4050679"/>
                  </a:lnTo>
                  <a:lnTo>
                    <a:pt x="129536" y="4076776"/>
                  </a:lnTo>
                  <a:lnTo>
                    <a:pt x="130858" y="4158645"/>
                  </a:lnTo>
                  <a:lnTo>
                    <a:pt x="132180" y="4043194"/>
                  </a:lnTo>
                  <a:lnTo>
                    <a:pt x="133503" y="3962269"/>
                  </a:lnTo>
                  <a:lnTo>
                    <a:pt x="134825" y="3967774"/>
                  </a:lnTo>
                  <a:lnTo>
                    <a:pt x="136147" y="3944956"/>
                  </a:lnTo>
                  <a:lnTo>
                    <a:pt x="137470" y="4016071"/>
                  </a:lnTo>
                  <a:lnTo>
                    <a:pt x="138792" y="4081873"/>
                  </a:lnTo>
                  <a:lnTo>
                    <a:pt x="140115" y="4015013"/>
                  </a:lnTo>
                  <a:lnTo>
                    <a:pt x="141437" y="3976758"/>
                  </a:lnTo>
                  <a:lnTo>
                    <a:pt x="142759" y="3980551"/>
                  </a:lnTo>
                  <a:lnTo>
                    <a:pt x="144082" y="3983489"/>
                  </a:lnTo>
                  <a:lnTo>
                    <a:pt x="145404" y="3962205"/>
                  </a:lnTo>
                  <a:lnTo>
                    <a:pt x="146726" y="4034034"/>
                  </a:lnTo>
                  <a:lnTo>
                    <a:pt x="148049" y="4060957"/>
                  </a:lnTo>
                  <a:lnTo>
                    <a:pt x="149371" y="3977377"/>
                  </a:lnTo>
                  <a:lnTo>
                    <a:pt x="150693" y="3978489"/>
                  </a:lnTo>
                  <a:lnTo>
                    <a:pt x="152016" y="4022147"/>
                  </a:lnTo>
                  <a:lnTo>
                    <a:pt x="153338" y="4037310"/>
                  </a:lnTo>
                  <a:lnTo>
                    <a:pt x="154660" y="4004957"/>
                  </a:lnTo>
                  <a:lnTo>
                    <a:pt x="155983" y="4064401"/>
                  </a:lnTo>
                  <a:lnTo>
                    <a:pt x="157305" y="4154934"/>
                  </a:lnTo>
                  <a:lnTo>
                    <a:pt x="158628" y="4033180"/>
                  </a:lnTo>
                  <a:lnTo>
                    <a:pt x="159950" y="4146889"/>
                  </a:lnTo>
                  <a:lnTo>
                    <a:pt x="161272" y="3997132"/>
                  </a:lnTo>
                  <a:lnTo>
                    <a:pt x="162595" y="3984167"/>
                  </a:lnTo>
                  <a:lnTo>
                    <a:pt x="163917" y="4029356"/>
                  </a:lnTo>
                  <a:lnTo>
                    <a:pt x="165239" y="4067150"/>
                  </a:lnTo>
                  <a:lnTo>
                    <a:pt x="166562" y="4092237"/>
                  </a:lnTo>
                  <a:lnTo>
                    <a:pt x="167884" y="4002004"/>
                  </a:lnTo>
                  <a:lnTo>
                    <a:pt x="169206" y="4045252"/>
                  </a:lnTo>
                  <a:lnTo>
                    <a:pt x="170529" y="3994074"/>
                  </a:lnTo>
                  <a:lnTo>
                    <a:pt x="171851" y="4028167"/>
                  </a:lnTo>
                  <a:lnTo>
                    <a:pt x="173174" y="4054471"/>
                  </a:lnTo>
                  <a:lnTo>
                    <a:pt x="174496" y="4075687"/>
                  </a:lnTo>
                  <a:lnTo>
                    <a:pt x="175818" y="4101349"/>
                  </a:lnTo>
                  <a:lnTo>
                    <a:pt x="177141" y="4018649"/>
                  </a:lnTo>
                  <a:lnTo>
                    <a:pt x="178463" y="3990920"/>
                  </a:lnTo>
                  <a:lnTo>
                    <a:pt x="179785" y="4041961"/>
                  </a:lnTo>
                  <a:lnTo>
                    <a:pt x="181108" y="4106198"/>
                  </a:lnTo>
                  <a:lnTo>
                    <a:pt x="182430" y="4074971"/>
                  </a:lnTo>
                  <a:lnTo>
                    <a:pt x="183752" y="4068647"/>
                  </a:lnTo>
                  <a:lnTo>
                    <a:pt x="185075" y="4139013"/>
                  </a:lnTo>
                  <a:lnTo>
                    <a:pt x="186397" y="4053142"/>
                  </a:lnTo>
                  <a:lnTo>
                    <a:pt x="187719" y="4009773"/>
                  </a:lnTo>
                  <a:lnTo>
                    <a:pt x="189042" y="4026011"/>
                  </a:lnTo>
                  <a:lnTo>
                    <a:pt x="190364" y="4027840"/>
                  </a:lnTo>
                  <a:lnTo>
                    <a:pt x="191687" y="4055397"/>
                  </a:lnTo>
                  <a:lnTo>
                    <a:pt x="193009" y="4109341"/>
                  </a:lnTo>
                  <a:lnTo>
                    <a:pt x="194331" y="4167258"/>
                  </a:lnTo>
                  <a:lnTo>
                    <a:pt x="195654" y="4135504"/>
                  </a:lnTo>
                  <a:lnTo>
                    <a:pt x="196976" y="4040458"/>
                  </a:lnTo>
                  <a:lnTo>
                    <a:pt x="198298" y="4010011"/>
                  </a:lnTo>
                  <a:lnTo>
                    <a:pt x="199621" y="3992562"/>
                  </a:lnTo>
                  <a:lnTo>
                    <a:pt x="200943" y="4058688"/>
                  </a:lnTo>
                  <a:lnTo>
                    <a:pt x="202265" y="4107121"/>
                  </a:lnTo>
                  <a:lnTo>
                    <a:pt x="203588" y="4102878"/>
                  </a:lnTo>
                  <a:lnTo>
                    <a:pt x="204910" y="4007359"/>
                  </a:lnTo>
                  <a:lnTo>
                    <a:pt x="206232" y="4036586"/>
                  </a:lnTo>
                  <a:lnTo>
                    <a:pt x="207555" y="3995135"/>
                  </a:lnTo>
                  <a:lnTo>
                    <a:pt x="208877" y="4062757"/>
                  </a:lnTo>
                  <a:lnTo>
                    <a:pt x="210200" y="4059387"/>
                  </a:lnTo>
                  <a:lnTo>
                    <a:pt x="211522" y="4151408"/>
                  </a:lnTo>
                  <a:lnTo>
                    <a:pt x="212844" y="4143250"/>
                  </a:lnTo>
                  <a:lnTo>
                    <a:pt x="214167" y="4013141"/>
                  </a:lnTo>
                  <a:lnTo>
                    <a:pt x="215489" y="3992918"/>
                  </a:lnTo>
                  <a:lnTo>
                    <a:pt x="216811" y="3998053"/>
                  </a:lnTo>
                  <a:lnTo>
                    <a:pt x="218134" y="3998912"/>
                  </a:lnTo>
                  <a:lnTo>
                    <a:pt x="219456" y="4048963"/>
                  </a:lnTo>
                  <a:lnTo>
                    <a:pt x="220778" y="4121278"/>
                  </a:lnTo>
                  <a:lnTo>
                    <a:pt x="222101" y="4157768"/>
                  </a:lnTo>
                  <a:lnTo>
                    <a:pt x="223423" y="4058113"/>
                  </a:lnTo>
                  <a:lnTo>
                    <a:pt x="224746" y="4000776"/>
                  </a:lnTo>
                  <a:lnTo>
                    <a:pt x="226068" y="3980464"/>
                  </a:lnTo>
                  <a:lnTo>
                    <a:pt x="227390" y="3994480"/>
                  </a:lnTo>
                  <a:lnTo>
                    <a:pt x="228713" y="4052080"/>
                  </a:lnTo>
                  <a:lnTo>
                    <a:pt x="230035" y="4095534"/>
                  </a:lnTo>
                  <a:lnTo>
                    <a:pt x="231357" y="4178745"/>
                  </a:lnTo>
                  <a:lnTo>
                    <a:pt x="232680" y="4094869"/>
                  </a:lnTo>
                  <a:lnTo>
                    <a:pt x="234002" y="4062946"/>
                  </a:lnTo>
                  <a:lnTo>
                    <a:pt x="235324" y="3992278"/>
                  </a:lnTo>
                  <a:lnTo>
                    <a:pt x="236647" y="4001075"/>
                  </a:lnTo>
                  <a:lnTo>
                    <a:pt x="237969" y="4007318"/>
                  </a:lnTo>
                  <a:lnTo>
                    <a:pt x="239291" y="4064649"/>
                  </a:lnTo>
                  <a:lnTo>
                    <a:pt x="240614" y="4138834"/>
                  </a:lnTo>
                  <a:lnTo>
                    <a:pt x="241936" y="4019869"/>
                  </a:lnTo>
                  <a:lnTo>
                    <a:pt x="243259" y="3988205"/>
                  </a:lnTo>
                  <a:lnTo>
                    <a:pt x="244581" y="4002091"/>
                  </a:lnTo>
                  <a:lnTo>
                    <a:pt x="245903" y="4008681"/>
                  </a:lnTo>
                  <a:lnTo>
                    <a:pt x="247226" y="3994976"/>
                  </a:lnTo>
                  <a:lnTo>
                    <a:pt x="248548" y="4048825"/>
                  </a:lnTo>
                  <a:lnTo>
                    <a:pt x="249870" y="4141319"/>
                  </a:lnTo>
                  <a:lnTo>
                    <a:pt x="251193" y="4042480"/>
                  </a:lnTo>
                  <a:lnTo>
                    <a:pt x="252515" y="3999960"/>
                  </a:lnTo>
                  <a:lnTo>
                    <a:pt x="253837" y="4014798"/>
                  </a:lnTo>
                  <a:lnTo>
                    <a:pt x="255160" y="4049475"/>
                  </a:lnTo>
                  <a:lnTo>
                    <a:pt x="256482" y="4010264"/>
                  </a:lnTo>
                  <a:lnTo>
                    <a:pt x="257805" y="4098142"/>
                  </a:lnTo>
                  <a:lnTo>
                    <a:pt x="259127" y="4132072"/>
                  </a:lnTo>
                  <a:lnTo>
                    <a:pt x="260449" y="4057036"/>
                  </a:lnTo>
                  <a:lnTo>
                    <a:pt x="261772" y="4019736"/>
                  </a:lnTo>
                  <a:lnTo>
                    <a:pt x="263094" y="4023902"/>
                  </a:lnTo>
                  <a:lnTo>
                    <a:pt x="264416" y="4045766"/>
                  </a:lnTo>
                  <a:lnTo>
                    <a:pt x="265739" y="4013775"/>
                  </a:lnTo>
                  <a:lnTo>
                    <a:pt x="267061" y="4057218"/>
                  </a:lnTo>
                  <a:lnTo>
                    <a:pt x="268383" y="4120416"/>
                  </a:lnTo>
                  <a:lnTo>
                    <a:pt x="269706" y="4030561"/>
                  </a:lnTo>
                  <a:lnTo>
                    <a:pt x="271028" y="4013304"/>
                  </a:lnTo>
                  <a:lnTo>
                    <a:pt x="272350" y="3989874"/>
                  </a:lnTo>
                  <a:lnTo>
                    <a:pt x="273673" y="3988534"/>
                  </a:lnTo>
                  <a:lnTo>
                    <a:pt x="274995" y="3994339"/>
                  </a:lnTo>
                  <a:lnTo>
                    <a:pt x="276318" y="4055474"/>
                  </a:lnTo>
                  <a:lnTo>
                    <a:pt x="277640" y="4104712"/>
                  </a:lnTo>
                  <a:lnTo>
                    <a:pt x="278962" y="4048112"/>
                  </a:lnTo>
                  <a:lnTo>
                    <a:pt x="280285" y="4019928"/>
                  </a:lnTo>
                  <a:lnTo>
                    <a:pt x="281607" y="4038179"/>
                  </a:lnTo>
                  <a:lnTo>
                    <a:pt x="282929" y="4031435"/>
                  </a:lnTo>
                  <a:lnTo>
                    <a:pt x="284252" y="4005929"/>
                  </a:lnTo>
                  <a:lnTo>
                    <a:pt x="285574" y="4046332"/>
                  </a:lnTo>
                  <a:lnTo>
                    <a:pt x="286896" y="4071930"/>
                  </a:lnTo>
                  <a:lnTo>
                    <a:pt x="288219" y="4024771"/>
                  </a:lnTo>
                  <a:lnTo>
                    <a:pt x="289541" y="4058878"/>
                  </a:lnTo>
                  <a:lnTo>
                    <a:pt x="290864" y="4021398"/>
                  </a:lnTo>
                  <a:lnTo>
                    <a:pt x="292186" y="4003602"/>
                  </a:lnTo>
                  <a:lnTo>
                    <a:pt x="293508" y="4017524"/>
                  </a:lnTo>
                  <a:lnTo>
                    <a:pt x="294831" y="4041015"/>
                  </a:lnTo>
                  <a:lnTo>
                    <a:pt x="296153" y="4130361"/>
                  </a:lnTo>
                  <a:lnTo>
                    <a:pt x="297475" y="4015624"/>
                  </a:lnTo>
                  <a:lnTo>
                    <a:pt x="298798" y="3998728"/>
                  </a:lnTo>
                  <a:lnTo>
                    <a:pt x="300120" y="4038233"/>
                  </a:lnTo>
                  <a:lnTo>
                    <a:pt x="301442" y="3977060"/>
                  </a:lnTo>
                  <a:lnTo>
                    <a:pt x="302765" y="3974999"/>
                  </a:lnTo>
                  <a:lnTo>
                    <a:pt x="304087" y="4044247"/>
                  </a:lnTo>
                  <a:lnTo>
                    <a:pt x="305409" y="4067260"/>
                  </a:lnTo>
                  <a:lnTo>
                    <a:pt x="306732" y="3986394"/>
                  </a:lnTo>
                  <a:lnTo>
                    <a:pt x="308054" y="3918265"/>
                  </a:lnTo>
                  <a:lnTo>
                    <a:pt x="309377" y="3989736"/>
                  </a:lnTo>
                  <a:lnTo>
                    <a:pt x="310699" y="3965770"/>
                  </a:lnTo>
                  <a:lnTo>
                    <a:pt x="312021" y="3977779"/>
                  </a:lnTo>
                  <a:lnTo>
                    <a:pt x="313344" y="4031039"/>
                  </a:lnTo>
                  <a:lnTo>
                    <a:pt x="314666" y="4140580"/>
                  </a:lnTo>
                  <a:lnTo>
                    <a:pt x="315988" y="3998937"/>
                  </a:lnTo>
                  <a:lnTo>
                    <a:pt x="317311" y="3989343"/>
                  </a:lnTo>
                  <a:lnTo>
                    <a:pt x="318633" y="3972245"/>
                  </a:lnTo>
                  <a:lnTo>
                    <a:pt x="319955" y="3970467"/>
                  </a:lnTo>
                  <a:lnTo>
                    <a:pt x="321278" y="3986819"/>
                  </a:lnTo>
                  <a:lnTo>
                    <a:pt x="322600" y="4023863"/>
                  </a:lnTo>
                  <a:lnTo>
                    <a:pt x="323923" y="4082438"/>
                  </a:lnTo>
                  <a:lnTo>
                    <a:pt x="325245" y="3980965"/>
                  </a:lnTo>
                  <a:lnTo>
                    <a:pt x="326567" y="3991468"/>
                  </a:lnTo>
                  <a:lnTo>
                    <a:pt x="327890" y="3988258"/>
                  </a:lnTo>
                  <a:lnTo>
                    <a:pt x="329212" y="3985486"/>
                  </a:lnTo>
                  <a:lnTo>
                    <a:pt x="330534" y="4014143"/>
                  </a:lnTo>
                  <a:lnTo>
                    <a:pt x="331857" y="4004415"/>
                  </a:lnTo>
                  <a:lnTo>
                    <a:pt x="333179" y="4056126"/>
                  </a:lnTo>
                  <a:lnTo>
                    <a:pt x="334501" y="3978021"/>
                  </a:lnTo>
                  <a:lnTo>
                    <a:pt x="335824" y="3964307"/>
                  </a:lnTo>
                  <a:lnTo>
                    <a:pt x="337146" y="3949940"/>
                  </a:lnTo>
                  <a:lnTo>
                    <a:pt x="338468" y="3969104"/>
                  </a:lnTo>
                  <a:lnTo>
                    <a:pt x="339791" y="4088266"/>
                  </a:lnTo>
                  <a:lnTo>
                    <a:pt x="341113" y="4057916"/>
                  </a:lnTo>
                  <a:lnTo>
                    <a:pt x="342436" y="4086051"/>
                  </a:lnTo>
                  <a:lnTo>
                    <a:pt x="343758" y="3985159"/>
                  </a:lnTo>
                  <a:lnTo>
                    <a:pt x="345080" y="3966347"/>
                  </a:lnTo>
                  <a:lnTo>
                    <a:pt x="346403" y="3976293"/>
                  </a:lnTo>
                  <a:lnTo>
                    <a:pt x="347725" y="3983254"/>
                  </a:lnTo>
                  <a:lnTo>
                    <a:pt x="349047" y="3992987"/>
                  </a:lnTo>
                  <a:lnTo>
                    <a:pt x="350370" y="4056850"/>
                  </a:lnTo>
                  <a:lnTo>
                    <a:pt x="351692" y="4089463"/>
                  </a:lnTo>
                  <a:lnTo>
                    <a:pt x="353014" y="4051127"/>
                  </a:lnTo>
                  <a:lnTo>
                    <a:pt x="354337" y="4020194"/>
                  </a:lnTo>
                  <a:lnTo>
                    <a:pt x="355659" y="3986642"/>
                  </a:lnTo>
                  <a:lnTo>
                    <a:pt x="356981" y="4000290"/>
                  </a:lnTo>
                  <a:lnTo>
                    <a:pt x="358304" y="4026671"/>
                  </a:lnTo>
                  <a:lnTo>
                    <a:pt x="359626" y="4079814"/>
                  </a:lnTo>
                  <a:lnTo>
                    <a:pt x="360949" y="4123283"/>
                  </a:lnTo>
                  <a:lnTo>
                    <a:pt x="362271" y="3980231"/>
                  </a:lnTo>
                  <a:lnTo>
                    <a:pt x="363593" y="4001441"/>
                  </a:lnTo>
                  <a:lnTo>
                    <a:pt x="364916" y="4110213"/>
                  </a:lnTo>
                  <a:lnTo>
                    <a:pt x="366238" y="3999605"/>
                  </a:lnTo>
                  <a:lnTo>
                    <a:pt x="367560" y="4043744"/>
                  </a:lnTo>
                  <a:lnTo>
                    <a:pt x="368883" y="4054408"/>
                  </a:lnTo>
                  <a:lnTo>
                    <a:pt x="370205" y="4089545"/>
                  </a:lnTo>
                  <a:lnTo>
                    <a:pt x="371527" y="4040417"/>
                  </a:lnTo>
                  <a:lnTo>
                    <a:pt x="372850" y="4017245"/>
                  </a:lnTo>
                  <a:lnTo>
                    <a:pt x="374172" y="3976426"/>
                  </a:lnTo>
                  <a:lnTo>
                    <a:pt x="375495" y="3969452"/>
                  </a:lnTo>
                  <a:lnTo>
                    <a:pt x="376817" y="4004684"/>
                  </a:lnTo>
                  <a:lnTo>
                    <a:pt x="378139" y="4065869"/>
                  </a:lnTo>
                  <a:lnTo>
                    <a:pt x="379462" y="4107006"/>
                  </a:lnTo>
                  <a:lnTo>
                    <a:pt x="380784" y="4025735"/>
                  </a:lnTo>
                  <a:lnTo>
                    <a:pt x="382106" y="4032274"/>
                  </a:lnTo>
                  <a:lnTo>
                    <a:pt x="383429" y="4034606"/>
                  </a:lnTo>
                  <a:lnTo>
                    <a:pt x="384751" y="4041130"/>
                  </a:lnTo>
                  <a:lnTo>
                    <a:pt x="386073" y="4018086"/>
                  </a:lnTo>
                  <a:lnTo>
                    <a:pt x="387396" y="4058885"/>
                  </a:lnTo>
                  <a:lnTo>
                    <a:pt x="388718" y="4064481"/>
                  </a:lnTo>
                  <a:lnTo>
                    <a:pt x="390040" y="3990772"/>
                  </a:lnTo>
                  <a:lnTo>
                    <a:pt x="391363" y="3979267"/>
                  </a:lnTo>
                  <a:lnTo>
                    <a:pt x="392685" y="3956290"/>
                  </a:lnTo>
                  <a:lnTo>
                    <a:pt x="394008" y="3985151"/>
                  </a:lnTo>
                  <a:lnTo>
                    <a:pt x="395330" y="3976940"/>
                  </a:lnTo>
                  <a:lnTo>
                    <a:pt x="396652" y="4049971"/>
                  </a:lnTo>
                  <a:lnTo>
                    <a:pt x="397975" y="4063676"/>
                  </a:lnTo>
                  <a:lnTo>
                    <a:pt x="399352" y="4031139"/>
                  </a:lnTo>
                  <a:lnTo>
                    <a:pt x="400674" y="3952060"/>
                  </a:lnTo>
                  <a:lnTo>
                    <a:pt x="401997" y="3997961"/>
                  </a:lnTo>
                  <a:lnTo>
                    <a:pt x="403319" y="4089401"/>
                  </a:lnTo>
                  <a:lnTo>
                    <a:pt x="404642" y="4077950"/>
                  </a:lnTo>
                  <a:lnTo>
                    <a:pt x="405964" y="4075076"/>
                  </a:lnTo>
                  <a:lnTo>
                    <a:pt x="407286" y="4118222"/>
                  </a:lnTo>
                  <a:lnTo>
                    <a:pt x="408609" y="4028213"/>
                  </a:lnTo>
                  <a:lnTo>
                    <a:pt x="409931" y="4025267"/>
                  </a:lnTo>
                  <a:lnTo>
                    <a:pt x="411253" y="4054843"/>
                  </a:lnTo>
                  <a:lnTo>
                    <a:pt x="412576" y="4048470"/>
                  </a:lnTo>
                  <a:lnTo>
                    <a:pt x="413898" y="3979658"/>
                  </a:lnTo>
                  <a:lnTo>
                    <a:pt x="415220" y="4050336"/>
                  </a:lnTo>
                  <a:lnTo>
                    <a:pt x="416543" y="4079727"/>
                  </a:lnTo>
                  <a:lnTo>
                    <a:pt x="417865" y="3970255"/>
                  </a:lnTo>
                  <a:lnTo>
                    <a:pt x="419187" y="3973365"/>
                  </a:lnTo>
                  <a:lnTo>
                    <a:pt x="420510" y="3980494"/>
                  </a:lnTo>
                  <a:lnTo>
                    <a:pt x="421832" y="3951899"/>
                  </a:lnTo>
                  <a:lnTo>
                    <a:pt x="423155" y="3973117"/>
                  </a:lnTo>
                  <a:lnTo>
                    <a:pt x="424477" y="4041537"/>
                  </a:lnTo>
                  <a:lnTo>
                    <a:pt x="425799" y="4031313"/>
                  </a:lnTo>
                  <a:lnTo>
                    <a:pt x="427122" y="3959783"/>
                  </a:lnTo>
                  <a:lnTo>
                    <a:pt x="428444" y="3972434"/>
                  </a:lnTo>
                  <a:lnTo>
                    <a:pt x="429766" y="3983512"/>
                  </a:lnTo>
                  <a:lnTo>
                    <a:pt x="431089" y="3993278"/>
                  </a:lnTo>
                  <a:lnTo>
                    <a:pt x="432411" y="4002249"/>
                  </a:lnTo>
                  <a:lnTo>
                    <a:pt x="433733" y="4037409"/>
                  </a:lnTo>
                  <a:lnTo>
                    <a:pt x="435056" y="4170598"/>
                  </a:lnTo>
                  <a:lnTo>
                    <a:pt x="436378" y="4021385"/>
                  </a:lnTo>
                  <a:lnTo>
                    <a:pt x="437701" y="3952229"/>
                  </a:lnTo>
                  <a:lnTo>
                    <a:pt x="439023" y="3967851"/>
                  </a:lnTo>
                  <a:lnTo>
                    <a:pt x="440345" y="3969145"/>
                  </a:lnTo>
                  <a:lnTo>
                    <a:pt x="441668" y="3938765"/>
                  </a:lnTo>
                  <a:lnTo>
                    <a:pt x="442990" y="4010435"/>
                  </a:lnTo>
                  <a:lnTo>
                    <a:pt x="444312" y="4040514"/>
                  </a:lnTo>
                  <a:lnTo>
                    <a:pt x="445635" y="3978188"/>
                  </a:lnTo>
                  <a:lnTo>
                    <a:pt x="446957" y="4001996"/>
                  </a:lnTo>
                  <a:lnTo>
                    <a:pt x="448279" y="3956118"/>
                  </a:lnTo>
                  <a:lnTo>
                    <a:pt x="449602" y="3962021"/>
                  </a:lnTo>
                  <a:lnTo>
                    <a:pt x="450924" y="3968130"/>
                  </a:lnTo>
                  <a:lnTo>
                    <a:pt x="452246" y="3985210"/>
                  </a:lnTo>
                  <a:lnTo>
                    <a:pt x="453569" y="4077515"/>
                  </a:lnTo>
                  <a:lnTo>
                    <a:pt x="454891" y="3967803"/>
                  </a:lnTo>
                  <a:lnTo>
                    <a:pt x="456214" y="3922572"/>
                  </a:lnTo>
                  <a:lnTo>
                    <a:pt x="457536" y="3850490"/>
                  </a:lnTo>
                  <a:lnTo>
                    <a:pt x="458858" y="3891166"/>
                  </a:lnTo>
                  <a:lnTo>
                    <a:pt x="460181" y="3989928"/>
                  </a:lnTo>
                  <a:lnTo>
                    <a:pt x="461503" y="4084878"/>
                  </a:lnTo>
                  <a:lnTo>
                    <a:pt x="462825" y="4088795"/>
                  </a:lnTo>
                  <a:lnTo>
                    <a:pt x="464148" y="3965828"/>
                  </a:lnTo>
                  <a:lnTo>
                    <a:pt x="465470" y="3953776"/>
                  </a:lnTo>
                  <a:lnTo>
                    <a:pt x="466792" y="3967723"/>
                  </a:lnTo>
                  <a:lnTo>
                    <a:pt x="468115" y="4006021"/>
                  </a:lnTo>
                  <a:lnTo>
                    <a:pt x="469437" y="4058640"/>
                  </a:lnTo>
                  <a:lnTo>
                    <a:pt x="470760" y="4063509"/>
                  </a:lnTo>
                  <a:lnTo>
                    <a:pt x="472082" y="4189290"/>
                  </a:lnTo>
                  <a:lnTo>
                    <a:pt x="473404" y="4186456"/>
                  </a:lnTo>
                  <a:lnTo>
                    <a:pt x="474727" y="4218762"/>
                  </a:lnTo>
                  <a:lnTo>
                    <a:pt x="476049" y="4205382"/>
                  </a:lnTo>
                  <a:lnTo>
                    <a:pt x="477371" y="4106031"/>
                  </a:lnTo>
                  <a:lnTo>
                    <a:pt x="478694" y="4100720"/>
                  </a:lnTo>
                  <a:lnTo>
                    <a:pt x="480016" y="4190450"/>
                  </a:lnTo>
                  <a:lnTo>
                    <a:pt x="481338" y="4214781"/>
                  </a:lnTo>
                  <a:lnTo>
                    <a:pt x="482661" y="4195409"/>
                  </a:lnTo>
                  <a:lnTo>
                    <a:pt x="483983" y="4177991"/>
                  </a:lnTo>
                  <a:lnTo>
                    <a:pt x="485305" y="4058141"/>
                  </a:lnTo>
                  <a:lnTo>
                    <a:pt x="486628" y="4085532"/>
                  </a:lnTo>
                  <a:lnTo>
                    <a:pt x="487950" y="4095654"/>
                  </a:lnTo>
                  <a:lnTo>
                    <a:pt x="489273" y="4090105"/>
                  </a:lnTo>
                  <a:lnTo>
                    <a:pt x="490595" y="4114757"/>
                  </a:lnTo>
                  <a:lnTo>
                    <a:pt x="491917" y="3971229"/>
                  </a:lnTo>
                  <a:lnTo>
                    <a:pt x="493240" y="3966629"/>
                  </a:lnTo>
                  <a:lnTo>
                    <a:pt x="494562" y="3973822"/>
                  </a:lnTo>
                  <a:lnTo>
                    <a:pt x="495884" y="3985742"/>
                  </a:lnTo>
                  <a:lnTo>
                    <a:pt x="497207" y="3968736"/>
                  </a:lnTo>
                  <a:lnTo>
                    <a:pt x="498529" y="4019588"/>
                  </a:lnTo>
                  <a:lnTo>
                    <a:pt x="499851" y="4054622"/>
                  </a:lnTo>
                  <a:lnTo>
                    <a:pt x="501174" y="3973372"/>
                  </a:lnTo>
                  <a:lnTo>
                    <a:pt x="502496" y="3950017"/>
                  </a:lnTo>
                  <a:lnTo>
                    <a:pt x="503819" y="3955471"/>
                  </a:lnTo>
                  <a:lnTo>
                    <a:pt x="505141" y="3964844"/>
                  </a:lnTo>
                  <a:lnTo>
                    <a:pt x="506463" y="3979832"/>
                  </a:lnTo>
                  <a:lnTo>
                    <a:pt x="507786" y="4050766"/>
                  </a:lnTo>
                  <a:lnTo>
                    <a:pt x="509108" y="4080019"/>
                  </a:lnTo>
                  <a:lnTo>
                    <a:pt x="510430" y="4000725"/>
                  </a:lnTo>
                  <a:lnTo>
                    <a:pt x="511753" y="3961657"/>
                  </a:lnTo>
                  <a:lnTo>
                    <a:pt x="513075" y="3926142"/>
                  </a:lnTo>
                  <a:lnTo>
                    <a:pt x="514397" y="3929180"/>
                  </a:lnTo>
                  <a:lnTo>
                    <a:pt x="515720" y="3972073"/>
                  </a:lnTo>
                  <a:lnTo>
                    <a:pt x="517042" y="4066685"/>
                  </a:lnTo>
                  <a:lnTo>
                    <a:pt x="518364" y="4101814"/>
                  </a:lnTo>
                  <a:lnTo>
                    <a:pt x="519687" y="4017220"/>
                  </a:lnTo>
                  <a:lnTo>
                    <a:pt x="521009" y="4094767"/>
                  </a:lnTo>
                  <a:lnTo>
                    <a:pt x="522332" y="4112662"/>
                  </a:lnTo>
                  <a:lnTo>
                    <a:pt x="523654" y="4100839"/>
                  </a:lnTo>
                  <a:lnTo>
                    <a:pt x="524976" y="4078137"/>
                  </a:lnTo>
                  <a:lnTo>
                    <a:pt x="526299" y="4074769"/>
                  </a:lnTo>
                  <a:lnTo>
                    <a:pt x="527621" y="4116043"/>
                  </a:lnTo>
                  <a:lnTo>
                    <a:pt x="528943" y="4094250"/>
                  </a:lnTo>
                  <a:lnTo>
                    <a:pt x="530266" y="4094462"/>
                  </a:lnTo>
                  <a:lnTo>
                    <a:pt x="531588" y="4005392"/>
                  </a:lnTo>
                  <a:lnTo>
                    <a:pt x="532910" y="3980574"/>
                  </a:lnTo>
                  <a:lnTo>
                    <a:pt x="534233" y="3989391"/>
                  </a:lnTo>
                  <a:lnTo>
                    <a:pt x="535555" y="4042905"/>
                  </a:lnTo>
                  <a:lnTo>
                    <a:pt x="536877" y="4077796"/>
                  </a:lnTo>
                  <a:lnTo>
                    <a:pt x="538200" y="4041396"/>
                  </a:lnTo>
                  <a:lnTo>
                    <a:pt x="539522" y="3989238"/>
                  </a:lnTo>
                  <a:lnTo>
                    <a:pt x="540845" y="3969462"/>
                  </a:lnTo>
                  <a:lnTo>
                    <a:pt x="542167" y="4006407"/>
                  </a:lnTo>
                  <a:lnTo>
                    <a:pt x="543489" y="3980052"/>
                  </a:lnTo>
                  <a:lnTo>
                    <a:pt x="544812" y="4039378"/>
                  </a:lnTo>
                  <a:lnTo>
                    <a:pt x="546134" y="4056909"/>
                  </a:lnTo>
                  <a:lnTo>
                    <a:pt x="547456" y="3964258"/>
                  </a:lnTo>
                  <a:lnTo>
                    <a:pt x="548779" y="3994841"/>
                  </a:lnTo>
                  <a:lnTo>
                    <a:pt x="550101" y="4009302"/>
                  </a:lnTo>
                  <a:lnTo>
                    <a:pt x="551423" y="3968470"/>
                  </a:lnTo>
                  <a:lnTo>
                    <a:pt x="552746" y="3998513"/>
                  </a:lnTo>
                  <a:lnTo>
                    <a:pt x="554068" y="4063772"/>
                  </a:lnTo>
                  <a:lnTo>
                    <a:pt x="555391" y="4085681"/>
                  </a:lnTo>
                  <a:lnTo>
                    <a:pt x="556713" y="3969472"/>
                  </a:lnTo>
                  <a:lnTo>
                    <a:pt x="558035" y="3952234"/>
                  </a:lnTo>
                  <a:lnTo>
                    <a:pt x="559358" y="3926617"/>
                  </a:lnTo>
                  <a:lnTo>
                    <a:pt x="560680" y="3961637"/>
                  </a:lnTo>
                  <a:lnTo>
                    <a:pt x="562002" y="3979523"/>
                  </a:lnTo>
                  <a:lnTo>
                    <a:pt x="563325" y="4033284"/>
                  </a:lnTo>
                  <a:lnTo>
                    <a:pt x="564647" y="4057428"/>
                  </a:lnTo>
                  <a:lnTo>
                    <a:pt x="565969" y="3992680"/>
                  </a:lnTo>
                  <a:lnTo>
                    <a:pt x="567292" y="4037555"/>
                  </a:lnTo>
                  <a:lnTo>
                    <a:pt x="568614" y="3992051"/>
                  </a:lnTo>
                  <a:lnTo>
                    <a:pt x="569936" y="4038381"/>
                  </a:lnTo>
                  <a:lnTo>
                    <a:pt x="571259" y="4070411"/>
                  </a:lnTo>
                  <a:lnTo>
                    <a:pt x="572581" y="4105952"/>
                  </a:lnTo>
                  <a:lnTo>
                    <a:pt x="573904" y="4178827"/>
                  </a:lnTo>
                  <a:lnTo>
                    <a:pt x="575226" y="4060386"/>
                  </a:lnTo>
                  <a:lnTo>
                    <a:pt x="576548" y="4007254"/>
                  </a:lnTo>
                  <a:lnTo>
                    <a:pt x="577871" y="3953183"/>
                  </a:lnTo>
                  <a:lnTo>
                    <a:pt x="579193" y="3965435"/>
                  </a:lnTo>
                  <a:lnTo>
                    <a:pt x="580515" y="4020838"/>
                  </a:lnTo>
                  <a:lnTo>
                    <a:pt x="581838" y="4121667"/>
                  </a:lnTo>
                  <a:lnTo>
                    <a:pt x="583160" y="4220276"/>
                  </a:lnTo>
                  <a:lnTo>
                    <a:pt x="584482" y="4068265"/>
                  </a:lnTo>
                  <a:lnTo>
                    <a:pt x="585805" y="4024564"/>
                  </a:lnTo>
                  <a:lnTo>
                    <a:pt x="587127" y="3983742"/>
                  </a:lnTo>
                  <a:lnTo>
                    <a:pt x="588450" y="3951766"/>
                  </a:lnTo>
                  <a:lnTo>
                    <a:pt x="589772" y="4053814"/>
                  </a:lnTo>
                  <a:lnTo>
                    <a:pt x="591094" y="4162872"/>
                  </a:lnTo>
                  <a:lnTo>
                    <a:pt x="592417" y="4177582"/>
                  </a:lnTo>
                  <a:lnTo>
                    <a:pt x="593739" y="4082036"/>
                  </a:lnTo>
                  <a:lnTo>
                    <a:pt x="595061" y="4055852"/>
                  </a:lnTo>
                  <a:lnTo>
                    <a:pt x="596384" y="4004149"/>
                  </a:lnTo>
                  <a:lnTo>
                    <a:pt x="597706" y="3990422"/>
                  </a:lnTo>
                  <a:lnTo>
                    <a:pt x="599028" y="4055044"/>
                  </a:lnTo>
                  <a:lnTo>
                    <a:pt x="600351" y="4053709"/>
                  </a:lnTo>
                  <a:lnTo>
                    <a:pt x="601673" y="4094946"/>
                  </a:lnTo>
                  <a:lnTo>
                    <a:pt x="602940" y="4140020"/>
                  </a:lnTo>
                  <a:lnTo>
                    <a:pt x="604263" y="3991759"/>
                  </a:lnTo>
                  <a:lnTo>
                    <a:pt x="605585" y="4046884"/>
                  </a:lnTo>
                  <a:lnTo>
                    <a:pt x="606907" y="3997528"/>
                  </a:lnTo>
                  <a:lnTo>
                    <a:pt x="608230" y="3964747"/>
                  </a:lnTo>
                  <a:lnTo>
                    <a:pt x="609552" y="4037762"/>
                  </a:lnTo>
                  <a:lnTo>
                    <a:pt x="610875" y="4045201"/>
                  </a:lnTo>
                  <a:lnTo>
                    <a:pt x="612197" y="3934297"/>
                  </a:lnTo>
                  <a:lnTo>
                    <a:pt x="613519" y="3949283"/>
                  </a:lnTo>
                  <a:lnTo>
                    <a:pt x="614842" y="3941342"/>
                  </a:lnTo>
                  <a:lnTo>
                    <a:pt x="616164" y="3952878"/>
                  </a:lnTo>
                  <a:lnTo>
                    <a:pt x="617486" y="4025349"/>
                  </a:lnTo>
                  <a:lnTo>
                    <a:pt x="618809" y="4118608"/>
                  </a:lnTo>
                  <a:lnTo>
                    <a:pt x="620131" y="4193948"/>
                  </a:lnTo>
                  <a:lnTo>
                    <a:pt x="621453" y="4048244"/>
                  </a:lnTo>
                  <a:lnTo>
                    <a:pt x="622776" y="4023150"/>
                  </a:lnTo>
                  <a:lnTo>
                    <a:pt x="624098" y="4057970"/>
                  </a:lnTo>
                  <a:lnTo>
                    <a:pt x="625420" y="4124966"/>
                  </a:lnTo>
                  <a:lnTo>
                    <a:pt x="626743" y="4101142"/>
                  </a:lnTo>
                  <a:lnTo>
                    <a:pt x="628065" y="4119859"/>
                  </a:lnTo>
                  <a:lnTo>
                    <a:pt x="629388" y="4192189"/>
                  </a:lnTo>
                  <a:lnTo>
                    <a:pt x="630710" y="4042976"/>
                  </a:lnTo>
                  <a:lnTo>
                    <a:pt x="632032" y="4092874"/>
                  </a:lnTo>
                  <a:lnTo>
                    <a:pt x="633355" y="4061486"/>
                  </a:lnTo>
                  <a:lnTo>
                    <a:pt x="634677" y="4092340"/>
                  </a:lnTo>
                  <a:lnTo>
                    <a:pt x="635999" y="4083343"/>
                  </a:lnTo>
                  <a:lnTo>
                    <a:pt x="637322" y="4131898"/>
                  </a:lnTo>
                  <a:lnTo>
                    <a:pt x="638644" y="4149383"/>
                  </a:lnTo>
                  <a:lnTo>
                    <a:pt x="639966" y="4074352"/>
                  </a:lnTo>
                  <a:lnTo>
                    <a:pt x="641289" y="4066956"/>
                  </a:lnTo>
                  <a:lnTo>
                    <a:pt x="642611" y="4200930"/>
                  </a:lnTo>
                  <a:lnTo>
                    <a:pt x="643934" y="4090412"/>
                  </a:lnTo>
                  <a:lnTo>
                    <a:pt x="645256" y="4077162"/>
                  </a:lnTo>
                  <a:lnTo>
                    <a:pt x="646578" y="4105686"/>
                  </a:lnTo>
                  <a:lnTo>
                    <a:pt x="647901" y="4181474"/>
                  </a:lnTo>
                  <a:lnTo>
                    <a:pt x="649223" y="4048078"/>
                  </a:lnTo>
                  <a:lnTo>
                    <a:pt x="650545" y="4073587"/>
                  </a:lnTo>
                  <a:lnTo>
                    <a:pt x="651868" y="4089529"/>
                  </a:lnTo>
                  <a:lnTo>
                    <a:pt x="653190" y="4144992"/>
                  </a:lnTo>
                  <a:lnTo>
                    <a:pt x="654512" y="4099019"/>
                  </a:lnTo>
                  <a:lnTo>
                    <a:pt x="655835" y="4172917"/>
                  </a:lnTo>
                  <a:lnTo>
                    <a:pt x="657157" y="4215514"/>
                  </a:lnTo>
                  <a:lnTo>
                    <a:pt x="658479" y="4084734"/>
                  </a:lnTo>
                  <a:lnTo>
                    <a:pt x="659802" y="4078147"/>
                  </a:lnTo>
                  <a:lnTo>
                    <a:pt x="661124" y="4090680"/>
                  </a:lnTo>
                  <a:lnTo>
                    <a:pt x="662447" y="4073536"/>
                  </a:lnTo>
                  <a:lnTo>
                    <a:pt x="663769" y="4068439"/>
                  </a:lnTo>
                  <a:lnTo>
                    <a:pt x="665091" y="4147925"/>
                  </a:lnTo>
                  <a:lnTo>
                    <a:pt x="666414" y="4205402"/>
                  </a:lnTo>
                  <a:lnTo>
                    <a:pt x="667736" y="4121142"/>
                  </a:lnTo>
                  <a:lnTo>
                    <a:pt x="669058" y="4028817"/>
                  </a:lnTo>
                  <a:lnTo>
                    <a:pt x="670381" y="4082627"/>
                  </a:lnTo>
                  <a:lnTo>
                    <a:pt x="671703" y="4013015"/>
                  </a:lnTo>
                  <a:lnTo>
                    <a:pt x="673025" y="4004113"/>
                  </a:lnTo>
                  <a:lnTo>
                    <a:pt x="674348" y="4093263"/>
                  </a:lnTo>
                  <a:lnTo>
                    <a:pt x="675670" y="4163460"/>
                  </a:lnTo>
                  <a:lnTo>
                    <a:pt x="676993" y="4025983"/>
                  </a:lnTo>
                  <a:lnTo>
                    <a:pt x="678315" y="4033814"/>
                  </a:lnTo>
                  <a:lnTo>
                    <a:pt x="679637" y="3987161"/>
                  </a:lnTo>
                  <a:lnTo>
                    <a:pt x="680960" y="4068606"/>
                  </a:lnTo>
                  <a:lnTo>
                    <a:pt x="682282" y="4095058"/>
                  </a:lnTo>
                  <a:lnTo>
                    <a:pt x="683604" y="4112146"/>
                  </a:lnTo>
                  <a:lnTo>
                    <a:pt x="684927" y="4219858"/>
                  </a:lnTo>
                  <a:lnTo>
                    <a:pt x="686249" y="4102093"/>
                  </a:lnTo>
                  <a:lnTo>
                    <a:pt x="687571" y="4053438"/>
                  </a:lnTo>
                  <a:lnTo>
                    <a:pt x="688894" y="4061512"/>
                  </a:lnTo>
                  <a:lnTo>
                    <a:pt x="690216" y="4071935"/>
                  </a:lnTo>
                  <a:lnTo>
                    <a:pt x="691538" y="4085305"/>
                  </a:lnTo>
                  <a:lnTo>
                    <a:pt x="692861" y="4130932"/>
                  </a:lnTo>
                  <a:lnTo>
                    <a:pt x="694183" y="4204282"/>
                  </a:lnTo>
                  <a:lnTo>
                    <a:pt x="695506" y="4107057"/>
                  </a:lnTo>
                  <a:lnTo>
                    <a:pt x="696828" y="4097511"/>
                  </a:lnTo>
                  <a:lnTo>
                    <a:pt x="698150" y="4101756"/>
                  </a:lnTo>
                  <a:lnTo>
                    <a:pt x="699473" y="4114330"/>
                  </a:lnTo>
                  <a:lnTo>
                    <a:pt x="700795" y="4113829"/>
                  </a:lnTo>
                  <a:lnTo>
                    <a:pt x="702117" y="4183987"/>
                  </a:lnTo>
                  <a:lnTo>
                    <a:pt x="703440" y="4199724"/>
                  </a:lnTo>
                  <a:lnTo>
                    <a:pt x="704762" y="4065445"/>
                  </a:lnTo>
                  <a:lnTo>
                    <a:pt x="706084" y="4087701"/>
                  </a:lnTo>
                  <a:lnTo>
                    <a:pt x="707407" y="4081118"/>
                  </a:lnTo>
                  <a:lnTo>
                    <a:pt x="708729" y="4061790"/>
                  </a:lnTo>
                  <a:lnTo>
                    <a:pt x="710051" y="4106571"/>
                  </a:lnTo>
                  <a:lnTo>
                    <a:pt x="711374" y="4195081"/>
                  </a:lnTo>
                  <a:lnTo>
                    <a:pt x="712696" y="4217074"/>
                  </a:lnTo>
                  <a:lnTo>
                    <a:pt x="714019" y="4087067"/>
                  </a:lnTo>
                  <a:lnTo>
                    <a:pt x="715341" y="4083834"/>
                  </a:lnTo>
                  <a:lnTo>
                    <a:pt x="716663" y="4110532"/>
                  </a:lnTo>
                  <a:lnTo>
                    <a:pt x="717986" y="4059558"/>
                  </a:lnTo>
                  <a:lnTo>
                    <a:pt x="719308" y="4086663"/>
                  </a:lnTo>
                  <a:lnTo>
                    <a:pt x="720630" y="4121232"/>
                  </a:lnTo>
                  <a:lnTo>
                    <a:pt x="721953" y="4191304"/>
                  </a:lnTo>
                  <a:lnTo>
                    <a:pt x="723275" y="4098298"/>
                  </a:lnTo>
                  <a:lnTo>
                    <a:pt x="724597" y="4062079"/>
                  </a:lnTo>
                  <a:lnTo>
                    <a:pt x="725920" y="4044777"/>
                  </a:lnTo>
                  <a:lnTo>
                    <a:pt x="727242" y="4039946"/>
                  </a:lnTo>
                  <a:lnTo>
                    <a:pt x="728565" y="4081643"/>
                  </a:lnTo>
                  <a:lnTo>
                    <a:pt x="729887" y="4131773"/>
                  </a:lnTo>
                  <a:lnTo>
                    <a:pt x="731209" y="4178911"/>
                  </a:lnTo>
                  <a:lnTo>
                    <a:pt x="732532" y="4090033"/>
                  </a:lnTo>
                  <a:lnTo>
                    <a:pt x="733854" y="4068265"/>
                  </a:lnTo>
                  <a:lnTo>
                    <a:pt x="735176" y="4089892"/>
                  </a:lnTo>
                  <a:lnTo>
                    <a:pt x="736499" y="4065092"/>
                  </a:lnTo>
                  <a:lnTo>
                    <a:pt x="737821" y="4077152"/>
                  </a:lnTo>
                  <a:lnTo>
                    <a:pt x="739143" y="4096797"/>
                  </a:lnTo>
                  <a:lnTo>
                    <a:pt x="740466" y="4168240"/>
                  </a:lnTo>
                  <a:lnTo>
                    <a:pt x="741788" y="4057944"/>
                  </a:lnTo>
                  <a:lnTo>
                    <a:pt x="743110" y="4036729"/>
                  </a:lnTo>
                  <a:lnTo>
                    <a:pt x="744433" y="4005236"/>
                  </a:lnTo>
                  <a:lnTo>
                    <a:pt x="745755" y="4021592"/>
                  </a:lnTo>
                  <a:lnTo>
                    <a:pt x="747078" y="4065565"/>
                  </a:lnTo>
                  <a:lnTo>
                    <a:pt x="748400" y="4098741"/>
                  </a:lnTo>
                  <a:lnTo>
                    <a:pt x="749722" y="4134072"/>
                  </a:lnTo>
                  <a:lnTo>
                    <a:pt x="751045" y="4032185"/>
                  </a:lnTo>
                  <a:lnTo>
                    <a:pt x="752367" y="4005095"/>
                  </a:lnTo>
                  <a:lnTo>
                    <a:pt x="753689" y="3979650"/>
                  </a:lnTo>
                  <a:lnTo>
                    <a:pt x="755012" y="3982793"/>
                  </a:lnTo>
                  <a:lnTo>
                    <a:pt x="756334" y="4028871"/>
                  </a:lnTo>
                  <a:lnTo>
                    <a:pt x="757656" y="4088872"/>
                  </a:lnTo>
                  <a:lnTo>
                    <a:pt x="758979" y="4154663"/>
                  </a:lnTo>
                  <a:lnTo>
                    <a:pt x="760301" y="4013005"/>
                  </a:lnTo>
                  <a:lnTo>
                    <a:pt x="761624" y="4064524"/>
                  </a:lnTo>
                  <a:lnTo>
                    <a:pt x="762946" y="4084686"/>
                  </a:lnTo>
                  <a:lnTo>
                    <a:pt x="764268" y="4048175"/>
                  </a:lnTo>
                  <a:lnTo>
                    <a:pt x="765591" y="4067665"/>
                  </a:lnTo>
                  <a:lnTo>
                    <a:pt x="766913" y="4103096"/>
                  </a:lnTo>
                  <a:lnTo>
                    <a:pt x="768235" y="4105515"/>
                  </a:lnTo>
                  <a:lnTo>
                    <a:pt x="769558" y="4024301"/>
                  </a:lnTo>
                  <a:lnTo>
                    <a:pt x="770880" y="4065739"/>
                  </a:lnTo>
                  <a:lnTo>
                    <a:pt x="772202" y="4050981"/>
                  </a:lnTo>
                  <a:lnTo>
                    <a:pt x="773525" y="4061013"/>
                  </a:lnTo>
                  <a:lnTo>
                    <a:pt x="774847" y="4047674"/>
                  </a:lnTo>
                  <a:lnTo>
                    <a:pt x="776169" y="4113430"/>
                  </a:lnTo>
                  <a:lnTo>
                    <a:pt x="777492" y="4179909"/>
                  </a:lnTo>
                  <a:lnTo>
                    <a:pt x="778814" y="4067560"/>
                  </a:lnTo>
                  <a:lnTo>
                    <a:pt x="780137" y="4067255"/>
                  </a:lnTo>
                  <a:lnTo>
                    <a:pt x="781459" y="4091079"/>
                  </a:lnTo>
                  <a:lnTo>
                    <a:pt x="782781" y="4091713"/>
                  </a:lnTo>
                  <a:lnTo>
                    <a:pt x="784104" y="4068332"/>
                  </a:lnTo>
                  <a:lnTo>
                    <a:pt x="785426" y="4096076"/>
                  </a:lnTo>
                  <a:lnTo>
                    <a:pt x="786748" y="4150203"/>
                  </a:lnTo>
                  <a:lnTo>
                    <a:pt x="788071" y="3948283"/>
                  </a:lnTo>
                  <a:lnTo>
                    <a:pt x="789393" y="4027259"/>
                  </a:lnTo>
                  <a:lnTo>
                    <a:pt x="790715" y="4020879"/>
                  </a:lnTo>
                  <a:lnTo>
                    <a:pt x="792038" y="4003426"/>
                  </a:lnTo>
                  <a:lnTo>
                    <a:pt x="793360" y="4010834"/>
                  </a:lnTo>
                  <a:lnTo>
                    <a:pt x="794683" y="4106829"/>
                  </a:lnTo>
                  <a:lnTo>
                    <a:pt x="796005" y="4133113"/>
                  </a:lnTo>
                  <a:lnTo>
                    <a:pt x="797327" y="4022406"/>
                  </a:lnTo>
                  <a:lnTo>
                    <a:pt x="798650" y="3985798"/>
                  </a:lnTo>
                  <a:lnTo>
                    <a:pt x="799972" y="3969375"/>
                  </a:lnTo>
                  <a:lnTo>
                    <a:pt x="801294" y="3966959"/>
                  </a:lnTo>
                  <a:lnTo>
                    <a:pt x="802617" y="4015368"/>
                  </a:lnTo>
                  <a:lnTo>
                    <a:pt x="803939" y="4092419"/>
                  </a:lnTo>
                  <a:lnTo>
                    <a:pt x="805261" y="4124904"/>
                  </a:lnTo>
                  <a:lnTo>
                    <a:pt x="806584" y="4091161"/>
                  </a:lnTo>
                  <a:lnTo>
                    <a:pt x="807906" y="3991368"/>
                  </a:lnTo>
                  <a:lnTo>
                    <a:pt x="809228" y="3967112"/>
                  </a:lnTo>
                  <a:lnTo>
                    <a:pt x="810551" y="4010205"/>
                  </a:lnTo>
                  <a:lnTo>
                    <a:pt x="811873" y="4050804"/>
                  </a:lnTo>
                  <a:lnTo>
                    <a:pt x="813196" y="4063793"/>
                  </a:lnTo>
                  <a:lnTo>
                    <a:pt x="814518" y="4107228"/>
                  </a:lnTo>
                  <a:lnTo>
                    <a:pt x="815840" y="4004323"/>
                  </a:lnTo>
                  <a:lnTo>
                    <a:pt x="817163" y="3998912"/>
                  </a:lnTo>
                  <a:lnTo>
                    <a:pt x="818485" y="3996789"/>
                  </a:lnTo>
                  <a:lnTo>
                    <a:pt x="819807" y="3984162"/>
                  </a:lnTo>
                  <a:lnTo>
                    <a:pt x="821130" y="3994227"/>
                  </a:lnTo>
                  <a:lnTo>
                    <a:pt x="822452" y="4075372"/>
                  </a:lnTo>
                  <a:lnTo>
                    <a:pt x="823774" y="4124902"/>
                  </a:lnTo>
                  <a:lnTo>
                    <a:pt x="825097" y="4039811"/>
                  </a:lnTo>
                  <a:lnTo>
                    <a:pt x="826419" y="4069045"/>
                  </a:lnTo>
                  <a:lnTo>
                    <a:pt x="827742" y="4004607"/>
                  </a:lnTo>
                  <a:lnTo>
                    <a:pt x="829064" y="4001285"/>
                  </a:lnTo>
                  <a:lnTo>
                    <a:pt x="830386" y="3984453"/>
                  </a:lnTo>
                  <a:lnTo>
                    <a:pt x="831709" y="4070618"/>
                  </a:lnTo>
                  <a:lnTo>
                    <a:pt x="833031" y="4131502"/>
                  </a:lnTo>
                  <a:lnTo>
                    <a:pt x="834353" y="4049180"/>
                  </a:lnTo>
                  <a:lnTo>
                    <a:pt x="835676" y="3976318"/>
                  </a:lnTo>
                  <a:lnTo>
                    <a:pt x="836998" y="3955522"/>
                  </a:lnTo>
                  <a:lnTo>
                    <a:pt x="838320" y="3959341"/>
                  </a:lnTo>
                  <a:lnTo>
                    <a:pt x="839643" y="3970391"/>
                  </a:lnTo>
                  <a:lnTo>
                    <a:pt x="840965" y="4064634"/>
                  </a:lnTo>
                  <a:lnTo>
                    <a:pt x="842287" y="4164375"/>
                  </a:lnTo>
                  <a:lnTo>
                    <a:pt x="843610" y="4067015"/>
                  </a:lnTo>
                  <a:lnTo>
                    <a:pt x="844932" y="3995749"/>
                  </a:lnTo>
                  <a:lnTo>
                    <a:pt x="846255" y="4064591"/>
                  </a:lnTo>
                  <a:lnTo>
                    <a:pt x="847577" y="4117603"/>
                  </a:lnTo>
                  <a:lnTo>
                    <a:pt x="848899" y="4057036"/>
                  </a:lnTo>
                  <a:lnTo>
                    <a:pt x="850222" y="4073352"/>
                  </a:lnTo>
                  <a:lnTo>
                    <a:pt x="851544" y="4087246"/>
                  </a:lnTo>
                  <a:lnTo>
                    <a:pt x="852866" y="3955257"/>
                  </a:lnTo>
                  <a:lnTo>
                    <a:pt x="854189" y="3972764"/>
                  </a:lnTo>
                  <a:lnTo>
                    <a:pt x="855511" y="3968649"/>
                  </a:lnTo>
                  <a:lnTo>
                    <a:pt x="856833" y="3962491"/>
                  </a:lnTo>
                  <a:lnTo>
                    <a:pt x="858156" y="4042156"/>
                  </a:lnTo>
                  <a:lnTo>
                    <a:pt x="859478" y="4075799"/>
                  </a:lnTo>
                  <a:lnTo>
                    <a:pt x="860800" y="4101687"/>
                  </a:lnTo>
                  <a:lnTo>
                    <a:pt x="862123" y="4024756"/>
                  </a:lnTo>
                  <a:lnTo>
                    <a:pt x="863445" y="3990238"/>
                  </a:lnTo>
                  <a:lnTo>
                    <a:pt x="864768" y="3984151"/>
                  </a:lnTo>
                  <a:lnTo>
                    <a:pt x="866090" y="4099037"/>
                  </a:lnTo>
                  <a:lnTo>
                    <a:pt x="867412" y="4064905"/>
                  </a:lnTo>
                  <a:lnTo>
                    <a:pt x="868735" y="4117409"/>
                  </a:lnTo>
                  <a:lnTo>
                    <a:pt x="870057" y="4143002"/>
                  </a:lnTo>
                  <a:lnTo>
                    <a:pt x="871379" y="4019703"/>
                  </a:lnTo>
                  <a:lnTo>
                    <a:pt x="872702" y="4060877"/>
                  </a:lnTo>
                  <a:lnTo>
                    <a:pt x="874024" y="4091478"/>
                  </a:lnTo>
                  <a:lnTo>
                    <a:pt x="875346" y="4045457"/>
                  </a:lnTo>
                  <a:lnTo>
                    <a:pt x="876669" y="4051505"/>
                  </a:lnTo>
                  <a:lnTo>
                    <a:pt x="877991" y="4114867"/>
                  </a:lnTo>
                  <a:lnTo>
                    <a:pt x="879314" y="4210686"/>
                  </a:lnTo>
                  <a:lnTo>
                    <a:pt x="880691" y="4125002"/>
                  </a:lnTo>
                  <a:lnTo>
                    <a:pt x="882013" y="4105607"/>
                  </a:lnTo>
                  <a:lnTo>
                    <a:pt x="883336" y="4054896"/>
                  </a:lnTo>
                  <a:lnTo>
                    <a:pt x="884658" y="4068483"/>
                  </a:lnTo>
                  <a:lnTo>
                    <a:pt x="885980" y="4092621"/>
                  </a:lnTo>
                  <a:lnTo>
                    <a:pt x="887303" y="4115706"/>
                  </a:lnTo>
                  <a:lnTo>
                    <a:pt x="888625" y="4223334"/>
                  </a:lnTo>
                  <a:lnTo>
                    <a:pt x="889948" y="4118815"/>
                  </a:lnTo>
                  <a:lnTo>
                    <a:pt x="891270" y="4072160"/>
                  </a:lnTo>
                  <a:lnTo>
                    <a:pt x="892592" y="4096237"/>
                  </a:lnTo>
                  <a:lnTo>
                    <a:pt x="893915" y="4076262"/>
                  </a:lnTo>
                  <a:lnTo>
                    <a:pt x="895237" y="4010415"/>
                  </a:lnTo>
                  <a:lnTo>
                    <a:pt x="896559" y="4145764"/>
                  </a:lnTo>
                  <a:lnTo>
                    <a:pt x="897882" y="4154131"/>
                  </a:lnTo>
                  <a:lnTo>
                    <a:pt x="899204" y="4043255"/>
                  </a:lnTo>
                  <a:lnTo>
                    <a:pt x="900526" y="4003428"/>
                  </a:lnTo>
                  <a:lnTo>
                    <a:pt x="901849" y="4001382"/>
                  </a:lnTo>
                  <a:lnTo>
                    <a:pt x="903171" y="3992961"/>
                  </a:lnTo>
                  <a:lnTo>
                    <a:pt x="904493" y="4002316"/>
                  </a:lnTo>
                  <a:lnTo>
                    <a:pt x="905816" y="4077799"/>
                  </a:lnTo>
                  <a:lnTo>
                    <a:pt x="907138" y="4070201"/>
                  </a:lnTo>
                  <a:lnTo>
                    <a:pt x="908461" y="4017360"/>
                  </a:lnTo>
                  <a:lnTo>
                    <a:pt x="909783" y="3970961"/>
                  </a:lnTo>
                  <a:lnTo>
                    <a:pt x="911105" y="3988798"/>
                  </a:lnTo>
                  <a:lnTo>
                    <a:pt x="912428" y="3961918"/>
                  </a:lnTo>
                  <a:lnTo>
                    <a:pt x="913750" y="3992419"/>
                  </a:lnTo>
                  <a:lnTo>
                    <a:pt x="915072" y="4029167"/>
                  </a:lnTo>
                  <a:lnTo>
                    <a:pt x="916395" y="4108492"/>
                  </a:lnTo>
                  <a:lnTo>
                    <a:pt x="917717" y="4012931"/>
                  </a:lnTo>
                  <a:lnTo>
                    <a:pt x="919039" y="3958995"/>
                  </a:lnTo>
                  <a:lnTo>
                    <a:pt x="920362" y="4021073"/>
                  </a:lnTo>
                  <a:lnTo>
                    <a:pt x="921684" y="4052773"/>
                  </a:lnTo>
                  <a:lnTo>
                    <a:pt x="923006" y="4063355"/>
                  </a:lnTo>
                  <a:lnTo>
                    <a:pt x="924329" y="4088731"/>
                  </a:lnTo>
                  <a:lnTo>
                    <a:pt x="925651" y="4120728"/>
                  </a:lnTo>
                  <a:lnTo>
                    <a:pt x="926974" y="3940099"/>
                  </a:lnTo>
                  <a:lnTo>
                    <a:pt x="928296" y="3954459"/>
                  </a:lnTo>
                  <a:lnTo>
                    <a:pt x="929618" y="3998953"/>
                  </a:lnTo>
                  <a:lnTo>
                    <a:pt x="930941" y="4082177"/>
                  </a:lnTo>
                  <a:lnTo>
                    <a:pt x="932263" y="4103868"/>
                  </a:lnTo>
                  <a:lnTo>
                    <a:pt x="933585" y="4093470"/>
                  </a:lnTo>
                  <a:lnTo>
                    <a:pt x="934908" y="4094629"/>
                  </a:lnTo>
                  <a:lnTo>
                    <a:pt x="936230" y="4055244"/>
                  </a:lnTo>
                  <a:lnTo>
                    <a:pt x="937552" y="3912179"/>
                  </a:lnTo>
                  <a:lnTo>
                    <a:pt x="938875" y="3906839"/>
                  </a:lnTo>
                  <a:lnTo>
                    <a:pt x="940197" y="3912836"/>
                  </a:lnTo>
                  <a:lnTo>
                    <a:pt x="941520" y="3908274"/>
                  </a:lnTo>
                  <a:lnTo>
                    <a:pt x="942842" y="4067046"/>
                  </a:lnTo>
                  <a:lnTo>
                    <a:pt x="944164" y="4147743"/>
                  </a:lnTo>
                  <a:lnTo>
                    <a:pt x="945487" y="4067713"/>
                  </a:lnTo>
                  <a:lnTo>
                    <a:pt x="946809" y="3966217"/>
                  </a:lnTo>
                  <a:lnTo>
                    <a:pt x="948131" y="4009282"/>
                  </a:lnTo>
                  <a:lnTo>
                    <a:pt x="949454" y="4081259"/>
                  </a:lnTo>
                  <a:lnTo>
                    <a:pt x="950776" y="4062880"/>
                  </a:lnTo>
                  <a:lnTo>
                    <a:pt x="952098" y="4142982"/>
                  </a:lnTo>
                  <a:lnTo>
                    <a:pt x="953421" y="4192567"/>
                  </a:lnTo>
                  <a:lnTo>
                    <a:pt x="954743" y="4137268"/>
                  </a:lnTo>
                  <a:lnTo>
                    <a:pt x="956065" y="4234722"/>
                  </a:lnTo>
                  <a:lnTo>
                    <a:pt x="957388" y="4147326"/>
                  </a:lnTo>
                  <a:lnTo>
                    <a:pt x="958710" y="4085949"/>
                  </a:lnTo>
                  <a:lnTo>
                    <a:pt x="960033" y="4151127"/>
                  </a:lnTo>
                  <a:lnTo>
                    <a:pt x="961355" y="4131070"/>
                  </a:lnTo>
                  <a:lnTo>
                    <a:pt x="962677" y="4122385"/>
                  </a:lnTo>
                  <a:lnTo>
                    <a:pt x="964000" y="4107039"/>
                  </a:lnTo>
                  <a:lnTo>
                    <a:pt x="965322" y="4133351"/>
                  </a:lnTo>
                  <a:lnTo>
                    <a:pt x="966644" y="4186149"/>
                  </a:lnTo>
                  <a:lnTo>
                    <a:pt x="967967" y="4113953"/>
                  </a:lnTo>
                  <a:lnTo>
                    <a:pt x="969289" y="4122761"/>
                  </a:lnTo>
                  <a:lnTo>
                    <a:pt x="970611" y="4137120"/>
                  </a:lnTo>
                  <a:lnTo>
                    <a:pt x="971934" y="4142143"/>
                  </a:lnTo>
                  <a:lnTo>
                    <a:pt x="973256" y="4156765"/>
                  </a:lnTo>
                  <a:lnTo>
                    <a:pt x="974579" y="4123927"/>
                  </a:lnTo>
                  <a:lnTo>
                    <a:pt x="975901" y="4087279"/>
                  </a:lnTo>
                  <a:lnTo>
                    <a:pt x="977223" y="4101748"/>
                  </a:lnTo>
                  <a:lnTo>
                    <a:pt x="978546" y="4119045"/>
                  </a:lnTo>
                  <a:lnTo>
                    <a:pt x="979868" y="4110765"/>
                  </a:lnTo>
                  <a:lnTo>
                    <a:pt x="981190" y="4172567"/>
                  </a:lnTo>
                  <a:lnTo>
                    <a:pt x="982513" y="4035376"/>
                  </a:lnTo>
                  <a:lnTo>
                    <a:pt x="983835" y="3989913"/>
                  </a:lnTo>
                  <a:lnTo>
                    <a:pt x="985157" y="4012396"/>
                  </a:lnTo>
                  <a:lnTo>
                    <a:pt x="986480" y="4042700"/>
                  </a:lnTo>
                  <a:lnTo>
                    <a:pt x="987802" y="4049881"/>
                  </a:lnTo>
                  <a:lnTo>
                    <a:pt x="989124" y="4097214"/>
                  </a:lnTo>
                  <a:lnTo>
                    <a:pt x="990447" y="4141263"/>
                  </a:lnTo>
                  <a:lnTo>
                    <a:pt x="991769" y="3995033"/>
                  </a:lnTo>
                  <a:lnTo>
                    <a:pt x="993092" y="3988959"/>
                  </a:lnTo>
                  <a:lnTo>
                    <a:pt x="994414" y="3969470"/>
                  </a:lnTo>
                  <a:lnTo>
                    <a:pt x="995736" y="3998152"/>
                  </a:lnTo>
                  <a:lnTo>
                    <a:pt x="997059" y="3984670"/>
                  </a:lnTo>
                  <a:lnTo>
                    <a:pt x="998381" y="4076024"/>
                  </a:lnTo>
                  <a:lnTo>
                    <a:pt x="999703" y="4122309"/>
                  </a:lnTo>
                  <a:lnTo>
                    <a:pt x="1001026" y="4053799"/>
                  </a:lnTo>
                  <a:lnTo>
                    <a:pt x="1002348" y="4027656"/>
                  </a:lnTo>
                  <a:lnTo>
                    <a:pt x="1003670" y="4049375"/>
                  </a:lnTo>
                  <a:lnTo>
                    <a:pt x="1004993" y="4024316"/>
                  </a:lnTo>
                  <a:lnTo>
                    <a:pt x="1006315" y="4011397"/>
                  </a:lnTo>
                  <a:lnTo>
                    <a:pt x="1007638" y="4106474"/>
                  </a:lnTo>
                  <a:lnTo>
                    <a:pt x="1008960" y="4123252"/>
                  </a:lnTo>
                  <a:lnTo>
                    <a:pt x="1010282" y="4005732"/>
                  </a:lnTo>
                  <a:lnTo>
                    <a:pt x="1011605" y="4023672"/>
                  </a:lnTo>
                  <a:lnTo>
                    <a:pt x="1012927" y="4072004"/>
                  </a:lnTo>
                  <a:lnTo>
                    <a:pt x="1014249" y="4072569"/>
                  </a:lnTo>
                  <a:lnTo>
                    <a:pt x="1015572" y="4115764"/>
                  </a:lnTo>
                  <a:lnTo>
                    <a:pt x="1016894" y="4122902"/>
                  </a:lnTo>
                  <a:lnTo>
                    <a:pt x="1018216" y="4178334"/>
                  </a:lnTo>
                  <a:lnTo>
                    <a:pt x="1019539" y="4042820"/>
                  </a:lnTo>
                  <a:lnTo>
                    <a:pt x="1020861" y="4056507"/>
                  </a:lnTo>
                  <a:lnTo>
                    <a:pt x="1022183" y="4082182"/>
                  </a:lnTo>
                  <a:lnTo>
                    <a:pt x="1023506" y="4090608"/>
                  </a:lnTo>
                  <a:lnTo>
                    <a:pt x="1024828" y="4081077"/>
                  </a:lnTo>
                  <a:lnTo>
                    <a:pt x="1026151" y="4186824"/>
                  </a:lnTo>
                  <a:lnTo>
                    <a:pt x="1027473" y="4188274"/>
                  </a:lnTo>
                  <a:lnTo>
                    <a:pt x="1028795" y="4054315"/>
                  </a:lnTo>
                  <a:lnTo>
                    <a:pt x="1030118" y="4042734"/>
                  </a:lnTo>
                  <a:lnTo>
                    <a:pt x="1031440" y="4023152"/>
                  </a:lnTo>
                  <a:lnTo>
                    <a:pt x="1032762" y="4078400"/>
                  </a:lnTo>
                  <a:lnTo>
                    <a:pt x="1034085" y="4080699"/>
                  </a:lnTo>
                  <a:lnTo>
                    <a:pt x="1035407" y="4118774"/>
                  </a:lnTo>
                  <a:lnTo>
                    <a:pt x="1036729" y="4164560"/>
                  </a:lnTo>
                  <a:lnTo>
                    <a:pt x="1038052" y="4105374"/>
                  </a:lnTo>
                  <a:lnTo>
                    <a:pt x="1039374" y="4080707"/>
                  </a:lnTo>
                  <a:lnTo>
                    <a:pt x="1040696" y="4039084"/>
                  </a:lnTo>
                  <a:lnTo>
                    <a:pt x="1042019" y="4036726"/>
                  </a:lnTo>
                  <a:lnTo>
                    <a:pt x="1043341" y="4039023"/>
                  </a:lnTo>
                  <a:lnTo>
                    <a:pt x="1044664" y="4086744"/>
                  </a:lnTo>
                  <a:lnTo>
                    <a:pt x="1045986" y="4114153"/>
                  </a:lnTo>
                  <a:lnTo>
                    <a:pt x="1047308" y="4059566"/>
                  </a:lnTo>
                  <a:lnTo>
                    <a:pt x="1048631" y="4005387"/>
                  </a:lnTo>
                  <a:lnTo>
                    <a:pt x="1049953" y="4030824"/>
                  </a:lnTo>
                  <a:lnTo>
                    <a:pt x="1051275" y="4047789"/>
                  </a:lnTo>
                  <a:lnTo>
                    <a:pt x="1052598" y="4087622"/>
                  </a:lnTo>
                  <a:lnTo>
                    <a:pt x="1053920" y="4122071"/>
                  </a:lnTo>
                  <a:lnTo>
                    <a:pt x="1055242" y="4180361"/>
                  </a:lnTo>
                  <a:lnTo>
                    <a:pt x="1056565" y="4080978"/>
                  </a:lnTo>
                  <a:lnTo>
                    <a:pt x="1057887" y="4088760"/>
                  </a:lnTo>
                  <a:lnTo>
                    <a:pt x="1059210" y="4072794"/>
                  </a:lnTo>
                  <a:lnTo>
                    <a:pt x="1060532" y="4056520"/>
                  </a:lnTo>
                  <a:lnTo>
                    <a:pt x="1061854" y="4078318"/>
                  </a:lnTo>
                  <a:lnTo>
                    <a:pt x="1063177" y="4206576"/>
                  </a:lnTo>
                  <a:lnTo>
                    <a:pt x="1064499" y="4214588"/>
                  </a:lnTo>
                  <a:lnTo>
                    <a:pt x="1065821" y="4098688"/>
                  </a:lnTo>
                  <a:lnTo>
                    <a:pt x="1067144" y="4093895"/>
                  </a:lnTo>
                  <a:lnTo>
                    <a:pt x="1068466" y="4139338"/>
                  </a:lnTo>
                  <a:lnTo>
                    <a:pt x="1069788" y="4130732"/>
                  </a:lnTo>
                  <a:lnTo>
                    <a:pt x="1071111" y="4123066"/>
                  </a:lnTo>
                  <a:lnTo>
                    <a:pt x="1072433" y="4111299"/>
                  </a:lnTo>
                  <a:lnTo>
                    <a:pt x="1073755" y="4130185"/>
                  </a:lnTo>
                  <a:lnTo>
                    <a:pt x="1075078" y="4063660"/>
                  </a:lnTo>
                  <a:lnTo>
                    <a:pt x="1076400" y="4055970"/>
                  </a:lnTo>
                  <a:lnTo>
                    <a:pt x="1077723" y="4072761"/>
                  </a:lnTo>
                  <a:lnTo>
                    <a:pt x="1079045" y="4089281"/>
                  </a:lnTo>
                  <a:lnTo>
                    <a:pt x="1080367" y="4075416"/>
                  </a:lnTo>
                  <a:lnTo>
                    <a:pt x="1081690" y="4112857"/>
                  </a:lnTo>
                  <a:lnTo>
                    <a:pt x="1083012" y="4138501"/>
                  </a:lnTo>
                  <a:lnTo>
                    <a:pt x="1084279" y="4068411"/>
                  </a:lnTo>
                  <a:lnTo>
                    <a:pt x="1085602" y="4047291"/>
                  </a:lnTo>
                  <a:lnTo>
                    <a:pt x="1086924" y="4055576"/>
                  </a:lnTo>
                  <a:lnTo>
                    <a:pt x="1088246" y="4077950"/>
                  </a:lnTo>
                  <a:lnTo>
                    <a:pt x="1089569" y="4090629"/>
                  </a:lnTo>
                  <a:lnTo>
                    <a:pt x="1090891" y="4102743"/>
                  </a:lnTo>
                  <a:lnTo>
                    <a:pt x="1092213" y="4136688"/>
                  </a:lnTo>
                  <a:lnTo>
                    <a:pt x="1093536" y="4064547"/>
                  </a:lnTo>
                  <a:lnTo>
                    <a:pt x="1094858" y="4124881"/>
                  </a:lnTo>
                  <a:lnTo>
                    <a:pt x="1096180" y="4118613"/>
                  </a:lnTo>
                  <a:lnTo>
                    <a:pt x="1097503" y="4046390"/>
                  </a:lnTo>
                  <a:lnTo>
                    <a:pt x="1098825" y="4047211"/>
                  </a:lnTo>
                  <a:lnTo>
                    <a:pt x="1100148" y="4122477"/>
                  </a:lnTo>
                  <a:lnTo>
                    <a:pt x="1101470" y="4192787"/>
                  </a:lnTo>
                  <a:lnTo>
                    <a:pt x="1102792" y="4146122"/>
                  </a:lnTo>
                  <a:lnTo>
                    <a:pt x="1104115" y="4119421"/>
                  </a:lnTo>
                  <a:lnTo>
                    <a:pt x="1105437" y="4078175"/>
                  </a:lnTo>
                  <a:lnTo>
                    <a:pt x="1106759" y="4089179"/>
                  </a:lnTo>
                  <a:lnTo>
                    <a:pt x="1108082" y="4117823"/>
                  </a:lnTo>
                  <a:lnTo>
                    <a:pt x="1109404" y="4130835"/>
                  </a:lnTo>
                  <a:lnTo>
                    <a:pt x="1110726" y="4199753"/>
                  </a:lnTo>
                  <a:lnTo>
                    <a:pt x="1112049" y="4159740"/>
                  </a:lnTo>
                  <a:lnTo>
                    <a:pt x="1113371" y="4067649"/>
                  </a:lnTo>
                  <a:lnTo>
                    <a:pt x="1114694" y="4066550"/>
                  </a:lnTo>
                  <a:lnTo>
                    <a:pt x="1116016" y="4065685"/>
                  </a:lnTo>
                  <a:lnTo>
                    <a:pt x="1117338" y="4090261"/>
                  </a:lnTo>
                  <a:lnTo>
                    <a:pt x="1118661" y="4095756"/>
                  </a:lnTo>
                  <a:lnTo>
                    <a:pt x="1119983" y="4137563"/>
                  </a:lnTo>
                  <a:lnTo>
                    <a:pt x="1121305" y="4041056"/>
                  </a:lnTo>
                  <a:lnTo>
                    <a:pt x="1122628" y="4046127"/>
                  </a:lnTo>
                  <a:lnTo>
                    <a:pt x="1123950" y="4070933"/>
                  </a:lnTo>
                  <a:lnTo>
                    <a:pt x="1125272" y="4152375"/>
                  </a:lnTo>
                  <a:lnTo>
                    <a:pt x="1126595" y="4113248"/>
                  </a:lnTo>
                  <a:lnTo>
                    <a:pt x="1127917" y="4119452"/>
                  </a:lnTo>
                  <a:lnTo>
                    <a:pt x="1129239" y="4183277"/>
                  </a:lnTo>
                  <a:lnTo>
                    <a:pt x="1130562" y="4070623"/>
                  </a:lnTo>
                  <a:lnTo>
                    <a:pt x="1131884" y="4094253"/>
                  </a:lnTo>
                  <a:lnTo>
                    <a:pt x="1133207" y="4082057"/>
                  </a:lnTo>
                  <a:lnTo>
                    <a:pt x="1134529" y="4100480"/>
                  </a:lnTo>
                  <a:lnTo>
                    <a:pt x="1135851" y="4118040"/>
                  </a:lnTo>
                  <a:lnTo>
                    <a:pt x="1137174" y="4157934"/>
                  </a:lnTo>
                  <a:lnTo>
                    <a:pt x="1138496" y="4202791"/>
                  </a:lnTo>
                  <a:lnTo>
                    <a:pt x="1139818" y="4115002"/>
                  </a:lnTo>
                  <a:lnTo>
                    <a:pt x="1141141" y="4047994"/>
                  </a:lnTo>
                  <a:lnTo>
                    <a:pt x="1142463" y="4094171"/>
                  </a:lnTo>
                  <a:lnTo>
                    <a:pt x="1143785" y="4061535"/>
                  </a:lnTo>
                  <a:lnTo>
                    <a:pt x="1145108" y="4094232"/>
                  </a:lnTo>
                  <a:lnTo>
                    <a:pt x="1146430" y="4114524"/>
                  </a:lnTo>
                  <a:lnTo>
                    <a:pt x="1147753" y="4140780"/>
                  </a:lnTo>
                  <a:lnTo>
                    <a:pt x="1149075" y="4045567"/>
                  </a:lnTo>
                  <a:lnTo>
                    <a:pt x="1150397" y="4046099"/>
                  </a:lnTo>
                  <a:lnTo>
                    <a:pt x="1151720" y="4056157"/>
                  </a:lnTo>
                  <a:lnTo>
                    <a:pt x="1153042" y="4087519"/>
                  </a:lnTo>
                  <a:lnTo>
                    <a:pt x="1154364" y="4048227"/>
                  </a:lnTo>
                  <a:lnTo>
                    <a:pt x="1155687" y="4112706"/>
                  </a:lnTo>
                  <a:lnTo>
                    <a:pt x="1157009" y="4154824"/>
                  </a:lnTo>
                  <a:lnTo>
                    <a:pt x="1158331" y="4070611"/>
                  </a:lnTo>
                  <a:lnTo>
                    <a:pt x="1159654" y="4062962"/>
                  </a:lnTo>
                  <a:lnTo>
                    <a:pt x="1160976" y="4065964"/>
                  </a:lnTo>
                  <a:lnTo>
                    <a:pt x="1162298" y="4114240"/>
                  </a:lnTo>
                  <a:lnTo>
                    <a:pt x="1163621" y="4068227"/>
                  </a:lnTo>
                  <a:lnTo>
                    <a:pt x="1164943" y="4151093"/>
                  </a:lnTo>
                  <a:lnTo>
                    <a:pt x="1166266" y="4167619"/>
                  </a:lnTo>
                  <a:lnTo>
                    <a:pt x="1167588" y="4065511"/>
                  </a:lnTo>
                  <a:lnTo>
                    <a:pt x="1168910" y="4031947"/>
                  </a:lnTo>
                  <a:lnTo>
                    <a:pt x="1170233" y="4054674"/>
                  </a:lnTo>
                  <a:lnTo>
                    <a:pt x="1171555" y="4094544"/>
                  </a:lnTo>
                  <a:lnTo>
                    <a:pt x="1172877" y="4101364"/>
                  </a:lnTo>
                  <a:lnTo>
                    <a:pt x="1174200" y="4127671"/>
                  </a:lnTo>
                  <a:lnTo>
                    <a:pt x="1175522" y="4159272"/>
                  </a:lnTo>
                  <a:lnTo>
                    <a:pt x="1176844" y="4133361"/>
                  </a:lnTo>
                  <a:lnTo>
                    <a:pt x="1178167" y="4087675"/>
                  </a:lnTo>
                  <a:lnTo>
                    <a:pt x="1179489" y="4053139"/>
                  </a:lnTo>
                  <a:lnTo>
                    <a:pt x="1180812" y="4060348"/>
                  </a:lnTo>
                  <a:lnTo>
                    <a:pt x="1182134" y="4104627"/>
                  </a:lnTo>
                  <a:lnTo>
                    <a:pt x="1183456" y="4144173"/>
                  </a:lnTo>
                  <a:lnTo>
                    <a:pt x="1184779" y="4179249"/>
                  </a:lnTo>
                  <a:lnTo>
                    <a:pt x="1186101" y="4094022"/>
                  </a:lnTo>
                  <a:lnTo>
                    <a:pt x="1187423" y="4055165"/>
                  </a:lnTo>
                  <a:lnTo>
                    <a:pt x="1188746" y="4078270"/>
                  </a:lnTo>
                  <a:lnTo>
                    <a:pt x="1190068" y="4135926"/>
                  </a:lnTo>
                  <a:lnTo>
                    <a:pt x="1191390" y="4115522"/>
                  </a:lnTo>
                  <a:lnTo>
                    <a:pt x="1192713" y="4149960"/>
                  </a:lnTo>
                  <a:lnTo>
                    <a:pt x="1194035" y="4181152"/>
                  </a:lnTo>
                  <a:lnTo>
                    <a:pt x="1195357" y="4080896"/>
                  </a:lnTo>
                  <a:lnTo>
                    <a:pt x="1196680" y="4049275"/>
                  </a:lnTo>
                  <a:lnTo>
                    <a:pt x="1198002" y="4060279"/>
                  </a:lnTo>
                  <a:lnTo>
                    <a:pt x="1199325" y="4048989"/>
                  </a:lnTo>
                  <a:lnTo>
                    <a:pt x="1200647" y="4064823"/>
                  </a:lnTo>
                  <a:lnTo>
                    <a:pt x="1201969" y="4100124"/>
                  </a:lnTo>
                  <a:lnTo>
                    <a:pt x="1203292" y="4120943"/>
                  </a:lnTo>
                  <a:lnTo>
                    <a:pt x="1204614" y="4079804"/>
                  </a:lnTo>
                  <a:lnTo>
                    <a:pt x="1205936" y="4082285"/>
                  </a:lnTo>
                  <a:lnTo>
                    <a:pt x="1207259" y="4079564"/>
                  </a:lnTo>
                  <a:lnTo>
                    <a:pt x="1208581" y="4089268"/>
                  </a:lnTo>
                  <a:lnTo>
                    <a:pt x="1209903" y="4097035"/>
                  </a:lnTo>
                  <a:lnTo>
                    <a:pt x="1211226" y="4120270"/>
                  </a:lnTo>
                  <a:lnTo>
                    <a:pt x="1212548" y="4154523"/>
                  </a:lnTo>
                  <a:lnTo>
                    <a:pt x="1213871" y="4085757"/>
                  </a:lnTo>
                  <a:lnTo>
                    <a:pt x="1215193" y="4084016"/>
                  </a:lnTo>
                  <a:lnTo>
                    <a:pt x="1216515" y="4095332"/>
                  </a:lnTo>
                  <a:lnTo>
                    <a:pt x="1217838" y="4098794"/>
                  </a:lnTo>
                  <a:lnTo>
                    <a:pt x="1219160" y="4099728"/>
                  </a:lnTo>
                  <a:lnTo>
                    <a:pt x="1220482" y="4111987"/>
                  </a:lnTo>
                  <a:lnTo>
                    <a:pt x="1221805" y="4142544"/>
                  </a:lnTo>
                  <a:lnTo>
                    <a:pt x="1223127" y="4096784"/>
                  </a:lnTo>
                  <a:lnTo>
                    <a:pt x="1224449" y="4088120"/>
                  </a:lnTo>
                  <a:lnTo>
                    <a:pt x="1225772" y="4074398"/>
                  </a:lnTo>
                  <a:lnTo>
                    <a:pt x="1227094" y="4070194"/>
                  </a:lnTo>
                  <a:lnTo>
                    <a:pt x="1228416" y="4072257"/>
                  </a:lnTo>
                  <a:lnTo>
                    <a:pt x="1229739" y="4115823"/>
                  </a:lnTo>
                  <a:lnTo>
                    <a:pt x="1231061" y="4157788"/>
                  </a:lnTo>
                  <a:lnTo>
                    <a:pt x="1232384" y="4084665"/>
                  </a:lnTo>
                  <a:lnTo>
                    <a:pt x="1233706" y="4085883"/>
                  </a:lnTo>
                  <a:lnTo>
                    <a:pt x="1235028" y="4094247"/>
                  </a:lnTo>
                  <a:lnTo>
                    <a:pt x="1236351" y="4082430"/>
                  </a:lnTo>
                  <a:lnTo>
                    <a:pt x="1237673" y="4082019"/>
                  </a:lnTo>
                  <a:lnTo>
                    <a:pt x="1238995" y="4099646"/>
                  </a:lnTo>
                  <a:lnTo>
                    <a:pt x="1240318" y="4125715"/>
                  </a:lnTo>
                  <a:lnTo>
                    <a:pt x="1241640" y="4071833"/>
                  </a:lnTo>
                  <a:lnTo>
                    <a:pt x="1242962" y="4081561"/>
                  </a:lnTo>
                  <a:lnTo>
                    <a:pt x="1244285" y="4091908"/>
                  </a:lnTo>
                  <a:lnTo>
                    <a:pt x="1245607" y="4095447"/>
                  </a:lnTo>
                  <a:lnTo>
                    <a:pt x="1246929" y="4092762"/>
                  </a:lnTo>
                  <a:lnTo>
                    <a:pt x="1248252" y="4164982"/>
                  </a:lnTo>
                  <a:lnTo>
                    <a:pt x="1249574" y="4184312"/>
                  </a:lnTo>
                  <a:lnTo>
                    <a:pt x="1250897" y="4088128"/>
                  </a:lnTo>
                  <a:lnTo>
                    <a:pt x="1252219" y="4086642"/>
                  </a:lnTo>
                  <a:lnTo>
                    <a:pt x="1253541" y="4102531"/>
                  </a:lnTo>
                  <a:lnTo>
                    <a:pt x="1254864" y="4094848"/>
                  </a:lnTo>
                  <a:lnTo>
                    <a:pt x="1256186" y="4097306"/>
                  </a:lnTo>
                  <a:lnTo>
                    <a:pt x="1257508" y="4160052"/>
                  </a:lnTo>
                  <a:lnTo>
                    <a:pt x="1258831" y="4210517"/>
                  </a:lnTo>
                  <a:lnTo>
                    <a:pt x="1260153" y="4149229"/>
                  </a:lnTo>
                  <a:lnTo>
                    <a:pt x="1261475" y="4102866"/>
                  </a:lnTo>
                  <a:lnTo>
                    <a:pt x="1262798" y="4074260"/>
                  </a:lnTo>
                  <a:lnTo>
                    <a:pt x="1264120" y="4106776"/>
                  </a:lnTo>
                  <a:lnTo>
                    <a:pt x="1265443" y="4111614"/>
                  </a:lnTo>
                  <a:lnTo>
                    <a:pt x="1266765" y="4168838"/>
                  </a:lnTo>
                  <a:lnTo>
                    <a:pt x="1268087" y="4239465"/>
                  </a:lnTo>
                  <a:lnTo>
                    <a:pt x="1269410" y="4160392"/>
                  </a:lnTo>
                  <a:lnTo>
                    <a:pt x="1270732" y="4108811"/>
                  </a:lnTo>
                  <a:lnTo>
                    <a:pt x="1272054" y="4102382"/>
                  </a:lnTo>
                  <a:lnTo>
                    <a:pt x="1273377" y="4089061"/>
                  </a:lnTo>
                  <a:lnTo>
                    <a:pt x="1274699" y="4097991"/>
                  </a:lnTo>
                  <a:lnTo>
                    <a:pt x="1276021" y="4118079"/>
                  </a:lnTo>
                  <a:lnTo>
                    <a:pt x="1277344" y="4180909"/>
                  </a:lnTo>
                  <a:lnTo>
                    <a:pt x="1278666" y="4071971"/>
                  </a:lnTo>
                  <a:lnTo>
                    <a:pt x="1279988" y="4045657"/>
                  </a:lnTo>
                  <a:lnTo>
                    <a:pt x="1281311" y="4062616"/>
                  </a:lnTo>
                  <a:lnTo>
                    <a:pt x="1282633" y="4071915"/>
                  </a:lnTo>
                  <a:lnTo>
                    <a:pt x="1283956" y="4078313"/>
                  </a:lnTo>
                  <a:lnTo>
                    <a:pt x="1285278" y="4123457"/>
                  </a:lnTo>
                  <a:lnTo>
                    <a:pt x="1286600" y="4148352"/>
                  </a:lnTo>
                  <a:lnTo>
                    <a:pt x="1287923" y="4086553"/>
                  </a:lnTo>
                  <a:lnTo>
                    <a:pt x="1289245" y="4078172"/>
                  </a:lnTo>
                  <a:lnTo>
                    <a:pt x="1290567" y="4099746"/>
                  </a:lnTo>
                  <a:lnTo>
                    <a:pt x="1291890" y="4101937"/>
                  </a:lnTo>
                  <a:lnTo>
                    <a:pt x="1293212" y="4075411"/>
                  </a:lnTo>
                  <a:lnTo>
                    <a:pt x="1294534" y="4100856"/>
                  </a:lnTo>
                  <a:lnTo>
                    <a:pt x="1295857" y="4122242"/>
                  </a:lnTo>
                  <a:lnTo>
                    <a:pt x="1297179" y="4071393"/>
                  </a:lnTo>
                  <a:lnTo>
                    <a:pt x="1298502" y="4057709"/>
                  </a:lnTo>
                  <a:lnTo>
                    <a:pt x="1299824" y="4061964"/>
                  </a:lnTo>
                  <a:lnTo>
                    <a:pt x="1301146" y="4056458"/>
                  </a:lnTo>
                  <a:lnTo>
                    <a:pt x="1302469" y="4062844"/>
                  </a:lnTo>
                  <a:lnTo>
                    <a:pt x="1303791" y="4108568"/>
                  </a:lnTo>
                  <a:lnTo>
                    <a:pt x="1305113" y="4134093"/>
                  </a:lnTo>
                  <a:lnTo>
                    <a:pt x="1306436" y="4065695"/>
                  </a:lnTo>
                  <a:lnTo>
                    <a:pt x="1307758" y="4059451"/>
                  </a:lnTo>
                  <a:lnTo>
                    <a:pt x="1309080" y="4086558"/>
                  </a:lnTo>
                  <a:lnTo>
                    <a:pt x="1310403" y="4069797"/>
                  </a:lnTo>
                  <a:lnTo>
                    <a:pt x="1311725" y="4040233"/>
                  </a:lnTo>
                  <a:lnTo>
                    <a:pt x="1313047" y="4064378"/>
                  </a:lnTo>
                  <a:lnTo>
                    <a:pt x="1314370" y="4115442"/>
                  </a:lnTo>
                  <a:lnTo>
                    <a:pt x="1315692" y="4114281"/>
                  </a:lnTo>
                  <a:lnTo>
                    <a:pt x="1317015" y="4048073"/>
                  </a:lnTo>
                  <a:lnTo>
                    <a:pt x="1318337" y="4063565"/>
                  </a:lnTo>
                  <a:lnTo>
                    <a:pt x="1319659" y="4069449"/>
                  </a:lnTo>
                  <a:lnTo>
                    <a:pt x="1320982" y="4080566"/>
                  </a:lnTo>
                  <a:lnTo>
                    <a:pt x="1322304" y="4094176"/>
                  </a:lnTo>
                  <a:lnTo>
                    <a:pt x="1323626" y="4131464"/>
                  </a:lnTo>
                  <a:lnTo>
                    <a:pt x="1324949" y="4042795"/>
                  </a:lnTo>
                  <a:lnTo>
                    <a:pt x="1326271" y="4015299"/>
                  </a:lnTo>
                  <a:lnTo>
                    <a:pt x="1327593" y="3997032"/>
                  </a:lnTo>
                  <a:lnTo>
                    <a:pt x="1328916" y="4007852"/>
                  </a:lnTo>
                  <a:lnTo>
                    <a:pt x="1330238" y="4097636"/>
                  </a:lnTo>
                  <a:lnTo>
                    <a:pt x="1331561" y="4112701"/>
                  </a:lnTo>
                  <a:lnTo>
                    <a:pt x="1332883" y="4102543"/>
                  </a:lnTo>
                  <a:lnTo>
                    <a:pt x="1334205" y="4079121"/>
                  </a:lnTo>
                  <a:lnTo>
                    <a:pt x="1335528" y="4109939"/>
                  </a:lnTo>
                  <a:lnTo>
                    <a:pt x="1336850" y="4073122"/>
                  </a:lnTo>
                  <a:lnTo>
                    <a:pt x="1338172" y="4092739"/>
                  </a:lnTo>
                  <a:lnTo>
                    <a:pt x="1339495" y="4050753"/>
                  </a:lnTo>
                  <a:lnTo>
                    <a:pt x="1340817" y="4081466"/>
                  </a:lnTo>
                  <a:lnTo>
                    <a:pt x="1342139" y="4105290"/>
                  </a:lnTo>
                  <a:lnTo>
                    <a:pt x="1343462" y="4062330"/>
                  </a:lnTo>
                  <a:lnTo>
                    <a:pt x="1344784" y="4036923"/>
                  </a:lnTo>
                  <a:lnTo>
                    <a:pt x="1346106" y="4030617"/>
                  </a:lnTo>
                  <a:lnTo>
                    <a:pt x="1347429" y="4035627"/>
                  </a:lnTo>
                  <a:lnTo>
                    <a:pt x="1348751" y="4045462"/>
                  </a:lnTo>
                  <a:lnTo>
                    <a:pt x="1350074" y="4106604"/>
                  </a:lnTo>
                  <a:lnTo>
                    <a:pt x="1351396" y="4202295"/>
                  </a:lnTo>
                  <a:lnTo>
                    <a:pt x="1352718" y="4116307"/>
                  </a:lnTo>
                  <a:lnTo>
                    <a:pt x="1354041" y="4095585"/>
                  </a:lnTo>
                  <a:lnTo>
                    <a:pt x="1355363" y="4131811"/>
                  </a:lnTo>
                  <a:lnTo>
                    <a:pt x="1356685" y="4041642"/>
                  </a:lnTo>
                  <a:lnTo>
                    <a:pt x="1358008" y="4069759"/>
                  </a:lnTo>
                  <a:lnTo>
                    <a:pt x="1359330" y="4097682"/>
                  </a:lnTo>
                  <a:lnTo>
                    <a:pt x="1360652" y="4131758"/>
                  </a:lnTo>
                  <a:lnTo>
                    <a:pt x="1362030" y="4089662"/>
                  </a:lnTo>
                  <a:lnTo>
                    <a:pt x="1363352" y="4071447"/>
                  </a:lnTo>
                  <a:lnTo>
                    <a:pt x="1364675" y="4027045"/>
                  </a:lnTo>
                  <a:lnTo>
                    <a:pt x="1365997" y="4004170"/>
                  </a:lnTo>
                  <a:lnTo>
                    <a:pt x="1367319" y="4064703"/>
                  </a:lnTo>
                  <a:lnTo>
                    <a:pt x="1368642" y="4137949"/>
                  </a:lnTo>
                  <a:lnTo>
                    <a:pt x="1369964" y="4190181"/>
                  </a:lnTo>
                  <a:lnTo>
                    <a:pt x="1371286" y="4141102"/>
                  </a:lnTo>
                  <a:lnTo>
                    <a:pt x="1372609" y="4092450"/>
                  </a:lnTo>
                  <a:lnTo>
                    <a:pt x="1373931" y="4015212"/>
                  </a:lnTo>
                  <a:lnTo>
                    <a:pt x="1375253" y="3991140"/>
                  </a:lnTo>
                  <a:lnTo>
                    <a:pt x="1376576" y="4075927"/>
                  </a:lnTo>
                  <a:lnTo>
                    <a:pt x="1377898" y="4122053"/>
                  </a:lnTo>
                  <a:lnTo>
                    <a:pt x="1379221" y="4147708"/>
                  </a:lnTo>
                  <a:lnTo>
                    <a:pt x="1380543" y="4042521"/>
                  </a:lnTo>
                  <a:lnTo>
                    <a:pt x="1381865" y="4069976"/>
                  </a:lnTo>
                  <a:lnTo>
                    <a:pt x="1383188" y="4044992"/>
                  </a:lnTo>
                  <a:lnTo>
                    <a:pt x="1384510" y="4027610"/>
                  </a:lnTo>
                  <a:lnTo>
                    <a:pt x="1385832" y="4068386"/>
                  </a:lnTo>
                  <a:lnTo>
                    <a:pt x="1387155" y="4100152"/>
                  </a:lnTo>
                  <a:lnTo>
                    <a:pt x="1388477" y="4131359"/>
                  </a:lnTo>
                  <a:lnTo>
                    <a:pt x="1389799" y="4025293"/>
                  </a:lnTo>
                  <a:lnTo>
                    <a:pt x="1391122" y="4009908"/>
                  </a:lnTo>
                  <a:lnTo>
                    <a:pt x="1392444" y="4000804"/>
                  </a:lnTo>
                  <a:lnTo>
                    <a:pt x="1393767" y="4006829"/>
                  </a:lnTo>
                  <a:lnTo>
                    <a:pt x="1395089" y="4017795"/>
                  </a:lnTo>
                  <a:lnTo>
                    <a:pt x="1396411" y="4081891"/>
                  </a:lnTo>
                  <a:lnTo>
                    <a:pt x="1397734" y="4138307"/>
                  </a:lnTo>
                  <a:lnTo>
                    <a:pt x="1399056" y="4047117"/>
                  </a:lnTo>
                  <a:lnTo>
                    <a:pt x="1400378" y="3998835"/>
                  </a:lnTo>
                  <a:lnTo>
                    <a:pt x="1401701" y="4025799"/>
                  </a:lnTo>
                  <a:lnTo>
                    <a:pt x="1403023" y="4030753"/>
                  </a:lnTo>
                  <a:lnTo>
                    <a:pt x="1404345" y="4100515"/>
                  </a:lnTo>
                  <a:lnTo>
                    <a:pt x="1405668" y="4099216"/>
                  </a:lnTo>
                  <a:lnTo>
                    <a:pt x="1406990" y="4105530"/>
                  </a:lnTo>
                  <a:lnTo>
                    <a:pt x="1408312" y="4051423"/>
                  </a:lnTo>
                  <a:lnTo>
                    <a:pt x="1409635" y="3976763"/>
                  </a:lnTo>
                  <a:lnTo>
                    <a:pt x="1410957" y="3957134"/>
                  </a:lnTo>
                  <a:lnTo>
                    <a:pt x="1412280" y="3952295"/>
                  </a:lnTo>
                  <a:lnTo>
                    <a:pt x="1413602" y="3962514"/>
                  </a:lnTo>
                  <a:lnTo>
                    <a:pt x="1414924" y="4029620"/>
                  </a:lnTo>
                  <a:lnTo>
                    <a:pt x="1416247" y="4101889"/>
                  </a:lnTo>
                  <a:lnTo>
                    <a:pt x="1417569" y="4037478"/>
                  </a:lnTo>
                  <a:lnTo>
                    <a:pt x="1418891" y="3988834"/>
                  </a:lnTo>
                  <a:lnTo>
                    <a:pt x="1420214" y="4090197"/>
                  </a:lnTo>
                  <a:lnTo>
                    <a:pt x="1421536" y="4110110"/>
                  </a:lnTo>
                  <a:lnTo>
                    <a:pt x="1422858" y="4109243"/>
                  </a:lnTo>
                  <a:lnTo>
                    <a:pt x="1424181" y="4090486"/>
                  </a:lnTo>
                  <a:lnTo>
                    <a:pt x="1425503" y="4083387"/>
                  </a:lnTo>
                  <a:lnTo>
                    <a:pt x="1426825" y="4049840"/>
                  </a:lnTo>
                  <a:lnTo>
                    <a:pt x="1428148" y="4012010"/>
                  </a:lnTo>
                  <a:lnTo>
                    <a:pt x="1429470" y="4054144"/>
                  </a:lnTo>
                  <a:lnTo>
                    <a:pt x="1430793" y="4111218"/>
                  </a:lnTo>
                  <a:lnTo>
                    <a:pt x="1432115" y="4151058"/>
                  </a:lnTo>
                  <a:lnTo>
                    <a:pt x="1433437" y="4236019"/>
                  </a:lnTo>
                  <a:lnTo>
                    <a:pt x="1434760" y="4220231"/>
                  </a:lnTo>
                  <a:lnTo>
                    <a:pt x="1436082" y="4179087"/>
                  </a:lnTo>
                  <a:lnTo>
                    <a:pt x="1437404" y="4156429"/>
                  </a:lnTo>
                  <a:lnTo>
                    <a:pt x="1438727" y="4214019"/>
                  </a:lnTo>
                  <a:lnTo>
                    <a:pt x="1440049" y="4200372"/>
                  </a:lnTo>
                  <a:lnTo>
                    <a:pt x="1441371" y="4089066"/>
                  </a:lnTo>
                  <a:lnTo>
                    <a:pt x="1442694" y="4125334"/>
                  </a:lnTo>
                  <a:lnTo>
                    <a:pt x="1444016" y="4106446"/>
                  </a:lnTo>
                  <a:lnTo>
                    <a:pt x="1445339" y="4053172"/>
                  </a:lnTo>
                  <a:lnTo>
                    <a:pt x="1446661" y="4060967"/>
                  </a:lnTo>
                  <a:lnTo>
                    <a:pt x="1447983" y="4094652"/>
                  </a:lnTo>
                  <a:lnTo>
                    <a:pt x="1449306" y="4192705"/>
                  </a:lnTo>
                  <a:lnTo>
                    <a:pt x="1450628" y="4202492"/>
                  </a:lnTo>
                  <a:lnTo>
                    <a:pt x="1451950" y="4146796"/>
                  </a:lnTo>
                  <a:lnTo>
                    <a:pt x="1453273" y="4191116"/>
                  </a:lnTo>
                  <a:lnTo>
                    <a:pt x="1454595" y="4072738"/>
                  </a:lnTo>
                  <a:lnTo>
                    <a:pt x="1455917" y="4084878"/>
                  </a:lnTo>
                  <a:lnTo>
                    <a:pt x="1457240" y="4055182"/>
                  </a:lnTo>
                  <a:lnTo>
                    <a:pt x="1458562" y="4118015"/>
                  </a:lnTo>
                  <a:lnTo>
                    <a:pt x="1459884" y="4143969"/>
                  </a:lnTo>
                  <a:lnTo>
                    <a:pt x="1461207" y="4213867"/>
                  </a:lnTo>
                  <a:lnTo>
                    <a:pt x="1462529" y="4244043"/>
                  </a:lnTo>
                  <a:lnTo>
                    <a:pt x="1463852" y="4154333"/>
                  </a:lnTo>
                  <a:lnTo>
                    <a:pt x="1465174" y="4140568"/>
                  </a:lnTo>
                  <a:lnTo>
                    <a:pt x="1466496" y="4125794"/>
                  </a:lnTo>
                  <a:lnTo>
                    <a:pt x="1467819" y="4137120"/>
                  </a:lnTo>
                  <a:lnTo>
                    <a:pt x="1469141" y="4089754"/>
                  </a:lnTo>
                  <a:lnTo>
                    <a:pt x="1470463" y="4099487"/>
                  </a:lnTo>
                  <a:lnTo>
                    <a:pt x="1471786" y="4127149"/>
                  </a:lnTo>
                  <a:lnTo>
                    <a:pt x="1473108" y="4031487"/>
                  </a:lnTo>
                  <a:lnTo>
                    <a:pt x="1474430" y="4004121"/>
                  </a:lnTo>
                  <a:lnTo>
                    <a:pt x="1475753" y="4016700"/>
                  </a:lnTo>
                  <a:lnTo>
                    <a:pt x="1477075" y="4023856"/>
                  </a:lnTo>
                  <a:lnTo>
                    <a:pt x="1478398" y="4032763"/>
                  </a:lnTo>
                  <a:lnTo>
                    <a:pt x="1479720" y="4110044"/>
                  </a:lnTo>
                  <a:lnTo>
                    <a:pt x="1481042" y="4119273"/>
                  </a:lnTo>
                  <a:lnTo>
                    <a:pt x="1482365" y="4062637"/>
                  </a:lnTo>
                  <a:lnTo>
                    <a:pt x="1483687" y="4090662"/>
                  </a:lnTo>
                  <a:lnTo>
                    <a:pt x="1485009" y="4119846"/>
                  </a:lnTo>
                  <a:lnTo>
                    <a:pt x="1486332" y="4131778"/>
                  </a:lnTo>
                  <a:lnTo>
                    <a:pt x="1487654" y="4058128"/>
                  </a:lnTo>
                  <a:lnTo>
                    <a:pt x="1488976" y="4109824"/>
                  </a:lnTo>
                  <a:lnTo>
                    <a:pt x="1490299" y="4113417"/>
                  </a:lnTo>
                  <a:lnTo>
                    <a:pt x="1491621" y="4032714"/>
                  </a:lnTo>
                  <a:lnTo>
                    <a:pt x="1492943" y="4013368"/>
                  </a:lnTo>
                  <a:lnTo>
                    <a:pt x="1494266" y="3996475"/>
                  </a:lnTo>
                  <a:lnTo>
                    <a:pt x="1495588" y="4022518"/>
                  </a:lnTo>
                  <a:lnTo>
                    <a:pt x="1496911" y="4051620"/>
                  </a:lnTo>
                  <a:lnTo>
                    <a:pt x="1498233" y="4127628"/>
                  </a:lnTo>
                  <a:lnTo>
                    <a:pt x="1499555" y="4162934"/>
                  </a:lnTo>
                  <a:lnTo>
                    <a:pt x="1500878" y="4123692"/>
                  </a:lnTo>
                  <a:lnTo>
                    <a:pt x="1502200" y="4021662"/>
                  </a:lnTo>
                  <a:lnTo>
                    <a:pt x="1503522" y="3996222"/>
                  </a:lnTo>
                  <a:lnTo>
                    <a:pt x="1504845" y="3995853"/>
                  </a:lnTo>
                  <a:lnTo>
                    <a:pt x="1506167" y="4055290"/>
                  </a:lnTo>
                  <a:lnTo>
                    <a:pt x="1507489" y="4092330"/>
                  </a:lnTo>
                  <a:lnTo>
                    <a:pt x="1508812" y="4112200"/>
                  </a:lnTo>
                  <a:lnTo>
                    <a:pt x="1510134" y="4074738"/>
                  </a:lnTo>
                  <a:lnTo>
                    <a:pt x="1511457" y="4029239"/>
                  </a:lnTo>
                  <a:lnTo>
                    <a:pt x="1512779" y="4027689"/>
                  </a:lnTo>
                  <a:lnTo>
                    <a:pt x="1514101" y="4058701"/>
                  </a:lnTo>
                  <a:lnTo>
                    <a:pt x="1515424" y="4103917"/>
                  </a:lnTo>
                  <a:lnTo>
                    <a:pt x="1516746" y="4106584"/>
                  </a:lnTo>
                  <a:lnTo>
                    <a:pt x="1518068" y="4087054"/>
                  </a:lnTo>
                  <a:lnTo>
                    <a:pt x="1519391" y="4098377"/>
                  </a:lnTo>
                  <a:lnTo>
                    <a:pt x="1520713" y="4080203"/>
                  </a:lnTo>
                  <a:lnTo>
                    <a:pt x="1522035" y="4021071"/>
                  </a:lnTo>
                  <a:lnTo>
                    <a:pt x="1523358" y="4063903"/>
                  </a:lnTo>
                  <a:lnTo>
                    <a:pt x="1524680" y="4054285"/>
                  </a:lnTo>
                  <a:lnTo>
                    <a:pt x="1526002" y="4111709"/>
                  </a:lnTo>
                  <a:lnTo>
                    <a:pt x="1527325" y="4201710"/>
                  </a:lnTo>
                  <a:lnTo>
                    <a:pt x="1528647" y="4128681"/>
                  </a:lnTo>
                  <a:lnTo>
                    <a:pt x="1529970" y="4125804"/>
                  </a:lnTo>
                  <a:lnTo>
                    <a:pt x="1531292" y="4132405"/>
                  </a:lnTo>
                  <a:lnTo>
                    <a:pt x="1532614" y="4069605"/>
                  </a:lnTo>
                  <a:lnTo>
                    <a:pt x="1533937" y="4047654"/>
                  </a:lnTo>
                  <a:lnTo>
                    <a:pt x="1535259" y="4116800"/>
                  </a:lnTo>
                  <a:lnTo>
                    <a:pt x="1536581" y="4154837"/>
                  </a:lnTo>
                  <a:lnTo>
                    <a:pt x="1537904" y="4053881"/>
                  </a:lnTo>
                  <a:lnTo>
                    <a:pt x="1539226" y="4060230"/>
                  </a:lnTo>
                  <a:lnTo>
                    <a:pt x="1540548" y="4078891"/>
                  </a:lnTo>
                  <a:lnTo>
                    <a:pt x="1541871" y="4050610"/>
                  </a:lnTo>
                  <a:lnTo>
                    <a:pt x="1543193" y="4067759"/>
                  </a:lnTo>
                  <a:lnTo>
                    <a:pt x="1544515" y="4096733"/>
                  </a:lnTo>
                  <a:lnTo>
                    <a:pt x="1545838" y="4123736"/>
                  </a:lnTo>
                  <a:lnTo>
                    <a:pt x="1547160" y="4103505"/>
                  </a:lnTo>
                  <a:lnTo>
                    <a:pt x="1548483" y="4096825"/>
                  </a:lnTo>
                  <a:lnTo>
                    <a:pt x="1549805" y="4069191"/>
                  </a:lnTo>
                  <a:lnTo>
                    <a:pt x="1551127" y="4064304"/>
                  </a:lnTo>
                  <a:lnTo>
                    <a:pt x="1552450" y="4076142"/>
                  </a:lnTo>
                  <a:lnTo>
                    <a:pt x="1553772" y="4102745"/>
                  </a:lnTo>
                  <a:lnTo>
                    <a:pt x="1555094" y="4133336"/>
                  </a:lnTo>
                  <a:lnTo>
                    <a:pt x="1556417" y="4039977"/>
                  </a:lnTo>
                  <a:lnTo>
                    <a:pt x="1557739" y="3996506"/>
                  </a:lnTo>
                  <a:lnTo>
                    <a:pt x="1559061" y="4050127"/>
                  </a:lnTo>
                  <a:lnTo>
                    <a:pt x="1560384" y="4042815"/>
                  </a:lnTo>
                  <a:lnTo>
                    <a:pt x="1561706" y="4086051"/>
                  </a:lnTo>
                  <a:lnTo>
                    <a:pt x="1563029" y="4126717"/>
                  </a:lnTo>
                  <a:lnTo>
                    <a:pt x="1564351" y="4211223"/>
                  </a:lnTo>
                  <a:lnTo>
                    <a:pt x="1565618" y="4146428"/>
                  </a:lnTo>
                  <a:lnTo>
                    <a:pt x="1566941" y="4176510"/>
                  </a:lnTo>
                  <a:lnTo>
                    <a:pt x="1568263" y="4162358"/>
                  </a:lnTo>
                  <a:lnTo>
                    <a:pt x="1569585" y="4094900"/>
                  </a:lnTo>
                  <a:lnTo>
                    <a:pt x="1570908" y="4147303"/>
                  </a:lnTo>
                  <a:lnTo>
                    <a:pt x="1572230" y="4121071"/>
                  </a:lnTo>
                  <a:lnTo>
                    <a:pt x="1573552" y="4136906"/>
                  </a:lnTo>
                  <a:lnTo>
                    <a:pt x="1574875" y="4134197"/>
                  </a:lnTo>
                  <a:lnTo>
                    <a:pt x="1576197" y="4069616"/>
                  </a:lnTo>
                  <a:lnTo>
                    <a:pt x="1577519" y="4035144"/>
                  </a:lnTo>
                  <a:lnTo>
                    <a:pt x="1578842" y="4032768"/>
                  </a:lnTo>
                  <a:lnTo>
                    <a:pt x="1580164" y="4074776"/>
                  </a:lnTo>
                  <a:lnTo>
                    <a:pt x="1581486" y="4148245"/>
                  </a:lnTo>
                  <a:lnTo>
                    <a:pt x="1582809" y="4193698"/>
                  </a:lnTo>
                  <a:lnTo>
                    <a:pt x="1584131" y="4112476"/>
                  </a:lnTo>
                  <a:lnTo>
                    <a:pt x="1585454" y="4092933"/>
                  </a:lnTo>
                  <a:lnTo>
                    <a:pt x="1586776" y="4127331"/>
                  </a:lnTo>
                  <a:lnTo>
                    <a:pt x="1588098" y="4082338"/>
                  </a:lnTo>
                  <a:lnTo>
                    <a:pt x="1589421" y="4063936"/>
                  </a:lnTo>
                  <a:lnTo>
                    <a:pt x="1590743" y="4127963"/>
                  </a:lnTo>
                  <a:lnTo>
                    <a:pt x="1592065" y="4149989"/>
                  </a:lnTo>
                  <a:lnTo>
                    <a:pt x="1593388" y="4092153"/>
                  </a:lnTo>
                  <a:lnTo>
                    <a:pt x="1594710" y="4106149"/>
                  </a:lnTo>
                  <a:lnTo>
                    <a:pt x="1596032" y="4073700"/>
                  </a:lnTo>
                  <a:lnTo>
                    <a:pt x="1597355" y="4079753"/>
                  </a:lnTo>
                  <a:lnTo>
                    <a:pt x="1598677" y="4087737"/>
                  </a:lnTo>
                  <a:lnTo>
                    <a:pt x="1599999" y="4129464"/>
                  </a:lnTo>
                  <a:lnTo>
                    <a:pt x="1601322" y="4151838"/>
                  </a:lnTo>
                  <a:lnTo>
                    <a:pt x="1602644" y="4077781"/>
                  </a:lnTo>
                  <a:lnTo>
                    <a:pt x="1603967" y="4064915"/>
                  </a:lnTo>
                  <a:lnTo>
                    <a:pt x="1605289" y="4094138"/>
                  </a:lnTo>
                  <a:lnTo>
                    <a:pt x="1606611" y="4078144"/>
                  </a:lnTo>
                  <a:lnTo>
                    <a:pt x="1607934" y="4150380"/>
                  </a:lnTo>
                  <a:lnTo>
                    <a:pt x="1609256" y="4132589"/>
                  </a:lnTo>
                  <a:lnTo>
                    <a:pt x="1610578" y="4187706"/>
                  </a:lnTo>
                  <a:lnTo>
                    <a:pt x="1611901" y="4103446"/>
                  </a:lnTo>
                  <a:lnTo>
                    <a:pt x="1613223" y="4128487"/>
                  </a:lnTo>
                  <a:lnTo>
                    <a:pt x="1614545" y="4133238"/>
                  </a:lnTo>
                  <a:lnTo>
                    <a:pt x="1615868" y="4121789"/>
                  </a:lnTo>
                  <a:lnTo>
                    <a:pt x="1617190" y="4109428"/>
                  </a:lnTo>
                  <a:lnTo>
                    <a:pt x="1618513" y="4186757"/>
                  </a:lnTo>
                  <a:lnTo>
                    <a:pt x="1619835" y="4174637"/>
                  </a:lnTo>
                  <a:lnTo>
                    <a:pt x="1621157" y="4113340"/>
                  </a:lnTo>
                  <a:lnTo>
                    <a:pt x="1622480" y="4112588"/>
                  </a:lnTo>
                  <a:lnTo>
                    <a:pt x="1623802" y="4130789"/>
                  </a:lnTo>
                  <a:lnTo>
                    <a:pt x="1625124" y="4168769"/>
                  </a:lnTo>
                  <a:lnTo>
                    <a:pt x="1626447" y="4105144"/>
                  </a:lnTo>
                  <a:lnTo>
                    <a:pt x="1627769" y="4167043"/>
                  </a:lnTo>
                  <a:lnTo>
                    <a:pt x="1629091" y="4209304"/>
                  </a:lnTo>
                  <a:lnTo>
                    <a:pt x="1630414" y="4108187"/>
                  </a:lnTo>
                  <a:lnTo>
                    <a:pt x="1631736" y="4116373"/>
                  </a:lnTo>
                  <a:lnTo>
                    <a:pt x="1633058" y="4079436"/>
                  </a:lnTo>
                  <a:lnTo>
                    <a:pt x="1634381" y="4084185"/>
                  </a:lnTo>
                  <a:lnTo>
                    <a:pt x="1635703" y="4101382"/>
                  </a:lnTo>
                  <a:lnTo>
                    <a:pt x="1637026" y="4142910"/>
                  </a:lnTo>
                  <a:lnTo>
                    <a:pt x="1638348" y="4171800"/>
                  </a:lnTo>
                  <a:lnTo>
                    <a:pt x="1639670" y="4148452"/>
                  </a:lnTo>
                  <a:lnTo>
                    <a:pt x="1640993" y="4089056"/>
                  </a:lnTo>
                  <a:lnTo>
                    <a:pt x="1642315" y="4096633"/>
                  </a:lnTo>
                  <a:lnTo>
                    <a:pt x="1643637" y="4105663"/>
                  </a:lnTo>
                  <a:lnTo>
                    <a:pt x="1644960" y="4101786"/>
                  </a:lnTo>
                  <a:lnTo>
                    <a:pt x="1646282" y="4160568"/>
                  </a:lnTo>
                  <a:lnTo>
                    <a:pt x="1647604" y="4198884"/>
                  </a:lnTo>
                  <a:lnTo>
                    <a:pt x="1648927" y="4099858"/>
                  </a:lnTo>
                  <a:lnTo>
                    <a:pt x="1650249" y="4157602"/>
                  </a:lnTo>
                  <a:lnTo>
                    <a:pt x="1651572" y="4122495"/>
                  </a:lnTo>
                  <a:lnTo>
                    <a:pt x="1652894" y="4115258"/>
                  </a:lnTo>
                  <a:lnTo>
                    <a:pt x="1654216" y="4111069"/>
                  </a:lnTo>
                  <a:lnTo>
                    <a:pt x="1655539" y="4147789"/>
                  </a:lnTo>
                  <a:lnTo>
                    <a:pt x="1656861" y="4182254"/>
                  </a:lnTo>
                  <a:lnTo>
                    <a:pt x="1658183" y="4104783"/>
                  </a:lnTo>
                  <a:lnTo>
                    <a:pt x="1659506" y="4085476"/>
                  </a:lnTo>
                  <a:lnTo>
                    <a:pt x="1660828" y="4093769"/>
                  </a:lnTo>
                  <a:lnTo>
                    <a:pt x="1662150" y="4073352"/>
                  </a:lnTo>
                  <a:lnTo>
                    <a:pt x="1663473" y="4076761"/>
                  </a:lnTo>
                  <a:lnTo>
                    <a:pt x="1664795" y="4130131"/>
                  </a:lnTo>
                  <a:lnTo>
                    <a:pt x="1666117" y="4179328"/>
                  </a:lnTo>
                  <a:lnTo>
                    <a:pt x="1667440" y="4097004"/>
                  </a:lnTo>
                  <a:lnTo>
                    <a:pt x="1668762" y="4062862"/>
                  </a:lnTo>
                  <a:lnTo>
                    <a:pt x="1670085" y="4100334"/>
                  </a:lnTo>
                  <a:lnTo>
                    <a:pt x="1671407" y="4092882"/>
                  </a:lnTo>
                  <a:lnTo>
                    <a:pt x="1672729" y="4093976"/>
                  </a:lnTo>
                  <a:lnTo>
                    <a:pt x="1674052" y="4120483"/>
                  </a:lnTo>
                  <a:lnTo>
                    <a:pt x="1675374" y="4148782"/>
                  </a:lnTo>
                  <a:lnTo>
                    <a:pt x="1676696" y="4088729"/>
                  </a:lnTo>
                  <a:lnTo>
                    <a:pt x="1678019" y="4097234"/>
                  </a:lnTo>
                  <a:lnTo>
                    <a:pt x="1679341" y="4105080"/>
                  </a:lnTo>
                  <a:lnTo>
                    <a:pt x="1680663" y="4069007"/>
                  </a:lnTo>
                  <a:lnTo>
                    <a:pt x="1681986" y="4070214"/>
                  </a:lnTo>
                  <a:lnTo>
                    <a:pt x="1683308" y="4112499"/>
                  </a:lnTo>
                  <a:lnTo>
                    <a:pt x="1684631" y="4164015"/>
                  </a:lnTo>
                  <a:lnTo>
                    <a:pt x="1685953" y="4071096"/>
                  </a:lnTo>
                  <a:lnTo>
                    <a:pt x="1687275" y="4074597"/>
                  </a:lnTo>
                  <a:lnTo>
                    <a:pt x="1688598" y="4086716"/>
                  </a:lnTo>
                  <a:lnTo>
                    <a:pt x="1689920" y="4084770"/>
                  </a:lnTo>
                  <a:lnTo>
                    <a:pt x="1691242" y="4018099"/>
                  </a:lnTo>
                  <a:lnTo>
                    <a:pt x="1692565" y="4086471"/>
                  </a:lnTo>
                  <a:lnTo>
                    <a:pt x="1693887" y="4119250"/>
                  </a:lnTo>
                  <a:lnTo>
                    <a:pt x="1695209" y="4065396"/>
                  </a:lnTo>
                  <a:lnTo>
                    <a:pt x="1696532" y="3991977"/>
                  </a:lnTo>
                  <a:lnTo>
                    <a:pt x="1697854" y="4111312"/>
                  </a:lnTo>
                  <a:lnTo>
                    <a:pt x="1699176" y="4116649"/>
                  </a:lnTo>
                  <a:lnTo>
                    <a:pt x="1700499" y="4095531"/>
                  </a:lnTo>
                  <a:lnTo>
                    <a:pt x="1701821" y="4088962"/>
                  </a:lnTo>
                  <a:lnTo>
                    <a:pt x="1703144" y="4121577"/>
                  </a:lnTo>
                  <a:lnTo>
                    <a:pt x="1704466" y="4041314"/>
                  </a:lnTo>
                  <a:lnTo>
                    <a:pt x="1705788" y="4037407"/>
                  </a:lnTo>
                  <a:lnTo>
                    <a:pt x="1707111" y="3999891"/>
                  </a:lnTo>
                  <a:lnTo>
                    <a:pt x="1708433" y="4013020"/>
                  </a:lnTo>
                  <a:lnTo>
                    <a:pt x="1709755" y="4059289"/>
                  </a:lnTo>
                  <a:lnTo>
                    <a:pt x="1711078" y="4061826"/>
                  </a:lnTo>
                  <a:lnTo>
                    <a:pt x="1712400" y="4109683"/>
                  </a:lnTo>
                  <a:lnTo>
                    <a:pt x="1713722" y="4036461"/>
                  </a:lnTo>
                  <a:lnTo>
                    <a:pt x="1715045" y="4012941"/>
                  </a:lnTo>
                  <a:lnTo>
                    <a:pt x="1716367" y="4006182"/>
                  </a:lnTo>
                  <a:lnTo>
                    <a:pt x="1717690" y="4003254"/>
                  </a:lnTo>
                  <a:lnTo>
                    <a:pt x="1719012" y="4013560"/>
                  </a:lnTo>
                  <a:lnTo>
                    <a:pt x="1720334" y="4195654"/>
                  </a:lnTo>
                  <a:lnTo>
                    <a:pt x="1721657" y="4213269"/>
                  </a:lnTo>
                  <a:lnTo>
                    <a:pt x="1722979" y="4101850"/>
                  </a:lnTo>
                  <a:lnTo>
                    <a:pt x="1724301" y="4142092"/>
                  </a:lnTo>
                  <a:lnTo>
                    <a:pt x="1725624" y="4124633"/>
                  </a:lnTo>
                  <a:lnTo>
                    <a:pt x="1726946" y="4142468"/>
                  </a:lnTo>
                  <a:lnTo>
                    <a:pt x="1728268" y="4105474"/>
                  </a:lnTo>
                  <a:lnTo>
                    <a:pt x="1729591" y="4155351"/>
                  </a:lnTo>
                  <a:lnTo>
                    <a:pt x="1730913" y="4186714"/>
                  </a:lnTo>
                  <a:lnTo>
                    <a:pt x="1732235" y="4115227"/>
                  </a:lnTo>
                  <a:lnTo>
                    <a:pt x="1733558" y="4089051"/>
                  </a:lnTo>
                  <a:lnTo>
                    <a:pt x="1734880" y="4079183"/>
                  </a:lnTo>
                  <a:lnTo>
                    <a:pt x="1736203" y="4081405"/>
                  </a:lnTo>
                  <a:lnTo>
                    <a:pt x="1737525" y="4082804"/>
                  </a:lnTo>
                  <a:lnTo>
                    <a:pt x="1738847" y="4119209"/>
                  </a:lnTo>
                  <a:lnTo>
                    <a:pt x="1740170" y="4127190"/>
                  </a:lnTo>
                  <a:lnTo>
                    <a:pt x="1741492" y="4082208"/>
                  </a:lnTo>
                  <a:lnTo>
                    <a:pt x="1742814" y="4054748"/>
                  </a:lnTo>
                  <a:lnTo>
                    <a:pt x="1744137" y="4062118"/>
                  </a:lnTo>
                  <a:lnTo>
                    <a:pt x="1745459" y="4082865"/>
                  </a:lnTo>
                  <a:lnTo>
                    <a:pt x="1746781" y="4105799"/>
                  </a:lnTo>
                  <a:lnTo>
                    <a:pt x="1748104" y="4094068"/>
                  </a:lnTo>
                  <a:lnTo>
                    <a:pt x="1749426" y="4108269"/>
                  </a:lnTo>
                  <a:lnTo>
                    <a:pt x="1750748" y="4044577"/>
                  </a:lnTo>
                  <a:lnTo>
                    <a:pt x="1752071" y="4062187"/>
                  </a:lnTo>
                  <a:lnTo>
                    <a:pt x="1753393" y="4050643"/>
                  </a:lnTo>
                  <a:lnTo>
                    <a:pt x="1754716" y="4063573"/>
                  </a:lnTo>
                  <a:lnTo>
                    <a:pt x="1756038" y="4096933"/>
                  </a:lnTo>
                  <a:lnTo>
                    <a:pt x="1757360" y="4123892"/>
                  </a:lnTo>
                  <a:lnTo>
                    <a:pt x="1758683" y="4189251"/>
                  </a:lnTo>
                  <a:lnTo>
                    <a:pt x="1760005" y="4103080"/>
                  </a:lnTo>
                  <a:lnTo>
                    <a:pt x="1761327" y="4133254"/>
                  </a:lnTo>
                  <a:lnTo>
                    <a:pt x="1762650" y="4112939"/>
                  </a:lnTo>
                  <a:lnTo>
                    <a:pt x="1763972" y="4103247"/>
                  </a:lnTo>
                  <a:lnTo>
                    <a:pt x="1765294" y="4041156"/>
                  </a:lnTo>
                  <a:lnTo>
                    <a:pt x="1766617" y="4108443"/>
                  </a:lnTo>
                  <a:lnTo>
                    <a:pt x="1767939" y="4129561"/>
                  </a:lnTo>
                  <a:lnTo>
                    <a:pt x="1769262" y="4074932"/>
                  </a:lnTo>
                  <a:lnTo>
                    <a:pt x="1770584" y="4052620"/>
                  </a:lnTo>
                  <a:lnTo>
                    <a:pt x="1771906" y="4061890"/>
                  </a:lnTo>
                  <a:lnTo>
                    <a:pt x="1773229" y="4042672"/>
                  </a:lnTo>
                  <a:lnTo>
                    <a:pt x="1774551" y="4090151"/>
                  </a:lnTo>
                  <a:lnTo>
                    <a:pt x="1775873" y="4171667"/>
                  </a:lnTo>
                  <a:lnTo>
                    <a:pt x="1777196" y="4203651"/>
                  </a:lnTo>
                  <a:lnTo>
                    <a:pt x="1778518" y="4093202"/>
                  </a:lnTo>
                  <a:lnTo>
                    <a:pt x="1779840" y="4075111"/>
                  </a:lnTo>
                  <a:lnTo>
                    <a:pt x="1781163" y="4080863"/>
                  </a:lnTo>
                  <a:lnTo>
                    <a:pt x="1782485" y="4085678"/>
                  </a:lnTo>
                  <a:lnTo>
                    <a:pt x="1783807" y="4087386"/>
                  </a:lnTo>
                  <a:lnTo>
                    <a:pt x="1785130" y="4104832"/>
                  </a:lnTo>
                  <a:lnTo>
                    <a:pt x="1786452" y="4133423"/>
                  </a:lnTo>
                  <a:lnTo>
                    <a:pt x="1787775" y="4084704"/>
                  </a:lnTo>
                  <a:lnTo>
                    <a:pt x="1789097" y="4119401"/>
                  </a:lnTo>
                  <a:lnTo>
                    <a:pt x="1790419" y="4084589"/>
                  </a:lnTo>
                  <a:lnTo>
                    <a:pt x="1791742" y="4122774"/>
                  </a:lnTo>
                  <a:lnTo>
                    <a:pt x="1793064" y="4068992"/>
                  </a:lnTo>
                  <a:lnTo>
                    <a:pt x="1794386" y="4105361"/>
                  </a:lnTo>
                  <a:lnTo>
                    <a:pt x="1795709" y="4158499"/>
                  </a:lnTo>
                  <a:lnTo>
                    <a:pt x="1797031" y="4067427"/>
                  </a:lnTo>
                  <a:lnTo>
                    <a:pt x="1798353" y="4087586"/>
                  </a:lnTo>
                  <a:lnTo>
                    <a:pt x="1799676" y="4027369"/>
                  </a:lnTo>
                  <a:lnTo>
                    <a:pt x="1800998" y="4096275"/>
                  </a:lnTo>
                  <a:lnTo>
                    <a:pt x="1802321" y="4075653"/>
                  </a:lnTo>
                  <a:lnTo>
                    <a:pt x="1803643" y="4090619"/>
                  </a:lnTo>
                  <a:lnTo>
                    <a:pt x="1804965" y="4133159"/>
                  </a:lnTo>
                  <a:lnTo>
                    <a:pt x="1806288" y="4081267"/>
                  </a:lnTo>
                  <a:lnTo>
                    <a:pt x="1807610" y="4081865"/>
                  </a:lnTo>
                  <a:lnTo>
                    <a:pt x="1808932" y="4065631"/>
                  </a:lnTo>
                  <a:lnTo>
                    <a:pt x="1810255" y="4053339"/>
                  </a:lnTo>
                  <a:lnTo>
                    <a:pt x="1811577" y="4059706"/>
                  </a:lnTo>
                  <a:lnTo>
                    <a:pt x="1812899" y="4115726"/>
                  </a:lnTo>
                  <a:lnTo>
                    <a:pt x="1814222" y="4101423"/>
                  </a:lnTo>
                  <a:lnTo>
                    <a:pt x="1815544" y="4051618"/>
                  </a:lnTo>
                  <a:lnTo>
                    <a:pt x="1816866" y="4064332"/>
                  </a:lnTo>
                  <a:lnTo>
                    <a:pt x="1818189" y="4044363"/>
                  </a:lnTo>
                  <a:lnTo>
                    <a:pt x="1819511" y="4003482"/>
                  </a:lnTo>
                  <a:lnTo>
                    <a:pt x="1820834" y="4020700"/>
                  </a:lnTo>
                  <a:lnTo>
                    <a:pt x="1822156" y="4086317"/>
                  </a:lnTo>
                  <a:lnTo>
                    <a:pt x="1823478" y="4158369"/>
                  </a:lnTo>
                  <a:lnTo>
                    <a:pt x="1824801" y="4079009"/>
                  </a:lnTo>
                  <a:lnTo>
                    <a:pt x="1826123" y="4034087"/>
                  </a:lnTo>
                  <a:lnTo>
                    <a:pt x="1827445" y="4018452"/>
                  </a:lnTo>
                  <a:lnTo>
                    <a:pt x="1828768" y="4048219"/>
                  </a:lnTo>
                  <a:lnTo>
                    <a:pt x="1830090" y="4002277"/>
                  </a:lnTo>
                  <a:lnTo>
                    <a:pt x="1831412" y="4044467"/>
                  </a:lnTo>
                  <a:lnTo>
                    <a:pt x="1832735" y="4062788"/>
                  </a:lnTo>
                  <a:lnTo>
                    <a:pt x="1834057" y="3981515"/>
                  </a:lnTo>
                  <a:lnTo>
                    <a:pt x="1835380" y="3995738"/>
                  </a:lnTo>
                  <a:lnTo>
                    <a:pt x="1836702" y="4036905"/>
                  </a:lnTo>
                  <a:lnTo>
                    <a:pt x="1838024" y="4064460"/>
                  </a:lnTo>
                  <a:lnTo>
                    <a:pt x="1839347" y="4060911"/>
                  </a:lnTo>
                  <a:lnTo>
                    <a:pt x="1840669" y="4091460"/>
                  </a:lnTo>
                  <a:lnTo>
                    <a:pt x="1841991" y="4088287"/>
                  </a:lnTo>
                  <a:lnTo>
                    <a:pt x="1843369" y="4050247"/>
                  </a:lnTo>
                  <a:lnTo>
                    <a:pt x="1844691" y="4045048"/>
                  </a:lnTo>
                  <a:lnTo>
                    <a:pt x="1846013" y="4033832"/>
                  </a:lnTo>
                  <a:lnTo>
                    <a:pt x="1847336" y="3988136"/>
                  </a:lnTo>
                  <a:lnTo>
                    <a:pt x="1848658" y="4027697"/>
                  </a:lnTo>
                  <a:lnTo>
                    <a:pt x="1849981" y="4073531"/>
                  </a:lnTo>
                  <a:lnTo>
                    <a:pt x="1851303" y="4099035"/>
                  </a:lnTo>
                  <a:lnTo>
                    <a:pt x="1852625" y="4047559"/>
                  </a:lnTo>
                  <a:lnTo>
                    <a:pt x="1853948" y="4037215"/>
                  </a:lnTo>
                  <a:lnTo>
                    <a:pt x="1855270" y="4033133"/>
                  </a:lnTo>
                  <a:lnTo>
                    <a:pt x="1856592" y="4022958"/>
                  </a:lnTo>
                  <a:lnTo>
                    <a:pt x="1857915" y="4067764"/>
                  </a:lnTo>
                  <a:lnTo>
                    <a:pt x="1859237" y="4112059"/>
                  </a:lnTo>
                  <a:lnTo>
                    <a:pt x="1860559" y="4124564"/>
                  </a:lnTo>
                  <a:lnTo>
                    <a:pt x="1861882" y="4116782"/>
                  </a:lnTo>
                  <a:lnTo>
                    <a:pt x="1863204" y="4115785"/>
                  </a:lnTo>
                  <a:lnTo>
                    <a:pt x="1864527" y="4077513"/>
                  </a:lnTo>
                  <a:lnTo>
                    <a:pt x="1865849" y="4069122"/>
                  </a:lnTo>
                  <a:lnTo>
                    <a:pt x="1867171" y="4095859"/>
                  </a:lnTo>
                  <a:lnTo>
                    <a:pt x="1868494" y="4165818"/>
                  </a:lnTo>
                  <a:lnTo>
                    <a:pt x="1869816" y="4146541"/>
                  </a:lnTo>
                  <a:lnTo>
                    <a:pt x="1871138" y="4105546"/>
                  </a:lnTo>
                  <a:lnTo>
                    <a:pt x="1872461" y="4098124"/>
                  </a:lnTo>
                  <a:lnTo>
                    <a:pt x="1873783" y="4124737"/>
                  </a:lnTo>
                  <a:lnTo>
                    <a:pt x="1875105" y="4140322"/>
                  </a:lnTo>
                  <a:lnTo>
                    <a:pt x="1876428" y="4058550"/>
                  </a:lnTo>
                  <a:lnTo>
                    <a:pt x="1877750" y="4110287"/>
                  </a:lnTo>
                  <a:lnTo>
                    <a:pt x="1879072" y="4133141"/>
                  </a:lnTo>
                  <a:lnTo>
                    <a:pt x="1880395" y="3989458"/>
                  </a:lnTo>
                  <a:lnTo>
                    <a:pt x="1881717" y="4076720"/>
                  </a:lnTo>
                  <a:lnTo>
                    <a:pt x="1883040" y="4036670"/>
                  </a:lnTo>
                  <a:lnTo>
                    <a:pt x="1884362" y="3978167"/>
                  </a:lnTo>
                  <a:lnTo>
                    <a:pt x="1885684" y="4067140"/>
                  </a:lnTo>
                  <a:lnTo>
                    <a:pt x="1887007" y="4121764"/>
                  </a:lnTo>
                  <a:lnTo>
                    <a:pt x="1888329" y="4203070"/>
                  </a:lnTo>
                  <a:lnTo>
                    <a:pt x="1889651" y="4105992"/>
                  </a:lnTo>
                  <a:lnTo>
                    <a:pt x="1890974" y="4073915"/>
                  </a:lnTo>
                  <a:lnTo>
                    <a:pt x="1892296" y="4069406"/>
                  </a:lnTo>
                  <a:lnTo>
                    <a:pt x="1893618" y="4031758"/>
                  </a:lnTo>
                  <a:lnTo>
                    <a:pt x="1894941" y="4104226"/>
                  </a:lnTo>
                  <a:lnTo>
                    <a:pt x="1896263" y="4148587"/>
                  </a:lnTo>
                  <a:lnTo>
                    <a:pt x="1897586" y="4185054"/>
                  </a:lnTo>
                  <a:lnTo>
                    <a:pt x="1898908" y="4043560"/>
                  </a:lnTo>
                  <a:lnTo>
                    <a:pt x="1900230" y="4079661"/>
                  </a:lnTo>
                  <a:lnTo>
                    <a:pt x="1901553" y="4078336"/>
                  </a:lnTo>
                  <a:lnTo>
                    <a:pt x="1902875" y="4111995"/>
                  </a:lnTo>
                  <a:lnTo>
                    <a:pt x="1904197" y="4130760"/>
                  </a:lnTo>
                  <a:lnTo>
                    <a:pt x="1905520" y="4134325"/>
                  </a:lnTo>
                  <a:lnTo>
                    <a:pt x="1906842" y="4126472"/>
                  </a:lnTo>
                  <a:lnTo>
                    <a:pt x="1908164" y="4035397"/>
                  </a:lnTo>
                  <a:lnTo>
                    <a:pt x="1909487" y="4031279"/>
                  </a:lnTo>
                  <a:lnTo>
                    <a:pt x="1910809" y="4065920"/>
                  </a:lnTo>
                  <a:lnTo>
                    <a:pt x="1912131" y="4093539"/>
                  </a:lnTo>
                  <a:lnTo>
                    <a:pt x="1913454" y="4092455"/>
                  </a:lnTo>
                  <a:lnTo>
                    <a:pt x="1914776" y="4127899"/>
                  </a:lnTo>
                  <a:lnTo>
                    <a:pt x="1916099" y="4186445"/>
                  </a:lnTo>
                  <a:lnTo>
                    <a:pt x="1917421" y="4132814"/>
                  </a:lnTo>
                  <a:lnTo>
                    <a:pt x="1918743" y="4158227"/>
                  </a:lnTo>
                  <a:lnTo>
                    <a:pt x="1920066" y="4167851"/>
                  </a:lnTo>
                  <a:lnTo>
                    <a:pt x="1921388" y="4186808"/>
                  </a:lnTo>
                  <a:lnTo>
                    <a:pt x="1922710" y="4207361"/>
                  </a:lnTo>
                  <a:lnTo>
                    <a:pt x="1924033" y="4229081"/>
                  </a:lnTo>
                  <a:lnTo>
                    <a:pt x="1925355" y="4197513"/>
                  </a:lnTo>
                  <a:lnTo>
                    <a:pt x="1926677" y="4103720"/>
                  </a:lnTo>
                  <a:lnTo>
                    <a:pt x="1928000" y="4102812"/>
                  </a:lnTo>
                  <a:lnTo>
                    <a:pt x="1929322" y="4127935"/>
                  </a:lnTo>
                  <a:lnTo>
                    <a:pt x="1930644" y="4158274"/>
                  </a:lnTo>
                  <a:lnTo>
                    <a:pt x="1931967" y="4139685"/>
                  </a:lnTo>
                  <a:lnTo>
                    <a:pt x="1933289" y="4181494"/>
                  </a:lnTo>
                  <a:lnTo>
                    <a:pt x="1934612" y="4202216"/>
                  </a:lnTo>
                  <a:lnTo>
                    <a:pt x="1935934" y="4124186"/>
                  </a:lnTo>
                  <a:lnTo>
                    <a:pt x="1937256" y="4087885"/>
                  </a:lnTo>
                  <a:lnTo>
                    <a:pt x="1938579" y="4086553"/>
                  </a:lnTo>
                  <a:lnTo>
                    <a:pt x="1939901" y="4087847"/>
                  </a:lnTo>
                  <a:lnTo>
                    <a:pt x="1941223" y="4127298"/>
                  </a:lnTo>
                  <a:lnTo>
                    <a:pt x="1942546" y="4115455"/>
                  </a:lnTo>
                  <a:lnTo>
                    <a:pt x="1943868" y="4166606"/>
                  </a:lnTo>
                  <a:lnTo>
                    <a:pt x="1945190" y="4086491"/>
                  </a:lnTo>
                  <a:lnTo>
                    <a:pt x="1946513" y="4112085"/>
                  </a:lnTo>
                  <a:lnTo>
                    <a:pt x="1947835" y="4113839"/>
                  </a:lnTo>
                  <a:lnTo>
                    <a:pt x="1949158" y="4086627"/>
                  </a:lnTo>
                  <a:lnTo>
                    <a:pt x="1950480" y="4075518"/>
                  </a:lnTo>
                  <a:lnTo>
                    <a:pt x="1951802" y="4119012"/>
                  </a:lnTo>
                  <a:lnTo>
                    <a:pt x="1953125" y="4123623"/>
                  </a:lnTo>
                  <a:lnTo>
                    <a:pt x="1954447" y="4054269"/>
                  </a:lnTo>
                  <a:lnTo>
                    <a:pt x="1955769" y="3996971"/>
                  </a:lnTo>
                  <a:lnTo>
                    <a:pt x="1957092" y="3993751"/>
                  </a:lnTo>
                  <a:lnTo>
                    <a:pt x="1958414" y="3972559"/>
                  </a:lnTo>
                  <a:lnTo>
                    <a:pt x="1959736" y="4088478"/>
                  </a:lnTo>
                  <a:lnTo>
                    <a:pt x="1961059" y="4119245"/>
                  </a:lnTo>
                  <a:lnTo>
                    <a:pt x="1962381" y="4131118"/>
                  </a:lnTo>
                  <a:lnTo>
                    <a:pt x="1963703" y="4118872"/>
                  </a:lnTo>
                  <a:lnTo>
                    <a:pt x="1965026" y="4136241"/>
                  </a:lnTo>
                  <a:lnTo>
                    <a:pt x="1966348" y="4174955"/>
                  </a:lnTo>
                  <a:lnTo>
                    <a:pt x="1967671" y="4134451"/>
                  </a:lnTo>
                  <a:lnTo>
                    <a:pt x="1968993" y="4153812"/>
                  </a:lnTo>
                  <a:lnTo>
                    <a:pt x="1970315" y="4203117"/>
                  </a:lnTo>
                  <a:lnTo>
                    <a:pt x="1971638" y="4215558"/>
                  </a:lnTo>
                  <a:lnTo>
                    <a:pt x="1972960" y="4162363"/>
                  </a:lnTo>
                  <a:lnTo>
                    <a:pt x="1974282" y="4180592"/>
                  </a:lnTo>
                  <a:lnTo>
                    <a:pt x="1975605" y="4152467"/>
                  </a:lnTo>
                  <a:lnTo>
                    <a:pt x="1976927" y="4131006"/>
                  </a:lnTo>
                  <a:lnTo>
                    <a:pt x="1978249" y="4121818"/>
                  </a:lnTo>
                  <a:lnTo>
                    <a:pt x="1979572" y="4192792"/>
                  </a:lnTo>
                  <a:lnTo>
                    <a:pt x="1980894" y="4229976"/>
                  </a:lnTo>
                  <a:lnTo>
                    <a:pt x="1982217" y="4209087"/>
                  </a:lnTo>
                  <a:lnTo>
                    <a:pt x="1983539" y="4142700"/>
                  </a:lnTo>
                  <a:lnTo>
                    <a:pt x="1984861" y="4143491"/>
                  </a:lnTo>
                  <a:lnTo>
                    <a:pt x="1986184" y="4134982"/>
                  </a:lnTo>
                  <a:lnTo>
                    <a:pt x="1987506" y="4117330"/>
                  </a:lnTo>
                  <a:lnTo>
                    <a:pt x="1988828" y="4152037"/>
                  </a:lnTo>
                  <a:lnTo>
                    <a:pt x="1990151" y="4198500"/>
                  </a:lnTo>
                  <a:lnTo>
                    <a:pt x="1991473" y="4142276"/>
                  </a:lnTo>
                  <a:lnTo>
                    <a:pt x="1992795" y="4094148"/>
                  </a:lnTo>
                  <a:lnTo>
                    <a:pt x="1994118" y="4132689"/>
                  </a:lnTo>
                  <a:lnTo>
                    <a:pt x="1995440" y="4121797"/>
                  </a:lnTo>
                  <a:lnTo>
                    <a:pt x="1996762" y="4124874"/>
                  </a:lnTo>
                  <a:lnTo>
                    <a:pt x="1998085" y="4205720"/>
                  </a:lnTo>
                  <a:lnTo>
                    <a:pt x="1999407" y="4235646"/>
                  </a:lnTo>
                  <a:lnTo>
                    <a:pt x="2000730" y="4138556"/>
                  </a:lnTo>
                  <a:lnTo>
                    <a:pt x="2002052" y="4142324"/>
                  </a:lnTo>
                  <a:lnTo>
                    <a:pt x="2003374" y="4145810"/>
                  </a:lnTo>
                  <a:lnTo>
                    <a:pt x="2004697" y="4121697"/>
                  </a:lnTo>
                  <a:lnTo>
                    <a:pt x="2006019" y="4121981"/>
                  </a:lnTo>
                  <a:lnTo>
                    <a:pt x="2007341" y="4151643"/>
                  </a:lnTo>
                  <a:lnTo>
                    <a:pt x="2008664" y="4180269"/>
                  </a:lnTo>
                  <a:lnTo>
                    <a:pt x="2009986" y="4145848"/>
                  </a:lnTo>
                  <a:lnTo>
                    <a:pt x="2011308" y="4139391"/>
                  </a:lnTo>
                  <a:lnTo>
                    <a:pt x="2012631" y="4145209"/>
                  </a:lnTo>
                  <a:lnTo>
                    <a:pt x="2013953" y="4119792"/>
                  </a:lnTo>
                  <a:lnTo>
                    <a:pt x="2015276" y="4140087"/>
                  </a:lnTo>
                  <a:lnTo>
                    <a:pt x="2016598" y="4150873"/>
                  </a:lnTo>
                  <a:lnTo>
                    <a:pt x="2017920" y="4161875"/>
                  </a:lnTo>
                  <a:lnTo>
                    <a:pt x="2019243" y="4112228"/>
                  </a:lnTo>
                  <a:lnTo>
                    <a:pt x="2020565" y="4118728"/>
                  </a:lnTo>
                  <a:lnTo>
                    <a:pt x="2021887" y="4134775"/>
                  </a:lnTo>
                  <a:lnTo>
                    <a:pt x="2023210" y="4132285"/>
                  </a:lnTo>
                  <a:lnTo>
                    <a:pt x="2024532" y="4121437"/>
                  </a:lnTo>
                  <a:lnTo>
                    <a:pt x="2025854" y="4122099"/>
                  </a:lnTo>
                  <a:lnTo>
                    <a:pt x="2027177" y="4152098"/>
                  </a:lnTo>
                  <a:lnTo>
                    <a:pt x="2028499" y="4124308"/>
                  </a:lnTo>
                  <a:lnTo>
                    <a:pt x="2029821" y="4126206"/>
                  </a:lnTo>
                  <a:lnTo>
                    <a:pt x="2031144" y="4136860"/>
                  </a:lnTo>
                  <a:lnTo>
                    <a:pt x="2032466" y="4123227"/>
                  </a:lnTo>
                  <a:lnTo>
                    <a:pt x="2033789" y="4137895"/>
                  </a:lnTo>
                  <a:lnTo>
                    <a:pt x="2035111" y="4142140"/>
                  </a:lnTo>
                  <a:lnTo>
                    <a:pt x="2036433" y="4183054"/>
                  </a:lnTo>
                  <a:lnTo>
                    <a:pt x="2037756" y="4137527"/>
                  </a:lnTo>
                  <a:lnTo>
                    <a:pt x="2039078" y="4118368"/>
                  </a:lnTo>
                  <a:lnTo>
                    <a:pt x="2040400" y="4130523"/>
                  </a:lnTo>
                  <a:lnTo>
                    <a:pt x="2041723" y="4122288"/>
                  </a:lnTo>
                  <a:lnTo>
                    <a:pt x="2043045" y="4136594"/>
                  </a:lnTo>
                  <a:lnTo>
                    <a:pt x="2044367" y="4169503"/>
                  </a:lnTo>
                  <a:lnTo>
                    <a:pt x="2045690" y="4228909"/>
                  </a:lnTo>
                  <a:lnTo>
                    <a:pt x="2046957" y="4243162"/>
                  </a:lnTo>
                  <a:lnTo>
                    <a:pt x="2048279" y="4157377"/>
                  </a:lnTo>
                  <a:lnTo>
                    <a:pt x="2049602" y="4125909"/>
                  </a:lnTo>
                  <a:lnTo>
                    <a:pt x="2050924" y="4121316"/>
                  </a:lnTo>
                  <a:lnTo>
                    <a:pt x="2052246" y="4123439"/>
                  </a:lnTo>
                  <a:lnTo>
                    <a:pt x="2053569" y="4160865"/>
                  </a:lnTo>
                  <a:lnTo>
                    <a:pt x="2054891" y="4184241"/>
                  </a:lnTo>
                  <a:lnTo>
                    <a:pt x="2056214" y="4126244"/>
                  </a:lnTo>
                  <a:lnTo>
                    <a:pt x="2057536" y="4127881"/>
                  </a:lnTo>
                  <a:lnTo>
                    <a:pt x="2058858" y="4153981"/>
                  </a:lnTo>
                  <a:lnTo>
                    <a:pt x="2060181" y="4152748"/>
                  </a:lnTo>
                  <a:lnTo>
                    <a:pt x="2061503" y="4118831"/>
                  </a:lnTo>
                  <a:lnTo>
                    <a:pt x="2062825" y="4144672"/>
                  </a:lnTo>
                  <a:lnTo>
                    <a:pt x="2064148" y="4174313"/>
                  </a:lnTo>
                  <a:lnTo>
                    <a:pt x="2065470" y="4148002"/>
                  </a:lnTo>
                  <a:lnTo>
                    <a:pt x="2066792" y="4118782"/>
                  </a:lnTo>
                  <a:lnTo>
                    <a:pt x="2068115" y="4117659"/>
                  </a:lnTo>
                  <a:lnTo>
                    <a:pt x="2069437" y="4128702"/>
                  </a:lnTo>
                  <a:lnTo>
                    <a:pt x="2070760" y="4137916"/>
                  </a:lnTo>
                  <a:lnTo>
                    <a:pt x="2072082" y="4176845"/>
                  </a:lnTo>
                  <a:lnTo>
                    <a:pt x="2073404" y="4179190"/>
                  </a:lnTo>
                  <a:lnTo>
                    <a:pt x="2074727" y="4145930"/>
                  </a:lnTo>
                  <a:lnTo>
                    <a:pt x="2076049" y="4166744"/>
                  </a:lnTo>
                  <a:lnTo>
                    <a:pt x="2077371" y="4146066"/>
                  </a:lnTo>
                  <a:lnTo>
                    <a:pt x="2078694" y="4129635"/>
                  </a:lnTo>
                  <a:lnTo>
                    <a:pt x="2080016" y="4134796"/>
                  </a:lnTo>
                  <a:lnTo>
                    <a:pt x="2081338" y="4154111"/>
                  </a:lnTo>
                  <a:lnTo>
                    <a:pt x="2082661" y="4197378"/>
                  </a:lnTo>
                  <a:lnTo>
                    <a:pt x="2083983" y="4130246"/>
                  </a:lnTo>
                  <a:lnTo>
                    <a:pt x="2085305" y="4127132"/>
                  </a:lnTo>
                  <a:lnTo>
                    <a:pt x="2086628" y="4132676"/>
                  </a:lnTo>
                  <a:lnTo>
                    <a:pt x="2087950" y="4109325"/>
                  </a:lnTo>
                  <a:lnTo>
                    <a:pt x="2089273" y="4135358"/>
                  </a:lnTo>
                  <a:lnTo>
                    <a:pt x="2090595" y="4142309"/>
                  </a:lnTo>
                  <a:lnTo>
                    <a:pt x="2091917" y="4178459"/>
                  </a:lnTo>
                  <a:lnTo>
                    <a:pt x="2093240" y="4122014"/>
                  </a:lnTo>
                  <a:lnTo>
                    <a:pt x="2094562" y="4119278"/>
                  </a:lnTo>
                  <a:lnTo>
                    <a:pt x="2095884" y="4124889"/>
                  </a:lnTo>
                  <a:lnTo>
                    <a:pt x="2097207" y="4173436"/>
                  </a:lnTo>
                  <a:lnTo>
                    <a:pt x="2098529" y="4154500"/>
                  </a:lnTo>
                  <a:lnTo>
                    <a:pt x="2099851" y="4202160"/>
                  </a:lnTo>
                  <a:lnTo>
                    <a:pt x="2101174" y="4229801"/>
                  </a:lnTo>
                  <a:lnTo>
                    <a:pt x="2102496" y="4160466"/>
                  </a:lnTo>
                  <a:lnTo>
                    <a:pt x="2103819" y="4126886"/>
                  </a:lnTo>
                  <a:lnTo>
                    <a:pt x="2105141" y="4138923"/>
                  </a:lnTo>
                  <a:lnTo>
                    <a:pt x="2106463" y="4137504"/>
                  </a:lnTo>
                  <a:lnTo>
                    <a:pt x="2107786" y="4124874"/>
                  </a:lnTo>
                  <a:lnTo>
                    <a:pt x="2109108" y="4213944"/>
                  </a:lnTo>
                  <a:lnTo>
                    <a:pt x="2110430" y="4221281"/>
                  </a:lnTo>
                  <a:lnTo>
                    <a:pt x="2111753" y="4165227"/>
                  </a:lnTo>
                  <a:lnTo>
                    <a:pt x="2113075" y="4106827"/>
                  </a:lnTo>
                  <a:lnTo>
                    <a:pt x="2114397" y="4104832"/>
                  </a:lnTo>
                  <a:lnTo>
                    <a:pt x="2115720" y="4088090"/>
                  </a:lnTo>
                  <a:lnTo>
                    <a:pt x="2117042" y="4123040"/>
                  </a:lnTo>
                  <a:lnTo>
                    <a:pt x="2118364" y="4158901"/>
                  </a:lnTo>
                  <a:lnTo>
                    <a:pt x="2119687" y="4213035"/>
                  </a:lnTo>
                  <a:lnTo>
                    <a:pt x="2121009" y="4113402"/>
                  </a:lnTo>
                  <a:lnTo>
                    <a:pt x="2122332" y="4112307"/>
                  </a:lnTo>
                  <a:lnTo>
                    <a:pt x="2123654" y="4105477"/>
                  </a:lnTo>
                  <a:lnTo>
                    <a:pt x="2124976" y="4123738"/>
                  </a:lnTo>
                  <a:lnTo>
                    <a:pt x="2126299" y="4116844"/>
                  </a:lnTo>
                  <a:lnTo>
                    <a:pt x="2127621" y="4147257"/>
                  </a:lnTo>
                  <a:lnTo>
                    <a:pt x="2128943" y="4210113"/>
                  </a:lnTo>
                  <a:lnTo>
                    <a:pt x="2130266" y="4140519"/>
                  </a:lnTo>
                  <a:lnTo>
                    <a:pt x="2131588" y="4116826"/>
                  </a:lnTo>
                  <a:lnTo>
                    <a:pt x="2132910" y="4105783"/>
                  </a:lnTo>
                  <a:lnTo>
                    <a:pt x="2134233" y="4116202"/>
                  </a:lnTo>
                  <a:lnTo>
                    <a:pt x="2135555" y="4114330"/>
                  </a:lnTo>
                  <a:lnTo>
                    <a:pt x="2136877" y="4138458"/>
                  </a:lnTo>
                  <a:lnTo>
                    <a:pt x="2138200" y="4168110"/>
                  </a:lnTo>
                  <a:lnTo>
                    <a:pt x="2139522" y="4105517"/>
                  </a:lnTo>
                  <a:lnTo>
                    <a:pt x="2140845" y="4114102"/>
                  </a:lnTo>
                  <a:lnTo>
                    <a:pt x="2142167" y="4114307"/>
                  </a:lnTo>
                  <a:lnTo>
                    <a:pt x="2143489" y="4104528"/>
                  </a:lnTo>
                  <a:lnTo>
                    <a:pt x="2144812" y="4132090"/>
                  </a:lnTo>
                  <a:lnTo>
                    <a:pt x="2146134" y="4130916"/>
                  </a:lnTo>
                  <a:lnTo>
                    <a:pt x="2147456" y="4155223"/>
                  </a:lnTo>
                  <a:lnTo>
                    <a:pt x="2148779" y="4112987"/>
                  </a:lnTo>
                  <a:lnTo>
                    <a:pt x="2150101" y="4107799"/>
                  </a:lnTo>
                  <a:lnTo>
                    <a:pt x="2151423" y="4105113"/>
                  </a:lnTo>
                  <a:lnTo>
                    <a:pt x="2152746" y="4105111"/>
                  </a:lnTo>
                  <a:lnTo>
                    <a:pt x="2154068" y="4120715"/>
                  </a:lnTo>
                  <a:lnTo>
                    <a:pt x="2155391" y="4157901"/>
                  </a:lnTo>
                  <a:lnTo>
                    <a:pt x="2156713" y="4186026"/>
                  </a:lnTo>
                  <a:lnTo>
                    <a:pt x="2158035" y="4127364"/>
                  </a:lnTo>
                  <a:lnTo>
                    <a:pt x="2159358" y="4089742"/>
                  </a:lnTo>
                  <a:lnTo>
                    <a:pt x="2160680" y="4093672"/>
                  </a:lnTo>
                  <a:lnTo>
                    <a:pt x="2162002" y="4112294"/>
                  </a:lnTo>
                  <a:lnTo>
                    <a:pt x="2163325" y="4105118"/>
                  </a:lnTo>
                  <a:lnTo>
                    <a:pt x="2164647" y="4121053"/>
                  </a:lnTo>
                  <a:lnTo>
                    <a:pt x="2165969" y="4192555"/>
                  </a:lnTo>
                  <a:lnTo>
                    <a:pt x="2167292" y="4122370"/>
                  </a:lnTo>
                  <a:lnTo>
                    <a:pt x="2168614" y="4089793"/>
                  </a:lnTo>
                  <a:lnTo>
                    <a:pt x="2169936" y="4125093"/>
                  </a:lnTo>
                  <a:lnTo>
                    <a:pt x="2171259" y="4110936"/>
                  </a:lnTo>
                  <a:lnTo>
                    <a:pt x="2172581" y="4126433"/>
                  </a:lnTo>
                  <a:lnTo>
                    <a:pt x="2173904" y="4163570"/>
                  </a:lnTo>
                  <a:lnTo>
                    <a:pt x="2175226" y="4205395"/>
                  </a:lnTo>
                  <a:lnTo>
                    <a:pt x="2176548" y="4103612"/>
                  </a:lnTo>
                  <a:lnTo>
                    <a:pt x="2177871" y="4127226"/>
                  </a:lnTo>
                  <a:lnTo>
                    <a:pt x="2179193" y="4193319"/>
                  </a:lnTo>
                  <a:lnTo>
                    <a:pt x="2180515" y="4111251"/>
                  </a:lnTo>
                  <a:lnTo>
                    <a:pt x="2181838" y="4116908"/>
                  </a:lnTo>
                  <a:lnTo>
                    <a:pt x="2183160" y="4167156"/>
                  </a:lnTo>
                  <a:lnTo>
                    <a:pt x="2184482" y="4190153"/>
                  </a:lnTo>
                  <a:lnTo>
                    <a:pt x="2185805" y="4137977"/>
                  </a:lnTo>
                  <a:lnTo>
                    <a:pt x="2187127" y="4109512"/>
                  </a:lnTo>
                  <a:lnTo>
                    <a:pt x="2188450" y="4092872"/>
                  </a:lnTo>
                  <a:lnTo>
                    <a:pt x="2189772" y="4138151"/>
                  </a:lnTo>
                  <a:lnTo>
                    <a:pt x="2191094" y="4133246"/>
                  </a:lnTo>
                  <a:lnTo>
                    <a:pt x="2192417" y="4140330"/>
                  </a:lnTo>
                  <a:lnTo>
                    <a:pt x="2193739" y="4160908"/>
                  </a:lnTo>
                  <a:lnTo>
                    <a:pt x="2195061" y="4109737"/>
                  </a:lnTo>
                  <a:lnTo>
                    <a:pt x="2196384" y="4093751"/>
                  </a:lnTo>
                  <a:lnTo>
                    <a:pt x="2197706" y="4112095"/>
                  </a:lnTo>
                  <a:lnTo>
                    <a:pt x="2199028" y="4091642"/>
                  </a:lnTo>
                  <a:lnTo>
                    <a:pt x="2200351" y="4097981"/>
                  </a:lnTo>
                  <a:lnTo>
                    <a:pt x="2201673" y="4111384"/>
                  </a:lnTo>
                  <a:lnTo>
                    <a:pt x="2202995" y="4126536"/>
                  </a:lnTo>
                  <a:lnTo>
                    <a:pt x="2204318" y="4088946"/>
                  </a:lnTo>
                  <a:lnTo>
                    <a:pt x="2205640" y="4090662"/>
                  </a:lnTo>
                  <a:lnTo>
                    <a:pt x="2206963" y="4087097"/>
                  </a:lnTo>
                  <a:lnTo>
                    <a:pt x="2208285" y="4098774"/>
                  </a:lnTo>
                  <a:lnTo>
                    <a:pt x="2209607" y="4108346"/>
                  </a:lnTo>
                  <a:lnTo>
                    <a:pt x="2210930" y="4122794"/>
                  </a:lnTo>
                  <a:lnTo>
                    <a:pt x="2212252" y="4137652"/>
                  </a:lnTo>
                  <a:lnTo>
                    <a:pt x="2213574" y="4110335"/>
                  </a:lnTo>
                  <a:lnTo>
                    <a:pt x="2214897" y="4093025"/>
                  </a:lnTo>
                  <a:lnTo>
                    <a:pt x="2216219" y="4113182"/>
                  </a:lnTo>
                  <a:lnTo>
                    <a:pt x="2217541" y="4121636"/>
                  </a:lnTo>
                  <a:lnTo>
                    <a:pt x="2218864" y="4099186"/>
                  </a:lnTo>
                  <a:lnTo>
                    <a:pt x="2220186" y="4142025"/>
                  </a:lnTo>
                  <a:lnTo>
                    <a:pt x="2221509" y="4198283"/>
                  </a:lnTo>
                  <a:lnTo>
                    <a:pt x="2222831" y="4162266"/>
                  </a:lnTo>
                  <a:lnTo>
                    <a:pt x="2224153" y="4116227"/>
                  </a:lnTo>
                  <a:lnTo>
                    <a:pt x="2225476" y="4120068"/>
                  </a:lnTo>
                  <a:lnTo>
                    <a:pt x="2226798" y="4115790"/>
                  </a:lnTo>
                  <a:lnTo>
                    <a:pt x="2228120" y="4120813"/>
                  </a:lnTo>
                  <a:lnTo>
                    <a:pt x="2229443" y="4177364"/>
                  </a:lnTo>
                  <a:lnTo>
                    <a:pt x="2230765" y="4159318"/>
                  </a:lnTo>
                  <a:lnTo>
                    <a:pt x="2232087" y="4121073"/>
                  </a:lnTo>
                  <a:lnTo>
                    <a:pt x="2233410" y="4110760"/>
                  </a:lnTo>
                  <a:lnTo>
                    <a:pt x="2234732" y="4110054"/>
                  </a:lnTo>
                  <a:lnTo>
                    <a:pt x="2236054" y="4105070"/>
                  </a:lnTo>
                  <a:lnTo>
                    <a:pt x="2237377" y="4104195"/>
                  </a:lnTo>
                  <a:lnTo>
                    <a:pt x="2238699" y="4140143"/>
                  </a:lnTo>
                  <a:lnTo>
                    <a:pt x="2240022" y="4200206"/>
                  </a:lnTo>
                  <a:lnTo>
                    <a:pt x="2241344" y="4118900"/>
                  </a:lnTo>
                  <a:lnTo>
                    <a:pt x="2242666" y="4100224"/>
                  </a:lnTo>
                  <a:lnTo>
                    <a:pt x="2243989" y="4110080"/>
                  </a:lnTo>
                  <a:lnTo>
                    <a:pt x="2245311" y="4116023"/>
                  </a:lnTo>
                  <a:lnTo>
                    <a:pt x="2246633" y="4112143"/>
                  </a:lnTo>
                  <a:lnTo>
                    <a:pt x="2247956" y="4131834"/>
                  </a:lnTo>
                  <a:lnTo>
                    <a:pt x="2249278" y="4159596"/>
                  </a:lnTo>
                  <a:lnTo>
                    <a:pt x="2250600" y="4115158"/>
                  </a:lnTo>
                  <a:lnTo>
                    <a:pt x="2251923" y="4095733"/>
                  </a:lnTo>
                  <a:lnTo>
                    <a:pt x="2253245" y="4104602"/>
                  </a:lnTo>
                  <a:lnTo>
                    <a:pt x="2254567" y="4100978"/>
                  </a:lnTo>
                  <a:lnTo>
                    <a:pt x="2255890" y="4105338"/>
                  </a:lnTo>
                  <a:lnTo>
                    <a:pt x="2257212" y="4111844"/>
                  </a:lnTo>
                  <a:lnTo>
                    <a:pt x="2258535" y="4142810"/>
                  </a:lnTo>
                  <a:lnTo>
                    <a:pt x="2259857" y="4067084"/>
                  </a:lnTo>
                  <a:lnTo>
                    <a:pt x="2261179" y="4089726"/>
                  </a:lnTo>
                  <a:lnTo>
                    <a:pt x="2262502" y="4103991"/>
                  </a:lnTo>
                  <a:lnTo>
                    <a:pt x="2263824" y="4102725"/>
                  </a:lnTo>
                  <a:lnTo>
                    <a:pt x="2265146" y="4094421"/>
                  </a:lnTo>
                  <a:lnTo>
                    <a:pt x="2266469" y="4118514"/>
                  </a:lnTo>
                  <a:lnTo>
                    <a:pt x="2267791" y="4125538"/>
                  </a:lnTo>
                  <a:lnTo>
                    <a:pt x="2269113" y="4089493"/>
                  </a:lnTo>
                  <a:lnTo>
                    <a:pt x="2270436" y="4096825"/>
                  </a:lnTo>
                  <a:lnTo>
                    <a:pt x="2271758" y="4114286"/>
                  </a:lnTo>
                  <a:lnTo>
                    <a:pt x="2273081" y="4121168"/>
                  </a:lnTo>
                  <a:lnTo>
                    <a:pt x="2274403" y="4093659"/>
                  </a:lnTo>
                  <a:lnTo>
                    <a:pt x="2275725" y="4123388"/>
                  </a:lnTo>
                  <a:lnTo>
                    <a:pt x="2277048" y="4140992"/>
                  </a:lnTo>
                  <a:lnTo>
                    <a:pt x="2278370" y="4079303"/>
                  </a:lnTo>
                  <a:lnTo>
                    <a:pt x="2279692" y="4080863"/>
                  </a:lnTo>
                  <a:lnTo>
                    <a:pt x="2281015" y="4077848"/>
                  </a:lnTo>
                  <a:lnTo>
                    <a:pt x="2282337" y="4092764"/>
                  </a:lnTo>
                  <a:lnTo>
                    <a:pt x="2283659" y="4101937"/>
                  </a:lnTo>
                  <a:lnTo>
                    <a:pt x="2284982" y="4112616"/>
                  </a:lnTo>
                  <a:lnTo>
                    <a:pt x="2286304" y="4151234"/>
                  </a:lnTo>
                  <a:lnTo>
                    <a:pt x="2287626" y="4068872"/>
                  </a:lnTo>
                  <a:lnTo>
                    <a:pt x="2288949" y="4078587"/>
                  </a:lnTo>
                  <a:lnTo>
                    <a:pt x="2290271" y="4141874"/>
                  </a:lnTo>
                  <a:lnTo>
                    <a:pt x="2291594" y="4155096"/>
                  </a:lnTo>
                  <a:lnTo>
                    <a:pt x="2292916" y="4085870"/>
                  </a:lnTo>
                  <a:lnTo>
                    <a:pt x="2294238" y="4089450"/>
                  </a:lnTo>
                  <a:lnTo>
                    <a:pt x="2295561" y="4108550"/>
                  </a:lnTo>
                  <a:lnTo>
                    <a:pt x="2296883" y="4105142"/>
                  </a:lnTo>
                  <a:lnTo>
                    <a:pt x="2298205" y="4106671"/>
                  </a:lnTo>
                  <a:lnTo>
                    <a:pt x="2299528" y="4110678"/>
                  </a:lnTo>
                  <a:lnTo>
                    <a:pt x="2300850" y="4101393"/>
                  </a:lnTo>
                  <a:lnTo>
                    <a:pt x="2302172" y="4057210"/>
                  </a:lnTo>
                  <a:lnTo>
                    <a:pt x="2303495" y="4071360"/>
                  </a:lnTo>
                  <a:lnTo>
                    <a:pt x="2304817" y="4088501"/>
                  </a:lnTo>
                  <a:lnTo>
                    <a:pt x="2306140" y="3984785"/>
                  </a:lnTo>
                  <a:lnTo>
                    <a:pt x="2307462" y="4057663"/>
                  </a:lnTo>
                  <a:lnTo>
                    <a:pt x="2308784" y="4066539"/>
                  </a:lnTo>
                  <a:lnTo>
                    <a:pt x="2310107" y="4083678"/>
                  </a:lnTo>
                  <a:lnTo>
                    <a:pt x="2311429" y="4110499"/>
                  </a:lnTo>
                  <a:lnTo>
                    <a:pt x="2312751" y="4102180"/>
                  </a:lnTo>
                  <a:lnTo>
                    <a:pt x="2314074" y="4085977"/>
                  </a:lnTo>
                  <a:lnTo>
                    <a:pt x="2315396" y="4035379"/>
                  </a:lnTo>
                  <a:lnTo>
                    <a:pt x="2316718" y="4047147"/>
                  </a:lnTo>
                  <a:lnTo>
                    <a:pt x="2318041" y="4044787"/>
                  </a:lnTo>
                  <a:lnTo>
                    <a:pt x="2319363" y="4044155"/>
                  </a:lnTo>
                  <a:lnTo>
                    <a:pt x="2320685" y="4049894"/>
                  </a:lnTo>
                  <a:lnTo>
                    <a:pt x="2322008" y="4061090"/>
                  </a:lnTo>
                  <a:lnTo>
                    <a:pt x="2323330" y="4079778"/>
                  </a:lnTo>
                  <a:lnTo>
                    <a:pt x="2324653" y="4035522"/>
                  </a:lnTo>
                  <a:lnTo>
                    <a:pt x="2325975" y="3968375"/>
                  </a:lnTo>
                  <a:lnTo>
                    <a:pt x="2327297" y="4015555"/>
                  </a:lnTo>
                  <a:lnTo>
                    <a:pt x="2328620" y="4049794"/>
                  </a:lnTo>
                  <a:lnTo>
                    <a:pt x="2329942" y="4072112"/>
                  </a:lnTo>
                  <a:lnTo>
                    <a:pt x="2331264" y="4081778"/>
                  </a:lnTo>
                  <a:lnTo>
                    <a:pt x="2332587" y="4068758"/>
                  </a:lnTo>
                  <a:lnTo>
                    <a:pt x="2333964" y="4028505"/>
                  </a:lnTo>
                  <a:lnTo>
                    <a:pt x="2335287" y="4079553"/>
                  </a:lnTo>
                  <a:lnTo>
                    <a:pt x="2336609" y="4090077"/>
                  </a:lnTo>
                  <a:lnTo>
                    <a:pt x="2337931" y="4012946"/>
                  </a:lnTo>
                  <a:lnTo>
                    <a:pt x="2339254" y="4045137"/>
                  </a:lnTo>
                  <a:lnTo>
                    <a:pt x="2340576" y="4054292"/>
                  </a:lnTo>
                  <a:lnTo>
                    <a:pt x="2341898" y="4075193"/>
                  </a:lnTo>
                  <a:lnTo>
                    <a:pt x="2343221" y="4059509"/>
                  </a:lnTo>
                  <a:lnTo>
                    <a:pt x="2344543" y="3959862"/>
                  </a:lnTo>
                  <a:lnTo>
                    <a:pt x="2345865" y="3996370"/>
                  </a:lnTo>
                  <a:lnTo>
                    <a:pt x="2347188" y="3975019"/>
                  </a:lnTo>
                  <a:lnTo>
                    <a:pt x="2348510" y="4000321"/>
                  </a:lnTo>
                  <a:lnTo>
                    <a:pt x="2349832" y="4048393"/>
                  </a:lnTo>
                  <a:lnTo>
                    <a:pt x="2351155" y="4065496"/>
                  </a:lnTo>
                  <a:lnTo>
                    <a:pt x="2352477" y="4048198"/>
                  </a:lnTo>
                  <a:lnTo>
                    <a:pt x="2353800" y="4046462"/>
                  </a:lnTo>
                  <a:lnTo>
                    <a:pt x="2355122" y="4028722"/>
                  </a:lnTo>
                  <a:lnTo>
                    <a:pt x="2356444" y="4084371"/>
                  </a:lnTo>
                  <a:lnTo>
                    <a:pt x="2357767" y="4116782"/>
                  </a:lnTo>
                  <a:lnTo>
                    <a:pt x="2359089" y="4099117"/>
                  </a:lnTo>
                  <a:lnTo>
                    <a:pt x="2360411" y="4236161"/>
                  </a:lnTo>
                  <a:lnTo>
                    <a:pt x="2361734" y="4085200"/>
                  </a:lnTo>
                  <a:lnTo>
                    <a:pt x="2363056" y="4057502"/>
                  </a:lnTo>
                  <a:lnTo>
                    <a:pt x="2364378" y="4014251"/>
                  </a:lnTo>
                  <a:lnTo>
                    <a:pt x="2365701" y="4048994"/>
                  </a:lnTo>
                  <a:lnTo>
                    <a:pt x="2367023" y="4030574"/>
                  </a:lnTo>
                  <a:lnTo>
                    <a:pt x="2368346" y="4055666"/>
                  </a:lnTo>
                  <a:lnTo>
                    <a:pt x="2369668" y="4101804"/>
                  </a:lnTo>
                  <a:lnTo>
                    <a:pt x="2370990" y="4042539"/>
                  </a:lnTo>
                  <a:lnTo>
                    <a:pt x="2372313" y="4030070"/>
                  </a:lnTo>
                  <a:lnTo>
                    <a:pt x="2373635" y="4071779"/>
                  </a:lnTo>
                  <a:lnTo>
                    <a:pt x="2374957" y="4123257"/>
                  </a:lnTo>
                  <a:lnTo>
                    <a:pt x="2376280" y="4055870"/>
                  </a:lnTo>
                  <a:lnTo>
                    <a:pt x="2377602" y="4041266"/>
                  </a:lnTo>
                  <a:lnTo>
                    <a:pt x="2378924" y="4058018"/>
                  </a:lnTo>
                  <a:lnTo>
                    <a:pt x="2380247" y="3992979"/>
                  </a:lnTo>
                  <a:lnTo>
                    <a:pt x="2381569" y="3934793"/>
                  </a:lnTo>
                  <a:lnTo>
                    <a:pt x="2382891" y="4060016"/>
                  </a:lnTo>
                  <a:lnTo>
                    <a:pt x="2384214" y="4106113"/>
                  </a:lnTo>
                  <a:lnTo>
                    <a:pt x="2385536" y="4072805"/>
                  </a:lnTo>
                  <a:lnTo>
                    <a:pt x="2386859" y="4095199"/>
                  </a:lnTo>
                  <a:lnTo>
                    <a:pt x="2388181" y="4114974"/>
                  </a:lnTo>
                  <a:lnTo>
                    <a:pt x="2389503" y="4001569"/>
                  </a:lnTo>
                  <a:lnTo>
                    <a:pt x="2390826" y="3990862"/>
                  </a:lnTo>
                  <a:lnTo>
                    <a:pt x="2392148" y="3924203"/>
                  </a:lnTo>
                  <a:lnTo>
                    <a:pt x="2393470" y="3986882"/>
                  </a:lnTo>
                  <a:lnTo>
                    <a:pt x="2394793" y="3967158"/>
                  </a:lnTo>
                  <a:lnTo>
                    <a:pt x="2396115" y="4005627"/>
                  </a:lnTo>
                  <a:lnTo>
                    <a:pt x="2397437" y="4024646"/>
                  </a:lnTo>
                  <a:lnTo>
                    <a:pt x="2398760" y="3940475"/>
                  </a:lnTo>
                  <a:lnTo>
                    <a:pt x="2400082" y="3993148"/>
                  </a:lnTo>
                  <a:lnTo>
                    <a:pt x="2401405" y="4046981"/>
                  </a:lnTo>
                  <a:lnTo>
                    <a:pt x="2402727" y="4015189"/>
                  </a:lnTo>
                  <a:lnTo>
                    <a:pt x="2404049" y="4058545"/>
                  </a:lnTo>
                  <a:lnTo>
                    <a:pt x="2405372" y="4227022"/>
                  </a:lnTo>
                  <a:lnTo>
                    <a:pt x="2406694" y="4240449"/>
                  </a:lnTo>
                  <a:lnTo>
                    <a:pt x="2408016" y="4259443"/>
                  </a:lnTo>
                  <a:lnTo>
                    <a:pt x="2409339" y="4171956"/>
                  </a:lnTo>
                  <a:lnTo>
                    <a:pt x="2410661" y="4039314"/>
                  </a:lnTo>
                  <a:lnTo>
                    <a:pt x="2411983" y="4007798"/>
                  </a:lnTo>
                  <a:lnTo>
                    <a:pt x="2413306" y="4035080"/>
                  </a:lnTo>
                  <a:lnTo>
                    <a:pt x="2414628" y="4070158"/>
                  </a:lnTo>
                  <a:lnTo>
                    <a:pt x="2415950" y="4112499"/>
                  </a:lnTo>
                  <a:lnTo>
                    <a:pt x="2417273" y="4008977"/>
                  </a:lnTo>
                  <a:lnTo>
                    <a:pt x="2418595" y="4055696"/>
                  </a:lnTo>
                  <a:lnTo>
                    <a:pt x="2419918" y="4099708"/>
                  </a:lnTo>
                  <a:lnTo>
                    <a:pt x="2421240" y="3986177"/>
                  </a:lnTo>
                  <a:lnTo>
                    <a:pt x="2422562" y="3988673"/>
                  </a:lnTo>
                  <a:lnTo>
                    <a:pt x="2423885" y="4056374"/>
                  </a:lnTo>
                  <a:lnTo>
                    <a:pt x="2425207" y="4031100"/>
                  </a:lnTo>
                  <a:lnTo>
                    <a:pt x="2426529" y="3949607"/>
                  </a:lnTo>
                  <a:lnTo>
                    <a:pt x="2427852" y="3957668"/>
                  </a:lnTo>
                  <a:lnTo>
                    <a:pt x="2429174" y="4072367"/>
                  </a:lnTo>
                  <a:lnTo>
                    <a:pt x="2430496" y="4083052"/>
                  </a:lnTo>
                  <a:lnTo>
                    <a:pt x="2431819" y="4048562"/>
                  </a:lnTo>
                  <a:lnTo>
                    <a:pt x="2433141" y="4088248"/>
                  </a:lnTo>
                  <a:lnTo>
                    <a:pt x="2434463" y="4074211"/>
                  </a:lnTo>
                  <a:lnTo>
                    <a:pt x="2435786" y="3800111"/>
                  </a:lnTo>
                  <a:lnTo>
                    <a:pt x="2437108" y="3768833"/>
                  </a:lnTo>
                  <a:lnTo>
                    <a:pt x="2438431" y="3864808"/>
                  </a:lnTo>
                  <a:lnTo>
                    <a:pt x="2439753" y="3882471"/>
                  </a:lnTo>
                  <a:lnTo>
                    <a:pt x="2441075" y="3906862"/>
                  </a:lnTo>
                  <a:lnTo>
                    <a:pt x="2442398" y="3996613"/>
                  </a:lnTo>
                  <a:lnTo>
                    <a:pt x="2443720" y="4038992"/>
                  </a:lnTo>
                  <a:lnTo>
                    <a:pt x="2445042" y="3828594"/>
                  </a:lnTo>
                  <a:lnTo>
                    <a:pt x="2446365" y="3667268"/>
                  </a:lnTo>
                  <a:lnTo>
                    <a:pt x="2447687" y="3764941"/>
                  </a:lnTo>
                  <a:lnTo>
                    <a:pt x="2449009" y="3992286"/>
                  </a:lnTo>
                  <a:lnTo>
                    <a:pt x="2450332" y="4024053"/>
                  </a:lnTo>
                  <a:lnTo>
                    <a:pt x="2451654" y="4032632"/>
                  </a:lnTo>
                  <a:lnTo>
                    <a:pt x="2452977" y="4061739"/>
                  </a:lnTo>
                  <a:lnTo>
                    <a:pt x="2454299" y="3974157"/>
                  </a:lnTo>
                  <a:lnTo>
                    <a:pt x="2455621" y="3868204"/>
                  </a:lnTo>
                  <a:lnTo>
                    <a:pt x="2456944" y="3977965"/>
                  </a:lnTo>
                  <a:lnTo>
                    <a:pt x="2458266" y="4017355"/>
                  </a:lnTo>
                  <a:lnTo>
                    <a:pt x="2459588" y="3997265"/>
                  </a:lnTo>
                  <a:lnTo>
                    <a:pt x="2460911" y="4014788"/>
                  </a:lnTo>
                  <a:lnTo>
                    <a:pt x="2462233" y="4025751"/>
                  </a:lnTo>
                  <a:lnTo>
                    <a:pt x="2463555" y="3913598"/>
                  </a:lnTo>
                  <a:lnTo>
                    <a:pt x="2464878" y="3964967"/>
                  </a:lnTo>
                  <a:lnTo>
                    <a:pt x="2466200" y="3926635"/>
                  </a:lnTo>
                  <a:lnTo>
                    <a:pt x="2467522" y="3937315"/>
                  </a:lnTo>
                  <a:lnTo>
                    <a:pt x="2468845" y="4017488"/>
                  </a:lnTo>
                  <a:lnTo>
                    <a:pt x="2470167" y="4056221"/>
                  </a:lnTo>
                  <a:lnTo>
                    <a:pt x="2471490" y="4089501"/>
                  </a:lnTo>
                  <a:lnTo>
                    <a:pt x="2472812" y="4032988"/>
                  </a:lnTo>
                  <a:lnTo>
                    <a:pt x="2474134" y="4029014"/>
                  </a:lnTo>
                  <a:lnTo>
                    <a:pt x="2475457" y="4002382"/>
                  </a:lnTo>
                  <a:lnTo>
                    <a:pt x="2476779" y="4043475"/>
                  </a:lnTo>
                  <a:lnTo>
                    <a:pt x="2478101" y="4028766"/>
                  </a:lnTo>
                  <a:lnTo>
                    <a:pt x="2479424" y="4046132"/>
                  </a:lnTo>
                  <a:lnTo>
                    <a:pt x="2480746" y="4118404"/>
                  </a:lnTo>
                  <a:lnTo>
                    <a:pt x="2482068" y="4101334"/>
                  </a:lnTo>
                  <a:lnTo>
                    <a:pt x="2483391" y="4092253"/>
                  </a:lnTo>
                  <a:lnTo>
                    <a:pt x="2484713" y="4144641"/>
                  </a:lnTo>
                  <a:lnTo>
                    <a:pt x="2486036" y="4118177"/>
                  </a:lnTo>
                  <a:lnTo>
                    <a:pt x="2487358" y="4081541"/>
                  </a:lnTo>
                  <a:lnTo>
                    <a:pt x="2488680" y="4110369"/>
                  </a:lnTo>
                  <a:lnTo>
                    <a:pt x="2490003" y="4209520"/>
                  </a:lnTo>
                  <a:lnTo>
                    <a:pt x="2491325" y="4115110"/>
                  </a:lnTo>
                  <a:lnTo>
                    <a:pt x="2492647" y="4110675"/>
                  </a:lnTo>
                  <a:lnTo>
                    <a:pt x="2493970" y="4074122"/>
                  </a:lnTo>
                  <a:lnTo>
                    <a:pt x="2495292" y="4124960"/>
                  </a:lnTo>
                  <a:lnTo>
                    <a:pt x="2496614" y="4057952"/>
                  </a:lnTo>
                  <a:lnTo>
                    <a:pt x="2497937" y="4085087"/>
                  </a:lnTo>
                  <a:lnTo>
                    <a:pt x="2499259" y="4183305"/>
                  </a:lnTo>
                  <a:lnTo>
                    <a:pt x="2500581" y="4054446"/>
                  </a:lnTo>
                  <a:lnTo>
                    <a:pt x="2501904" y="4019662"/>
                  </a:lnTo>
                  <a:lnTo>
                    <a:pt x="2503226" y="4069317"/>
                  </a:lnTo>
                  <a:lnTo>
                    <a:pt x="2504549" y="4058218"/>
                  </a:lnTo>
                  <a:lnTo>
                    <a:pt x="2505871" y="4086847"/>
                  </a:lnTo>
                  <a:lnTo>
                    <a:pt x="2507193" y="4090608"/>
                  </a:lnTo>
                  <a:lnTo>
                    <a:pt x="2508516" y="4177646"/>
                  </a:lnTo>
                  <a:lnTo>
                    <a:pt x="2509838" y="4069946"/>
                  </a:lnTo>
                  <a:lnTo>
                    <a:pt x="2511160" y="4080717"/>
                  </a:lnTo>
                  <a:lnTo>
                    <a:pt x="2512483" y="4086146"/>
                  </a:lnTo>
                  <a:lnTo>
                    <a:pt x="2513805" y="4081584"/>
                  </a:lnTo>
                  <a:lnTo>
                    <a:pt x="2515127" y="4117984"/>
                  </a:lnTo>
                  <a:lnTo>
                    <a:pt x="2516450" y="4172076"/>
                  </a:lnTo>
                  <a:lnTo>
                    <a:pt x="2517772" y="4209540"/>
                  </a:lnTo>
                  <a:lnTo>
                    <a:pt x="2519095" y="4114458"/>
                  </a:lnTo>
                  <a:lnTo>
                    <a:pt x="2520417" y="4105809"/>
                  </a:lnTo>
                  <a:lnTo>
                    <a:pt x="2521739" y="4074940"/>
                  </a:lnTo>
                  <a:lnTo>
                    <a:pt x="2523062" y="4083123"/>
                  </a:lnTo>
                  <a:lnTo>
                    <a:pt x="2524384" y="4082382"/>
                  </a:lnTo>
                  <a:lnTo>
                    <a:pt x="2525706" y="4118790"/>
                  </a:lnTo>
                  <a:lnTo>
                    <a:pt x="2527029" y="4121190"/>
                  </a:lnTo>
                  <a:lnTo>
                    <a:pt x="2528296" y="4078241"/>
                  </a:lnTo>
                  <a:lnTo>
                    <a:pt x="2529618" y="4081177"/>
                  </a:lnTo>
                  <a:lnTo>
                    <a:pt x="2530941" y="4101170"/>
                  </a:lnTo>
                  <a:lnTo>
                    <a:pt x="2532263" y="4086466"/>
                  </a:lnTo>
                  <a:lnTo>
                    <a:pt x="2533585" y="4098603"/>
                  </a:lnTo>
                  <a:lnTo>
                    <a:pt x="2534908" y="4106349"/>
                  </a:lnTo>
                  <a:lnTo>
                    <a:pt x="2536230" y="4111443"/>
                  </a:lnTo>
                  <a:lnTo>
                    <a:pt x="2537552" y="4061397"/>
                  </a:lnTo>
                  <a:lnTo>
                    <a:pt x="2538875" y="4055612"/>
                  </a:lnTo>
                  <a:lnTo>
                    <a:pt x="2540197" y="4092189"/>
                  </a:lnTo>
                  <a:lnTo>
                    <a:pt x="2541520" y="4108747"/>
                  </a:lnTo>
                  <a:lnTo>
                    <a:pt x="2542842" y="4085174"/>
                  </a:lnTo>
                  <a:lnTo>
                    <a:pt x="2544164" y="4081213"/>
                  </a:lnTo>
                  <a:lnTo>
                    <a:pt x="2545487" y="4119565"/>
                  </a:lnTo>
                  <a:lnTo>
                    <a:pt x="2546809" y="4124802"/>
                  </a:lnTo>
                  <a:lnTo>
                    <a:pt x="2548131" y="4087136"/>
                  </a:lnTo>
                  <a:lnTo>
                    <a:pt x="2549454" y="4122897"/>
                  </a:lnTo>
                  <a:lnTo>
                    <a:pt x="2550776" y="4113166"/>
                  </a:lnTo>
                  <a:lnTo>
                    <a:pt x="2552098" y="4106883"/>
                  </a:lnTo>
                  <a:lnTo>
                    <a:pt x="2553421" y="4193830"/>
                  </a:lnTo>
                  <a:lnTo>
                    <a:pt x="2554743" y="4178863"/>
                  </a:lnTo>
                  <a:lnTo>
                    <a:pt x="2556065" y="4137550"/>
                  </a:lnTo>
                  <a:lnTo>
                    <a:pt x="2557388" y="4082277"/>
                  </a:lnTo>
                  <a:lnTo>
                    <a:pt x="2558710" y="4065555"/>
                  </a:lnTo>
                  <a:lnTo>
                    <a:pt x="2560033" y="4064591"/>
                  </a:lnTo>
                  <a:lnTo>
                    <a:pt x="2561355" y="4122869"/>
                  </a:lnTo>
                  <a:lnTo>
                    <a:pt x="2562677" y="4217521"/>
                  </a:lnTo>
                  <a:lnTo>
                    <a:pt x="2564000" y="4200770"/>
                  </a:lnTo>
                  <a:lnTo>
                    <a:pt x="2565322" y="4101853"/>
                  </a:lnTo>
                  <a:lnTo>
                    <a:pt x="2566644" y="4070654"/>
                  </a:lnTo>
                  <a:lnTo>
                    <a:pt x="2567967" y="4047871"/>
                  </a:lnTo>
                  <a:lnTo>
                    <a:pt x="2569289" y="4067043"/>
                  </a:lnTo>
                  <a:lnTo>
                    <a:pt x="2570611" y="4066519"/>
                  </a:lnTo>
                  <a:lnTo>
                    <a:pt x="2571934" y="4107254"/>
                  </a:lnTo>
                  <a:lnTo>
                    <a:pt x="2573256" y="4211313"/>
                  </a:lnTo>
                  <a:lnTo>
                    <a:pt x="2574579" y="4179504"/>
                  </a:lnTo>
                  <a:lnTo>
                    <a:pt x="2575901" y="4115624"/>
                  </a:lnTo>
                  <a:lnTo>
                    <a:pt x="2577223" y="4081108"/>
                  </a:lnTo>
                  <a:lnTo>
                    <a:pt x="2578546" y="4091596"/>
                  </a:lnTo>
                  <a:lnTo>
                    <a:pt x="2579868" y="4059305"/>
                  </a:lnTo>
                  <a:lnTo>
                    <a:pt x="2581190" y="4091647"/>
                  </a:lnTo>
                  <a:lnTo>
                    <a:pt x="2582513" y="4120682"/>
                  </a:lnTo>
                  <a:lnTo>
                    <a:pt x="2583835" y="4087128"/>
                  </a:lnTo>
                  <a:lnTo>
                    <a:pt x="2585157" y="4048815"/>
                  </a:lnTo>
                  <a:lnTo>
                    <a:pt x="2586480" y="4054484"/>
                  </a:lnTo>
                  <a:lnTo>
                    <a:pt x="2587802" y="4084591"/>
                  </a:lnTo>
                  <a:lnTo>
                    <a:pt x="2589124" y="4074173"/>
                  </a:lnTo>
                  <a:lnTo>
                    <a:pt x="2590447" y="4096503"/>
                  </a:lnTo>
                  <a:lnTo>
                    <a:pt x="2591769" y="4120782"/>
                  </a:lnTo>
                  <a:lnTo>
                    <a:pt x="2593092" y="4069201"/>
                  </a:lnTo>
                  <a:lnTo>
                    <a:pt x="2594414" y="4082727"/>
                  </a:lnTo>
                  <a:lnTo>
                    <a:pt x="2595736" y="4093227"/>
                  </a:lnTo>
                  <a:lnTo>
                    <a:pt x="2597059" y="4091885"/>
                  </a:lnTo>
                  <a:lnTo>
                    <a:pt x="2598381" y="4081267"/>
                  </a:lnTo>
                  <a:lnTo>
                    <a:pt x="2599703" y="4130377"/>
                  </a:lnTo>
                  <a:lnTo>
                    <a:pt x="2601026" y="4177579"/>
                  </a:lnTo>
                  <a:lnTo>
                    <a:pt x="2602348" y="4071541"/>
                  </a:lnTo>
                  <a:lnTo>
                    <a:pt x="2603670" y="4087368"/>
                  </a:lnTo>
                  <a:lnTo>
                    <a:pt x="2604993" y="4095068"/>
                  </a:lnTo>
                  <a:lnTo>
                    <a:pt x="2606315" y="4121600"/>
                  </a:lnTo>
                  <a:lnTo>
                    <a:pt x="2607638" y="4093217"/>
                  </a:lnTo>
                  <a:lnTo>
                    <a:pt x="2608960" y="4126988"/>
                  </a:lnTo>
                  <a:lnTo>
                    <a:pt x="2610282" y="4167831"/>
                  </a:lnTo>
                  <a:lnTo>
                    <a:pt x="2611605" y="4066294"/>
                  </a:lnTo>
                  <a:lnTo>
                    <a:pt x="2612927" y="4066736"/>
                  </a:lnTo>
                  <a:lnTo>
                    <a:pt x="2614249" y="4090527"/>
                  </a:lnTo>
                  <a:lnTo>
                    <a:pt x="2615572" y="4070258"/>
                  </a:lnTo>
                  <a:lnTo>
                    <a:pt x="2616894" y="4069120"/>
                  </a:lnTo>
                  <a:lnTo>
                    <a:pt x="2618216" y="4105589"/>
                  </a:lnTo>
                  <a:lnTo>
                    <a:pt x="2619539" y="4153108"/>
                  </a:lnTo>
                  <a:lnTo>
                    <a:pt x="2620861" y="4121229"/>
                  </a:lnTo>
                  <a:lnTo>
                    <a:pt x="2622183" y="4160668"/>
                  </a:lnTo>
                  <a:lnTo>
                    <a:pt x="2623506" y="4211103"/>
                  </a:lnTo>
                  <a:lnTo>
                    <a:pt x="2624828" y="4116122"/>
                  </a:lnTo>
                  <a:lnTo>
                    <a:pt x="2626151" y="4087949"/>
                  </a:lnTo>
                  <a:lnTo>
                    <a:pt x="2627473" y="4102364"/>
                  </a:lnTo>
                  <a:lnTo>
                    <a:pt x="2628795" y="4164453"/>
                  </a:lnTo>
                  <a:lnTo>
                    <a:pt x="2630118" y="4141268"/>
                  </a:lnTo>
                  <a:lnTo>
                    <a:pt x="2631440" y="4091795"/>
                  </a:lnTo>
                  <a:lnTo>
                    <a:pt x="2632762" y="4063159"/>
                  </a:lnTo>
                  <a:lnTo>
                    <a:pt x="2634085" y="4095222"/>
                  </a:lnTo>
                  <a:lnTo>
                    <a:pt x="2635407" y="4168861"/>
                  </a:lnTo>
                  <a:lnTo>
                    <a:pt x="2636729" y="4142601"/>
                  </a:lnTo>
                  <a:lnTo>
                    <a:pt x="2638052" y="4116350"/>
                  </a:lnTo>
                  <a:lnTo>
                    <a:pt x="2639374" y="4059118"/>
                  </a:lnTo>
                  <a:lnTo>
                    <a:pt x="2640696" y="4074582"/>
                  </a:lnTo>
                  <a:lnTo>
                    <a:pt x="2642019" y="4050196"/>
                  </a:lnTo>
                  <a:lnTo>
                    <a:pt x="2643341" y="4074498"/>
                  </a:lnTo>
                  <a:lnTo>
                    <a:pt x="2644664" y="4108988"/>
                  </a:lnTo>
                  <a:lnTo>
                    <a:pt x="2645986" y="4156860"/>
                  </a:lnTo>
                  <a:lnTo>
                    <a:pt x="2647308" y="4178497"/>
                  </a:lnTo>
                  <a:lnTo>
                    <a:pt x="2648631" y="4090069"/>
                  </a:lnTo>
                  <a:lnTo>
                    <a:pt x="2649953" y="4054382"/>
                  </a:lnTo>
                  <a:lnTo>
                    <a:pt x="2651275" y="4076270"/>
                  </a:lnTo>
                  <a:lnTo>
                    <a:pt x="2652598" y="4059113"/>
                  </a:lnTo>
                  <a:lnTo>
                    <a:pt x="2653920" y="4096490"/>
                  </a:lnTo>
                  <a:lnTo>
                    <a:pt x="2655242" y="4118230"/>
                  </a:lnTo>
                  <a:lnTo>
                    <a:pt x="2656565" y="4144437"/>
                  </a:lnTo>
                  <a:lnTo>
                    <a:pt x="2657887" y="4093826"/>
                  </a:lnTo>
                  <a:lnTo>
                    <a:pt x="2659210" y="4078692"/>
                  </a:lnTo>
                  <a:lnTo>
                    <a:pt x="2660532" y="4054459"/>
                  </a:lnTo>
                  <a:lnTo>
                    <a:pt x="2661854" y="4051254"/>
                  </a:lnTo>
                  <a:lnTo>
                    <a:pt x="2663177" y="4063752"/>
                  </a:lnTo>
                  <a:lnTo>
                    <a:pt x="2664499" y="4081668"/>
                  </a:lnTo>
                  <a:lnTo>
                    <a:pt x="2665821" y="4089465"/>
                  </a:lnTo>
                  <a:lnTo>
                    <a:pt x="2667144" y="4046984"/>
                  </a:lnTo>
                  <a:lnTo>
                    <a:pt x="2668466" y="4068332"/>
                  </a:lnTo>
                  <a:lnTo>
                    <a:pt x="2669788" y="4080200"/>
                  </a:lnTo>
                  <a:lnTo>
                    <a:pt x="2671111" y="4084952"/>
                  </a:lnTo>
                  <a:lnTo>
                    <a:pt x="2672433" y="4066869"/>
                  </a:lnTo>
                  <a:lnTo>
                    <a:pt x="2673755" y="4093363"/>
                  </a:lnTo>
                  <a:lnTo>
                    <a:pt x="2675078" y="4106098"/>
                  </a:lnTo>
                  <a:lnTo>
                    <a:pt x="2676400" y="4062959"/>
                  </a:lnTo>
                  <a:lnTo>
                    <a:pt x="2677723" y="4061698"/>
                  </a:lnTo>
                  <a:lnTo>
                    <a:pt x="2679045" y="4072408"/>
                  </a:lnTo>
                  <a:lnTo>
                    <a:pt x="2680367" y="4064297"/>
                  </a:lnTo>
                  <a:lnTo>
                    <a:pt x="2681690" y="4072321"/>
                  </a:lnTo>
                  <a:lnTo>
                    <a:pt x="2683012" y="4088294"/>
                  </a:lnTo>
                  <a:lnTo>
                    <a:pt x="2684334" y="4116250"/>
                  </a:lnTo>
                  <a:lnTo>
                    <a:pt x="2685657" y="4051380"/>
                  </a:lnTo>
                  <a:lnTo>
                    <a:pt x="2686979" y="4083254"/>
                  </a:lnTo>
                  <a:lnTo>
                    <a:pt x="2688301" y="4091527"/>
                  </a:lnTo>
                  <a:lnTo>
                    <a:pt x="2689624" y="4085721"/>
                  </a:lnTo>
                  <a:lnTo>
                    <a:pt x="2690946" y="4100336"/>
                  </a:lnTo>
                  <a:lnTo>
                    <a:pt x="2692269" y="4167393"/>
                  </a:lnTo>
                  <a:lnTo>
                    <a:pt x="2693591" y="4176826"/>
                  </a:lnTo>
                  <a:lnTo>
                    <a:pt x="2694913" y="4095117"/>
                  </a:lnTo>
                  <a:lnTo>
                    <a:pt x="2696236" y="4079612"/>
                  </a:lnTo>
                  <a:lnTo>
                    <a:pt x="2697558" y="4089972"/>
                  </a:lnTo>
                  <a:lnTo>
                    <a:pt x="2698880" y="4120516"/>
                  </a:lnTo>
                  <a:lnTo>
                    <a:pt x="2700203" y="4142094"/>
                  </a:lnTo>
                  <a:lnTo>
                    <a:pt x="2701525" y="4120999"/>
                  </a:lnTo>
                  <a:lnTo>
                    <a:pt x="2702847" y="4172920"/>
                  </a:lnTo>
                  <a:lnTo>
                    <a:pt x="2704170" y="4088652"/>
                  </a:lnTo>
                  <a:lnTo>
                    <a:pt x="2705492" y="4100753"/>
                  </a:lnTo>
                  <a:lnTo>
                    <a:pt x="2706814" y="4107011"/>
                  </a:lnTo>
                  <a:lnTo>
                    <a:pt x="2708137" y="4074881"/>
                  </a:lnTo>
                  <a:lnTo>
                    <a:pt x="2709459" y="4061235"/>
                  </a:lnTo>
                  <a:lnTo>
                    <a:pt x="2710782" y="4159775"/>
                  </a:lnTo>
                  <a:lnTo>
                    <a:pt x="2712104" y="4169184"/>
                  </a:lnTo>
                  <a:lnTo>
                    <a:pt x="2713426" y="4089777"/>
                  </a:lnTo>
                  <a:lnTo>
                    <a:pt x="2714749" y="4129374"/>
                  </a:lnTo>
                  <a:lnTo>
                    <a:pt x="2716071" y="4072564"/>
                  </a:lnTo>
                  <a:lnTo>
                    <a:pt x="2717393" y="4087348"/>
                  </a:lnTo>
                  <a:lnTo>
                    <a:pt x="2718716" y="4086080"/>
                  </a:lnTo>
                  <a:lnTo>
                    <a:pt x="2720038" y="4188289"/>
                  </a:lnTo>
                  <a:lnTo>
                    <a:pt x="2721360" y="4213311"/>
                  </a:lnTo>
                  <a:lnTo>
                    <a:pt x="2722683" y="4113008"/>
                  </a:lnTo>
                  <a:lnTo>
                    <a:pt x="2724005" y="4064378"/>
                  </a:lnTo>
                  <a:lnTo>
                    <a:pt x="2725328" y="4068375"/>
                  </a:lnTo>
                  <a:lnTo>
                    <a:pt x="2726650" y="4074022"/>
                  </a:lnTo>
                  <a:lnTo>
                    <a:pt x="2727972" y="4060512"/>
                  </a:lnTo>
                  <a:lnTo>
                    <a:pt x="2729295" y="4082126"/>
                  </a:lnTo>
                  <a:lnTo>
                    <a:pt x="2730617" y="4105939"/>
                  </a:lnTo>
                  <a:lnTo>
                    <a:pt x="2731939" y="4055507"/>
                  </a:lnTo>
                  <a:lnTo>
                    <a:pt x="2733262" y="4061918"/>
                  </a:lnTo>
                  <a:lnTo>
                    <a:pt x="2734584" y="4070703"/>
                  </a:lnTo>
                  <a:lnTo>
                    <a:pt x="2735906" y="4056765"/>
                  </a:lnTo>
                  <a:lnTo>
                    <a:pt x="2737229" y="4054689"/>
                  </a:lnTo>
                  <a:lnTo>
                    <a:pt x="2738551" y="4084576"/>
                  </a:lnTo>
                  <a:lnTo>
                    <a:pt x="2739873" y="4103615"/>
                  </a:lnTo>
                  <a:lnTo>
                    <a:pt x="2741196" y="4068485"/>
                  </a:lnTo>
                  <a:lnTo>
                    <a:pt x="2742518" y="4061650"/>
                  </a:lnTo>
                  <a:lnTo>
                    <a:pt x="2743841" y="4097201"/>
                  </a:lnTo>
                  <a:lnTo>
                    <a:pt x="2745163" y="4087801"/>
                  </a:lnTo>
                  <a:lnTo>
                    <a:pt x="2746485" y="4125613"/>
                  </a:lnTo>
                  <a:lnTo>
                    <a:pt x="2747808" y="4095465"/>
                  </a:lnTo>
                  <a:lnTo>
                    <a:pt x="2749130" y="4151853"/>
                  </a:lnTo>
                  <a:lnTo>
                    <a:pt x="2750452" y="4133101"/>
                  </a:lnTo>
                  <a:lnTo>
                    <a:pt x="2751775" y="4112166"/>
                  </a:lnTo>
                  <a:lnTo>
                    <a:pt x="2753097" y="4209310"/>
                  </a:lnTo>
                  <a:lnTo>
                    <a:pt x="2754419" y="4106321"/>
                  </a:lnTo>
                  <a:lnTo>
                    <a:pt x="2755742" y="4077840"/>
                  </a:lnTo>
                  <a:lnTo>
                    <a:pt x="2757064" y="4065550"/>
                  </a:lnTo>
                  <a:lnTo>
                    <a:pt x="2758386" y="4087895"/>
                  </a:lnTo>
                  <a:lnTo>
                    <a:pt x="2759709" y="4034586"/>
                  </a:lnTo>
                  <a:lnTo>
                    <a:pt x="2761031" y="4039120"/>
                  </a:lnTo>
                  <a:lnTo>
                    <a:pt x="2762354" y="4052533"/>
                  </a:lnTo>
                  <a:lnTo>
                    <a:pt x="2763676" y="4051863"/>
                  </a:lnTo>
                  <a:lnTo>
                    <a:pt x="2764998" y="4046866"/>
                  </a:lnTo>
                  <a:lnTo>
                    <a:pt x="2766321" y="4070375"/>
                  </a:lnTo>
                  <a:lnTo>
                    <a:pt x="2767643" y="4078321"/>
                  </a:lnTo>
                  <a:lnTo>
                    <a:pt x="2768965" y="4032806"/>
                  </a:lnTo>
                  <a:lnTo>
                    <a:pt x="2770288" y="4044588"/>
                  </a:lnTo>
                  <a:lnTo>
                    <a:pt x="2771610" y="4041897"/>
                  </a:lnTo>
                  <a:lnTo>
                    <a:pt x="2772932" y="4045470"/>
                  </a:lnTo>
                  <a:lnTo>
                    <a:pt x="2774255" y="4049022"/>
                  </a:lnTo>
                  <a:lnTo>
                    <a:pt x="2775577" y="4074170"/>
                  </a:lnTo>
                  <a:lnTo>
                    <a:pt x="2776900" y="4109872"/>
                  </a:lnTo>
                  <a:lnTo>
                    <a:pt x="2778222" y="4180464"/>
                  </a:lnTo>
                  <a:lnTo>
                    <a:pt x="2779544" y="4142542"/>
                  </a:lnTo>
                  <a:lnTo>
                    <a:pt x="2780867" y="4117220"/>
                  </a:lnTo>
                  <a:lnTo>
                    <a:pt x="2782189" y="4182177"/>
                  </a:lnTo>
                  <a:lnTo>
                    <a:pt x="2783511" y="4125546"/>
                  </a:lnTo>
                  <a:lnTo>
                    <a:pt x="2784834" y="4236226"/>
                  </a:lnTo>
                  <a:lnTo>
                    <a:pt x="2786156" y="4109590"/>
                  </a:lnTo>
                  <a:lnTo>
                    <a:pt x="2787478" y="4032660"/>
                  </a:lnTo>
                  <a:lnTo>
                    <a:pt x="2788801" y="4063752"/>
                  </a:lnTo>
                  <a:lnTo>
                    <a:pt x="2790123" y="4082568"/>
                  </a:lnTo>
                  <a:lnTo>
                    <a:pt x="2791445" y="4137041"/>
                  </a:lnTo>
                  <a:lnTo>
                    <a:pt x="2792768" y="4050060"/>
                  </a:lnTo>
                  <a:lnTo>
                    <a:pt x="2794090" y="4099485"/>
                  </a:lnTo>
                  <a:lnTo>
                    <a:pt x="2795413" y="4104103"/>
                  </a:lnTo>
                  <a:lnTo>
                    <a:pt x="2796735" y="4056210"/>
                  </a:lnTo>
                  <a:lnTo>
                    <a:pt x="2798057" y="4062420"/>
                  </a:lnTo>
                  <a:lnTo>
                    <a:pt x="2799380" y="3970270"/>
                  </a:lnTo>
                  <a:lnTo>
                    <a:pt x="2800702" y="4008348"/>
                  </a:lnTo>
                  <a:lnTo>
                    <a:pt x="2802024" y="4061051"/>
                  </a:lnTo>
                  <a:lnTo>
                    <a:pt x="2803347" y="4082663"/>
                  </a:lnTo>
                  <a:lnTo>
                    <a:pt x="2804669" y="4158683"/>
                  </a:lnTo>
                  <a:lnTo>
                    <a:pt x="2805991" y="4038616"/>
                  </a:lnTo>
                  <a:lnTo>
                    <a:pt x="2807314" y="4058819"/>
                  </a:lnTo>
                  <a:lnTo>
                    <a:pt x="2808636" y="4085522"/>
                  </a:lnTo>
                  <a:lnTo>
                    <a:pt x="2809959" y="4044646"/>
                  </a:lnTo>
                  <a:lnTo>
                    <a:pt x="2811281" y="4105916"/>
                  </a:lnTo>
                  <a:lnTo>
                    <a:pt x="2812603" y="4268122"/>
                  </a:lnTo>
                  <a:lnTo>
                    <a:pt x="2813926" y="4172720"/>
                  </a:lnTo>
                  <a:lnTo>
                    <a:pt x="2815303" y="4096766"/>
                  </a:lnTo>
                  <a:lnTo>
                    <a:pt x="2816625" y="4065961"/>
                  </a:lnTo>
                  <a:lnTo>
                    <a:pt x="2817948" y="4103167"/>
                  </a:lnTo>
                  <a:lnTo>
                    <a:pt x="2819270" y="4083681"/>
                  </a:lnTo>
                  <a:lnTo>
                    <a:pt x="2820592" y="3983256"/>
                  </a:lnTo>
                  <a:lnTo>
                    <a:pt x="2821915" y="4080865"/>
                  </a:lnTo>
                  <a:lnTo>
                    <a:pt x="2823237" y="4106190"/>
                  </a:lnTo>
                  <a:lnTo>
                    <a:pt x="2824560" y="3979696"/>
                  </a:lnTo>
                  <a:lnTo>
                    <a:pt x="2825882" y="3970337"/>
                  </a:lnTo>
                  <a:lnTo>
                    <a:pt x="2827204" y="3880067"/>
                  </a:lnTo>
                  <a:lnTo>
                    <a:pt x="2828527" y="3976574"/>
                  </a:lnTo>
                  <a:lnTo>
                    <a:pt x="2829849" y="4099388"/>
                  </a:lnTo>
                  <a:lnTo>
                    <a:pt x="2831171" y="4150191"/>
                  </a:lnTo>
                  <a:lnTo>
                    <a:pt x="2832494" y="4088754"/>
                  </a:lnTo>
                  <a:lnTo>
                    <a:pt x="2833816" y="4012113"/>
                  </a:lnTo>
                  <a:lnTo>
                    <a:pt x="2835138" y="4046234"/>
                  </a:lnTo>
                  <a:lnTo>
                    <a:pt x="2836461" y="3895884"/>
                  </a:lnTo>
                  <a:lnTo>
                    <a:pt x="2837783" y="4000994"/>
                  </a:lnTo>
                  <a:lnTo>
                    <a:pt x="2839106" y="4029546"/>
                  </a:lnTo>
                  <a:lnTo>
                    <a:pt x="2840428" y="4171541"/>
                  </a:lnTo>
                  <a:lnTo>
                    <a:pt x="2841750" y="4232474"/>
                  </a:lnTo>
                  <a:lnTo>
                    <a:pt x="2843073" y="4056635"/>
                  </a:lnTo>
                  <a:lnTo>
                    <a:pt x="2844395" y="3990243"/>
                  </a:lnTo>
                  <a:lnTo>
                    <a:pt x="2845717" y="4098158"/>
                  </a:lnTo>
                  <a:lnTo>
                    <a:pt x="2847040" y="4149423"/>
                  </a:lnTo>
                  <a:lnTo>
                    <a:pt x="2848362" y="4030576"/>
                  </a:lnTo>
                  <a:lnTo>
                    <a:pt x="2849684" y="4047137"/>
                  </a:lnTo>
                  <a:lnTo>
                    <a:pt x="2851007" y="4177364"/>
                  </a:lnTo>
                  <a:lnTo>
                    <a:pt x="2852329" y="4113547"/>
                  </a:lnTo>
                  <a:lnTo>
                    <a:pt x="2853651" y="4063174"/>
                  </a:lnTo>
                  <a:lnTo>
                    <a:pt x="2854974" y="3853970"/>
                  </a:lnTo>
                  <a:lnTo>
                    <a:pt x="2856296" y="3878126"/>
                  </a:lnTo>
                  <a:lnTo>
                    <a:pt x="2857619" y="3918268"/>
                  </a:lnTo>
                  <a:lnTo>
                    <a:pt x="2858941" y="4045628"/>
                  </a:lnTo>
                  <a:lnTo>
                    <a:pt x="2860263" y="4088399"/>
                  </a:lnTo>
                  <a:lnTo>
                    <a:pt x="2861586" y="4078738"/>
                  </a:lnTo>
                  <a:lnTo>
                    <a:pt x="2862908" y="4072411"/>
                  </a:lnTo>
                  <a:lnTo>
                    <a:pt x="2864230" y="4101004"/>
                  </a:lnTo>
                  <a:lnTo>
                    <a:pt x="2865553" y="4083256"/>
                  </a:lnTo>
                  <a:lnTo>
                    <a:pt x="2866875" y="4104661"/>
                  </a:lnTo>
                  <a:lnTo>
                    <a:pt x="2868197" y="4196245"/>
                  </a:lnTo>
                  <a:lnTo>
                    <a:pt x="2869520" y="4185504"/>
                  </a:lnTo>
                  <a:lnTo>
                    <a:pt x="2870842" y="4037082"/>
                  </a:lnTo>
                  <a:lnTo>
                    <a:pt x="2872165" y="4081998"/>
                  </a:lnTo>
                  <a:lnTo>
                    <a:pt x="2873487" y="4127866"/>
                  </a:lnTo>
                  <a:lnTo>
                    <a:pt x="2874809" y="4102497"/>
                  </a:lnTo>
                  <a:lnTo>
                    <a:pt x="2876132" y="4008898"/>
                  </a:lnTo>
                  <a:lnTo>
                    <a:pt x="2877454" y="4062997"/>
                  </a:lnTo>
                  <a:lnTo>
                    <a:pt x="2878776" y="4075950"/>
                  </a:lnTo>
                  <a:lnTo>
                    <a:pt x="2880099" y="3952681"/>
                  </a:lnTo>
                  <a:lnTo>
                    <a:pt x="2881421" y="3920442"/>
                  </a:lnTo>
                  <a:lnTo>
                    <a:pt x="2882743" y="3913327"/>
                  </a:lnTo>
                  <a:lnTo>
                    <a:pt x="2884066" y="4028643"/>
                  </a:lnTo>
                  <a:lnTo>
                    <a:pt x="2885388" y="4050457"/>
                  </a:lnTo>
                  <a:lnTo>
                    <a:pt x="2886710" y="4210296"/>
                  </a:lnTo>
                  <a:lnTo>
                    <a:pt x="2888033" y="4271785"/>
                  </a:lnTo>
                  <a:lnTo>
                    <a:pt x="2889355" y="4174457"/>
                  </a:lnTo>
                  <a:lnTo>
                    <a:pt x="2890678" y="4217105"/>
                  </a:lnTo>
                  <a:lnTo>
                    <a:pt x="2892000" y="4076970"/>
                  </a:lnTo>
                  <a:lnTo>
                    <a:pt x="2893322" y="4093434"/>
                  </a:lnTo>
                  <a:lnTo>
                    <a:pt x="2894645" y="4158915"/>
                  </a:lnTo>
                  <a:lnTo>
                    <a:pt x="2895967" y="4210181"/>
                  </a:lnTo>
                  <a:lnTo>
                    <a:pt x="2897289" y="4267043"/>
                  </a:lnTo>
                  <a:lnTo>
                    <a:pt x="2898612" y="4180863"/>
                  </a:lnTo>
                  <a:lnTo>
                    <a:pt x="2899934" y="4087591"/>
                  </a:lnTo>
                  <a:lnTo>
                    <a:pt x="2901256" y="4224103"/>
                  </a:lnTo>
                  <a:lnTo>
                    <a:pt x="2902579" y="4054563"/>
                  </a:lnTo>
                  <a:lnTo>
                    <a:pt x="2903901" y="4068065"/>
                  </a:lnTo>
                  <a:lnTo>
                    <a:pt x="2905224" y="4068168"/>
                  </a:lnTo>
                  <a:lnTo>
                    <a:pt x="2906546" y="4149273"/>
                  </a:lnTo>
                  <a:lnTo>
                    <a:pt x="2907868" y="4105592"/>
                  </a:lnTo>
                  <a:lnTo>
                    <a:pt x="2909191" y="4107067"/>
                  </a:lnTo>
                  <a:lnTo>
                    <a:pt x="2910513" y="4039128"/>
                  </a:lnTo>
                  <a:lnTo>
                    <a:pt x="2911835" y="3999866"/>
                  </a:lnTo>
                  <a:lnTo>
                    <a:pt x="2913158" y="4035785"/>
                  </a:lnTo>
                  <a:lnTo>
                    <a:pt x="2914480" y="4085507"/>
                  </a:lnTo>
                  <a:lnTo>
                    <a:pt x="2915802" y="4117018"/>
                  </a:lnTo>
                  <a:lnTo>
                    <a:pt x="2917125" y="4122311"/>
                  </a:lnTo>
                  <a:lnTo>
                    <a:pt x="2918447" y="4074180"/>
                  </a:lnTo>
                  <a:lnTo>
                    <a:pt x="2919769" y="4114591"/>
                  </a:lnTo>
                  <a:lnTo>
                    <a:pt x="2921092" y="4106724"/>
                  </a:lnTo>
                  <a:lnTo>
                    <a:pt x="2922414" y="4044383"/>
                  </a:lnTo>
                  <a:lnTo>
                    <a:pt x="2923737" y="4072664"/>
                  </a:lnTo>
                  <a:lnTo>
                    <a:pt x="2925059" y="4080382"/>
                  </a:lnTo>
                  <a:lnTo>
                    <a:pt x="2926381" y="4060210"/>
                  </a:lnTo>
                  <a:lnTo>
                    <a:pt x="2927704" y="4064033"/>
                  </a:lnTo>
                  <a:lnTo>
                    <a:pt x="2929026" y="4146242"/>
                  </a:lnTo>
                  <a:lnTo>
                    <a:pt x="2930348" y="4090452"/>
                  </a:lnTo>
                  <a:lnTo>
                    <a:pt x="2931671" y="4015729"/>
                  </a:lnTo>
                  <a:lnTo>
                    <a:pt x="2932993" y="4091452"/>
                  </a:lnTo>
                  <a:lnTo>
                    <a:pt x="2934315" y="4232878"/>
                  </a:lnTo>
                  <a:lnTo>
                    <a:pt x="2935638" y="4135626"/>
                  </a:lnTo>
                  <a:lnTo>
                    <a:pt x="2936960" y="4073035"/>
                  </a:lnTo>
                  <a:lnTo>
                    <a:pt x="2938282" y="4113450"/>
                  </a:lnTo>
                  <a:lnTo>
                    <a:pt x="2939605" y="4084287"/>
                  </a:lnTo>
                  <a:lnTo>
                    <a:pt x="2940927" y="4044375"/>
                  </a:lnTo>
                  <a:lnTo>
                    <a:pt x="2942250" y="4045567"/>
                  </a:lnTo>
                  <a:lnTo>
                    <a:pt x="2943572" y="4086839"/>
                  </a:lnTo>
                  <a:lnTo>
                    <a:pt x="2944894" y="4015979"/>
                  </a:lnTo>
                  <a:lnTo>
                    <a:pt x="2946217" y="4003625"/>
                  </a:lnTo>
                  <a:lnTo>
                    <a:pt x="2947539" y="4002942"/>
                  </a:lnTo>
                  <a:lnTo>
                    <a:pt x="2948861" y="3986767"/>
                  </a:lnTo>
                  <a:lnTo>
                    <a:pt x="2950184" y="4042414"/>
                  </a:lnTo>
                  <a:lnTo>
                    <a:pt x="2951506" y="4051137"/>
                  </a:lnTo>
                  <a:lnTo>
                    <a:pt x="2952828" y="4213202"/>
                  </a:lnTo>
                  <a:lnTo>
                    <a:pt x="2954151" y="4091406"/>
                  </a:lnTo>
                  <a:lnTo>
                    <a:pt x="2955473" y="4049746"/>
                  </a:lnTo>
                  <a:lnTo>
                    <a:pt x="2956796" y="4048168"/>
                  </a:lnTo>
                  <a:lnTo>
                    <a:pt x="2958118" y="4083174"/>
                  </a:lnTo>
                  <a:lnTo>
                    <a:pt x="2959440" y="4044907"/>
                  </a:lnTo>
                  <a:lnTo>
                    <a:pt x="2960763" y="4043089"/>
                  </a:lnTo>
                  <a:lnTo>
                    <a:pt x="2962085" y="4068306"/>
                  </a:lnTo>
                  <a:lnTo>
                    <a:pt x="2963407" y="3984080"/>
                  </a:lnTo>
                  <a:lnTo>
                    <a:pt x="2964730" y="3991764"/>
                  </a:lnTo>
                  <a:lnTo>
                    <a:pt x="2966052" y="4005855"/>
                  </a:lnTo>
                  <a:lnTo>
                    <a:pt x="2967374" y="4001799"/>
                  </a:lnTo>
                  <a:lnTo>
                    <a:pt x="2968697" y="4021101"/>
                  </a:lnTo>
                  <a:lnTo>
                    <a:pt x="2970019" y="4117731"/>
                  </a:lnTo>
                  <a:lnTo>
                    <a:pt x="2971341" y="4077259"/>
                  </a:lnTo>
                  <a:lnTo>
                    <a:pt x="2972664" y="4006193"/>
                  </a:lnTo>
                  <a:lnTo>
                    <a:pt x="2973986" y="3994449"/>
                  </a:lnTo>
                  <a:lnTo>
                    <a:pt x="2975309" y="4061432"/>
                  </a:lnTo>
                  <a:lnTo>
                    <a:pt x="2976631" y="4108566"/>
                  </a:lnTo>
                  <a:lnTo>
                    <a:pt x="2977953" y="4044733"/>
                  </a:lnTo>
                  <a:lnTo>
                    <a:pt x="2979276" y="4081118"/>
                  </a:lnTo>
                  <a:lnTo>
                    <a:pt x="2980598" y="4100544"/>
                  </a:lnTo>
                  <a:lnTo>
                    <a:pt x="2981920" y="3991713"/>
                  </a:lnTo>
                  <a:lnTo>
                    <a:pt x="2983243" y="3986420"/>
                  </a:lnTo>
                  <a:lnTo>
                    <a:pt x="2984565" y="3995871"/>
                  </a:lnTo>
                  <a:lnTo>
                    <a:pt x="2985887" y="4062478"/>
                  </a:lnTo>
                  <a:lnTo>
                    <a:pt x="2987210" y="4065248"/>
                  </a:lnTo>
                  <a:lnTo>
                    <a:pt x="2988532" y="4079466"/>
                  </a:lnTo>
                  <a:lnTo>
                    <a:pt x="2989855" y="4116537"/>
                  </a:lnTo>
                  <a:lnTo>
                    <a:pt x="2991177" y="4039826"/>
                  </a:lnTo>
                  <a:lnTo>
                    <a:pt x="2992499" y="4048201"/>
                  </a:lnTo>
                  <a:lnTo>
                    <a:pt x="2993822" y="4005686"/>
                  </a:lnTo>
                  <a:lnTo>
                    <a:pt x="2995144" y="4141657"/>
                  </a:lnTo>
                  <a:lnTo>
                    <a:pt x="2996466" y="4112844"/>
                  </a:lnTo>
                  <a:lnTo>
                    <a:pt x="2997789" y="4251856"/>
                  </a:lnTo>
                  <a:lnTo>
                    <a:pt x="2999111" y="4091762"/>
                  </a:lnTo>
                  <a:lnTo>
                    <a:pt x="3000433" y="3991345"/>
                  </a:lnTo>
                  <a:lnTo>
                    <a:pt x="3001756" y="4029254"/>
                  </a:lnTo>
                  <a:lnTo>
                    <a:pt x="3003078" y="3974689"/>
                  </a:lnTo>
                  <a:lnTo>
                    <a:pt x="3004400" y="4025272"/>
                  </a:lnTo>
                  <a:lnTo>
                    <a:pt x="3005723" y="3968199"/>
                  </a:lnTo>
                  <a:lnTo>
                    <a:pt x="3007045" y="4038711"/>
                  </a:lnTo>
                  <a:lnTo>
                    <a:pt x="3008368" y="4061291"/>
                  </a:lnTo>
                  <a:lnTo>
                    <a:pt x="3009635" y="3968652"/>
                  </a:lnTo>
                  <a:lnTo>
                    <a:pt x="3010957" y="4016176"/>
                  </a:lnTo>
                  <a:lnTo>
                    <a:pt x="3012280" y="4044033"/>
                  </a:lnTo>
                  <a:lnTo>
                    <a:pt x="3013602" y="4059016"/>
                  </a:lnTo>
                  <a:lnTo>
                    <a:pt x="3014924" y="4112422"/>
                  </a:lnTo>
                  <a:lnTo>
                    <a:pt x="3016247" y="4148017"/>
                  </a:lnTo>
                  <a:lnTo>
                    <a:pt x="3017569" y="4144457"/>
                  </a:lnTo>
                  <a:lnTo>
                    <a:pt x="3018891" y="4123370"/>
                  </a:lnTo>
                  <a:lnTo>
                    <a:pt x="3020214" y="4081579"/>
                  </a:lnTo>
                  <a:lnTo>
                    <a:pt x="3021536" y="4068639"/>
                  </a:lnTo>
                  <a:lnTo>
                    <a:pt x="3022858" y="4092951"/>
                  </a:lnTo>
                  <a:lnTo>
                    <a:pt x="3024181" y="4076745"/>
                  </a:lnTo>
                  <a:lnTo>
                    <a:pt x="3025503" y="4172261"/>
                  </a:lnTo>
                  <a:lnTo>
                    <a:pt x="3026825" y="4151761"/>
                  </a:lnTo>
                  <a:lnTo>
                    <a:pt x="3028148" y="4031267"/>
                  </a:lnTo>
                  <a:lnTo>
                    <a:pt x="3029470" y="4071654"/>
                  </a:lnTo>
                  <a:lnTo>
                    <a:pt x="3030793" y="4099365"/>
                  </a:lnTo>
                  <a:lnTo>
                    <a:pt x="3032115" y="4109650"/>
                  </a:lnTo>
                  <a:lnTo>
                    <a:pt x="3033437" y="4056343"/>
                  </a:lnTo>
                  <a:lnTo>
                    <a:pt x="3034760" y="4076139"/>
                  </a:lnTo>
                  <a:lnTo>
                    <a:pt x="3036082" y="4098585"/>
                  </a:lnTo>
                  <a:lnTo>
                    <a:pt x="3037404" y="4006645"/>
                  </a:lnTo>
                  <a:lnTo>
                    <a:pt x="3038727" y="4023984"/>
                  </a:lnTo>
                  <a:lnTo>
                    <a:pt x="3040049" y="4040793"/>
                  </a:lnTo>
                  <a:lnTo>
                    <a:pt x="3041371" y="4048268"/>
                  </a:lnTo>
                  <a:lnTo>
                    <a:pt x="3042694" y="4055709"/>
                  </a:lnTo>
                  <a:lnTo>
                    <a:pt x="3044016" y="4108671"/>
                  </a:lnTo>
                  <a:lnTo>
                    <a:pt x="3045339" y="4178725"/>
                  </a:lnTo>
                  <a:lnTo>
                    <a:pt x="3046661" y="4092956"/>
                  </a:lnTo>
                  <a:lnTo>
                    <a:pt x="3047983" y="4082169"/>
                  </a:lnTo>
                  <a:lnTo>
                    <a:pt x="3049306" y="4125290"/>
                  </a:lnTo>
                  <a:lnTo>
                    <a:pt x="3050628" y="4105898"/>
                  </a:lnTo>
                  <a:lnTo>
                    <a:pt x="3051950" y="4049533"/>
                  </a:lnTo>
                  <a:lnTo>
                    <a:pt x="3053273" y="4114261"/>
                  </a:lnTo>
                  <a:lnTo>
                    <a:pt x="3054595" y="4161545"/>
                  </a:lnTo>
                  <a:lnTo>
                    <a:pt x="3055917" y="4213330"/>
                  </a:lnTo>
                  <a:lnTo>
                    <a:pt x="3057240" y="4136028"/>
                  </a:lnTo>
                  <a:lnTo>
                    <a:pt x="3058562" y="4047615"/>
                  </a:lnTo>
                  <a:lnTo>
                    <a:pt x="3059884" y="4047393"/>
                  </a:lnTo>
                  <a:lnTo>
                    <a:pt x="3061207" y="4044191"/>
                  </a:lnTo>
                  <a:lnTo>
                    <a:pt x="3062529" y="4118457"/>
                  </a:lnTo>
                  <a:lnTo>
                    <a:pt x="3063852" y="4158296"/>
                  </a:lnTo>
                  <a:lnTo>
                    <a:pt x="3065174" y="4081701"/>
                  </a:lnTo>
                  <a:lnTo>
                    <a:pt x="3066496" y="4124214"/>
                  </a:lnTo>
                  <a:lnTo>
                    <a:pt x="3067819" y="4068033"/>
                  </a:lnTo>
                  <a:lnTo>
                    <a:pt x="3069141" y="4137992"/>
                  </a:lnTo>
                  <a:lnTo>
                    <a:pt x="3070463" y="4033793"/>
                  </a:lnTo>
                  <a:lnTo>
                    <a:pt x="3071786" y="4093340"/>
                  </a:lnTo>
                  <a:lnTo>
                    <a:pt x="3073108" y="4190649"/>
                  </a:lnTo>
                  <a:lnTo>
                    <a:pt x="3074430" y="4079858"/>
                  </a:lnTo>
                  <a:lnTo>
                    <a:pt x="3075753" y="4032423"/>
                  </a:lnTo>
                  <a:lnTo>
                    <a:pt x="3077075" y="4037473"/>
                  </a:lnTo>
                  <a:lnTo>
                    <a:pt x="3078398" y="4075628"/>
                  </a:lnTo>
                  <a:lnTo>
                    <a:pt x="3079720" y="4052786"/>
                  </a:lnTo>
                  <a:lnTo>
                    <a:pt x="3081042" y="4069669"/>
                  </a:lnTo>
                  <a:lnTo>
                    <a:pt x="3082365" y="4179772"/>
                  </a:lnTo>
                  <a:lnTo>
                    <a:pt x="3083687" y="4171633"/>
                  </a:lnTo>
                  <a:lnTo>
                    <a:pt x="3085009" y="4030384"/>
                  </a:lnTo>
                  <a:lnTo>
                    <a:pt x="3086332" y="4032993"/>
                  </a:lnTo>
                  <a:lnTo>
                    <a:pt x="3087654" y="4053750"/>
                  </a:lnTo>
                  <a:lnTo>
                    <a:pt x="3088976" y="4045086"/>
                  </a:lnTo>
                  <a:lnTo>
                    <a:pt x="3090299" y="4065261"/>
                  </a:lnTo>
                  <a:lnTo>
                    <a:pt x="3091621" y="4090982"/>
                  </a:lnTo>
                  <a:lnTo>
                    <a:pt x="3092943" y="4024001"/>
                  </a:lnTo>
                  <a:lnTo>
                    <a:pt x="3094266" y="4029448"/>
                  </a:lnTo>
                  <a:lnTo>
                    <a:pt x="3095588" y="4006338"/>
                  </a:lnTo>
                  <a:lnTo>
                    <a:pt x="3096911" y="4033517"/>
                  </a:lnTo>
                  <a:lnTo>
                    <a:pt x="3098233" y="3977970"/>
                  </a:lnTo>
                  <a:lnTo>
                    <a:pt x="3099555" y="4045933"/>
                  </a:lnTo>
                  <a:lnTo>
                    <a:pt x="3100878" y="4093409"/>
                  </a:lnTo>
                  <a:lnTo>
                    <a:pt x="3102200" y="4005326"/>
                  </a:lnTo>
                  <a:lnTo>
                    <a:pt x="3103522" y="3979737"/>
                  </a:lnTo>
                  <a:lnTo>
                    <a:pt x="3104845" y="3987831"/>
                  </a:lnTo>
                  <a:lnTo>
                    <a:pt x="3106167" y="3988330"/>
                  </a:lnTo>
                  <a:lnTo>
                    <a:pt x="3107489" y="3989621"/>
                  </a:lnTo>
                  <a:lnTo>
                    <a:pt x="3108812" y="4032149"/>
                  </a:lnTo>
                  <a:lnTo>
                    <a:pt x="3110134" y="4051433"/>
                  </a:lnTo>
                  <a:lnTo>
                    <a:pt x="3111457" y="3994938"/>
                  </a:lnTo>
                  <a:lnTo>
                    <a:pt x="3112779" y="3987611"/>
                  </a:lnTo>
                  <a:lnTo>
                    <a:pt x="3114101" y="3997293"/>
                  </a:lnTo>
                  <a:lnTo>
                    <a:pt x="3115424" y="4024917"/>
                  </a:lnTo>
                  <a:lnTo>
                    <a:pt x="3116746" y="3989335"/>
                  </a:lnTo>
                  <a:lnTo>
                    <a:pt x="3118068" y="4046030"/>
                  </a:lnTo>
                  <a:lnTo>
                    <a:pt x="3119391" y="4143450"/>
                  </a:lnTo>
                  <a:lnTo>
                    <a:pt x="3120713" y="4020511"/>
                  </a:lnTo>
                  <a:lnTo>
                    <a:pt x="3122035" y="4007310"/>
                  </a:lnTo>
                  <a:lnTo>
                    <a:pt x="3123358" y="4005607"/>
                  </a:lnTo>
                  <a:lnTo>
                    <a:pt x="3124680" y="4107233"/>
                  </a:lnTo>
                  <a:lnTo>
                    <a:pt x="3126002" y="4165608"/>
                  </a:lnTo>
                  <a:lnTo>
                    <a:pt x="3127325" y="4146204"/>
                  </a:lnTo>
                  <a:lnTo>
                    <a:pt x="3128647" y="4096815"/>
                  </a:lnTo>
                  <a:lnTo>
                    <a:pt x="3129970" y="4015389"/>
                  </a:lnTo>
                  <a:lnTo>
                    <a:pt x="3131292" y="3990440"/>
                  </a:lnTo>
                  <a:lnTo>
                    <a:pt x="3132614" y="4001354"/>
                  </a:lnTo>
                  <a:lnTo>
                    <a:pt x="3133937" y="4017278"/>
                  </a:lnTo>
                  <a:lnTo>
                    <a:pt x="3135259" y="4020818"/>
                  </a:lnTo>
                  <a:lnTo>
                    <a:pt x="3136581" y="4043276"/>
                  </a:lnTo>
                  <a:lnTo>
                    <a:pt x="3137904" y="4115320"/>
                  </a:lnTo>
                  <a:lnTo>
                    <a:pt x="3139226" y="3997792"/>
                  </a:lnTo>
                  <a:lnTo>
                    <a:pt x="3140548" y="3987414"/>
                  </a:lnTo>
                  <a:lnTo>
                    <a:pt x="3141871" y="3966240"/>
                  </a:lnTo>
                  <a:lnTo>
                    <a:pt x="3143193" y="3974817"/>
                  </a:lnTo>
                  <a:lnTo>
                    <a:pt x="3144515" y="3999357"/>
                  </a:lnTo>
                  <a:lnTo>
                    <a:pt x="3145838" y="4090918"/>
                  </a:lnTo>
                  <a:lnTo>
                    <a:pt x="3147160" y="4082538"/>
                  </a:lnTo>
                  <a:lnTo>
                    <a:pt x="3148483" y="4006801"/>
                  </a:lnTo>
                  <a:lnTo>
                    <a:pt x="3149805" y="3967828"/>
                  </a:lnTo>
                  <a:lnTo>
                    <a:pt x="3151127" y="3970595"/>
                  </a:lnTo>
                  <a:lnTo>
                    <a:pt x="3152450" y="3965642"/>
                  </a:lnTo>
                  <a:lnTo>
                    <a:pt x="3153772" y="3980814"/>
                  </a:lnTo>
                  <a:lnTo>
                    <a:pt x="3155094" y="3997112"/>
                  </a:lnTo>
                  <a:lnTo>
                    <a:pt x="3156417" y="4011264"/>
                  </a:lnTo>
                  <a:lnTo>
                    <a:pt x="3157739" y="3962593"/>
                  </a:lnTo>
                  <a:lnTo>
                    <a:pt x="3159061" y="3972817"/>
                  </a:lnTo>
                  <a:lnTo>
                    <a:pt x="3160384" y="3987471"/>
                  </a:lnTo>
                  <a:lnTo>
                    <a:pt x="3161706" y="3975840"/>
                  </a:lnTo>
                  <a:lnTo>
                    <a:pt x="3163029" y="3964192"/>
                  </a:lnTo>
                  <a:lnTo>
                    <a:pt x="3164351" y="3984878"/>
                  </a:lnTo>
                  <a:lnTo>
                    <a:pt x="3165673" y="4008934"/>
                  </a:lnTo>
                  <a:lnTo>
                    <a:pt x="3166996" y="3955113"/>
                  </a:lnTo>
                  <a:lnTo>
                    <a:pt x="3168318" y="3945178"/>
                  </a:lnTo>
                  <a:lnTo>
                    <a:pt x="3169640" y="3934297"/>
                  </a:lnTo>
                  <a:lnTo>
                    <a:pt x="3170963" y="3954812"/>
                  </a:lnTo>
                  <a:lnTo>
                    <a:pt x="3172285" y="3963680"/>
                  </a:lnTo>
                  <a:lnTo>
                    <a:pt x="3173607" y="4008024"/>
                  </a:lnTo>
                  <a:lnTo>
                    <a:pt x="3174930" y="4017416"/>
                  </a:lnTo>
                  <a:lnTo>
                    <a:pt x="3176252" y="3954098"/>
                  </a:lnTo>
                  <a:lnTo>
                    <a:pt x="3177574" y="3947094"/>
                  </a:lnTo>
                  <a:lnTo>
                    <a:pt x="3178897" y="3947158"/>
                  </a:lnTo>
                  <a:lnTo>
                    <a:pt x="3180219" y="3927761"/>
                  </a:lnTo>
                  <a:lnTo>
                    <a:pt x="3181542" y="3907860"/>
                  </a:lnTo>
                  <a:lnTo>
                    <a:pt x="3182864" y="3979078"/>
                  </a:lnTo>
                  <a:lnTo>
                    <a:pt x="3184186" y="3982960"/>
                  </a:lnTo>
                  <a:lnTo>
                    <a:pt x="3185509" y="3908034"/>
                  </a:lnTo>
                  <a:lnTo>
                    <a:pt x="3186831" y="3895853"/>
                  </a:lnTo>
                  <a:lnTo>
                    <a:pt x="3188153" y="3948452"/>
                  </a:lnTo>
                  <a:lnTo>
                    <a:pt x="3189476" y="3954852"/>
                  </a:lnTo>
                  <a:lnTo>
                    <a:pt x="3190798" y="4016982"/>
                  </a:lnTo>
                  <a:lnTo>
                    <a:pt x="3192120" y="4019575"/>
                  </a:lnTo>
                  <a:lnTo>
                    <a:pt x="3193443" y="4031072"/>
                  </a:lnTo>
                  <a:lnTo>
                    <a:pt x="3194765" y="3949165"/>
                  </a:lnTo>
                  <a:lnTo>
                    <a:pt x="3196088" y="3954893"/>
                  </a:lnTo>
                  <a:lnTo>
                    <a:pt x="3197410" y="3964767"/>
                  </a:lnTo>
                  <a:lnTo>
                    <a:pt x="3198732" y="3948894"/>
                  </a:lnTo>
                  <a:lnTo>
                    <a:pt x="3200055" y="3937118"/>
                  </a:lnTo>
                  <a:lnTo>
                    <a:pt x="3201377" y="3962777"/>
                  </a:lnTo>
                  <a:lnTo>
                    <a:pt x="3202699" y="3987366"/>
                  </a:lnTo>
                  <a:lnTo>
                    <a:pt x="3204022" y="3941606"/>
                  </a:lnTo>
                  <a:lnTo>
                    <a:pt x="3205344" y="3884998"/>
                  </a:lnTo>
                  <a:lnTo>
                    <a:pt x="3206666" y="3891434"/>
                  </a:lnTo>
                  <a:lnTo>
                    <a:pt x="3207989" y="3900825"/>
                  </a:lnTo>
                  <a:lnTo>
                    <a:pt x="3209311" y="3939284"/>
                  </a:lnTo>
                  <a:lnTo>
                    <a:pt x="3210633" y="3963557"/>
                  </a:lnTo>
                  <a:lnTo>
                    <a:pt x="3211956" y="3995132"/>
                  </a:lnTo>
                  <a:lnTo>
                    <a:pt x="3213278" y="4013133"/>
                  </a:lnTo>
                  <a:lnTo>
                    <a:pt x="3214601" y="3887338"/>
                  </a:lnTo>
                  <a:lnTo>
                    <a:pt x="3215923" y="3906926"/>
                  </a:lnTo>
                  <a:lnTo>
                    <a:pt x="3217245" y="3940509"/>
                  </a:lnTo>
                  <a:lnTo>
                    <a:pt x="3218568" y="3897058"/>
                  </a:lnTo>
                  <a:lnTo>
                    <a:pt x="3219890" y="3926017"/>
                  </a:lnTo>
                  <a:lnTo>
                    <a:pt x="3221212" y="3967872"/>
                  </a:lnTo>
                  <a:lnTo>
                    <a:pt x="3222535" y="3902796"/>
                  </a:lnTo>
                  <a:lnTo>
                    <a:pt x="3223857" y="3884154"/>
                  </a:lnTo>
                  <a:lnTo>
                    <a:pt x="3225179" y="3883803"/>
                  </a:lnTo>
                  <a:lnTo>
                    <a:pt x="3226502" y="3891821"/>
                  </a:lnTo>
                  <a:lnTo>
                    <a:pt x="3227824" y="3909619"/>
                  </a:lnTo>
                  <a:lnTo>
                    <a:pt x="3229147" y="3985287"/>
                  </a:lnTo>
                  <a:lnTo>
                    <a:pt x="3230469" y="3991084"/>
                  </a:lnTo>
                  <a:lnTo>
                    <a:pt x="3231791" y="3898109"/>
                  </a:lnTo>
                  <a:lnTo>
                    <a:pt x="3233114" y="3938089"/>
                  </a:lnTo>
                  <a:lnTo>
                    <a:pt x="3234436" y="3901339"/>
                  </a:lnTo>
                  <a:lnTo>
                    <a:pt x="3235758" y="3853840"/>
                  </a:lnTo>
                  <a:lnTo>
                    <a:pt x="3237081" y="3894853"/>
                  </a:lnTo>
                  <a:lnTo>
                    <a:pt x="3238403" y="3974958"/>
                  </a:lnTo>
                  <a:lnTo>
                    <a:pt x="3239725" y="4002282"/>
                  </a:lnTo>
                  <a:lnTo>
                    <a:pt x="3241048" y="3909780"/>
                  </a:lnTo>
                  <a:lnTo>
                    <a:pt x="3242370" y="3937079"/>
                  </a:lnTo>
                  <a:lnTo>
                    <a:pt x="3243692" y="3939302"/>
                  </a:lnTo>
                  <a:lnTo>
                    <a:pt x="3245015" y="3936468"/>
                  </a:lnTo>
                  <a:lnTo>
                    <a:pt x="3246337" y="4042406"/>
                  </a:lnTo>
                  <a:lnTo>
                    <a:pt x="3247660" y="4110624"/>
                  </a:lnTo>
                  <a:lnTo>
                    <a:pt x="3248982" y="4021838"/>
                  </a:lnTo>
                  <a:lnTo>
                    <a:pt x="3250304" y="4054185"/>
                  </a:lnTo>
                  <a:lnTo>
                    <a:pt x="3251627" y="3910202"/>
                  </a:lnTo>
                  <a:lnTo>
                    <a:pt x="3252949" y="4014307"/>
                  </a:lnTo>
                  <a:lnTo>
                    <a:pt x="3254271" y="3962067"/>
                  </a:lnTo>
                  <a:lnTo>
                    <a:pt x="3255594" y="3973858"/>
                  </a:lnTo>
                  <a:lnTo>
                    <a:pt x="3256916" y="4007479"/>
                  </a:lnTo>
                  <a:lnTo>
                    <a:pt x="3258238" y="4036617"/>
                  </a:lnTo>
                  <a:lnTo>
                    <a:pt x="3259561" y="3916923"/>
                  </a:lnTo>
                  <a:lnTo>
                    <a:pt x="3260883" y="4032957"/>
                  </a:lnTo>
                  <a:lnTo>
                    <a:pt x="3262205" y="4132398"/>
                  </a:lnTo>
                  <a:lnTo>
                    <a:pt x="3263528" y="3892941"/>
                  </a:lnTo>
                  <a:lnTo>
                    <a:pt x="3264850" y="3922746"/>
                  </a:lnTo>
                  <a:lnTo>
                    <a:pt x="3266173" y="3937363"/>
                  </a:lnTo>
                  <a:lnTo>
                    <a:pt x="3267495" y="3955750"/>
                  </a:lnTo>
                  <a:lnTo>
                    <a:pt x="3268817" y="3900725"/>
                  </a:lnTo>
                  <a:lnTo>
                    <a:pt x="3270140" y="3853581"/>
                  </a:lnTo>
                  <a:lnTo>
                    <a:pt x="3271462" y="3911230"/>
                  </a:lnTo>
                  <a:lnTo>
                    <a:pt x="3272784" y="3959228"/>
                  </a:lnTo>
                  <a:lnTo>
                    <a:pt x="3274107" y="3944383"/>
                  </a:lnTo>
                  <a:lnTo>
                    <a:pt x="3275429" y="4017350"/>
                  </a:lnTo>
                  <a:lnTo>
                    <a:pt x="3276751" y="4120434"/>
                  </a:lnTo>
                  <a:lnTo>
                    <a:pt x="3278074" y="3927942"/>
                  </a:lnTo>
                  <a:lnTo>
                    <a:pt x="3279396" y="3850924"/>
                  </a:lnTo>
                  <a:lnTo>
                    <a:pt x="3280719" y="3857599"/>
                  </a:lnTo>
                  <a:lnTo>
                    <a:pt x="3282041" y="3905141"/>
                  </a:lnTo>
                  <a:lnTo>
                    <a:pt x="3283363" y="3877837"/>
                  </a:lnTo>
                  <a:lnTo>
                    <a:pt x="3284686" y="3928374"/>
                  </a:lnTo>
                  <a:lnTo>
                    <a:pt x="3286008" y="3952137"/>
                  </a:lnTo>
                  <a:lnTo>
                    <a:pt x="3287330" y="3948313"/>
                  </a:lnTo>
                  <a:lnTo>
                    <a:pt x="3288653" y="4080315"/>
                  </a:lnTo>
                  <a:lnTo>
                    <a:pt x="3289975" y="4019250"/>
                  </a:lnTo>
                  <a:lnTo>
                    <a:pt x="3291297" y="3993669"/>
                  </a:lnTo>
                  <a:lnTo>
                    <a:pt x="3292620" y="3933607"/>
                  </a:lnTo>
                  <a:lnTo>
                    <a:pt x="3293942" y="3997449"/>
                  </a:lnTo>
                  <a:lnTo>
                    <a:pt x="3295264" y="4026070"/>
                  </a:lnTo>
                  <a:lnTo>
                    <a:pt x="3296642" y="4022920"/>
                  </a:lnTo>
                  <a:lnTo>
                    <a:pt x="3297964" y="4086143"/>
                  </a:lnTo>
                  <a:lnTo>
                    <a:pt x="3299287" y="4015770"/>
                  </a:lnTo>
                  <a:lnTo>
                    <a:pt x="3300609" y="3998743"/>
                  </a:lnTo>
                  <a:lnTo>
                    <a:pt x="3301931" y="3956668"/>
                  </a:lnTo>
                  <a:lnTo>
                    <a:pt x="3303254" y="3973398"/>
                  </a:lnTo>
                  <a:lnTo>
                    <a:pt x="3304576" y="4001479"/>
                  </a:lnTo>
                  <a:lnTo>
                    <a:pt x="3305898" y="3941782"/>
                  </a:lnTo>
                  <a:lnTo>
                    <a:pt x="3307221" y="3933463"/>
                  </a:lnTo>
                  <a:lnTo>
                    <a:pt x="3308543" y="3949063"/>
                  </a:lnTo>
                  <a:lnTo>
                    <a:pt x="3309866" y="3906944"/>
                  </a:lnTo>
                  <a:lnTo>
                    <a:pt x="3311188" y="3927541"/>
                  </a:lnTo>
                  <a:lnTo>
                    <a:pt x="3312510" y="4028497"/>
                  </a:lnTo>
                  <a:lnTo>
                    <a:pt x="3313833" y="4048978"/>
                  </a:lnTo>
                  <a:lnTo>
                    <a:pt x="3315155" y="3955834"/>
                  </a:lnTo>
                  <a:lnTo>
                    <a:pt x="3316477" y="3966861"/>
                  </a:lnTo>
                  <a:lnTo>
                    <a:pt x="3317800" y="3913097"/>
                  </a:lnTo>
                  <a:lnTo>
                    <a:pt x="3319122" y="3903208"/>
                  </a:lnTo>
                  <a:lnTo>
                    <a:pt x="3320444" y="3938253"/>
                  </a:lnTo>
                  <a:lnTo>
                    <a:pt x="3321767" y="3996940"/>
                  </a:lnTo>
                  <a:lnTo>
                    <a:pt x="3323089" y="4000641"/>
                  </a:lnTo>
                  <a:lnTo>
                    <a:pt x="3324411" y="3996892"/>
                  </a:lnTo>
                  <a:lnTo>
                    <a:pt x="3325734" y="4006474"/>
                  </a:lnTo>
                  <a:lnTo>
                    <a:pt x="3327056" y="3953047"/>
                  </a:lnTo>
                  <a:lnTo>
                    <a:pt x="3328379" y="3815294"/>
                  </a:lnTo>
                  <a:lnTo>
                    <a:pt x="3329701" y="3799779"/>
                  </a:lnTo>
                  <a:lnTo>
                    <a:pt x="3331023" y="3912619"/>
                  </a:lnTo>
                  <a:lnTo>
                    <a:pt x="3332346" y="3962333"/>
                  </a:lnTo>
                  <a:lnTo>
                    <a:pt x="3333668" y="3840670"/>
                  </a:lnTo>
                  <a:lnTo>
                    <a:pt x="3334990" y="3829397"/>
                  </a:lnTo>
                  <a:lnTo>
                    <a:pt x="3336313" y="3967593"/>
                  </a:lnTo>
                  <a:lnTo>
                    <a:pt x="3337635" y="3983489"/>
                  </a:lnTo>
                  <a:lnTo>
                    <a:pt x="3338957" y="3939892"/>
                  </a:lnTo>
                  <a:lnTo>
                    <a:pt x="3340280" y="4005193"/>
                  </a:lnTo>
                  <a:lnTo>
                    <a:pt x="3341602" y="4107464"/>
                  </a:lnTo>
                  <a:lnTo>
                    <a:pt x="3342925" y="4018976"/>
                  </a:lnTo>
                  <a:lnTo>
                    <a:pt x="3344247" y="3981955"/>
                  </a:lnTo>
                  <a:lnTo>
                    <a:pt x="3345569" y="3929405"/>
                  </a:lnTo>
                  <a:lnTo>
                    <a:pt x="3346892" y="3956801"/>
                  </a:lnTo>
                  <a:lnTo>
                    <a:pt x="3348214" y="4031489"/>
                  </a:lnTo>
                  <a:lnTo>
                    <a:pt x="3349536" y="4216799"/>
                  </a:lnTo>
                  <a:lnTo>
                    <a:pt x="3350859" y="4179238"/>
                  </a:lnTo>
                  <a:lnTo>
                    <a:pt x="3352181" y="4070871"/>
                  </a:lnTo>
                  <a:lnTo>
                    <a:pt x="3353503" y="3952978"/>
                  </a:lnTo>
                  <a:lnTo>
                    <a:pt x="3354826" y="3863713"/>
                  </a:lnTo>
                  <a:lnTo>
                    <a:pt x="3356148" y="3886246"/>
                  </a:lnTo>
                  <a:lnTo>
                    <a:pt x="3357470" y="3856072"/>
                  </a:lnTo>
                  <a:lnTo>
                    <a:pt x="3358793" y="3958890"/>
                  </a:lnTo>
                  <a:lnTo>
                    <a:pt x="3360115" y="3987721"/>
                  </a:lnTo>
                  <a:lnTo>
                    <a:pt x="3361438" y="3866925"/>
                  </a:lnTo>
                  <a:lnTo>
                    <a:pt x="3362760" y="3927968"/>
                  </a:lnTo>
                  <a:lnTo>
                    <a:pt x="3364082" y="3946401"/>
                  </a:lnTo>
                  <a:lnTo>
                    <a:pt x="3365405" y="3944884"/>
                  </a:lnTo>
                  <a:lnTo>
                    <a:pt x="3366727" y="3988243"/>
                  </a:lnTo>
                  <a:lnTo>
                    <a:pt x="3368049" y="4021168"/>
                  </a:lnTo>
                  <a:lnTo>
                    <a:pt x="3369372" y="4030939"/>
                  </a:lnTo>
                  <a:lnTo>
                    <a:pt x="3370694" y="4005387"/>
                  </a:lnTo>
                  <a:lnTo>
                    <a:pt x="3372016" y="4155681"/>
                  </a:lnTo>
                  <a:lnTo>
                    <a:pt x="3373339" y="4001878"/>
                  </a:lnTo>
                  <a:lnTo>
                    <a:pt x="3374661" y="3924469"/>
                  </a:lnTo>
                  <a:lnTo>
                    <a:pt x="3375984" y="3925809"/>
                  </a:lnTo>
                  <a:lnTo>
                    <a:pt x="3377306" y="3988661"/>
                  </a:lnTo>
                  <a:lnTo>
                    <a:pt x="3378628" y="4044125"/>
                  </a:lnTo>
                  <a:lnTo>
                    <a:pt x="3379951" y="3957177"/>
                  </a:lnTo>
                  <a:lnTo>
                    <a:pt x="3381273" y="4248919"/>
                  </a:lnTo>
                  <a:lnTo>
                    <a:pt x="3382595" y="3977402"/>
                  </a:lnTo>
                  <a:lnTo>
                    <a:pt x="3383918" y="3938578"/>
                  </a:lnTo>
                  <a:lnTo>
                    <a:pt x="3385240" y="3986489"/>
                  </a:lnTo>
                  <a:lnTo>
                    <a:pt x="3386562" y="4033926"/>
                  </a:lnTo>
                  <a:lnTo>
                    <a:pt x="3387885" y="3958039"/>
                  </a:lnTo>
                  <a:lnTo>
                    <a:pt x="3389207" y="3974812"/>
                  </a:lnTo>
                  <a:lnTo>
                    <a:pt x="3390529" y="4081088"/>
                  </a:lnTo>
                  <a:lnTo>
                    <a:pt x="3391852" y="4047303"/>
                  </a:lnTo>
                  <a:lnTo>
                    <a:pt x="3393174" y="3877474"/>
                  </a:lnTo>
                  <a:lnTo>
                    <a:pt x="3394497" y="3986437"/>
                  </a:lnTo>
                  <a:lnTo>
                    <a:pt x="3395819" y="4042391"/>
                  </a:lnTo>
                  <a:lnTo>
                    <a:pt x="3397141" y="4166511"/>
                  </a:lnTo>
                  <a:lnTo>
                    <a:pt x="3398464" y="4025064"/>
                  </a:lnTo>
                  <a:lnTo>
                    <a:pt x="3399786" y="4013875"/>
                  </a:lnTo>
                  <a:lnTo>
                    <a:pt x="3401108" y="4015404"/>
                  </a:lnTo>
                  <a:lnTo>
                    <a:pt x="3402431" y="4029901"/>
                  </a:lnTo>
                  <a:lnTo>
                    <a:pt x="3403753" y="3913928"/>
                  </a:lnTo>
                  <a:lnTo>
                    <a:pt x="3405075" y="3952865"/>
                  </a:lnTo>
                  <a:lnTo>
                    <a:pt x="3406398" y="3962051"/>
                  </a:lnTo>
                  <a:lnTo>
                    <a:pt x="3407720" y="3863798"/>
                  </a:lnTo>
                  <a:lnTo>
                    <a:pt x="3409043" y="3906157"/>
                  </a:lnTo>
                  <a:lnTo>
                    <a:pt x="3410365" y="3831988"/>
                  </a:lnTo>
                  <a:lnTo>
                    <a:pt x="3411687" y="3766240"/>
                  </a:lnTo>
                  <a:lnTo>
                    <a:pt x="3413010" y="3884655"/>
                  </a:lnTo>
                  <a:lnTo>
                    <a:pt x="3414332" y="3991544"/>
                  </a:lnTo>
                  <a:lnTo>
                    <a:pt x="3415654" y="4075301"/>
                  </a:lnTo>
                  <a:lnTo>
                    <a:pt x="3416977" y="3983471"/>
                  </a:lnTo>
                  <a:lnTo>
                    <a:pt x="3418299" y="3923406"/>
                  </a:lnTo>
                  <a:lnTo>
                    <a:pt x="3419621" y="3967076"/>
                  </a:lnTo>
                  <a:lnTo>
                    <a:pt x="3420944" y="3925528"/>
                  </a:lnTo>
                  <a:lnTo>
                    <a:pt x="3422266" y="3952328"/>
                  </a:lnTo>
                  <a:lnTo>
                    <a:pt x="3423588" y="3984752"/>
                  </a:lnTo>
                  <a:lnTo>
                    <a:pt x="3424911" y="4006047"/>
                  </a:lnTo>
                  <a:lnTo>
                    <a:pt x="3426233" y="4022447"/>
                  </a:lnTo>
                  <a:lnTo>
                    <a:pt x="3427556" y="3962683"/>
                  </a:lnTo>
                  <a:lnTo>
                    <a:pt x="3428878" y="3977850"/>
                  </a:lnTo>
                  <a:lnTo>
                    <a:pt x="3430200" y="4019393"/>
                  </a:lnTo>
                  <a:lnTo>
                    <a:pt x="3431523" y="4037394"/>
                  </a:lnTo>
                  <a:lnTo>
                    <a:pt x="3432845" y="4239528"/>
                  </a:lnTo>
                  <a:lnTo>
                    <a:pt x="3434167" y="4120802"/>
                  </a:lnTo>
                  <a:lnTo>
                    <a:pt x="3435490" y="4042130"/>
                  </a:lnTo>
                  <a:lnTo>
                    <a:pt x="3436812" y="4005973"/>
                  </a:lnTo>
                  <a:lnTo>
                    <a:pt x="3438134" y="4014271"/>
                  </a:lnTo>
                  <a:lnTo>
                    <a:pt x="3439457" y="3991519"/>
                  </a:lnTo>
                  <a:lnTo>
                    <a:pt x="3440779" y="4000554"/>
                  </a:lnTo>
                  <a:lnTo>
                    <a:pt x="3442102" y="4052101"/>
                  </a:lnTo>
                  <a:lnTo>
                    <a:pt x="3443424" y="4053134"/>
                  </a:lnTo>
                  <a:lnTo>
                    <a:pt x="3444746" y="4008049"/>
                  </a:lnTo>
                  <a:lnTo>
                    <a:pt x="3446069" y="4039251"/>
                  </a:lnTo>
                  <a:lnTo>
                    <a:pt x="3447391" y="4012926"/>
                  </a:lnTo>
                  <a:lnTo>
                    <a:pt x="3448713" y="4027472"/>
                  </a:lnTo>
                  <a:lnTo>
                    <a:pt x="3450036" y="4003106"/>
                  </a:lnTo>
                  <a:lnTo>
                    <a:pt x="3451358" y="4046457"/>
                  </a:lnTo>
                  <a:lnTo>
                    <a:pt x="3452680" y="4047362"/>
                  </a:lnTo>
                  <a:lnTo>
                    <a:pt x="3454003" y="4020222"/>
                  </a:lnTo>
                  <a:lnTo>
                    <a:pt x="3455325" y="4019066"/>
                  </a:lnTo>
                  <a:lnTo>
                    <a:pt x="3456647" y="4021467"/>
                  </a:lnTo>
                  <a:lnTo>
                    <a:pt x="3457970" y="4045713"/>
                  </a:lnTo>
                  <a:lnTo>
                    <a:pt x="3459292" y="4011404"/>
                  </a:lnTo>
                  <a:lnTo>
                    <a:pt x="3460615" y="4039644"/>
                  </a:lnTo>
                  <a:lnTo>
                    <a:pt x="3461937" y="4223566"/>
                  </a:lnTo>
                  <a:lnTo>
                    <a:pt x="3463259" y="4177422"/>
                  </a:lnTo>
                  <a:lnTo>
                    <a:pt x="3464582" y="4046119"/>
                  </a:lnTo>
                  <a:lnTo>
                    <a:pt x="3465904" y="4079415"/>
                  </a:lnTo>
                  <a:lnTo>
                    <a:pt x="3467226" y="4114685"/>
                  </a:lnTo>
                  <a:lnTo>
                    <a:pt x="3468549" y="4105047"/>
                  </a:lnTo>
                  <a:lnTo>
                    <a:pt x="3469871" y="4236574"/>
                  </a:lnTo>
                  <a:lnTo>
                    <a:pt x="3471193" y="4131429"/>
                  </a:lnTo>
                  <a:lnTo>
                    <a:pt x="3472516" y="4055479"/>
                  </a:lnTo>
                  <a:lnTo>
                    <a:pt x="3473838" y="4068258"/>
                  </a:lnTo>
                  <a:lnTo>
                    <a:pt x="3475160" y="4177212"/>
                  </a:lnTo>
                  <a:lnTo>
                    <a:pt x="3476483" y="4093069"/>
                  </a:lnTo>
                  <a:lnTo>
                    <a:pt x="3477805" y="4138102"/>
                  </a:lnTo>
                  <a:lnTo>
                    <a:pt x="3479128" y="4170382"/>
                  </a:lnTo>
                  <a:lnTo>
                    <a:pt x="3480450" y="4145511"/>
                  </a:lnTo>
                  <a:lnTo>
                    <a:pt x="3481772" y="4096876"/>
                  </a:lnTo>
                  <a:lnTo>
                    <a:pt x="3483095" y="4014563"/>
                  </a:lnTo>
                  <a:lnTo>
                    <a:pt x="3484417" y="4038115"/>
                  </a:lnTo>
                  <a:lnTo>
                    <a:pt x="3485739" y="4048590"/>
                  </a:lnTo>
                  <a:lnTo>
                    <a:pt x="3487062" y="4043808"/>
                  </a:lnTo>
                  <a:lnTo>
                    <a:pt x="3488384" y="4074262"/>
                  </a:lnTo>
                  <a:lnTo>
                    <a:pt x="3489706" y="4087427"/>
                  </a:lnTo>
                  <a:lnTo>
                    <a:pt x="3491029" y="4094657"/>
                  </a:lnTo>
                  <a:lnTo>
                    <a:pt x="3492351" y="4068803"/>
                  </a:lnTo>
                  <a:lnTo>
                    <a:pt x="3493674" y="4046130"/>
                  </a:lnTo>
                  <a:lnTo>
                    <a:pt x="3494996" y="4033049"/>
                  </a:lnTo>
                  <a:lnTo>
                    <a:pt x="3496318" y="4048216"/>
                  </a:lnTo>
                  <a:lnTo>
                    <a:pt x="3497641" y="4077738"/>
                  </a:lnTo>
                  <a:lnTo>
                    <a:pt x="3498963" y="4117110"/>
                  </a:lnTo>
                  <a:lnTo>
                    <a:pt x="3500230" y="4059537"/>
                  </a:lnTo>
                  <a:lnTo>
                    <a:pt x="3501553" y="4085049"/>
                  </a:lnTo>
                  <a:lnTo>
                    <a:pt x="3502875" y="4033576"/>
                  </a:lnTo>
                  <a:lnTo>
                    <a:pt x="3504197" y="4034936"/>
                  </a:lnTo>
                  <a:lnTo>
                    <a:pt x="3505520" y="4033300"/>
                  </a:lnTo>
                  <a:lnTo>
                    <a:pt x="3506842" y="4057550"/>
                  </a:lnTo>
                  <a:lnTo>
                    <a:pt x="3508164" y="4059704"/>
                  </a:lnTo>
                  <a:lnTo>
                    <a:pt x="3509487" y="4020296"/>
                  </a:lnTo>
                  <a:lnTo>
                    <a:pt x="3510809" y="4035080"/>
                  </a:lnTo>
                  <a:lnTo>
                    <a:pt x="3512131" y="4030021"/>
                  </a:lnTo>
                  <a:lnTo>
                    <a:pt x="3513454" y="4018212"/>
                  </a:lnTo>
                  <a:lnTo>
                    <a:pt x="3514776" y="4017227"/>
                  </a:lnTo>
                  <a:lnTo>
                    <a:pt x="3516099" y="4038616"/>
                  </a:lnTo>
                  <a:lnTo>
                    <a:pt x="3517421" y="4064189"/>
                  </a:lnTo>
                  <a:lnTo>
                    <a:pt x="3518743" y="4036087"/>
                  </a:lnTo>
                  <a:lnTo>
                    <a:pt x="3520066" y="4037394"/>
                  </a:lnTo>
                  <a:lnTo>
                    <a:pt x="3521388" y="4042350"/>
                  </a:lnTo>
                  <a:lnTo>
                    <a:pt x="3522710" y="4042145"/>
                  </a:lnTo>
                  <a:lnTo>
                    <a:pt x="3524033" y="4085118"/>
                  </a:lnTo>
                  <a:lnTo>
                    <a:pt x="3525355" y="4080965"/>
                  </a:lnTo>
                  <a:lnTo>
                    <a:pt x="3526677" y="4098881"/>
                  </a:lnTo>
                  <a:lnTo>
                    <a:pt x="3528000" y="4223812"/>
                  </a:lnTo>
                  <a:lnTo>
                    <a:pt x="3529322" y="4132710"/>
                  </a:lnTo>
                  <a:lnTo>
                    <a:pt x="3530644" y="4079832"/>
                  </a:lnTo>
                  <a:lnTo>
                    <a:pt x="3531967" y="4051538"/>
                  </a:lnTo>
                  <a:lnTo>
                    <a:pt x="3533289" y="4025577"/>
                  </a:lnTo>
                  <a:lnTo>
                    <a:pt x="3534612" y="4096488"/>
                  </a:lnTo>
                  <a:lnTo>
                    <a:pt x="3535934" y="4077431"/>
                  </a:lnTo>
                  <a:lnTo>
                    <a:pt x="3537256" y="4027958"/>
                  </a:lnTo>
                  <a:lnTo>
                    <a:pt x="3538579" y="4029704"/>
                  </a:lnTo>
                  <a:lnTo>
                    <a:pt x="3539901" y="4120799"/>
                  </a:lnTo>
                  <a:lnTo>
                    <a:pt x="3541223" y="4059944"/>
                  </a:lnTo>
                  <a:lnTo>
                    <a:pt x="3542546" y="4043043"/>
                  </a:lnTo>
                  <a:lnTo>
                    <a:pt x="3543868" y="4050298"/>
                  </a:lnTo>
                  <a:lnTo>
                    <a:pt x="3545190" y="4105694"/>
                  </a:lnTo>
                  <a:lnTo>
                    <a:pt x="3546513" y="4020999"/>
                  </a:lnTo>
                  <a:lnTo>
                    <a:pt x="3547835" y="3983059"/>
                  </a:lnTo>
                  <a:lnTo>
                    <a:pt x="3549158" y="4050543"/>
                  </a:lnTo>
                  <a:lnTo>
                    <a:pt x="3550480" y="4015069"/>
                  </a:lnTo>
                  <a:lnTo>
                    <a:pt x="3551802" y="4017890"/>
                  </a:lnTo>
                  <a:lnTo>
                    <a:pt x="3553125" y="4061995"/>
                  </a:lnTo>
                  <a:lnTo>
                    <a:pt x="3554447" y="4135304"/>
                  </a:lnTo>
                  <a:lnTo>
                    <a:pt x="3555769" y="4052009"/>
                  </a:lnTo>
                  <a:lnTo>
                    <a:pt x="3557092" y="4041138"/>
                  </a:lnTo>
                  <a:lnTo>
                    <a:pt x="3558414" y="4042089"/>
                  </a:lnTo>
                  <a:lnTo>
                    <a:pt x="3559736" y="4048984"/>
                  </a:lnTo>
                  <a:lnTo>
                    <a:pt x="3561059" y="4029190"/>
                  </a:lnTo>
                  <a:lnTo>
                    <a:pt x="3562381" y="4064560"/>
                  </a:lnTo>
                  <a:lnTo>
                    <a:pt x="3563703" y="4075776"/>
                  </a:lnTo>
                  <a:lnTo>
                    <a:pt x="3565026" y="4008701"/>
                  </a:lnTo>
                  <a:lnTo>
                    <a:pt x="3566348" y="4027134"/>
                  </a:lnTo>
                  <a:lnTo>
                    <a:pt x="3567671" y="4046789"/>
                  </a:lnTo>
                  <a:lnTo>
                    <a:pt x="3568993" y="4043189"/>
                  </a:lnTo>
                  <a:lnTo>
                    <a:pt x="3570315" y="4044478"/>
                  </a:lnTo>
                  <a:lnTo>
                    <a:pt x="3571638" y="4067716"/>
                  </a:lnTo>
                  <a:lnTo>
                    <a:pt x="3572960" y="4134408"/>
                  </a:lnTo>
                  <a:lnTo>
                    <a:pt x="3574282" y="4075843"/>
                  </a:lnTo>
                  <a:lnTo>
                    <a:pt x="3575605" y="4026858"/>
                  </a:lnTo>
                  <a:lnTo>
                    <a:pt x="3576927" y="4036532"/>
                  </a:lnTo>
                  <a:lnTo>
                    <a:pt x="3578249" y="4194030"/>
                  </a:lnTo>
                  <a:lnTo>
                    <a:pt x="3579572" y="4073058"/>
                  </a:lnTo>
                  <a:lnTo>
                    <a:pt x="3580894" y="4108914"/>
                  </a:lnTo>
                  <a:lnTo>
                    <a:pt x="3582217" y="4143748"/>
                  </a:lnTo>
                  <a:lnTo>
                    <a:pt x="3583539" y="4066319"/>
                  </a:lnTo>
                  <a:lnTo>
                    <a:pt x="3584861" y="4053497"/>
                  </a:lnTo>
                  <a:lnTo>
                    <a:pt x="3586184" y="4060018"/>
                  </a:lnTo>
                  <a:lnTo>
                    <a:pt x="3587506" y="4068915"/>
                  </a:lnTo>
                  <a:lnTo>
                    <a:pt x="3588828" y="4061977"/>
                  </a:lnTo>
                  <a:lnTo>
                    <a:pt x="3590151" y="4160609"/>
                  </a:lnTo>
                  <a:lnTo>
                    <a:pt x="3591473" y="4154720"/>
                  </a:lnTo>
                  <a:lnTo>
                    <a:pt x="3592795" y="4100290"/>
                  </a:lnTo>
                  <a:lnTo>
                    <a:pt x="3594118" y="4018662"/>
                  </a:lnTo>
                  <a:lnTo>
                    <a:pt x="3595440" y="4022748"/>
                  </a:lnTo>
                  <a:lnTo>
                    <a:pt x="3596762" y="4056446"/>
                  </a:lnTo>
                  <a:lnTo>
                    <a:pt x="3598085" y="4037384"/>
                  </a:lnTo>
                  <a:lnTo>
                    <a:pt x="3599407" y="4105152"/>
                  </a:lnTo>
                  <a:lnTo>
                    <a:pt x="3600730" y="4101630"/>
                  </a:lnTo>
                  <a:lnTo>
                    <a:pt x="3602052" y="4037131"/>
                  </a:lnTo>
                  <a:lnTo>
                    <a:pt x="3603374" y="4033318"/>
                  </a:lnTo>
                  <a:lnTo>
                    <a:pt x="3604697" y="4039954"/>
                  </a:lnTo>
                  <a:lnTo>
                    <a:pt x="3606019" y="4069465"/>
                  </a:lnTo>
                  <a:lnTo>
                    <a:pt x="3607341" y="4055369"/>
                  </a:lnTo>
                  <a:lnTo>
                    <a:pt x="3608664" y="4098677"/>
                  </a:lnTo>
                  <a:lnTo>
                    <a:pt x="3609986" y="4150061"/>
                  </a:lnTo>
                  <a:lnTo>
                    <a:pt x="3611308" y="4081231"/>
                  </a:lnTo>
                  <a:lnTo>
                    <a:pt x="3612631" y="4044135"/>
                  </a:lnTo>
                  <a:lnTo>
                    <a:pt x="3613953" y="4056121"/>
                  </a:lnTo>
                  <a:lnTo>
                    <a:pt x="3615276" y="4075091"/>
                  </a:lnTo>
                  <a:lnTo>
                    <a:pt x="3616598" y="4026127"/>
                  </a:lnTo>
                  <a:lnTo>
                    <a:pt x="3617920" y="4088737"/>
                  </a:lnTo>
                  <a:lnTo>
                    <a:pt x="3619243" y="4162769"/>
                  </a:lnTo>
                  <a:lnTo>
                    <a:pt x="3620565" y="4090504"/>
                  </a:lnTo>
                  <a:lnTo>
                    <a:pt x="3621887" y="4088115"/>
                  </a:lnTo>
                  <a:lnTo>
                    <a:pt x="3623210" y="4080070"/>
                  </a:lnTo>
                  <a:lnTo>
                    <a:pt x="3624532" y="4084243"/>
                  </a:lnTo>
                  <a:lnTo>
                    <a:pt x="3625854" y="4076395"/>
                  </a:lnTo>
                  <a:lnTo>
                    <a:pt x="3627177" y="4110156"/>
                  </a:lnTo>
                  <a:lnTo>
                    <a:pt x="3628499" y="4141440"/>
                  </a:lnTo>
                  <a:lnTo>
                    <a:pt x="3629821" y="4073751"/>
                  </a:lnTo>
                  <a:lnTo>
                    <a:pt x="3631144" y="4063345"/>
                  </a:lnTo>
                  <a:lnTo>
                    <a:pt x="3632466" y="4038292"/>
                  </a:lnTo>
                  <a:lnTo>
                    <a:pt x="3633789" y="4011021"/>
                  </a:lnTo>
                  <a:lnTo>
                    <a:pt x="3635111" y="4015125"/>
                  </a:lnTo>
                  <a:lnTo>
                    <a:pt x="3636433" y="4064228"/>
                  </a:lnTo>
                  <a:lnTo>
                    <a:pt x="3637756" y="4074227"/>
                  </a:lnTo>
                  <a:lnTo>
                    <a:pt x="3639078" y="4037762"/>
                  </a:lnTo>
                  <a:lnTo>
                    <a:pt x="3640400" y="4029566"/>
                  </a:lnTo>
                  <a:lnTo>
                    <a:pt x="3641723" y="4011200"/>
                  </a:lnTo>
                  <a:lnTo>
                    <a:pt x="3643045" y="4023168"/>
                  </a:lnTo>
                  <a:lnTo>
                    <a:pt x="3644367" y="4017803"/>
                  </a:lnTo>
                  <a:lnTo>
                    <a:pt x="3645690" y="4077477"/>
                  </a:lnTo>
                  <a:lnTo>
                    <a:pt x="3647012" y="4099311"/>
                  </a:lnTo>
                  <a:lnTo>
                    <a:pt x="3648334" y="4031213"/>
                  </a:lnTo>
                  <a:lnTo>
                    <a:pt x="3649657" y="4006796"/>
                  </a:lnTo>
                  <a:lnTo>
                    <a:pt x="3650979" y="3982003"/>
                  </a:lnTo>
                  <a:lnTo>
                    <a:pt x="3652302" y="3984535"/>
                  </a:lnTo>
                  <a:lnTo>
                    <a:pt x="3653624" y="4019677"/>
                  </a:lnTo>
                  <a:lnTo>
                    <a:pt x="3654946" y="4070853"/>
                  </a:lnTo>
                  <a:lnTo>
                    <a:pt x="3656269" y="4095884"/>
                  </a:lnTo>
                  <a:lnTo>
                    <a:pt x="3657591" y="4013540"/>
                  </a:lnTo>
                  <a:lnTo>
                    <a:pt x="3658913" y="4019516"/>
                  </a:lnTo>
                  <a:lnTo>
                    <a:pt x="3660236" y="3995357"/>
                  </a:lnTo>
                  <a:lnTo>
                    <a:pt x="3661558" y="4018698"/>
                  </a:lnTo>
                  <a:lnTo>
                    <a:pt x="3662880" y="4024605"/>
                  </a:lnTo>
                  <a:lnTo>
                    <a:pt x="3664203" y="4069616"/>
                  </a:lnTo>
                  <a:lnTo>
                    <a:pt x="3665525" y="4077068"/>
                  </a:lnTo>
                  <a:lnTo>
                    <a:pt x="3666848" y="4008740"/>
                  </a:lnTo>
                  <a:lnTo>
                    <a:pt x="3668170" y="4034655"/>
                  </a:lnTo>
                  <a:lnTo>
                    <a:pt x="3669492" y="4041982"/>
                  </a:lnTo>
                  <a:lnTo>
                    <a:pt x="3670815" y="4079730"/>
                  </a:lnTo>
                  <a:lnTo>
                    <a:pt x="3672137" y="4055364"/>
                  </a:lnTo>
                  <a:lnTo>
                    <a:pt x="3673459" y="4142115"/>
                  </a:lnTo>
                  <a:lnTo>
                    <a:pt x="3674782" y="4152449"/>
                  </a:lnTo>
                  <a:lnTo>
                    <a:pt x="3676104" y="4039695"/>
                  </a:lnTo>
                  <a:lnTo>
                    <a:pt x="3677426" y="4059371"/>
                  </a:lnTo>
                  <a:lnTo>
                    <a:pt x="3678749" y="4054870"/>
                  </a:lnTo>
                  <a:lnTo>
                    <a:pt x="3680071" y="4105597"/>
                  </a:lnTo>
                  <a:lnTo>
                    <a:pt x="3681393" y="4073766"/>
                  </a:lnTo>
                  <a:lnTo>
                    <a:pt x="3682716" y="4131878"/>
                  </a:lnTo>
                  <a:lnTo>
                    <a:pt x="3684038" y="4122894"/>
                  </a:lnTo>
                  <a:lnTo>
                    <a:pt x="3685361" y="4081489"/>
                  </a:lnTo>
                  <a:lnTo>
                    <a:pt x="3686683" y="4048531"/>
                  </a:lnTo>
                  <a:lnTo>
                    <a:pt x="3688005" y="4036977"/>
                  </a:lnTo>
                  <a:lnTo>
                    <a:pt x="3689328" y="4069961"/>
                  </a:lnTo>
                  <a:lnTo>
                    <a:pt x="3690650" y="4063737"/>
                  </a:lnTo>
                  <a:lnTo>
                    <a:pt x="3691972" y="4094629"/>
                  </a:lnTo>
                  <a:lnTo>
                    <a:pt x="3693295" y="4104783"/>
                  </a:lnTo>
                  <a:lnTo>
                    <a:pt x="3694617" y="4012596"/>
                  </a:lnTo>
                  <a:lnTo>
                    <a:pt x="3695939" y="4007931"/>
                  </a:lnTo>
                  <a:lnTo>
                    <a:pt x="3697262" y="3980873"/>
                  </a:lnTo>
                  <a:lnTo>
                    <a:pt x="3698584" y="4019741"/>
                  </a:lnTo>
                  <a:lnTo>
                    <a:pt x="3699907" y="4039059"/>
                  </a:lnTo>
                  <a:lnTo>
                    <a:pt x="3701229" y="4086225"/>
                  </a:lnTo>
                  <a:lnTo>
                    <a:pt x="3702551" y="4108034"/>
                  </a:lnTo>
                  <a:lnTo>
                    <a:pt x="3703874" y="4052375"/>
                  </a:lnTo>
                  <a:lnTo>
                    <a:pt x="3705196" y="4075518"/>
                  </a:lnTo>
                  <a:lnTo>
                    <a:pt x="3706518" y="4084105"/>
                  </a:lnTo>
                  <a:lnTo>
                    <a:pt x="3707841" y="4098150"/>
                  </a:lnTo>
                  <a:lnTo>
                    <a:pt x="3709163" y="4093662"/>
                  </a:lnTo>
                  <a:lnTo>
                    <a:pt x="3710485" y="4072237"/>
                  </a:lnTo>
                  <a:lnTo>
                    <a:pt x="3711808" y="4066504"/>
                  </a:lnTo>
                  <a:lnTo>
                    <a:pt x="3713130" y="4013511"/>
                  </a:lnTo>
                  <a:lnTo>
                    <a:pt x="3714452" y="4066828"/>
                  </a:lnTo>
                  <a:lnTo>
                    <a:pt x="3715775" y="4084581"/>
                  </a:lnTo>
                  <a:lnTo>
                    <a:pt x="3717097" y="4060939"/>
                  </a:lnTo>
                  <a:lnTo>
                    <a:pt x="3718420" y="4053341"/>
                  </a:lnTo>
                  <a:lnTo>
                    <a:pt x="3719742" y="4070641"/>
                  </a:lnTo>
                  <a:lnTo>
                    <a:pt x="3721064" y="4121984"/>
                  </a:lnTo>
                  <a:lnTo>
                    <a:pt x="3722387" y="4003426"/>
                  </a:lnTo>
                  <a:lnTo>
                    <a:pt x="3723709" y="4084944"/>
                  </a:lnTo>
                  <a:lnTo>
                    <a:pt x="3725031" y="4068920"/>
                  </a:lnTo>
                  <a:lnTo>
                    <a:pt x="3726354" y="4024111"/>
                  </a:lnTo>
                  <a:lnTo>
                    <a:pt x="3727676" y="4030763"/>
                  </a:lnTo>
                  <a:lnTo>
                    <a:pt x="3728998" y="4080141"/>
                  </a:lnTo>
                  <a:lnTo>
                    <a:pt x="3730321" y="4110890"/>
                  </a:lnTo>
                  <a:lnTo>
                    <a:pt x="3731643" y="4021976"/>
                  </a:lnTo>
                  <a:lnTo>
                    <a:pt x="3732966" y="4001618"/>
                  </a:lnTo>
                  <a:lnTo>
                    <a:pt x="3734288" y="4005916"/>
                  </a:lnTo>
                  <a:lnTo>
                    <a:pt x="3735610" y="4037698"/>
                  </a:lnTo>
                  <a:lnTo>
                    <a:pt x="3736933" y="4056901"/>
                  </a:lnTo>
                  <a:lnTo>
                    <a:pt x="3738255" y="4130223"/>
                  </a:lnTo>
                  <a:lnTo>
                    <a:pt x="3739577" y="4198222"/>
                  </a:lnTo>
                  <a:lnTo>
                    <a:pt x="3740900" y="4089679"/>
                  </a:lnTo>
                  <a:lnTo>
                    <a:pt x="3742222" y="4031661"/>
                  </a:lnTo>
                  <a:lnTo>
                    <a:pt x="3743544" y="4042035"/>
                  </a:lnTo>
                  <a:lnTo>
                    <a:pt x="3744867" y="4046899"/>
                  </a:lnTo>
                  <a:lnTo>
                    <a:pt x="3746189" y="4024697"/>
                  </a:lnTo>
                  <a:lnTo>
                    <a:pt x="3747511" y="4066371"/>
                  </a:lnTo>
                  <a:lnTo>
                    <a:pt x="3748834" y="4096442"/>
                  </a:lnTo>
                  <a:lnTo>
                    <a:pt x="3750156" y="4018925"/>
                  </a:lnTo>
                  <a:lnTo>
                    <a:pt x="3751479" y="4078840"/>
                  </a:lnTo>
                  <a:lnTo>
                    <a:pt x="3752801" y="4076802"/>
                  </a:lnTo>
                  <a:lnTo>
                    <a:pt x="3754123" y="4105850"/>
                  </a:lnTo>
                  <a:lnTo>
                    <a:pt x="3755446" y="4133400"/>
                  </a:lnTo>
                  <a:lnTo>
                    <a:pt x="3756768" y="4165140"/>
                  </a:lnTo>
                  <a:lnTo>
                    <a:pt x="3758090" y="4156904"/>
                  </a:lnTo>
                  <a:lnTo>
                    <a:pt x="3759413" y="4062855"/>
                  </a:lnTo>
                  <a:lnTo>
                    <a:pt x="3760735" y="4025029"/>
                  </a:lnTo>
                  <a:lnTo>
                    <a:pt x="3762057" y="4050610"/>
                  </a:lnTo>
                  <a:lnTo>
                    <a:pt x="3763380" y="4024201"/>
                  </a:lnTo>
                  <a:lnTo>
                    <a:pt x="3764702" y="4075822"/>
                  </a:lnTo>
                  <a:lnTo>
                    <a:pt x="3766025" y="4089749"/>
                  </a:lnTo>
                  <a:lnTo>
                    <a:pt x="3767347" y="4079044"/>
                  </a:lnTo>
                  <a:lnTo>
                    <a:pt x="3768669" y="4024464"/>
                  </a:lnTo>
                  <a:lnTo>
                    <a:pt x="3769992" y="4005402"/>
                  </a:lnTo>
                  <a:lnTo>
                    <a:pt x="3771314" y="4025738"/>
                  </a:lnTo>
                  <a:lnTo>
                    <a:pt x="3772636" y="4055829"/>
                  </a:lnTo>
                  <a:lnTo>
                    <a:pt x="3773959" y="4071178"/>
                  </a:lnTo>
                  <a:lnTo>
                    <a:pt x="3775281" y="4168800"/>
                  </a:lnTo>
                  <a:lnTo>
                    <a:pt x="3776603" y="4127221"/>
                  </a:lnTo>
                  <a:lnTo>
                    <a:pt x="3777981" y="4032307"/>
                  </a:lnTo>
                  <a:lnTo>
                    <a:pt x="3779303" y="3997511"/>
                  </a:lnTo>
                  <a:lnTo>
                    <a:pt x="3780626" y="3998076"/>
                  </a:lnTo>
                  <a:lnTo>
                    <a:pt x="3781948" y="4031141"/>
                  </a:lnTo>
                  <a:lnTo>
                    <a:pt x="3783270" y="4094779"/>
                  </a:lnTo>
                  <a:lnTo>
                    <a:pt x="3784593" y="4124180"/>
                  </a:lnTo>
                  <a:lnTo>
                    <a:pt x="3785915" y="4129011"/>
                  </a:lnTo>
                  <a:lnTo>
                    <a:pt x="3787237" y="4055280"/>
                  </a:lnTo>
                  <a:lnTo>
                    <a:pt x="3788560" y="4030727"/>
                  </a:lnTo>
                  <a:lnTo>
                    <a:pt x="3789882" y="3974945"/>
                  </a:lnTo>
                  <a:lnTo>
                    <a:pt x="3791204" y="4030638"/>
                  </a:lnTo>
                  <a:lnTo>
                    <a:pt x="3792527" y="4003597"/>
                  </a:lnTo>
                  <a:lnTo>
                    <a:pt x="3793849" y="4036923"/>
                  </a:lnTo>
                  <a:lnTo>
                    <a:pt x="3795172" y="4041342"/>
                  </a:lnTo>
                  <a:lnTo>
                    <a:pt x="3796494" y="4040521"/>
                  </a:lnTo>
                  <a:lnTo>
                    <a:pt x="3797816" y="4033806"/>
                  </a:lnTo>
                  <a:lnTo>
                    <a:pt x="3799139" y="4003860"/>
                  </a:lnTo>
                  <a:lnTo>
                    <a:pt x="3800461" y="4014639"/>
                  </a:lnTo>
                  <a:lnTo>
                    <a:pt x="3801783" y="4060200"/>
                  </a:lnTo>
                  <a:lnTo>
                    <a:pt x="3803106" y="4058983"/>
                  </a:lnTo>
                  <a:lnTo>
                    <a:pt x="3804428" y="4066839"/>
                  </a:lnTo>
                  <a:lnTo>
                    <a:pt x="3805750" y="4038954"/>
                  </a:lnTo>
                  <a:lnTo>
                    <a:pt x="3807073" y="4007492"/>
                  </a:lnTo>
                  <a:lnTo>
                    <a:pt x="3808395" y="3965969"/>
                  </a:lnTo>
                  <a:lnTo>
                    <a:pt x="3809717" y="3985407"/>
                  </a:lnTo>
                  <a:lnTo>
                    <a:pt x="3811040" y="4025339"/>
                  </a:lnTo>
                  <a:lnTo>
                    <a:pt x="3812362" y="4105134"/>
                  </a:lnTo>
                  <a:lnTo>
                    <a:pt x="3813685" y="4087389"/>
                  </a:lnTo>
                  <a:lnTo>
                    <a:pt x="3815007" y="3979065"/>
                  </a:lnTo>
                  <a:lnTo>
                    <a:pt x="3816329" y="4002111"/>
                  </a:lnTo>
                  <a:lnTo>
                    <a:pt x="3817652" y="4050382"/>
                  </a:lnTo>
                  <a:lnTo>
                    <a:pt x="3818974" y="4105699"/>
                  </a:lnTo>
                  <a:lnTo>
                    <a:pt x="3820296" y="4046812"/>
                  </a:lnTo>
                  <a:lnTo>
                    <a:pt x="3821619" y="4034962"/>
                  </a:lnTo>
                  <a:lnTo>
                    <a:pt x="3822941" y="4032287"/>
                  </a:lnTo>
                  <a:lnTo>
                    <a:pt x="3824263" y="4009376"/>
                  </a:lnTo>
                  <a:lnTo>
                    <a:pt x="3825586" y="3977615"/>
                  </a:lnTo>
                  <a:lnTo>
                    <a:pt x="3826908" y="3998559"/>
                  </a:lnTo>
                  <a:lnTo>
                    <a:pt x="3828230" y="4036164"/>
                  </a:lnTo>
                  <a:lnTo>
                    <a:pt x="3829553" y="4101937"/>
                  </a:lnTo>
                  <a:lnTo>
                    <a:pt x="3830875" y="4113806"/>
                  </a:lnTo>
                  <a:lnTo>
                    <a:pt x="3832198" y="4259988"/>
                  </a:lnTo>
                  <a:lnTo>
                    <a:pt x="3833520" y="4075728"/>
                  </a:lnTo>
                  <a:lnTo>
                    <a:pt x="3834842" y="4046245"/>
                  </a:lnTo>
                  <a:lnTo>
                    <a:pt x="3836165" y="4058852"/>
                  </a:lnTo>
                  <a:lnTo>
                    <a:pt x="3837487" y="4018971"/>
                  </a:lnTo>
                  <a:lnTo>
                    <a:pt x="3838809" y="4068593"/>
                  </a:lnTo>
                  <a:lnTo>
                    <a:pt x="3840132" y="4150242"/>
                  </a:lnTo>
                  <a:lnTo>
                    <a:pt x="3841454" y="4196013"/>
                  </a:lnTo>
                  <a:lnTo>
                    <a:pt x="3842776" y="4042166"/>
                  </a:lnTo>
                  <a:lnTo>
                    <a:pt x="3844099" y="4067468"/>
                  </a:lnTo>
                  <a:lnTo>
                    <a:pt x="3845421" y="4046058"/>
                  </a:lnTo>
                  <a:lnTo>
                    <a:pt x="3846744" y="4080175"/>
                  </a:lnTo>
                  <a:lnTo>
                    <a:pt x="3848066" y="4112330"/>
                  </a:lnTo>
                  <a:lnTo>
                    <a:pt x="3849388" y="4120301"/>
                  </a:lnTo>
                  <a:lnTo>
                    <a:pt x="3850711" y="4130318"/>
                  </a:lnTo>
                  <a:lnTo>
                    <a:pt x="3852033" y="4107087"/>
                  </a:lnTo>
                  <a:lnTo>
                    <a:pt x="3853355" y="4116215"/>
                  </a:lnTo>
                  <a:lnTo>
                    <a:pt x="3854678" y="4125572"/>
                  </a:lnTo>
                  <a:lnTo>
                    <a:pt x="3856000" y="4086422"/>
                  </a:lnTo>
                  <a:lnTo>
                    <a:pt x="3857322" y="4060711"/>
                  </a:lnTo>
                  <a:lnTo>
                    <a:pt x="3858645" y="4082341"/>
                  </a:lnTo>
                  <a:lnTo>
                    <a:pt x="3859967" y="4107666"/>
                  </a:lnTo>
                  <a:lnTo>
                    <a:pt x="3861289" y="4135893"/>
                  </a:lnTo>
                  <a:lnTo>
                    <a:pt x="3862612" y="4091900"/>
                  </a:lnTo>
                  <a:lnTo>
                    <a:pt x="3863934" y="4078218"/>
                  </a:lnTo>
                  <a:lnTo>
                    <a:pt x="3865257" y="4054252"/>
                  </a:lnTo>
                  <a:lnTo>
                    <a:pt x="3866579" y="4132553"/>
                  </a:lnTo>
                  <a:lnTo>
                    <a:pt x="3867901" y="4168079"/>
                  </a:lnTo>
                  <a:lnTo>
                    <a:pt x="3869224" y="4074608"/>
                  </a:lnTo>
                  <a:lnTo>
                    <a:pt x="3870546" y="4058763"/>
                  </a:lnTo>
                  <a:lnTo>
                    <a:pt x="3871868" y="4044097"/>
                  </a:lnTo>
                  <a:lnTo>
                    <a:pt x="3873191" y="4086706"/>
                  </a:lnTo>
                  <a:lnTo>
                    <a:pt x="3874513" y="4070337"/>
                  </a:lnTo>
                  <a:lnTo>
                    <a:pt x="3875835" y="4079229"/>
                  </a:lnTo>
                  <a:lnTo>
                    <a:pt x="3877158" y="4097296"/>
                  </a:lnTo>
                  <a:lnTo>
                    <a:pt x="3878480" y="4153873"/>
                  </a:lnTo>
                  <a:lnTo>
                    <a:pt x="3879803" y="4061550"/>
                  </a:lnTo>
                  <a:lnTo>
                    <a:pt x="3881125" y="4149467"/>
                  </a:lnTo>
                  <a:lnTo>
                    <a:pt x="3882447" y="4139619"/>
                  </a:lnTo>
                  <a:lnTo>
                    <a:pt x="3883770" y="4058543"/>
                  </a:lnTo>
                  <a:lnTo>
                    <a:pt x="3885092" y="4066368"/>
                  </a:lnTo>
                  <a:lnTo>
                    <a:pt x="3886414" y="4097344"/>
                  </a:lnTo>
                  <a:lnTo>
                    <a:pt x="3887737" y="4084796"/>
                  </a:lnTo>
                  <a:lnTo>
                    <a:pt x="3889059" y="4019485"/>
                  </a:lnTo>
                  <a:lnTo>
                    <a:pt x="3890381" y="4037506"/>
                  </a:lnTo>
                  <a:lnTo>
                    <a:pt x="3891704" y="4011087"/>
                  </a:lnTo>
                  <a:lnTo>
                    <a:pt x="3893026" y="3976500"/>
                  </a:lnTo>
                  <a:lnTo>
                    <a:pt x="3894348" y="3984438"/>
                  </a:lnTo>
                  <a:lnTo>
                    <a:pt x="3895671" y="4045163"/>
                  </a:lnTo>
                  <a:lnTo>
                    <a:pt x="3896993" y="4084814"/>
                  </a:lnTo>
                  <a:lnTo>
                    <a:pt x="3898316" y="4062726"/>
                  </a:lnTo>
                  <a:lnTo>
                    <a:pt x="3899638" y="4098805"/>
                  </a:lnTo>
                  <a:lnTo>
                    <a:pt x="3900960" y="4088898"/>
                  </a:lnTo>
                  <a:lnTo>
                    <a:pt x="3902283" y="4091376"/>
                  </a:lnTo>
                  <a:lnTo>
                    <a:pt x="3903605" y="4131395"/>
                  </a:lnTo>
                  <a:lnTo>
                    <a:pt x="3904927" y="4226847"/>
                  </a:lnTo>
                  <a:lnTo>
                    <a:pt x="3906250" y="4123994"/>
                  </a:lnTo>
                  <a:lnTo>
                    <a:pt x="3907572" y="4123060"/>
                  </a:lnTo>
                  <a:lnTo>
                    <a:pt x="3908894" y="4121725"/>
                  </a:lnTo>
                  <a:lnTo>
                    <a:pt x="3910217" y="4070639"/>
                  </a:lnTo>
                  <a:lnTo>
                    <a:pt x="3911539" y="4066217"/>
                  </a:lnTo>
                  <a:lnTo>
                    <a:pt x="3912862" y="4067647"/>
                  </a:lnTo>
                  <a:lnTo>
                    <a:pt x="3914184" y="4120651"/>
                  </a:lnTo>
                  <a:lnTo>
                    <a:pt x="3915506" y="4241619"/>
                  </a:lnTo>
                  <a:lnTo>
                    <a:pt x="3916829" y="4204765"/>
                  </a:lnTo>
                  <a:lnTo>
                    <a:pt x="3918151" y="4214468"/>
                  </a:lnTo>
                  <a:lnTo>
                    <a:pt x="3919473" y="4173367"/>
                  </a:lnTo>
                  <a:lnTo>
                    <a:pt x="3920796" y="4062110"/>
                  </a:lnTo>
                  <a:lnTo>
                    <a:pt x="3922118" y="4071649"/>
                  </a:lnTo>
                  <a:lnTo>
                    <a:pt x="3923440" y="4167383"/>
                  </a:lnTo>
                  <a:lnTo>
                    <a:pt x="3924763" y="4288269"/>
                  </a:lnTo>
                  <a:lnTo>
                    <a:pt x="3926085" y="4112246"/>
                  </a:lnTo>
                  <a:lnTo>
                    <a:pt x="3927407" y="4158602"/>
                  </a:lnTo>
                  <a:lnTo>
                    <a:pt x="3928730" y="4103096"/>
                  </a:lnTo>
                  <a:lnTo>
                    <a:pt x="3930052" y="4116805"/>
                  </a:lnTo>
                  <a:lnTo>
                    <a:pt x="3931375" y="4143498"/>
                  </a:lnTo>
                  <a:lnTo>
                    <a:pt x="3932697" y="4276710"/>
                  </a:lnTo>
                  <a:lnTo>
                    <a:pt x="3934019" y="4219901"/>
                  </a:lnTo>
                  <a:lnTo>
                    <a:pt x="3935342" y="4110356"/>
                  </a:lnTo>
                  <a:lnTo>
                    <a:pt x="3936664" y="4144887"/>
                  </a:lnTo>
                  <a:lnTo>
                    <a:pt x="3937986" y="4098429"/>
                  </a:lnTo>
                  <a:lnTo>
                    <a:pt x="3939309" y="4056873"/>
                  </a:lnTo>
                  <a:lnTo>
                    <a:pt x="3940631" y="4102303"/>
                  </a:lnTo>
                  <a:lnTo>
                    <a:pt x="3941953" y="4238123"/>
                  </a:lnTo>
                  <a:lnTo>
                    <a:pt x="3943276" y="4136905"/>
                  </a:lnTo>
                  <a:lnTo>
                    <a:pt x="3944598" y="4089174"/>
                  </a:lnTo>
                  <a:lnTo>
                    <a:pt x="3945921" y="4070332"/>
                  </a:lnTo>
                  <a:lnTo>
                    <a:pt x="3947243" y="4049700"/>
                  </a:lnTo>
                  <a:lnTo>
                    <a:pt x="3948565" y="4071421"/>
                  </a:lnTo>
                  <a:lnTo>
                    <a:pt x="3949888" y="4105755"/>
                  </a:lnTo>
                  <a:lnTo>
                    <a:pt x="3951210" y="4114279"/>
                  </a:lnTo>
                  <a:lnTo>
                    <a:pt x="3952532" y="4187819"/>
                  </a:lnTo>
                  <a:lnTo>
                    <a:pt x="3953855" y="4065028"/>
                  </a:lnTo>
                  <a:lnTo>
                    <a:pt x="3955177" y="4150116"/>
                  </a:lnTo>
                  <a:lnTo>
                    <a:pt x="3956499" y="4147499"/>
                  </a:lnTo>
                  <a:lnTo>
                    <a:pt x="3957822" y="4206503"/>
                  </a:lnTo>
                  <a:lnTo>
                    <a:pt x="3959144" y="4191312"/>
                  </a:lnTo>
                  <a:lnTo>
                    <a:pt x="3960466" y="4107047"/>
                  </a:lnTo>
                  <a:lnTo>
                    <a:pt x="3961789" y="4211991"/>
                  </a:lnTo>
                  <a:lnTo>
                    <a:pt x="3963111" y="4101377"/>
                  </a:lnTo>
                  <a:lnTo>
                    <a:pt x="3964434" y="4119838"/>
                  </a:lnTo>
                  <a:lnTo>
                    <a:pt x="3965756" y="4130666"/>
                  </a:lnTo>
                  <a:lnTo>
                    <a:pt x="3967078" y="4116721"/>
                  </a:lnTo>
                  <a:lnTo>
                    <a:pt x="3968401" y="4138542"/>
                  </a:lnTo>
                  <a:lnTo>
                    <a:pt x="3969723" y="4226914"/>
                  </a:lnTo>
                  <a:lnTo>
                    <a:pt x="3971045" y="4231818"/>
                  </a:lnTo>
                  <a:lnTo>
                    <a:pt x="3972368" y="4188578"/>
                  </a:lnTo>
                  <a:lnTo>
                    <a:pt x="3973690" y="4167289"/>
                  </a:lnTo>
                  <a:lnTo>
                    <a:pt x="3975012" y="4151272"/>
                  </a:lnTo>
                  <a:lnTo>
                    <a:pt x="3976335" y="4156379"/>
                  </a:lnTo>
                  <a:lnTo>
                    <a:pt x="3977657" y="4160558"/>
                  </a:lnTo>
                  <a:lnTo>
                    <a:pt x="3978979" y="4201410"/>
                  </a:lnTo>
                  <a:lnTo>
                    <a:pt x="3980302" y="4238417"/>
                  </a:lnTo>
                  <a:lnTo>
                    <a:pt x="3981569" y="4149684"/>
                  </a:lnTo>
                  <a:lnTo>
                    <a:pt x="3982891" y="4138330"/>
                  </a:lnTo>
                  <a:lnTo>
                    <a:pt x="3984214" y="4149434"/>
                  </a:lnTo>
                  <a:lnTo>
                    <a:pt x="3985536" y="4170357"/>
                  </a:lnTo>
                  <a:lnTo>
                    <a:pt x="3986859" y="4154515"/>
                  </a:lnTo>
                  <a:lnTo>
                    <a:pt x="3988181" y="4169168"/>
                  </a:lnTo>
                  <a:lnTo>
                    <a:pt x="3989503" y="4233484"/>
                  </a:lnTo>
                  <a:lnTo>
                    <a:pt x="3990826" y="4186415"/>
                  </a:lnTo>
                  <a:lnTo>
                    <a:pt x="3992148" y="4148337"/>
                  </a:lnTo>
                  <a:lnTo>
                    <a:pt x="3993470" y="4130093"/>
                  </a:lnTo>
                  <a:lnTo>
                    <a:pt x="3994793" y="4148516"/>
                  </a:lnTo>
                  <a:lnTo>
                    <a:pt x="3996115" y="4150797"/>
                  </a:lnTo>
                  <a:lnTo>
                    <a:pt x="3997437" y="4164808"/>
                  </a:lnTo>
                  <a:lnTo>
                    <a:pt x="3998760" y="4213076"/>
                  </a:lnTo>
                  <a:lnTo>
                    <a:pt x="4000082" y="4256814"/>
                  </a:lnTo>
                  <a:lnTo>
                    <a:pt x="4001405" y="4170674"/>
                  </a:lnTo>
                  <a:lnTo>
                    <a:pt x="4002727" y="4169012"/>
                  </a:lnTo>
                  <a:lnTo>
                    <a:pt x="4004049" y="4137430"/>
                  </a:lnTo>
                  <a:lnTo>
                    <a:pt x="4005372" y="4122372"/>
                  </a:lnTo>
                  <a:lnTo>
                    <a:pt x="4006694" y="4168621"/>
                  </a:lnTo>
                  <a:lnTo>
                    <a:pt x="4008016" y="4224363"/>
                  </a:lnTo>
                  <a:lnTo>
                    <a:pt x="4009339" y="4227969"/>
                  </a:lnTo>
                  <a:lnTo>
                    <a:pt x="4010661" y="4241149"/>
                  </a:lnTo>
                  <a:lnTo>
                    <a:pt x="4011983" y="4216000"/>
                  </a:lnTo>
                  <a:lnTo>
                    <a:pt x="4013306" y="4122457"/>
                  </a:lnTo>
                  <a:lnTo>
                    <a:pt x="4014628" y="4166069"/>
                  </a:lnTo>
                  <a:lnTo>
                    <a:pt x="4015950" y="4189320"/>
                  </a:lnTo>
                  <a:lnTo>
                    <a:pt x="4017273" y="4176878"/>
                  </a:lnTo>
                  <a:lnTo>
                    <a:pt x="4018595" y="4136307"/>
                  </a:lnTo>
                  <a:lnTo>
                    <a:pt x="4019918" y="4139005"/>
                  </a:lnTo>
                  <a:lnTo>
                    <a:pt x="4021240" y="4151324"/>
                  </a:lnTo>
                  <a:lnTo>
                    <a:pt x="4022562" y="4170035"/>
                  </a:lnTo>
                  <a:lnTo>
                    <a:pt x="4023885" y="4231345"/>
                  </a:lnTo>
                  <a:lnTo>
                    <a:pt x="4025207" y="4216253"/>
                  </a:lnTo>
                  <a:lnTo>
                    <a:pt x="4026529" y="4206546"/>
                  </a:lnTo>
                  <a:lnTo>
                    <a:pt x="4027852" y="4130921"/>
                  </a:lnTo>
                  <a:lnTo>
                    <a:pt x="4029174" y="4159512"/>
                  </a:lnTo>
                  <a:lnTo>
                    <a:pt x="4030496" y="4160936"/>
                  </a:lnTo>
                  <a:lnTo>
                    <a:pt x="4031819" y="4146552"/>
                  </a:lnTo>
                  <a:lnTo>
                    <a:pt x="4033141" y="4146843"/>
                  </a:lnTo>
                  <a:lnTo>
                    <a:pt x="4034463" y="4157885"/>
                  </a:lnTo>
                  <a:lnTo>
                    <a:pt x="4035786" y="4215603"/>
                  </a:lnTo>
                  <a:lnTo>
                    <a:pt x="4037108" y="4202704"/>
                  </a:lnTo>
                  <a:lnTo>
                    <a:pt x="4038431" y="4156106"/>
                  </a:lnTo>
                  <a:lnTo>
                    <a:pt x="4039753" y="4110169"/>
                  </a:lnTo>
                  <a:lnTo>
                    <a:pt x="4041075" y="4152960"/>
                  </a:lnTo>
                  <a:lnTo>
                    <a:pt x="4042398" y="4163409"/>
                  </a:lnTo>
                  <a:lnTo>
                    <a:pt x="4043720" y="4188744"/>
                  </a:lnTo>
                  <a:lnTo>
                    <a:pt x="4045042" y="4211176"/>
                  </a:lnTo>
                  <a:lnTo>
                    <a:pt x="4046365" y="4171641"/>
                  </a:lnTo>
                  <a:lnTo>
                    <a:pt x="4047687" y="4147431"/>
                  </a:lnTo>
                  <a:lnTo>
                    <a:pt x="4049009" y="4096094"/>
                  </a:lnTo>
                  <a:lnTo>
                    <a:pt x="4050332" y="4172641"/>
                  </a:lnTo>
                  <a:lnTo>
                    <a:pt x="4051654" y="4177226"/>
                  </a:lnTo>
                  <a:lnTo>
                    <a:pt x="4052977" y="4223713"/>
                  </a:lnTo>
                  <a:lnTo>
                    <a:pt x="4054299" y="4238187"/>
                  </a:lnTo>
                  <a:lnTo>
                    <a:pt x="4055621" y="4178467"/>
                  </a:lnTo>
                  <a:lnTo>
                    <a:pt x="4056944" y="4124490"/>
                  </a:lnTo>
                  <a:lnTo>
                    <a:pt x="4058266" y="4152280"/>
                  </a:lnTo>
                  <a:lnTo>
                    <a:pt x="4059588" y="4167532"/>
                  </a:lnTo>
                  <a:lnTo>
                    <a:pt x="4060911" y="4153538"/>
                  </a:lnTo>
                  <a:lnTo>
                    <a:pt x="4062233" y="4215867"/>
                  </a:lnTo>
                  <a:lnTo>
                    <a:pt x="4063555" y="4244864"/>
                  </a:lnTo>
                  <a:lnTo>
                    <a:pt x="4064878" y="4225637"/>
                  </a:lnTo>
                  <a:lnTo>
                    <a:pt x="4066200" y="4118866"/>
                  </a:lnTo>
                  <a:lnTo>
                    <a:pt x="4067522" y="4115808"/>
                  </a:lnTo>
                  <a:lnTo>
                    <a:pt x="4068845" y="4129845"/>
                  </a:lnTo>
                  <a:lnTo>
                    <a:pt x="4070167" y="4143670"/>
                  </a:lnTo>
                  <a:lnTo>
                    <a:pt x="4071490" y="4240458"/>
                  </a:lnTo>
                  <a:lnTo>
                    <a:pt x="4072812" y="4184525"/>
                  </a:lnTo>
                  <a:lnTo>
                    <a:pt x="4074134" y="4100283"/>
                  </a:lnTo>
                  <a:lnTo>
                    <a:pt x="4075457" y="4067708"/>
                  </a:lnTo>
                  <a:lnTo>
                    <a:pt x="4076779" y="4100311"/>
                  </a:lnTo>
                  <a:lnTo>
                    <a:pt x="4078101" y="4145122"/>
                  </a:lnTo>
                  <a:lnTo>
                    <a:pt x="4079424" y="4165629"/>
                  </a:lnTo>
                  <a:lnTo>
                    <a:pt x="4080746" y="4171017"/>
                  </a:lnTo>
                  <a:lnTo>
                    <a:pt x="4082068" y="4179226"/>
                  </a:lnTo>
                  <a:lnTo>
                    <a:pt x="4083391" y="4102221"/>
                  </a:lnTo>
                  <a:lnTo>
                    <a:pt x="4084713" y="4083399"/>
                  </a:lnTo>
                  <a:lnTo>
                    <a:pt x="4086036" y="4064281"/>
                  </a:lnTo>
                  <a:lnTo>
                    <a:pt x="4087358" y="4097618"/>
                  </a:lnTo>
                  <a:lnTo>
                    <a:pt x="4088680" y="4109586"/>
                  </a:lnTo>
                  <a:lnTo>
                    <a:pt x="4090003" y="4144992"/>
                  </a:lnTo>
                  <a:lnTo>
                    <a:pt x="4091325" y="4173132"/>
                  </a:lnTo>
                  <a:lnTo>
                    <a:pt x="4092647" y="4111264"/>
                  </a:lnTo>
                  <a:lnTo>
                    <a:pt x="4093970" y="4091859"/>
                  </a:lnTo>
                  <a:lnTo>
                    <a:pt x="4095292" y="4074498"/>
                  </a:lnTo>
                  <a:lnTo>
                    <a:pt x="4096614" y="4081372"/>
                  </a:lnTo>
                  <a:lnTo>
                    <a:pt x="4097937" y="4079206"/>
                  </a:lnTo>
                  <a:lnTo>
                    <a:pt x="4099259" y="4128137"/>
                  </a:lnTo>
                  <a:lnTo>
                    <a:pt x="4100581" y="4187816"/>
                  </a:lnTo>
                  <a:lnTo>
                    <a:pt x="4101904" y="4124147"/>
                  </a:lnTo>
                  <a:lnTo>
                    <a:pt x="4103226" y="4175243"/>
                  </a:lnTo>
                  <a:lnTo>
                    <a:pt x="4104549" y="4094048"/>
                  </a:lnTo>
                  <a:lnTo>
                    <a:pt x="4105871" y="4053978"/>
                  </a:lnTo>
                  <a:lnTo>
                    <a:pt x="4107193" y="4078420"/>
                  </a:lnTo>
                  <a:lnTo>
                    <a:pt x="4108516" y="4192906"/>
                  </a:lnTo>
                  <a:lnTo>
                    <a:pt x="4109838" y="4205727"/>
                  </a:lnTo>
                  <a:lnTo>
                    <a:pt x="4111160" y="4190864"/>
                  </a:lnTo>
                  <a:lnTo>
                    <a:pt x="4112483" y="4097012"/>
                  </a:lnTo>
                  <a:lnTo>
                    <a:pt x="4113805" y="4039862"/>
                  </a:lnTo>
                  <a:lnTo>
                    <a:pt x="4115127" y="4032438"/>
                  </a:lnTo>
                  <a:lnTo>
                    <a:pt x="4116450" y="4068063"/>
                  </a:lnTo>
                  <a:lnTo>
                    <a:pt x="4117772" y="4117271"/>
                  </a:lnTo>
                  <a:lnTo>
                    <a:pt x="4119095" y="4140775"/>
                  </a:lnTo>
                  <a:lnTo>
                    <a:pt x="4120417" y="4083059"/>
                  </a:lnTo>
                  <a:lnTo>
                    <a:pt x="4121739" y="4067176"/>
                  </a:lnTo>
                  <a:lnTo>
                    <a:pt x="4123062" y="4036819"/>
                  </a:lnTo>
                  <a:lnTo>
                    <a:pt x="4124384" y="4020025"/>
                  </a:lnTo>
                  <a:lnTo>
                    <a:pt x="4125706" y="4062182"/>
                  </a:lnTo>
                  <a:lnTo>
                    <a:pt x="4127029" y="4114744"/>
                  </a:lnTo>
                  <a:lnTo>
                    <a:pt x="4128351" y="4122314"/>
                  </a:lnTo>
                  <a:lnTo>
                    <a:pt x="4129673" y="4090504"/>
                  </a:lnTo>
                  <a:lnTo>
                    <a:pt x="4130996" y="4098170"/>
                  </a:lnTo>
                  <a:lnTo>
                    <a:pt x="4132318" y="4081978"/>
                  </a:lnTo>
                  <a:lnTo>
                    <a:pt x="4133640" y="4073756"/>
                  </a:lnTo>
                  <a:lnTo>
                    <a:pt x="4134963" y="4101597"/>
                  </a:lnTo>
                  <a:lnTo>
                    <a:pt x="4136285" y="4136182"/>
                  </a:lnTo>
                  <a:lnTo>
                    <a:pt x="4137608" y="4177189"/>
                  </a:lnTo>
                  <a:lnTo>
                    <a:pt x="4138930" y="4093145"/>
                  </a:lnTo>
                  <a:lnTo>
                    <a:pt x="4140252" y="4151858"/>
                  </a:lnTo>
                  <a:lnTo>
                    <a:pt x="4141575" y="4165463"/>
                  </a:lnTo>
                  <a:lnTo>
                    <a:pt x="4142897" y="4074198"/>
                  </a:lnTo>
                  <a:lnTo>
                    <a:pt x="4144219" y="4056464"/>
                  </a:lnTo>
                  <a:lnTo>
                    <a:pt x="4145542" y="4119056"/>
                  </a:lnTo>
                  <a:lnTo>
                    <a:pt x="4146864" y="4119795"/>
                  </a:lnTo>
                  <a:lnTo>
                    <a:pt x="4148186" y="4067447"/>
                  </a:lnTo>
                  <a:lnTo>
                    <a:pt x="4149509" y="4069444"/>
                  </a:lnTo>
                  <a:lnTo>
                    <a:pt x="4150831" y="4111110"/>
                  </a:lnTo>
                  <a:lnTo>
                    <a:pt x="4152153" y="4088555"/>
                  </a:lnTo>
                  <a:lnTo>
                    <a:pt x="4153476" y="4071989"/>
                  </a:lnTo>
                  <a:lnTo>
                    <a:pt x="4154798" y="4096173"/>
                  </a:lnTo>
                  <a:lnTo>
                    <a:pt x="4156121" y="4117685"/>
                  </a:lnTo>
                  <a:lnTo>
                    <a:pt x="4157443" y="4065854"/>
                  </a:lnTo>
                  <a:lnTo>
                    <a:pt x="4158765" y="4070035"/>
                  </a:lnTo>
                  <a:lnTo>
                    <a:pt x="4160088" y="4072692"/>
                  </a:lnTo>
                  <a:lnTo>
                    <a:pt x="4161410" y="4055991"/>
                  </a:lnTo>
                  <a:lnTo>
                    <a:pt x="4162732" y="4042240"/>
                  </a:lnTo>
                  <a:lnTo>
                    <a:pt x="4164055" y="4097265"/>
                  </a:lnTo>
                  <a:lnTo>
                    <a:pt x="4165377" y="4116759"/>
                  </a:lnTo>
                  <a:lnTo>
                    <a:pt x="4166699" y="4045081"/>
                  </a:lnTo>
                  <a:lnTo>
                    <a:pt x="4168022" y="4032625"/>
                  </a:lnTo>
                  <a:lnTo>
                    <a:pt x="4169344" y="4058185"/>
                  </a:lnTo>
                  <a:lnTo>
                    <a:pt x="4170667" y="4058931"/>
                  </a:lnTo>
                  <a:lnTo>
                    <a:pt x="4171989" y="4097582"/>
                  </a:lnTo>
                  <a:lnTo>
                    <a:pt x="4173311" y="4146559"/>
                  </a:lnTo>
                  <a:lnTo>
                    <a:pt x="4174634" y="4168912"/>
                  </a:lnTo>
                  <a:lnTo>
                    <a:pt x="4175956" y="4018337"/>
                  </a:lnTo>
                  <a:lnTo>
                    <a:pt x="4177278" y="4056747"/>
                  </a:lnTo>
                  <a:lnTo>
                    <a:pt x="4178601" y="4177218"/>
                  </a:lnTo>
                  <a:lnTo>
                    <a:pt x="4179923" y="4008601"/>
                  </a:lnTo>
                  <a:lnTo>
                    <a:pt x="4181245" y="4043010"/>
                  </a:lnTo>
                  <a:lnTo>
                    <a:pt x="4182568" y="4074065"/>
                  </a:lnTo>
                  <a:lnTo>
                    <a:pt x="4183890" y="4085243"/>
                  </a:lnTo>
                  <a:lnTo>
                    <a:pt x="4185212" y="3961161"/>
                  </a:lnTo>
                  <a:lnTo>
                    <a:pt x="4186535" y="3987107"/>
                  </a:lnTo>
                  <a:lnTo>
                    <a:pt x="4187857" y="3987033"/>
                  </a:lnTo>
                  <a:lnTo>
                    <a:pt x="4189180" y="4044022"/>
                  </a:lnTo>
                  <a:lnTo>
                    <a:pt x="4190502" y="4057599"/>
                  </a:lnTo>
                  <a:lnTo>
                    <a:pt x="4191824" y="4087732"/>
                  </a:lnTo>
                  <a:lnTo>
                    <a:pt x="4193147" y="4079014"/>
                  </a:lnTo>
                  <a:lnTo>
                    <a:pt x="4194469" y="4025582"/>
                  </a:lnTo>
                  <a:lnTo>
                    <a:pt x="4195791" y="4062051"/>
                  </a:lnTo>
                  <a:lnTo>
                    <a:pt x="4197114" y="4068000"/>
                  </a:lnTo>
                  <a:lnTo>
                    <a:pt x="4198436" y="4002277"/>
                  </a:lnTo>
                  <a:lnTo>
                    <a:pt x="4199758" y="3999352"/>
                  </a:lnTo>
                  <a:lnTo>
                    <a:pt x="4201081" y="4079257"/>
                  </a:lnTo>
                  <a:lnTo>
                    <a:pt x="4202403" y="4099400"/>
                  </a:lnTo>
                  <a:lnTo>
                    <a:pt x="4203726" y="3966831"/>
                  </a:lnTo>
                  <a:lnTo>
                    <a:pt x="4205048" y="3861972"/>
                  </a:lnTo>
                  <a:lnTo>
                    <a:pt x="4206370" y="3964990"/>
                  </a:lnTo>
                  <a:lnTo>
                    <a:pt x="4207693" y="4008018"/>
                  </a:lnTo>
                  <a:lnTo>
                    <a:pt x="4209015" y="4034256"/>
                  </a:lnTo>
                  <a:lnTo>
                    <a:pt x="4210337" y="4068565"/>
                  </a:lnTo>
                  <a:lnTo>
                    <a:pt x="4211660" y="4062563"/>
                  </a:lnTo>
                  <a:lnTo>
                    <a:pt x="4212982" y="3917838"/>
                  </a:lnTo>
                  <a:lnTo>
                    <a:pt x="4214304" y="3965601"/>
                  </a:lnTo>
                  <a:lnTo>
                    <a:pt x="4215627" y="4007857"/>
                  </a:lnTo>
                  <a:lnTo>
                    <a:pt x="4216949" y="4058456"/>
                  </a:lnTo>
                  <a:lnTo>
                    <a:pt x="4218271" y="4038893"/>
                  </a:lnTo>
                  <a:lnTo>
                    <a:pt x="4219594" y="4089470"/>
                  </a:lnTo>
                  <a:lnTo>
                    <a:pt x="4220916" y="4108525"/>
                  </a:lnTo>
                  <a:lnTo>
                    <a:pt x="4222239" y="4002750"/>
                  </a:lnTo>
                  <a:lnTo>
                    <a:pt x="4223561" y="3933041"/>
                  </a:lnTo>
                  <a:lnTo>
                    <a:pt x="4224883" y="3984384"/>
                  </a:lnTo>
                  <a:lnTo>
                    <a:pt x="4226206" y="4041076"/>
                  </a:lnTo>
                  <a:lnTo>
                    <a:pt x="4227528" y="4073843"/>
                  </a:lnTo>
                  <a:lnTo>
                    <a:pt x="4228850" y="4168103"/>
                  </a:lnTo>
                  <a:lnTo>
                    <a:pt x="4230173" y="4175909"/>
                  </a:lnTo>
                  <a:lnTo>
                    <a:pt x="4231495" y="4095846"/>
                  </a:lnTo>
                  <a:lnTo>
                    <a:pt x="4232817" y="4081366"/>
                  </a:lnTo>
                  <a:lnTo>
                    <a:pt x="4234140" y="4068038"/>
                  </a:lnTo>
                  <a:lnTo>
                    <a:pt x="4235462" y="4109714"/>
                  </a:lnTo>
                  <a:lnTo>
                    <a:pt x="4236785" y="4047490"/>
                  </a:lnTo>
                  <a:lnTo>
                    <a:pt x="4238107" y="4101121"/>
                  </a:lnTo>
                  <a:lnTo>
                    <a:pt x="4239429" y="4095281"/>
                  </a:lnTo>
                  <a:lnTo>
                    <a:pt x="4240752" y="4004947"/>
                  </a:lnTo>
                  <a:lnTo>
                    <a:pt x="4242074" y="4015207"/>
                  </a:lnTo>
                  <a:lnTo>
                    <a:pt x="4243396" y="4073874"/>
                  </a:lnTo>
                  <a:lnTo>
                    <a:pt x="4244719" y="4041567"/>
                  </a:lnTo>
                  <a:lnTo>
                    <a:pt x="4246041" y="4004743"/>
                  </a:lnTo>
                  <a:lnTo>
                    <a:pt x="4247363" y="4042664"/>
                  </a:lnTo>
                  <a:lnTo>
                    <a:pt x="4248686" y="4105272"/>
                  </a:lnTo>
                  <a:lnTo>
                    <a:pt x="4250008" y="4018846"/>
                  </a:lnTo>
                  <a:lnTo>
                    <a:pt x="4251330" y="4076625"/>
                  </a:lnTo>
                  <a:lnTo>
                    <a:pt x="4252653" y="4092639"/>
                  </a:lnTo>
                  <a:lnTo>
                    <a:pt x="4253975" y="4094002"/>
                  </a:lnTo>
                  <a:lnTo>
                    <a:pt x="4255298" y="4017969"/>
                  </a:lnTo>
                  <a:lnTo>
                    <a:pt x="4256620" y="4105111"/>
                  </a:lnTo>
                  <a:lnTo>
                    <a:pt x="4257942" y="4174313"/>
                  </a:lnTo>
                  <a:lnTo>
                    <a:pt x="4259320" y="4057960"/>
                  </a:lnTo>
                  <a:lnTo>
                    <a:pt x="4260642" y="4080415"/>
                  </a:lnTo>
                  <a:lnTo>
                    <a:pt x="4261964" y="4109041"/>
                  </a:lnTo>
                  <a:lnTo>
                    <a:pt x="4263287" y="4092439"/>
                  </a:lnTo>
                  <a:lnTo>
                    <a:pt x="4264609" y="4107507"/>
                  </a:lnTo>
                  <a:lnTo>
                    <a:pt x="4265932" y="4102421"/>
                  </a:lnTo>
                  <a:lnTo>
                    <a:pt x="4267254" y="4188801"/>
                  </a:lnTo>
                  <a:lnTo>
                    <a:pt x="4268576" y="4116560"/>
                  </a:lnTo>
                  <a:lnTo>
                    <a:pt x="4269899" y="4073452"/>
                  </a:lnTo>
                  <a:lnTo>
                    <a:pt x="4271221" y="4047237"/>
                  </a:lnTo>
                  <a:lnTo>
                    <a:pt x="4272543" y="4055540"/>
                  </a:lnTo>
                  <a:lnTo>
                    <a:pt x="4273866" y="4043992"/>
                  </a:lnTo>
                  <a:lnTo>
                    <a:pt x="4275188" y="4070465"/>
                  </a:lnTo>
                  <a:lnTo>
                    <a:pt x="4276510" y="4067841"/>
                  </a:lnTo>
                  <a:lnTo>
                    <a:pt x="4277833" y="4017358"/>
                  </a:lnTo>
                  <a:lnTo>
                    <a:pt x="4279155" y="3997293"/>
                  </a:lnTo>
                  <a:lnTo>
                    <a:pt x="4280477" y="4016263"/>
                  </a:lnTo>
                  <a:lnTo>
                    <a:pt x="4281800" y="4041414"/>
                  </a:lnTo>
                  <a:lnTo>
                    <a:pt x="4283122" y="4042831"/>
                  </a:lnTo>
                  <a:lnTo>
                    <a:pt x="4284445" y="4068895"/>
                  </a:lnTo>
                  <a:lnTo>
                    <a:pt x="4285767" y="4245883"/>
                  </a:lnTo>
                  <a:lnTo>
                    <a:pt x="4287089" y="4080122"/>
                  </a:lnTo>
                  <a:lnTo>
                    <a:pt x="4288412" y="4054131"/>
                  </a:lnTo>
                  <a:lnTo>
                    <a:pt x="4289734" y="4069682"/>
                  </a:lnTo>
                  <a:lnTo>
                    <a:pt x="4291056" y="4130865"/>
                  </a:lnTo>
                  <a:lnTo>
                    <a:pt x="4292379" y="4027303"/>
                  </a:lnTo>
                  <a:lnTo>
                    <a:pt x="4293701" y="4106873"/>
                  </a:lnTo>
                  <a:lnTo>
                    <a:pt x="4295023" y="4108870"/>
                  </a:lnTo>
                  <a:lnTo>
                    <a:pt x="4296346" y="4025060"/>
                  </a:lnTo>
                  <a:lnTo>
                    <a:pt x="4297668" y="4034870"/>
                  </a:lnTo>
                  <a:lnTo>
                    <a:pt x="4298991" y="4005136"/>
                  </a:lnTo>
                  <a:lnTo>
                    <a:pt x="4300313" y="3945751"/>
                  </a:lnTo>
                  <a:lnTo>
                    <a:pt x="4301635" y="3895549"/>
                  </a:lnTo>
                  <a:lnTo>
                    <a:pt x="4302958" y="4005067"/>
                  </a:lnTo>
                  <a:lnTo>
                    <a:pt x="4304280" y="4014910"/>
                  </a:lnTo>
                  <a:lnTo>
                    <a:pt x="4305602" y="3972311"/>
                  </a:lnTo>
                  <a:lnTo>
                    <a:pt x="4306925" y="3963166"/>
                  </a:lnTo>
                  <a:lnTo>
                    <a:pt x="4308247" y="3838703"/>
                  </a:lnTo>
                  <a:lnTo>
                    <a:pt x="4309569" y="3998206"/>
                  </a:lnTo>
                  <a:lnTo>
                    <a:pt x="4310892" y="4036394"/>
                  </a:lnTo>
                  <a:lnTo>
                    <a:pt x="4312214" y="4008072"/>
                  </a:lnTo>
                  <a:lnTo>
                    <a:pt x="4313536" y="4030448"/>
                  </a:lnTo>
                  <a:lnTo>
                    <a:pt x="4314859" y="4018271"/>
                  </a:lnTo>
                  <a:lnTo>
                    <a:pt x="4316181" y="3917943"/>
                  </a:lnTo>
                  <a:lnTo>
                    <a:pt x="4317504" y="3832336"/>
                  </a:lnTo>
                  <a:lnTo>
                    <a:pt x="4318826" y="3866938"/>
                  </a:lnTo>
                  <a:lnTo>
                    <a:pt x="4320148" y="4011726"/>
                  </a:lnTo>
                  <a:lnTo>
                    <a:pt x="4321471" y="4012207"/>
                  </a:lnTo>
                  <a:lnTo>
                    <a:pt x="4322793" y="4027835"/>
                  </a:lnTo>
                  <a:lnTo>
                    <a:pt x="4324115" y="4028932"/>
                  </a:lnTo>
                  <a:lnTo>
                    <a:pt x="4325438" y="3983461"/>
                  </a:lnTo>
                  <a:lnTo>
                    <a:pt x="4326760" y="3985594"/>
                  </a:lnTo>
                  <a:lnTo>
                    <a:pt x="4328082" y="4019184"/>
                  </a:lnTo>
                  <a:lnTo>
                    <a:pt x="4329405" y="4031903"/>
                  </a:lnTo>
                  <a:lnTo>
                    <a:pt x="4330727" y="4093232"/>
                  </a:lnTo>
                  <a:lnTo>
                    <a:pt x="4332050" y="4047286"/>
                  </a:lnTo>
                  <a:lnTo>
                    <a:pt x="4333372" y="4054776"/>
                  </a:lnTo>
                  <a:lnTo>
                    <a:pt x="4334694" y="4069845"/>
                  </a:lnTo>
                  <a:lnTo>
                    <a:pt x="4336017" y="4023403"/>
                  </a:lnTo>
                  <a:lnTo>
                    <a:pt x="4337339" y="4136993"/>
                  </a:lnTo>
                  <a:lnTo>
                    <a:pt x="4338661" y="4078461"/>
                  </a:lnTo>
                  <a:lnTo>
                    <a:pt x="4339984" y="4167475"/>
                  </a:lnTo>
                  <a:lnTo>
                    <a:pt x="4341306" y="4266992"/>
                  </a:lnTo>
                  <a:lnTo>
                    <a:pt x="4342628" y="4052147"/>
                  </a:lnTo>
                  <a:lnTo>
                    <a:pt x="4343951" y="4009205"/>
                  </a:lnTo>
                  <a:lnTo>
                    <a:pt x="4345273" y="4003947"/>
                  </a:lnTo>
                  <a:lnTo>
                    <a:pt x="4346595" y="4006182"/>
                  </a:lnTo>
                  <a:lnTo>
                    <a:pt x="4347918" y="3995766"/>
                  </a:lnTo>
                  <a:lnTo>
                    <a:pt x="4349240" y="3982484"/>
                  </a:lnTo>
                  <a:lnTo>
                    <a:pt x="4350563" y="4055765"/>
                  </a:lnTo>
                  <a:lnTo>
                    <a:pt x="4351885" y="3998101"/>
                  </a:lnTo>
                  <a:lnTo>
                    <a:pt x="4353207" y="3953180"/>
                  </a:lnTo>
                  <a:lnTo>
                    <a:pt x="4354530" y="3969470"/>
                  </a:lnTo>
                  <a:lnTo>
                    <a:pt x="4355852" y="3857497"/>
                  </a:lnTo>
                  <a:lnTo>
                    <a:pt x="4357174" y="3812023"/>
                  </a:lnTo>
                  <a:lnTo>
                    <a:pt x="4358497" y="3928743"/>
                  </a:lnTo>
                  <a:lnTo>
                    <a:pt x="4359819" y="3972651"/>
                  </a:lnTo>
                  <a:lnTo>
                    <a:pt x="4361141" y="3997275"/>
                  </a:lnTo>
                  <a:lnTo>
                    <a:pt x="4362464" y="4009870"/>
                  </a:lnTo>
                  <a:lnTo>
                    <a:pt x="4363786" y="4032139"/>
                  </a:lnTo>
                  <a:lnTo>
                    <a:pt x="4365108" y="3857504"/>
                  </a:lnTo>
                  <a:lnTo>
                    <a:pt x="4366431" y="3845442"/>
                  </a:lnTo>
                  <a:lnTo>
                    <a:pt x="4367753" y="3950060"/>
                  </a:lnTo>
                  <a:lnTo>
                    <a:pt x="4369076" y="3961394"/>
                  </a:lnTo>
                  <a:lnTo>
                    <a:pt x="4370398" y="3949395"/>
                  </a:lnTo>
                  <a:lnTo>
                    <a:pt x="4371720" y="4016905"/>
                  </a:lnTo>
                  <a:lnTo>
                    <a:pt x="4373043" y="4070130"/>
                  </a:lnTo>
                  <a:lnTo>
                    <a:pt x="4374365" y="4108228"/>
                  </a:lnTo>
                  <a:lnTo>
                    <a:pt x="4375687" y="4031788"/>
                  </a:lnTo>
                  <a:lnTo>
                    <a:pt x="4377010" y="3975375"/>
                  </a:lnTo>
                  <a:lnTo>
                    <a:pt x="4378332" y="3991046"/>
                  </a:lnTo>
                  <a:lnTo>
                    <a:pt x="4379654" y="3919424"/>
                  </a:lnTo>
                  <a:lnTo>
                    <a:pt x="4380977" y="3916130"/>
                  </a:lnTo>
                  <a:lnTo>
                    <a:pt x="4382299" y="3936890"/>
                  </a:lnTo>
                  <a:lnTo>
                    <a:pt x="4383622" y="3953362"/>
                  </a:lnTo>
                  <a:lnTo>
                    <a:pt x="4384944" y="3987872"/>
                  </a:lnTo>
                  <a:lnTo>
                    <a:pt x="4386266" y="3995283"/>
                  </a:lnTo>
                  <a:lnTo>
                    <a:pt x="4387589" y="3996774"/>
                  </a:lnTo>
                  <a:lnTo>
                    <a:pt x="4388911" y="3940069"/>
                  </a:lnTo>
                  <a:lnTo>
                    <a:pt x="4390233" y="3957591"/>
                  </a:lnTo>
                  <a:lnTo>
                    <a:pt x="4391556" y="4019531"/>
                  </a:lnTo>
                  <a:lnTo>
                    <a:pt x="4392878" y="3973408"/>
                  </a:lnTo>
                  <a:lnTo>
                    <a:pt x="4394200" y="3977426"/>
                  </a:lnTo>
                  <a:lnTo>
                    <a:pt x="4395523" y="4069519"/>
                  </a:lnTo>
                  <a:lnTo>
                    <a:pt x="4396845" y="4097904"/>
                  </a:lnTo>
                  <a:lnTo>
                    <a:pt x="4398167" y="4025717"/>
                  </a:lnTo>
                  <a:lnTo>
                    <a:pt x="4399490" y="3898037"/>
                  </a:lnTo>
                  <a:lnTo>
                    <a:pt x="4400812" y="3849636"/>
                  </a:lnTo>
                  <a:lnTo>
                    <a:pt x="4402135" y="3806126"/>
                  </a:lnTo>
                  <a:lnTo>
                    <a:pt x="4403457" y="3911463"/>
                  </a:lnTo>
                  <a:lnTo>
                    <a:pt x="4404779" y="3966197"/>
                  </a:lnTo>
                  <a:lnTo>
                    <a:pt x="4406102" y="4011166"/>
                  </a:lnTo>
                  <a:lnTo>
                    <a:pt x="4407424" y="3981359"/>
                  </a:lnTo>
                  <a:lnTo>
                    <a:pt x="4408746" y="3970999"/>
                  </a:lnTo>
                  <a:lnTo>
                    <a:pt x="4410069" y="3987992"/>
                  </a:lnTo>
                  <a:lnTo>
                    <a:pt x="4411391" y="4014166"/>
                  </a:lnTo>
                  <a:lnTo>
                    <a:pt x="4412713" y="3999978"/>
                  </a:lnTo>
                  <a:lnTo>
                    <a:pt x="4414036" y="4083847"/>
                  </a:lnTo>
                  <a:lnTo>
                    <a:pt x="4415358" y="4090749"/>
                  </a:lnTo>
                  <a:lnTo>
                    <a:pt x="4416681" y="3986527"/>
                  </a:lnTo>
                  <a:lnTo>
                    <a:pt x="4418003" y="4013038"/>
                  </a:lnTo>
                  <a:lnTo>
                    <a:pt x="4419325" y="4058770"/>
                  </a:lnTo>
                  <a:lnTo>
                    <a:pt x="4420648" y="4009484"/>
                  </a:lnTo>
                  <a:lnTo>
                    <a:pt x="4421970" y="4000477"/>
                  </a:lnTo>
                  <a:lnTo>
                    <a:pt x="4423292" y="4017020"/>
                  </a:lnTo>
                  <a:lnTo>
                    <a:pt x="4424615" y="4034594"/>
                  </a:lnTo>
                  <a:lnTo>
                    <a:pt x="4425937" y="3987379"/>
                  </a:lnTo>
                  <a:lnTo>
                    <a:pt x="4427259" y="3964460"/>
                  </a:lnTo>
                  <a:lnTo>
                    <a:pt x="4428582" y="3974206"/>
                  </a:lnTo>
                  <a:lnTo>
                    <a:pt x="4429904" y="3960923"/>
                  </a:lnTo>
                  <a:lnTo>
                    <a:pt x="4431226" y="3963821"/>
                  </a:lnTo>
                  <a:lnTo>
                    <a:pt x="4432549" y="4018427"/>
                  </a:lnTo>
                  <a:lnTo>
                    <a:pt x="4433871" y="4017700"/>
                  </a:lnTo>
                  <a:lnTo>
                    <a:pt x="4435194" y="3914701"/>
                  </a:lnTo>
                  <a:lnTo>
                    <a:pt x="4436516" y="3918941"/>
                  </a:lnTo>
                  <a:lnTo>
                    <a:pt x="4437838" y="3980891"/>
                  </a:lnTo>
                  <a:lnTo>
                    <a:pt x="4439161" y="4117134"/>
                  </a:lnTo>
                  <a:lnTo>
                    <a:pt x="4440483" y="4141856"/>
                  </a:lnTo>
                  <a:lnTo>
                    <a:pt x="4441805" y="4179978"/>
                  </a:lnTo>
                  <a:lnTo>
                    <a:pt x="4443128" y="4123008"/>
                  </a:lnTo>
                  <a:lnTo>
                    <a:pt x="4444450" y="3990378"/>
                  </a:lnTo>
                  <a:lnTo>
                    <a:pt x="4445772" y="3949042"/>
                  </a:lnTo>
                  <a:lnTo>
                    <a:pt x="4447095" y="3939015"/>
                  </a:lnTo>
                  <a:lnTo>
                    <a:pt x="4448417" y="3894749"/>
                  </a:lnTo>
                  <a:lnTo>
                    <a:pt x="4449740" y="3946339"/>
                  </a:lnTo>
                  <a:lnTo>
                    <a:pt x="4451062" y="3977689"/>
                  </a:lnTo>
                  <a:lnTo>
                    <a:pt x="4452384" y="4075434"/>
                  </a:lnTo>
                  <a:lnTo>
                    <a:pt x="4453707" y="3921633"/>
                  </a:lnTo>
                  <a:lnTo>
                    <a:pt x="4455029" y="3910236"/>
                  </a:lnTo>
                  <a:lnTo>
                    <a:pt x="4456351" y="3951935"/>
                  </a:lnTo>
                  <a:lnTo>
                    <a:pt x="4457674" y="3931602"/>
                  </a:lnTo>
                  <a:lnTo>
                    <a:pt x="4458996" y="3977523"/>
                  </a:lnTo>
                  <a:lnTo>
                    <a:pt x="4460318" y="4061366"/>
                  </a:lnTo>
                  <a:lnTo>
                    <a:pt x="4461641" y="4090983"/>
                  </a:lnTo>
                  <a:lnTo>
                    <a:pt x="4462908" y="4042368"/>
                  </a:lnTo>
                  <a:lnTo>
                    <a:pt x="4464230" y="3950794"/>
                  </a:lnTo>
                  <a:lnTo>
                    <a:pt x="4465553" y="3932407"/>
                  </a:lnTo>
                  <a:lnTo>
                    <a:pt x="4466875" y="3971889"/>
                  </a:lnTo>
                  <a:lnTo>
                    <a:pt x="4468197" y="4023094"/>
                  </a:lnTo>
                  <a:lnTo>
                    <a:pt x="4469520" y="4050006"/>
                  </a:lnTo>
                  <a:lnTo>
                    <a:pt x="4470842" y="4122861"/>
                  </a:lnTo>
                  <a:lnTo>
                    <a:pt x="4472165" y="4206842"/>
                  </a:lnTo>
                  <a:lnTo>
                    <a:pt x="4473487" y="4075676"/>
                  </a:lnTo>
                  <a:lnTo>
                    <a:pt x="4474809" y="3983952"/>
                  </a:lnTo>
                  <a:lnTo>
                    <a:pt x="4476132" y="3939412"/>
                  </a:lnTo>
                  <a:lnTo>
                    <a:pt x="4477454" y="3961870"/>
                  </a:lnTo>
                  <a:lnTo>
                    <a:pt x="4478776" y="3931893"/>
                  </a:lnTo>
                  <a:lnTo>
                    <a:pt x="4480099" y="3993989"/>
                  </a:lnTo>
                  <a:lnTo>
                    <a:pt x="4481421" y="3907847"/>
                  </a:lnTo>
                  <a:lnTo>
                    <a:pt x="4482743" y="3939805"/>
                  </a:lnTo>
                  <a:lnTo>
                    <a:pt x="4484066" y="3866296"/>
                  </a:lnTo>
                  <a:lnTo>
                    <a:pt x="4485388" y="3881752"/>
                  </a:lnTo>
                  <a:lnTo>
                    <a:pt x="4486710" y="3905875"/>
                  </a:lnTo>
                  <a:lnTo>
                    <a:pt x="4488033" y="3917222"/>
                  </a:lnTo>
                  <a:lnTo>
                    <a:pt x="4489355" y="3908428"/>
                  </a:lnTo>
                  <a:lnTo>
                    <a:pt x="4490678" y="3828402"/>
                  </a:lnTo>
                  <a:lnTo>
                    <a:pt x="4492000" y="3827789"/>
                  </a:lnTo>
                  <a:lnTo>
                    <a:pt x="4493322" y="3925326"/>
                  </a:lnTo>
                  <a:lnTo>
                    <a:pt x="4494645" y="4011087"/>
                  </a:lnTo>
                  <a:lnTo>
                    <a:pt x="4495967" y="3913915"/>
                  </a:lnTo>
                  <a:lnTo>
                    <a:pt x="4497289" y="3968071"/>
                  </a:lnTo>
                  <a:lnTo>
                    <a:pt x="4498612" y="4039025"/>
                  </a:lnTo>
                  <a:lnTo>
                    <a:pt x="4499934" y="3912757"/>
                  </a:lnTo>
                  <a:lnTo>
                    <a:pt x="4501256" y="3927548"/>
                  </a:lnTo>
                  <a:lnTo>
                    <a:pt x="4502579" y="3914008"/>
                  </a:lnTo>
                  <a:lnTo>
                    <a:pt x="4503901" y="3927993"/>
                  </a:lnTo>
                  <a:lnTo>
                    <a:pt x="4505224" y="3868432"/>
                  </a:lnTo>
                  <a:lnTo>
                    <a:pt x="4506546" y="3944907"/>
                  </a:lnTo>
                  <a:lnTo>
                    <a:pt x="4507868" y="4023930"/>
                  </a:lnTo>
                  <a:lnTo>
                    <a:pt x="4509191" y="3909673"/>
                  </a:lnTo>
                  <a:lnTo>
                    <a:pt x="4510513" y="4107093"/>
                  </a:lnTo>
                  <a:lnTo>
                    <a:pt x="4511835" y="4012786"/>
                  </a:lnTo>
                  <a:lnTo>
                    <a:pt x="4513158" y="3894084"/>
                  </a:lnTo>
                  <a:lnTo>
                    <a:pt x="4514480" y="3855218"/>
                  </a:lnTo>
                  <a:lnTo>
                    <a:pt x="4515802" y="3981402"/>
                  </a:lnTo>
                  <a:lnTo>
                    <a:pt x="4517125" y="4154406"/>
                  </a:lnTo>
                  <a:lnTo>
                    <a:pt x="4518447" y="3940176"/>
                  </a:lnTo>
                  <a:lnTo>
                    <a:pt x="4519769" y="3849858"/>
                  </a:lnTo>
                  <a:lnTo>
                    <a:pt x="4521092" y="3870887"/>
                  </a:lnTo>
                  <a:lnTo>
                    <a:pt x="4522414" y="3907773"/>
                  </a:lnTo>
                  <a:lnTo>
                    <a:pt x="4523737" y="3852129"/>
                  </a:lnTo>
                  <a:lnTo>
                    <a:pt x="4525059" y="3923326"/>
                  </a:lnTo>
                  <a:lnTo>
                    <a:pt x="4526381" y="4048114"/>
                  </a:lnTo>
                  <a:lnTo>
                    <a:pt x="4527704" y="3840455"/>
                  </a:lnTo>
                  <a:lnTo>
                    <a:pt x="4529026" y="3837540"/>
                  </a:lnTo>
                  <a:lnTo>
                    <a:pt x="4530348" y="3815851"/>
                  </a:lnTo>
                  <a:lnTo>
                    <a:pt x="4531671" y="3863251"/>
                  </a:lnTo>
                  <a:lnTo>
                    <a:pt x="4532993" y="4078715"/>
                  </a:lnTo>
                  <a:lnTo>
                    <a:pt x="4534315" y="4144572"/>
                  </a:lnTo>
                  <a:lnTo>
                    <a:pt x="4535638" y="4116892"/>
                  </a:lnTo>
                  <a:lnTo>
                    <a:pt x="4536960" y="4080922"/>
                  </a:lnTo>
                  <a:lnTo>
                    <a:pt x="4538282" y="3925909"/>
                  </a:lnTo>
                  <a:lnTo>
                    <a:pt x="4539605" y="3890156"/>
                  </a:lnTo>
                  <a:lnTo>
                    <a:pt x="4540927" y="3852339"/>
                  </a:lnTo>
                  <a:lnTo>
                    <a:pt x="4542250" y="3841079"/>
                  </a:lnTo>
                  <a:lnTo>
                    <a:pt x="4543572" y="3946117"/>
                  </a:lnTo>
                  <a:lnTo>
                    <a:pt x="4544894" y="4004628"/>
                  </a:lnTo>
                  <a:lnTo>
                    <a:pt x="4546217" y="3878794"/>
                  </a:lnTo>
                  <a:lnTo>
                    <a:pt x="4547539" y="3873904"/>
                  </a:lnTo>
                  <a:lnTo>
                    <a:pt x="4548861" y="3883530"/>
                  </a:lnTo>
                  <a:lnTo>
                    <a:pt x="4550184" y="3912509"/>
                  </a:lnTo>
                  <a:lnTo>
                    <a:pt x="4551506" y="3852160"/>
                  </a:lnTo>
                  <a:lnTo>
                    <a:pt x="4552828" y="3908865"/>
                  </a:lnTo>
                  <a:lnTo>
                    <a:pt x="4554151" y="3928014"/>
                  </a:lnTo>
                  <a:lnTo>
                    <a:pt x="4555473" y="3818150"/>
                  </a:lnTo>
                  <a:lnTo>
                    <a:pt x="4556796" y="3820713"/>
                  </a:lnTo>
                  <a:lnTo>
                    <a:pt x="4558118" y="3821846"/>
                  </a:lnTo>
                  <a:lnTo>
                    <a:pt x="4559440" y="3808972"/>
                  </a:lnTo>
                  <a:lnTo>
                    <a:pt x="4560763" y="3813501"/>
                  </a:lnTo>
                  <a:lnTo>
                    <a:pt x="4562085" y="3984939"/>
                  </a:lnTo>
                  <a:lnTo>
                    <a:pt x="4563407" y="4115553"/>
                  </a:lnTo>
                  <a:lnTo>
                    <a:pt x="4564730" y="3837271"/>
                  </a:lnTo>
                  <a:lnTo>
                    <a:pt x="4566052" y="3785816"/>
                  </a:lnTo>
                  <a:lnTo>
                    <a:pt x="4567374" y="3771101"/>
                  </a:lnTo>
                  <a:lnTo>
                    <a:pt x="4568697" y="3817081"/>
                  </a:lnTo>
                  <a:lnTo>
                    <a:pt x="4570019" y="3801078"/>
                  </a:lnTo>
                  <a:lnTo>
                    <a:pt x="4571341" y="3862588"/>
                  </a:lnTo>
                  <a:lnTo>
                    <a:pt x="4572664" y="3934182"/>
                  </a:lnTo>
                  <a:lnTo>
                    <a:pt x="4573986" y="3816342"/>
                  </a:lnTo>
                  <a:lnTo>
                    <a:pt x="4575309" y="3773646"/>
                  </a:lnTo>
                  <a:lnTo>
                    <a:pt x="4576631" y="3722978"/>
                  </a:lnTo>
                  <a:lnTo>
                    <a:pt x="4577953" y="3710811"/>
                  </a:lnTo>
                  <a:lnTo>
                    <a:pt x="4579276" y="3742117"/>
                  </a:lnTo>
                  <a:lnTo>
                    <a:pt x="4580598" y="3802579"/>
                  </a:lnTo>
                  <a:lnTo>
                    <a:pt x="4581920" y="3894109"/>
                  </a:lnTo>
                  <a:lnTo>
                    <a:pt x="4583243" y="3748232"/>
                  </a:lnTo>
                  <a:lnTo>
                    <a:pt x="4584565" y="3730325"/>
                  </a:lnTo>
                  <a:lnTo>
                    <a:pt x="4585887" y="3725853"/>
                  </a:lnTo>
                  <a:lnTo>
                    <a:pt x="4587210" y="3744181"/>
                  </a:lnTo>
                  <a:lnTo>
                    <a:pt x="4588532" y="3700029"/>
                  </a:lnTo>
                  <a:lnTo>
                    <a:pt x="4589855" y="3779691"/>
                  </a:lnTo>
                  <a:lnTo>
                    <a:pt x="4591177" y="3783622"/>
                  </a:lnTo>
                  <a:lnTo>
                    <a:pt x="4592499" y="3716838"/>
                  </a:lnTo>
                  <a:lnTo>
                    <a:pt x="4593822" y="3797664"/>
                  </a:lnTo>
                  <a:lnTo>
                    <a:pt x="4595144" y="3684550"/>
                  </a:lnTo>
                  <a:lnTo>
                    <a:pt x="4596466" y="3623567"/>
                  </a:lnTo>
                  <a:lnTo>
                    <a:pt x="4597789" y="3731701"/>
                  </a:lnTo>
                  <a:lnTo>
                    <a:pt x="4599111" y="3799052"/>
                  </a:lnTo>
                  <a:lnTo>
                    <a:pt x="4600433" y="3815682"/>
                  </a:lnTo>
                  <a:lnTo>
                    <a:pt x="4601756" y="3719255"/>
                  </a:lnTo>
                  <a:lnTo>
                    <a:pt x="4603078" y="3709657"/>
                  </a:lnTo>
                  <a:lnTo>
                    <a:pt x="4604400" y="3756461"/>
                  </a:lnTo>
                  <a:lnTo>
                    <a:pt x="4605723" y="3742058"/>
                  </a:lnTo>
                  <a:lnTo>
                    <a:pt x="4607045" y="3771342"/>
                  </a:lnTo>
                  <a:lnTo>
                    <a:pt x="4608368" y="3914189"/>
                  </a:lnTo>
                  <a:lnTo>
                    <a:pt x="4609690" y="3984597"/>
                  </a:lnTo>
                  <a:lnTo>
                    <a:pt x="4611012" y="3745288"/>
                  </a:lnTo>
                  <a:lnTo>
                    <a:pt x="4612335" y="3730042"/>
                  </a:lnTo>
                  <a:lnTo>
                    <a:pt x="4613657" y="3740526"/>
                  </a:lnTo>
                  <a:lnTo>
                    <a:pt x="4614979" y="3755402"/>
                  </a:lnTo>
                  <a:lnTo>
                    <a:pt x="4616302" y="3747797"/>
                  </a:lnTo>
                  <a:lnTo>
                    <a:pt x="4617624" y="3827812"/>
                  </a:lnTo>
                  <a:lnTo>
                    <a:pt x="4618946" y="3920227"/>
                  </a:lnTo>
                  <a:lnTo>
                    <a:pt x="4620269" y="3749625"/>
                  </a:lnTo>
                  <a:lnTo>
                    <a:pt x="4621591" y="3757476"/>
                  </a:lnTo>
                  <a:lnTo>
                    <a:pt x="4622914" y="3805359"/>
                  </a:lnTo>
                  <a:lnTo>
                    <a:pt x="4624236" y="3948734"/>
                  </a:lnTo>
                  <a:lnTo>
                    <a:pt x="4625558" y="3895066"/>
                  </a:lnTo>
                  <a:lnTo>
                    <a:pt x="4626881" y="4024742"/>
                  </a:lnTo>
                  <a:lnTo>
                    <a:pt x="4628203" y="3933550"/>
                  </a:lnTo>
                  <a:lnTo>
                    <a:pt x="4629525" y="3801216"/>
                  </a:lnTo>
                  <a:lnTo>
                    <a:pt x="4630848" y="3700479"/>
                  </a:lnTo>
                  <a:lnTo>
                    <a:pt x="4632170" y="3690299"/>
                  </a:lnTo>
                  <a:lnTo>
                    <a:pt x="4633492" y="3712759"/>
                  </a:lnTo>
                  <a:lnTo>
                    <a:pt x="4634815" y="3853382"/>
                  </a:lnTo>
                  <a:lnTo>
                    <a:pt x="4636137" y="3915263"/>
                  </a:lnTo>
                  <a:lnTo>
                    <a:pt x="4637459" y="4115437"/>
                  </a:lnTo>
                  <a:lnTo>
                    <a:pt x="4638782" y="3877983"/>
                  </a:lnTo>
                  <a:lnTo>
                    <a:pt x="4640104" y="3735724"/>
                  </a:lnTo>
                  <a:lnTo>
                    <a:pt x="4641427" y="3674385"/>
                  </a:lnTo>
                  <a:lnTo>
                    <a:pt x="4642749" y="3638908"/>
                  </a:lnTo>
                  <a:lnTo>
                    <a:pt x="4644071" y="3710335"/>
                  </a:lnTo>
                  <a:lnTo>
                    <a:pt x="4645394" y="3886976"/>
                  </a:lnTo>
                  <a:lnTo>
                    <a:pt x="4646716" y="3912627"/>
                  </a:lnTo>
                  <a:lnTo>
                    <a:pt x="4648038" y="3877914"/>
                  </a:lnTo>
                  <a:lnTo>
                    <a:pt x="4649361" y="3940567"/>
                  </a:lnTo>
                  <a:lnTo>
                    <a:pt x="4650683" y="3810138"/>
                  </a:lnTo>
                  <a:lnTo>
                    <a:pt x="4652005" y="3730474"/>
                  </a:lnTo>
                  <a:lnTo>
                    <a:pt x="4653328" y="3665682"/>
                  </a:lnTo>
                  <a:lnTo>
                    <a:pt x="4654650" y="3731458"/>
                  </a:lnTo>
                  <a:lnTo>
                    <a:pt x="4655973" y="3813752"/>
                  </a:lnTo>
                  <a:lnTo>
                    <a:pt x="4657295" y="3716629"/>
                  </a:lnTo>
                  <a:lnTo>
                    <a:pt x="4658617" y="3707297"/>
                  </a:lnTo>
                  <a:lnTo>
                    <a:pt x="4659940" y="3775362"/>
                  </a:lnTo>
                  <a:lnTo>
                    <a:pt x="4661262" y="3724387"/>
                  </a:lnTo>
                  <a:lnTo>
                    <a:pt x="4662584" y="3704180"/>
                  </a:lnTo>
                  <a:lnTo>
                    <a:pt x="4663907" y="3772845"/>
                  </a:lnTo>
                  <a:lnTo>
                    <a:pt x="4665229" y="3797255"/>
                  </a:lnTo>
                  <a:lnTo>
                    <a:pt x="4666551" y="3638708"/>
                  </a:lnTo>
                  <a:lnTo>
                    <a:pt x="4667874" y="3617355"/>
                  </a:lnTo>
                  <a:lnTo>
                    <a:pt x="4669196" y="3606277"/>
                  </a:lnTo>
                  <a:lnTo>
                    <a:pt x="4670518" y="3567393"/>
                  </a:lnTo>
                  <a:lnTo>
                    <a:pt x="4671841" y="3614463"/>
                  </a:lnTo>
                  <a:lnTo>
                    <a:pt x="4673163" y="3636862"/>
                  </a:lnTo>
                  <a:lnTo>
                    <a:pt x="4674486" y="3693613"/>
                  </a:lnTo>
                  <a:lnTo>
                    <a:pt x="4675808" y="3508294"/>
                  </a:lnTo>
                  <a:lnTo>
                    <a:pt x="4677130" y="3507320"/>
                  </a:lnTo>
                  <a:lnTo>
                    <a:pt x="4678453" y="3526980"/>
                  </a:lnTo>
                  <a:lnTo>
                    <a:pt x="4679775" y="3493506"/>
                  </a:lnTo>
                  <a:lnTo>
                    <a:pt x="4681097" y="3444081"/>
                  </a:lnTo>
                  <a:lnTo>
                    <a:pt x="4682420" y="3500965"/>
                  </a:lnTo>
                  <a:lnTo>
                    <a:pt x="4683742" y="3647009"/>
                  </a:lnTo>
                  <a:lnTo>
                    <a:pt x="4685064" y="3425466"/>
                  </a:lnTo>
                  <a:lnTo>
                    <a:pt x="4686387" y="3413688"/>
                  </a:lnTo>
                  <a:lnTo>
                    <a:pt x="4687709" y="3260414"/>
                  </a:lnTo>
                  <a:lnTo>
                    <a:pt x="4689031" y="3317301"/>
                  </a:lnTo>
                  <a:lnTo>
                    <a:pt x="4690354" y="3329476"/>
                  </a:lnTo>
                  <a:lnTo>
                    <a:pt x="4691676" y="3471843"/>
                  </a:lnTo>
                  <a:lnTo>
                    <a:pt x="4692999" y="3715253"/>
                  </a:lnTo>
                  <a:lnTo>
                    <a:pt x="4694321" y="3367899"/>
                  </a:lnTo>
                  <a:lnTo>
                    <a:pt x="4695643" y="3372850"/>
                  </a:lnTo>
                  <a:lnTo>
                    <a:pt x="4696966" y="3396881"/>
                  </a:lnTo>
                  <a:lnTo>
                    <a:pt x="4698288" y="3843795"/>
                  </a:lnTo>
                  <a:lnTo>
                    <a:pt x="4699610" y="3623942"/>
                  </a:lnTo>
                  <a:lnTo>
                    <a:pt x="4700933" y="3509744"/>
                  </a:lnTo>
                  <a:lnTo>
                    <a:pt x="4702255" y="3521221"/>
                  </a:lnTo>
                  <a:lnTo>
                    <a:pt x="4703577" y="3413810"/>
                  </a:lnTo>
                  <a:lnTo>
                    <a:pt x="4704900" y="3340971"/>
                  </a:lnTo>
                  <a:lnTo>
                    <a:pt x="4706222" y="3474600"/>
                  </a:lnTo>
                  <a:lnTo>
                    <a:pt x="4707545" y="3601909"/>
                  </a:lnTo>
                  <a:lnTo>
                    <a:pt x="4708867" y="3677057"/>
                  </a:lnTo>
                  <a:lnTo>
                    <a:pt x="4710189" y="3654170"/>
                  </a:lnTo>
                  <a:lnTo>
                    <a:pt x="4711512" y="3935656"/>
                  </a:lnTo>
                  <a:lnTo>
                    <a:pt x="4712834" y="3322347"/>
                  </a:lnTo>
                  <a:lnTo>
                    <a:pt x="4714156" y="3312478"/>
                  </a:lnTo>
                  <a:lnTo>
                    <a:pt x="4715479" y="3162754"/>
                  </a:lnTo>
                  <a:lnTo>
                    <a:pt x="4716801" y="2436061"/>
                  </a:lnTo>
                  <a:lnTo>
                    <a:pt x="4718123" y="3041421"/>
                  </a:lnTo>
                  <a:lnTo>
                    <a:pt x="4719446" y="3436683"/>
                  </a:lnTo>
                  <a:lnTo>
                    <a:pt x="4720768" y="3406947"/>
                  </a:lnTo>
                  <a:lnTo>
                    <a:pt x="4722090" y="3262690"/>
                  </a:lnTo>
                  <a:lnTo>
                    <a:pt x="4723413" y="3265201"/>
                  </a:lnTo>
                  <a:lnTo>
                    <a:pt x="4724735" y="3137473"/>
                  </a:lnTo>
                  <a:lnTo>
                    <a:pt x="4726058" y="3262885"/>
                  </a:lnTo>
                  <a:lnTo>
                    <a:pt x="4727380" y="3576863"/>
                  </a:lnTo>
                  <a:lnTo>
                    <a:pt x="4728702" y="3330596"/>
                  </a:lnTo>
                  <a:lnTo>
                    <a:pt x="4730025" y="3420331"/>
                  </a:lnTo>
                  <a:lnTo>
                    <a:pt x="4731347" y="3128397"/>
                  </a:lnTo>
                  <a:lnTo>
                    <a:pt x="4732669" y="3350983"/>
                  </a:lnTo>
                  <a:lnTo>
                    <a:pt x="4733992" y="3923884"/>
                  </a:lnTo>
                  <a:lnTo>
                    <a:pt x="4735314" y="3915335"/>
                  </a:lnTo>
                  <a:lnTo>
                    <a:pt x="4736636" y="3851684"/>
                  </a:lnTo>
                  <a:lnTo>
                    <a:pt x="4737959" y="3437386"/>
                  </a:lnTo>
                  <a:lnTo>
                    <a:pt x="4739281" y="3682676"/>
                  </a:lnTo>
                  <a:lnTo>
                    <a:pt x="4740604" y="3227039"/>
                  </a:lnTo>
                  <a:lnTo>
                    <a:pt x="4741926" y="3200246"/>
                  </a:lnTo>
                  <a:lnTo>
                    <a:pt x="4743248" y="3410015"/>
                  </a:lnTo>
                  <a:lnTo>
                    <a:pt x="4744571" y="3350464"/>
                  </a:lnTo>
                  <a:lnTo>
                    <a:pt x="4745893" y="3599439"/>
                  </a:lnTo>
                  <a:lnTo>
                    <a:pt x="4747215" y="3776321"/>
                  </a:lnTo>
                  <a:lnTo>
                    <a:pt x="4748538" y="3915684"/>
                  </a:lnTo>
                  <a:lnTo>
                    <a:pt x="4749915" y="3706765"/>
                  </a:lnTo>
                  <a:lnTo>
                    <a:pt x="4751237" y="3040097"/>
                  </a:lnTo>
                  <a:lnTo>
                    <a:pt x="4752560" y="3107430"/>
                  </a:lnTo>
                  <a:lnTo>
                    <a:pt x="4753882" y="3236483"/>
                  </a:lnTo>
                  <a:lnTo>
                    <a:pt x="4755205" y="3310271"/>
                  </a:lnTo>
                  <a:lnTo>
                    <a:pt x="4756527" y="3821718"/>
                  </a:lnTo>
                  <a:lnTo>
                    <a:pt x="4757849" y="4075497"/>
                  </a:lnTo>
                  <a:lnTo>
                    <a:pt x="4759172" y="3203939"/>
                  </a:lnTo>
                  <a:lnTo>
                    <a:pt x="4760494" y="3291565"/>
                  </a:lnTo>
                  <a:lnTo>
                    <a:pt x="4761816" y="3211020"/>
                  </a:lnTo>
                  <a:lnTo>
                    <a:pt x="4763139" y="3124070"/>
                  </a:lnTo>
                  <a:lnTo>
                    <a:pt x="4764461" y="3268488"/>
                  </a:lnTo>
                  <a:lnTo>
                    <a:pt x="4765783" y="3329855"/>
                  </a:lnTo>
                  <a:lnTo>
                    <a:pt x="4767106" y="3253763"/>
                  </a:lnTo>
                  <a:lnTo>
                    <a:pt x="4768428" y="2893723"/>
                  </a:lnTo>
                  <a:lnTo>
                    <a:pt x="4769751" y="2835373"/>
                  </a:lnTo>
                  <a:lnTo>
                    <a:pt x="4771073" y="3184386"/>
                  </a:lnTo>
                  <a:lnTo>
                    <a:pt x="4772395" y="3434154"/>
                  </a:lnTo>
                  <a:lnTo>
                    <a:pt x="4773718" y="3484911"/>
                  </a:lnTo>
                  <a:lnTo>
                    <a:pt x="4775040" y="3616352"/>
                  </a:lnTo>
                  <a:lnTo>
                    <a:pt x="4776362" y="3403886"/>
                  </a:lnTo>
                  <a:lnTo>
                    <a:pt x="4777685" y="2861757"/>
                  </a:lnTo>
                  <a:lnTo>
                    <a:pt x="4779007" y="2808335"/>
                  </a:lnTo>
                  <a:lnTo>
                    <a:pt x="4780329" y="2611846"/>
                  </a:lnTo>
                  <a:lnTo>
                    <a:pt x="4781652" y="2799277"/>
                  </a:lnTo>
                  <a:lnTo>
                    <a:pt x="4782974" y="3136660"/>
                  </a:lnTo>
                  <a:lnTo>
                    <a:pt x="4784296" y="3047533"/>
                  </a:lnTo>
                  <a:lnTo>
                    <a:pt x="4785619" y="3058159"/>
                  </a:lnTo>
                  <a:lnTo>
                    <a:pt x="4786941" y="2660475"/>
                  </a:lnTo>
                  <a:lnTo>
                    <a:pt x="4788264" y="3532750"/>
                  </a:lnTo>
                  <a:lnTo>
                    <a:pt x="4789586" y="3734274"/>
                  </a:lnTo>
                  <a:lnTo>
                    <a:pt x="4790908" y="3095751"/>
                  </a:lnTo>
                  <a:lnTo>
                    <a:pt x="4792231" y="3372364"/>
                  </a:lnTo>
                  <a:lnTo>
                    <a:pt x="4793553" y="3088245"/>
                  </a:lnTo>
                  <a:lnTo>
                    <a:pt x="4794875" y="3324860"/>
                  </a:lnTo>
                  <a:lnTo>
                    <a:pt x="4796198" y="2663969"/>
                  </a:lnTo>
                  <a:lnTo>
                    <a:pt x="4797520" y="2965976"/>
                  </a:lnTo>
                  <a:lnTo>
                    <a:pt x="4798842" y="3163145"/>
                  </a:lnTo>
                  <a:lnTo>
                    <a:pt x="4800165" y="2587304"/>
                  </a:lnTo>
                  <a:lnTo>
                    <a:pt x="4801487" y="2821162"/>
                  </a:lnTo>
                  <a:lnTo>
                    <a:pt x="4802810" y="2836089"/>
                  </a:lnTo>
                  <a:lnTo>
                    <a:pt x="4804132" y="3168907"/>
                  </a:lnTo>
                  <a:lnTo>
                    <a:pt x="4805454" y="2668449"/>
                  </a:lnTo>
                  <a:lnTo>
                    <a:pt x="4806777" y="2477233"/>
                  </a:lnTo>
                  <a:lnTo>
                    <a:pt x="4808099" y="2481023"/>
                  </a:lnTo>
                  <a:lnTo>
                    <a:pt x="4809421" y="2179657"/>
                  </a:lnTo>
                  <a:lnTo>
                    <a:pt x="4810744" y="2217482"/>
                  </a:lnTo>
                  <a:lnTo>
                    <a:pt x="4812066" y="2700052"/>
                  </a:lnTo>
                  <a:lnTo>
                    <a:pt x="4813388" y="3558317"/>
                  </a:lnTo>
                  <a:lnTo>
                    <a:pt x="4814711" y="2259030"/>
                  </a:lnTo>
                  <a:lnTo>
                    <a:pt x="4816033" y="1641571"/>
                  </a:lnTo>
                  <a:lnTo>
                    <a:pt x="4817355" y="1735183"/>
                  </a:lnTo>
                  <a:lnTo>
                    <a:pt x="4818678" y="2447111"/>
                  </a:lnTo>
                  <a:lnTo>
                    <a:pt x="4820000" y="3088583"/>
                  </a:lnTo>
                  <a:lnTo>
                    <a:pt x="4821323" y="3075794"/>
                  </a:lnTo>
                  <a:lnTo>
                    <a:pt x="4822645" y="3234361"/>
                  </a:lnTo>
                  <a:lnTo>
                    <a:pt x="4823967" y="3379382"/>
                  </a:lnTo>
                  <a:lnTo>
                    <a:pt x="4825290" y="3653126"/>
                  </a:lnTo>
                  <a:lnTo>
                    <a:pt x="4826612" y="3337798"/>
                  </a:lnTo>
                  <a:lnTo>
                    <a:pt x="4827934" y="3843166"/>
                  </a:lnTo>
                  <a:lnTo>
                    <a:pt x="4829257" y="4198716"/>
                  </a:lnTo>
                  <a:lnTo>
                    <a:pt x="4830579" y="3785987"/>
                  </a:lnTo>
                  <a:lnTo>
                    <a:pt x="4831901" y="4002178"/>
                  </a:lnTo>
                  <a:lnTo>
                    <a:pt x="4833224" y="3731630"/>
                  </a:lnTo>
                  <a:lnTo>
                    <a:pt x="4834546" y="3348150"/>
                  </a:lnTo>
                  <a:lnTo>
                    <a:pt x="4835869" y="3630770"/>
                  </a:lnTo>
                  <a:lnTo>
                    <a:pt x="4837191" y="3101540"/>
                  </a:lnTo>
                  <a:lnTo>
                    <a:pt x="4838513" y="3266741"/>
                  </a:lnTo>
                  <a:lnTo>
                    <a:pt x="4839836" y="3274617"/>
                  </a:lnTo>
                  <a:lnTo>
                    <a:pt x="4841158" y="3393306"/>
                  </a:lnTo>
                  <a:lnTo>
                    <a:pt x="4842480" y="2687562"/>
                  </a:lnTo>
                  <a:lnTo>
                    <a:pt x="4843803" y="2725236"/>
                  </a:lnTo>
                  <a:lnTo>
                    <a:pt x="4845125" y="2860841"/>
                  </a:lnTo>
                  <a:lnTo>
                    <a:pt x="4846447" y="3187105"/>
                  </a:lnTo>
                  <a:lnTo>
                    <a:pt x="4847770" y="3195661"/>
                  </a:lnTo>
                  <a:lnTo>
                    <a:pt x="4849092" y="2967145"/>
                  </a:lnTo>
                  <a:lnTo>
                    <a:pt x="4850414" y="3475940"/>
                  </a:lnTo>
                  <a:lnTo>
                    <a:pt x="4851737" y="3499144"/>
                  </a:lnTo>
                  <a:lnTo>
                    <a:pt x="4853059" y="2845162"/>
                  </a:lnTo>
                  <a:lnTo>
                    <a:pt x="4854382" y="3236061"/>
                  </a:lnTo>
                  <a:lnTo>
                    <a:pt x="4855704" y="3570457"/>
                  </a:lnTo>
                  <a:lnTo>
                    <a:pt x="4857026" y="3315296"/>
                  </a:lnTo>
                  <a:lnTo>
                    <a:pt x="4858349" y="3214102"/>
                  </a:lnTo>
                  <a:lnTo>
                    <a:pt x="4859671" y="3104011"/>
                  </a:lnTo>
                  <a:lnTo>
                    <a:pt x="4860993" y="2783373"/>
                  </a:lnTo>
                  <a:lnTo>
                    <a:pt x="4862316" y="2468208"/>
                  </a:lnTo>
                  <a:lnTo>
                    <a:pt x="4863638" y="2850617"/>
                  </a:lnTo>
                  <a:lnTo>
                    <a:pt x="4864960" y="3551934"/>
                  </a:lnTo>
                  <a:lnTo>
                    <a:pt x="4866283" y="3222753"/>
                  </a:lnTo>
                  <a:lnTo>
                    <a:pt x="4867605" y="3727369"/>
                  </a:lnTo>
                  <a:lnTo>
                    <a:pt x="4868927" y="3953405"/>
                  </a:lnTo>
                  <a:lnTo>
                    <a:pt x="4870250" y="3094758"/>
                  </a:lnTo>
                  <a:lnTo>
                    <a:pt x="4871572" y="3370672"/>
                  </a:lnTo>
                  <a:lnTo>
                    <a:pt x="4872895" y="3432207"/>
                  </a:lnTo>
                  <a:lnTo>
                    <a:pt x="4874217" y="3104852"/>
                  </a:lnTo>
                  <a:lnTo>
                    <a:pt x="4875539" y="3480402"/>
                  </a:lnTo>
                  <a:lnTo>
                    <a:pt x="4876862" y="3747221"/>
                  </a:lnTo>
                  <a:lnTo>
                    <a:pt x="4878184" y="3968848"/>
                  </a:lnTo>
                  <a:lnTo>
                    <a:pt x="4879506" y="3773114"/>
                  </a:lnTo>
                  <a:lnTo>
                    <a:pt x="4880829" y="3447017"/>
                  </a:lnTo>
                  <a:lnTo>
                    <a:pt x="4882151" y="3274653"/>
                  </a:lnTo>
                  <a:lnTo>
                    <a:pt x="4883473" y="3109384"/>
                  </a:lnTo>
                  <a:lnTo>
                    <a:pt x="4884796" y="3159951"/>
                  </a:lnTo>
                  <a:lnTo>
                    <a:pt x="4886118" y="3414841"/>
                  </a:lnTo>
                  <a:lnTo>
                    <a:pt x="4887441" y="3779852"/>
                  </a:lnTo>
                  <a:lnTo>
                    <a:pt x="4888763" y="3665416"/>
                  </a:lnTo>
                  <a:lnTo>
                    <a:pt x="4890085" y="3341475"/>
                  </a:lnTo>
                  <a:lnTo>
                    <a:pt x="4891408" y="3572405"/>
                  </a:lnTo>
                  <a:lnTo>
                    <a:pt x="4892730" y="3871551"/>
                  </a:lnTo>
                  <a:lnTo>
                    <a:pt x="4894052" y="3570876"/>
                  </a:lnTo>
                  <a:lnTo>
                    <a:pt x="4895375" y="3985352"/>
                  </a:lnTo>
                  <a:lnTo>
                    <a:pt x="4896697" y="3879873"/>
                  </a:lnTo>
                  <a:lnTo>
                    <a:pt x="4898019" y="3829944"/>
                  </a:lnTo>
                  <a:lnTo>
                    <a:pt x="4899342" y="3536409"/>
                  </a:lnTo>
                  <a:lnTo>
                    <a:pt x="4900664" y="3494393"/>
                  </a:lnTo>
                  <a:lnTo>
                    <a:pt x="4901986" y="3535522"/>
                  </a:lnTo>
                  <a:lnTo>
                    <a:pt x="4903309" y="3556573"/>
                  </a:lnTo>
                  <a:lnTo>
                    <a:pt x="4904631" y="2909212"/>
                  </a:lnTo>
                  <a:lnTo>
                    <a:pt x="4905954" y="3173282"/>
                  </a:lnTo>
                  <a:lnTo>
                    <a:pt x="4907276" y="3014396"/>
                  </a:lnTo>
                  <a:lnTo>
                    <a:pt x="4908598" y="2811214"/>
                  </a:lnTo>
                  <a:lnTo>
                    <a:pt x="4909921" y="2581826"/>
                  </a:lnTo>
                  <a:lnTo>
                    <a:pt x="4911243" y="2217116"/>
                  </a:lnTo>
                  <a:lnTo>
                    <a:pt x="4912565" y="2090820"/>
                  </a:lnTo>
                  <a:lnTo>
                    <a:pt x="4913888" y="2179046"/>
                  </a:lnTo>
                  <a:lnTo>
                    <a:pt x="4915210" y="2201169"/>
                  </a:lnTo>
                  <a:lnTo>
                    <a:pt x="4916532" y="1775829"/>
                  </a:lnTo>
                  <a:lnTo>
                    <a:pt x="4917855" y="1300338"/>
                  </a:lnTo>
                  <a:lnTo>
                    <a:pt x="4919177" y="1553931"/>
                  </a:lnTo>
                  <a:lnTo>
                    <a:pt x="4920500" y="2579530"/>
                  </a:lnTo>
                  <a:lnTo>
                    <a:pt x="4921822" y="3799116"/>
                  </a:lnTo>
                  <a:lnTo>
                    <a:pt x="4923144" y="3530228"/>
                  </a:lnTo>
                  <a:lnTo>
                    <a:pt x="4924467" y="3586399"/>
                  </a:lnTo>
                  <a:lnTo>
                    <a:pt x="4925789" y="2565477"/>
                  </a:lnTo>
                  <a:lnTo>
                    <a:pt x="4927111" y="2448267"/>
                  </a:lnTo>
                  <a:lnTo>
                    <a:pt x="4928434" y="2787306"/>
                  </a:lnTo>
                  <a:lnTo>
                    <a:pt x="4929756" y="2909363"/>
                  </a:lnTo>
                  <a:lnTo>
                    <a:pt x="4931078" y="2887941"/>
                  </a:lnTo>
                  <a:lnTo>
                    <a:pt x="4932401" y="3489094"/>
                  </a:lnTo>
                  <a:lnTo>
                    <a:pt x="4933723" y="3872495"/>
                  </a:lnTo>
                  <a:lnTo>
                    <a:pt x="4935045" y="3029995"/>
                  </a:lnTo>
                  <a:lnTo>
                    <a:pt x="4936368" y="2841367"/>
                  </a:lnTo>
                  <a:lnTo>
                    <a:pt x="4937690" y="2841089"/>
                  </a:lnTo>
                  <a:lnTo>
                    <a:pt x="4939013" y="2832100"/>
                  </a:lnTo>
                  <a:lnTo>
                    <a:pt x="4940335" y="2792940"/>
                  </a:lnTo>
                  <a:lnTo>
                    <a:pt x="4941657" y="3129435"/>
                  </a:lnTo>
                  <a:lnTo>
                    <a:pt x="4942980" y="3061669"/>
                  </a:lnTo>
                  <a:lnTo>
                    <a:pt x="4944247" y="2932923"/>
                  </a:lnTo>
                  <a:lnTo>
                    <a:pt x="4945569" y="2757317"/>
                  </a:lnTo>
                  <a:lnTo>
                    <a:pt x="4946892" y="2629386"/>
                  </a:lnTo>
                  <a:lnTo>
                    <a:pt x="4948214" y="3008910"/>
                  </a:lnTo>
                  <a:lnTo>
                    <a:pt x="4949536" y="3310010"/>
                  </a:lnTo>
                  <a:lnTo>
                    <a:pt x="4950859" y="3271513"/>
                  </a:lnTo>
                  <a:lnTo>
                    <a:pt x="4952181" y="3231724"/>
                  </a:lnTo>
                  <a:lnTo>
                    <a:pt x="4953503" y="3830494"/>
                  </a:lnTo>
                  <a:lnTo>
                    <a:pt x="4954826" y="3169503"/>
                  </a:lnTo>
                  <a:lnTo>
                    <a:pt x="4956148" y="3548124"/>
                  </a:lnTo>
                  <a:lnTo>
                    <a:pt x="4957470" y="3837696"/>
                  </a:lnTo>
                  <a:lnTo>
                    <a:pt x="4958793" y="3550983"/>
                  </a:lnTo>
                  <a:lnTo>
                    <a:pt x="4960115" y="3828071"/>
                  </a:lnTo>
                  <a:lnTo>
                    <a:pt x="4961438" y="3834624"/>
                  </a:lnTo>
                  <a:lnTo>
                    <a:pt x="4962760" y="2920362"/>
                  </a:lnTo>
                  <a:lnTo>
                    <a:pt x="4964082" y="3159877"/>
                  </a:lnTo>
                  <a:lnTo>
                    <a:pt x="4965405" y="2927108"/>
                  </a:lnTo>
                  <a:lnTo>
                    <a:pt x="4966727" y="2895249"/>
                  </a:lnTo>
                  <a:lnTo>
                    <a:pt x="4968049" y="3108496"/>
                  </a:lnTo>
                  <a:lnTo>
                    <a:pt x="4969372" y="3377006"/>
                  </a:lnTo>
                  <a:lnTo>
                    <a:pt x="4970694" y="3595881"/>
                  </a:lnTo>
                  <a:lnTo>
                    <a:pt x="4972016" y="3554893"/>
                  </a:lnTo>
                  <a:lnTo>
                    <a:pt x="4973339" y="2985499"/>
                  </a:lnTo>
                  <a:lnTo>
                    <a:pt x="4974661" y="3045370"/>
                  </a:lnTo>
                  <a:lnTo>
                    <a:pt x="4975984" y="3068355"/>
                  </a:lnTo>
                  <a:lnTo>
                    <a:pt x="4977306" y="3234174"/>
                  </a:lnTo>
                  <a:lnTo>
                    <a:pt x="4978628" y="3720145"/>
                  </a:lnTo>
                  <a:lnTo>
                    <a:pt x="4979951" y="3626679"/>
                  </a:lnTo>
                  <a:lnTo>
                    <a:pt x="4981273" y="2921300"/>
                  </a:lnTo>
                  <a:lnTo>
                    <a:pt x="4982595" y="2829210"/>
                  </a:lnTo>
                  <a:lnTo>
                    <a:pt x="4983918" y="2929006"/>
                  </a:lnTo>
                  <a:lnTo>
                    <a:pt x="4985240" y="2880256"/>
                  </a:lnTo>
                  <a:lnTo>
                    <a:pt x="4986562" y="2893314"/>
                  </a:lnTo>
                  <a:lnTo>
                    <a:pt x="4987885" y="3057489"/>
                  </a:lnTo>
                  <a:lnTo>
                    <a:pt x="4989207" y="3097589"/>
                  </a:lnTo>
                  <a:lnTo>
                    <a:pt x="4990529" y="2948564"/>
                  </a:lnTo>
                  <a:lnTo>
                    <a:pt x="4991852" y="2953880"/>
                  </a:lnTo>
                  <a:lnTo>
                    <a:pt x="4993174" y="2873272"/>
                  </a:lnTo>
                  <a:lnTo>
                    <a:pt x="4994497" y="2853663"/>
                  </a:lnTo>
                  <a:lnTo>
                    <a:pt x="4995819" y="2909672"/>
                  </a:lnTo>
                  <a:lnTo>
                    <a:pt x="4997141" y="3056548"/>
                  </a:lnTo>
                  <a:lnTo>
                    <a:pt x="4998464" y="3238284"/>
                  </a:lnTo>
                  <a:lnTo>
                    <a:pt x="4999786" y="2962140"/>
                  </a:lnTo>
                  <a:lnTo>
                    <a:pt x="5001108" y="3167695"/>
                  </a:lnTo>
                  <a:lnTo>
                    <a:pt x="5002431" y="3316388"/>
                  </a:lnTo>
                  <a:lnTo>
                    <a:pt x="5003753" y="3254842"/>
                  </a:lnTo>
                  <a:lnTo>
                    <a:pt x="5005075" y="3256878"/>
                  </a:lnTo>
                  <a:lnTo>
                    <a:pt x="5006398" y="3353967"/>
                  </a:lnTo>
                  <a:lnTo>
                    <a:pt x="5007720" y="3378172"/>
                  </a:lnTo>
                  <a:lnTo>
                    <a:pt x="5009043" y="2994227"/>
                  </a:lnTo>
                  <a:lnTo>
                    <a:pt x="5010365" y="2907279"/>
                  </a:lnTo>
                  <a:lnTo>
                    <a:pt x="5011687" y="3022538"/>
                  </a:lnTo>
                  <a:lnTo>
                    <a:pt x="5013010" y="2998973"/>
                  </a:lnTo>
                  <a:lnTo>
                    <a:pt x="5014332" y="3008637"/>
                  </a:lnTo>
                  <a:lnTo>
                    <a:pt x="5015654" y="3600714"/>
                  </a:lnTo>
                  <a:lnTo>
                    <a:pt x="5016977" y="3273791"/>
                  </a:lnTo>
                  <a:lnTo>
                    <a:pt x="5018299" y="3138117"/>
                  </a:lnTo>
                  <a:lnTo>
                    <a:pt x="5019621" y="3292738"/>
                  </a:lnTo>
                  <a:lnTo>
                    <a:pt x="5020944" y="3203430"/>
                  </a:lnTo>
                  <a:lnTo>
                    <a:pt x="5022266" y="3790697"/>
                  </a:lnTo>
                  <a:lnTo>
                    <a:pt x="5023588" y="3942768"/>
                  </a:lnTo>
                  <a:lnTo>
                    <a:pt x="5024911" y="3963152"/>
                  </a:lnTo>
                  <a:lnTo>
                    <a:pt x="5026233" y="3333307"/>
                  </a:lnTo>
                  <a:lnTo>
                    <a:pt x="5027556" y="2905783"/>
                  </a:lnTo>
                  <a:lnTo>
                    <a:pt x="5028878" y="3002896"/>
                  </a:lnTo>
                  <a:lnTo>
                    <a:pt x="5030200" y="2971477"/>
                  </a:lnTo>
                  <a:lnTo>
                    <a:pt x="5031523" y="3133619"/>
                  </a:lnTo>
                  <a:lnTo>
                    <a:pt x="5032845" y="3160166"/>
                  </a:lnTo>
                  <a:lnTo>
                    <a:pt x="5034167" y="3295510"/>
                  </a:lnTo>
                  <a:lnTo>
                    <a:pt x="5035490" y="3423878"/>
                  </a:lnTo>
                  <a:lnTo>
                    <a:pt x="5036812" y="3652008"/>
                  </a:lnTo>
                  <a:lnTo>
                    <a:pt x="5038134" y="3164240"/>
                  </a:lnTo>
                  <a:lnTo>
                    <a:pt x="5039457" y="3124553"/>
                  </a:lnTo>
                  <a:lnTo>
                    <a:pt x="5040779" y="3154359"/>
                  </a:lnTo>
                  <a:lnTo>
                    <a:pt x="5042102" y="3152745"/>
                  </a:lnTo>
                  <a:lnTo>
                    <a:pt x="5043424" y="3466086"/>
                  </a:lnTo>
                  <a:lnTo>
                    <a:pt x="5044746" y="3574996"/>
                  </a:lnTo>
                  <a:lnTo>
                    <a:pt x="5046069" y="3276663"/>
                  </a:lnTo>
                  <a:lnTo>
                    <a:pt x="5047391" y="3096119"/>
                  </a:lnTo>
                  <a:lnTo>
                    <a:pt x="5048713" y="2992710"/>
                  </a:lnTo>
                  <a:lnTo>
                    <a:pt x="5050036" y="3053208"/>
                  </a:lnTo>
                  <a:lnTo>
                    <a:pt x="5051358" y="2725106"/>
                  </a:lnTo>
                  <a:lnTo>
                    <a:pt x="5052680" y="3093577"/>
                  </a:lnTo>
                  <a:lnTo>
                    <a:pt x="5054003" y="3343636"/>
                  </a:lnTo>
                  <a:lnTo>
                    <a:pt x="5055325" y="2651821"/>
                  </a:lnTo>
                  <a:lnTo>
                    <a:pt x="5056647" y="2521571"/>
                  </a:lnTo>
                  <a:lnTo>
                    <a:pt x="5057970" y="2308312"/>
                  </a:lnTo>
                  <a:lnTo>
                    <a:pt x="5059292" y="2481760"/>
                  </a:lnTo>
                  <a:lnTo>
                    <a:pt x="5060615" y="2609299"/>
                  </a:lnTo>
                  <a:lnTo>
                    <a:pt x="5061937" y="2817403"/>
                  </a:lnTo>
                  <a:lnTo>
                    <a:pt x="5063259" y="3055059"/>
                  </a:lnTo>
                  <a:lnTo>
                    <a:pt x="5064582" y="2349392"/>
                  </a:lnTo>
                  <a:lnTo>
                    <a:pt x="5065904" y="2258140"/>
                  </a:lnTo>
                  <a:lnTo>
                    <a:pt x="5067226" y="2356171"/>
                  </a:lnTo>
                  <a:lnTo>
                    <a:pt x="5068549" y="2295198"/>
                  </a:lnTo>
                  <a:lnTo>
                    <a:pt x="5069871" y="2363281"/>
                  </a:lnTo>
                  <a:lnTo>
                    <a:pt x="5071193" y="2949177"/>
                  </a:lnTo>
                  <a:lnTo>
                    <a:pt x="5072516" y="3064667"/>
                  </a:lnTo>
                  <a:lnTo>
                    <a:pt x="5073838" y="2489066"/>
                  </a:lnTo>
                  <a:lnTo>
                    <a:pt x="5075160" y="2338807"/>
                  </a:lnTo>
                  <a:lnTo>
                    <a:pt x="5076483" y="2429867"/>
                  </a:lnTo>
                  <a:lnTo>
                    <a:pt x="5077805" y="2984184"/>
                  </a:lnTo>
                  <a:lnTo>
                    <a:pt x="5079128" y="2476635"/>
                  </a:lnTo>
                  <a:lnTo>
                    <a:pt x="5080450" y="3383619"/>
                  </a:lnTo>
                  <a:lnTo>
                    <a:pt x="5081772" y="3585995"/>
                  </a:lnTo>
                  <a:lnTo>
                    <a:pt x="5083095" y="2006015"/>
                  </a:lnTo>
                  <a:lnTo>
                    <a:pt x="5084417" y="1974921"/>
                  </a:lnTo>
                  <a:lnTo>
                    <a:pt x="5085739" y="2131442"/>
                  </a:lnTo>
                  <a:lnTo>
                    <a:pt x="5087062" y="2038035"/>
                  </a:lnTo>
                  <a:lnTo>
                    <a:pt x="5088384" y="2267912"/>
                  </a:lnTo>
                  <a:lnTo>
                    <a:pt x="5089706" y="3066588"/>
                  </a:lnTo>
                  <a:lnTo>
                    <a:pt x="5091029" y="2931169"/>
                  </a:lnTo>
                  <a:lnTo>
                    <a:pt x="5092351" y="1861966"/>
                  </a:lnTo>
                  <a:lnTo>
                    <a:pt x="5093674" y="1855706"/>
                  </a:lnTo>
                  <a:lnTo>
                    <a:pt x="5094996" y="2250842"/>
                  </a:lnTo>
                  <a:lnTo>
                    <a:pt x="5096318" y="1857864"/>
                  </a:lnTo>
                  <a:lnTo>
                    <a:pt x="5097641" y="1976210"/>
                  </a:lnTo>
                  <a:lnTo>
                    <a:pt x="5098963" y="2298218"/>
                  </a:lnTo>
                  <a:lnTo>
                    <a:pt x="5100285" y="2693209"/>
                  </a:lnTo>
                  <a:lnTo>
                    <a:pt x="5101608" y="2391349"/>
                  </a:lnTo>
                  <a:lnTo>
                    <a:pt x="5102930" y="2349850"/>
                  </a:lnTo>
                  <a:lnTo>
                    <a:pt x="5104252" y="1687500"/>
                  </a:lnTo>
                  <a:lnTo>
                    <a:pt x="5105575" y="1388226"/>
                  </a:lnTo>
                  <a:lnTo>
                    <a:pt x="5106897" y="1600604"/>
                  </a:lnTo>
                  <a:lnTo>
                    <a:pt x="5108219" y="1955816"/>
                  </a:lnTo>
                  <a:lnTo>
                    <a:pt x="5109542" y="2342362"/>
                  </a:lnTo>
                  <a:lnTo>
                    <a:pt x="5110864" y="1686702"/>
                  </a:lnTo>
                  <a:lnTo>
                    <a:pt x="5112187" y="1957422"/>
                  </a:lnTo>
                  <a:lnTo>
                    <a:pt x="5113509" y="1930944"/>
                  </a:lnTo>
                  <a:lnTo>
                    <a:pt x="5114831" y="1750913"/>
                  </a:lnTo>
                  <a:lnTo>
                    <a:pt x="5116154" y="1958657"/>
                  </a:lnTo>
                  <a:lnTo>
                    <a:pt x="5117476" y="2612311"/>
                  </a:lnTo>
                  <a:lnTo>
                    <a:pt x="5118798" y="2973712"/>
                  </a:lnTo>
                  <a:lnTo>
                    <a:pt x="5120121" y="2086091"/>
                  </a:lnTo>
                  <a:lnTo>
                    <a:pt x="5121443" y="2176164"/>
                  </a:lnTo>
                  <a:lnTo>
                    <a:pt x="5122765" y="2236263"/>
                  </a:lnTo>
                  <a:lnTo>
                    <a:pt x="5124088" y="2033322"/>
                  </a:lnTo>
                  <a:lnTo>
                    <a:pt x="5125410" y="1611968"/>
                  </a:lnTo>
                  <a:lnTo>
                    <a:pt x="5126733" y="1974407"/>
                  </a:lnTo>
                  <a:lnTo>
                    <a:pt x="5128055" y="2264644"/>
                  </a:lnTo>
                  <a:lnTo>
                    <a:pt x="5129377" y="1674532"/>
                  </a:lnTo>
                  <a:lnTo>
                    <a:pt x="5130700" y="1280578"/>
                  </a:lnTo>
                  <a:lnTo>
                    <a:pt x="5132022" y="905212"/>
                  </a:lnTo>
                  <a:lnTo>
                    <a:pt x="5133344" y="832743"/>
                  </a:lnTo>
                  <a:lnTo>
                    <a:pt x="5134667" y="1131411"/>
                  </a:lnTo>
                  <a:lnTo>
                    <a:pt x="5135989" y="1482005"/>
                  </a:lnTo>
                  <a:lnTo>
                    <a:pt x="5137311" y="2057956"/>
                  </a:lnTo>
                  <a:lnTo>
                    <a:pt x="5138634" y="832413"/>
                  </a:lnTo>
                  <a:lnTo>
                    <a:pt x="5139956" y="578848"/>
                  </a:lnTo>
                  <a:lnTo>
                    <a:pt x="5141278" y="460924"/>
                  </a:lnTo>
                  <a:lnTo>
                    <a:pt x="5142601" y="611362"/>
                  </a:lnTo>
                  <a:lnTo>
                    <a:pt x="5143923" y="0"/>
                  </a:lnTo>
                  <a:lnTo>
                    <a:pt x="5145246" y="562208"/>
                  </a:lnTo>
                  <a:lnTo>
                    <a:pt x="5146568" y="1831478"/>
                  </a:lnTo>
                  <a:lnTo>
                    <a:pt x="5147890" y="251828"/>
                  </a:lnTo>
                  <a:lnTo>
                    <a:pt x="5149213" y="240622"/>
                  </a:lnTo>
                  <a:lnTo>
                    <a:pt x="5150535" y="582759"/>
                  </a:lnTo>
                  <a:lnTo>
                    <a:pt x="5151857" y="787093"/>
                  </a:lnTo>
                  <a:lnTo>
                    <a:pt x="5153180" y="1701243"/>
                  </a:lnTo>
                  <a:lnTo>
                    <a:pt x="5154502" y="2526742"/>
                  </a:lnTo>
                  <a:lnTo>
                    <a:pt x="5155824" y="2803169"/>
                  </a:lnTo>
                  <a:lnTo>
                    <a:pt x="5157147" y="2098944"/>
                  </a:lnTo>
                  <a:lnTo>
                    <a:pt x="5158469" y="1731831"/>
                  </a:lnTo>
                  <a:lnTo>
                    <a:pt x="5159792" y="1454399"/>
                  </a:lnTo>
                  <a:lnTo>
                    <a:pt x="5161114" y="1570732"/>
                  </a:lnTo>
                  <a:lnTo>
                    <a:pt x="5162436" y="2171083"/>
                  </a:lnTo>
                  <a:lnTo>
                    <a:pt x="5163759" y="1811316"/>
                  </a:lnTo>
                  <a:lnTo>
                    <a:pt x="5165081" y="1890053"/>
                  </a:lnTo>
                  <a:lnTo>
                    <a:pt x="5166403" y="1788528"/>
                  </a:lnTo>
                  <a:lnTo>
                    <a:pt x="5167726" y="1884646"/>
                  </a:lnTo>
                  <a:lnTo>
                    <a:pt x="5169048" y="1495262"/>
                  </a:lnTo>
                  <a:lnTo>
                    <a:pt x="5170370" y="2025834"/>
                  </a:lnTo>
                  <a:lnTo>
                    <a:pt x="5171693" y="3057969"/>
                  </a:lnTo>
                  <a:lnTo>
                    <a:pt x="5173015" y="3870756"/>
                  </a:lnTo>
                  <a:lnTo>
                    <a:pt x="5174337" y="3814504"/>
                  </a:lnTo>
                  <a:lnTo>
                    <a:pt x="5175660" y="2686731"/>
                  </a:lnTo>
                  <a:lnTo>
                    <a:pt x="5176982" y="2062296"/>
                  </a:lnTo>
                  <a:lnTo>
                    <a:pt x="5178305" y="1960933"/>
                  </a:lnTo>
                  <a:lnTo>
                    <a:pt x="5179627" y="1912140"/>
                  </a:lnTo>
                  <a:lnTo>
                    <a:pt x="5180949" y="2032181"/>
                  </a:lnTo>
                  <a:lnTo>
                    <a:pt x="5182272" y="2137851"/>
                  </a:lnTo>
                  <a:lnTo>
                    <a:pt x="5183594" y="2595771"/>
                  </a:lnTo>
                  <a:lnTo>
                    <a:pt x="5184916" y="2783450"/>
                  </a:lnTo>
                  <a:lnTo>
                    <a:pt x="5186239" y="2388912"/>
                  </a:lnTo>
                  <a:lnTo>
                    <a:pt x="5187561" y="1922520"/>
                  </a:lnTo>
                  <a:lnTo>
                    <a:pt x="5188883" y="1732639"/>
                  </a:lnTo>
                  <a:lnTo>
                    <a:pt x="5190206" y="2356519"/>
                  </a:lnTo>
                </a:path>
              </a:pathLst>
            </a:custGeom>
            <a:ln w="13550" cap="flat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080B514-7B56-4E6A-BBB5-1DDBA8C1EC4D}"/>
              </a:ext>
            </a:extLst>
          </p:cNvPr>
          <p:cNvGrpSpPr/>
          <p:nvPr/>
        </p:nvGrpSpPr>
        <p:grpSpPr>
          <a:xfrm>
            <a:off x="1027847" y="5773089"/>
            <a:ext cx="6352887" cy="252302"/>
            <a:chOff x="1903205" y="6081029"/>
            <a:chExt cx="5582390" cy="252302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32E337B2-413E-49D3-8407-E1BD09C327A0}"/>
                </a:ext>
              </a:extLst>
            </p:cNvPr>
            <p:cNvCxnSpPr>
              <a:cxnSpLocks/>
            </p:cNvCxnSpPr>
            <p:nvPr/>
          </p:nvCxnSpPr>
          <p:spPr>
            <a:xfrm>
              <a:off x="1903205" y="6318250"/>
              <a:ext cx="5582390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9010E933-2EDB-4810-B5BA-022DDF4D9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0667" y="6081029"/>
              <a:ext cx="0" cy="237221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22731D2B-8295-47AE-9066-14A336E3F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8719" y="6096110"/>
              <a:ext cx="0" cy="237221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feld 49">
            <a:extLst>
              <a:ext uri="{FF2B5EF4-FFF2-40B4-BE49-F238E27FC236}">
                <a16:creationId xmlns:a16="http://schemas.microsoft.com/office/drawing/2014/main" id="{38A7775F-8CBD-4A26-A461-2F12A5713E31}"/>
              </a:ext>
            </a:extLst>
          </p:cNvPr>
          <p:cNvSpPr txBox="1"/>
          <p:nvPr/>
        </p:nvSpPr>
        <p:spPr>
          <a:xfrm>
            <a:off x="3509528" y="6102019"/>
            <a:ext cx="2261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Past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CBF37C44-00C2-4D35-907D-87BF7EBB49C4}"/>
              </a:ext>
            </a:extLst>
          </p:cNvPr>
          <p:cNvGrpSpPr/>
          <p:nvPr/>
        </p:nvGrpSpPr>
        <p:grpSpPr>
          <a:xfrm>
            <a:off x="7442295" y="5776199"/>
            <a:ext cx="3082449" cy="252302"/>
            <a:chOff x="1903205" y="6081029"/>
            <a:chExt cx="5582390" cy="252302"/>
          </a:xfrm>
          <a:effectLst>
            <a:glow rad="279400">
              <a:srgbClr val="F732DE">
                <a:alpha val="35000"/>
              </a:srgbClr>
            </a:glow>
          </a:effectLst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B611D6B5-2B44-43E7-917A-4D484568EA63}"/>
                </a:ext>
              </a:extLst>
            </p:cNvPr>
            <p:cNvCxnSpPr>
              <a:cxnSpLocks/>
            </p:cNvCxnSpPr>
            <p:nvPr/>
          </p:nvCxnSpPr>
          <p:spPr>
            <a:xfrm>
              <a:off x="1903205" y="6318250"/>
              <a:ext cx="5582390" cy="0"/>
            </a:xfrm>
            <a:prstGeom prst="line">
              <a:avLst/>
            </a:prstGeom>
            <a:ln w="38100">
              <a:solidFill>
                <a:srgbClr val="D729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BFF1E973-81A3-4557-8065-B1DD51F42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0667" y="6081029"/>
              <a:ext cx="0" cy="237221"/>
            </a:xfrm>
            <a:prstGeom prst="line">
              <a:avLst/>
            </a:prstGeom>
            <a:ln w="38100">
              <a:solidFill>
                <a:srgbClr val="D729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CF0B27CA-8C4A-4548-ADB4-A9BCABD0D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8719" y="6096110"/>
              <a:ext cx="0" cy="237221"/>
            </a:xfrm>
            <a:prstGeom prst="line">
              <a:avLst/>
            </a:prstGeom>
            <a:ln w="38100">
              <a:solidFill>
                <a:srgbClr val="D729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feld 54">
            <a:extLst>
              <a:ext uri="{FF2B5EF4-FFF2-40B4-BE49-F238E27FC236}">
                <a16:creationId xmlns:a16="http://schemas.microsoft.com/office/drawing/2014/main" id="{81D5F123-AFAA-4C58-A8EE-BEF59AF53CFD}"/>
              </a:ext>
            </a:extLst>
          </p:cNvPr>
          <p:cNvSpPr txBox="1"/>
          <p:nvPr/>
        </p:nvSpPr>
        <p:spPr>
          <a:xfrm>
            <a:off x="8386955" y="6102019"/>
            <a:ext cx="14233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500" b="1" i="0" u="none" strike="noStrike" kern="1200" cap="none" spc="0" normalizeH="0" baseline="0" noProof="0">
                <a:ln>
                  <a:noFill/>
                </a:ln>
                <a:solidFill>
                  <a:srgbClr val="F732DE"/>
                </a:solidFill>
                <a:effectLst>
                  <a:glow rad="520700">
                    <a:srgbClr val="F732DE">
                      <a:alpha val="40000"/>
                    </a:srgbClr>
                  </a:glow>
                </a:effectLst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Future</a:t>
            </a:r>
          </a:p>
        </p:txBody>
      </p:sp>
      <p:sp>
        <p:nvSpPr>
          <p:cNvPr id="56" name="pl6">
            <a:extLst>
              <a:ext uri="{FF2B5EF4-FFF2-40B4-BE49-F238E27FC236}">
                <a16:creationId xmlns:a16="http://schemas.microsoft.com/office/drawing/2014/main" id="{9A189FF6-82A9-401F-B424-7F72BFD9F1EA}"/>
              </a:ext>
            </a:extLst>
          </p:cNvPr>
          <p:cNvSpPr/>
          <p:nvPr/>
        </p:nvSpPr>
        <p:spPr>
          <a:xfrm>
            <a:off x="7414298" y="3441987"/>
            <a:ext cx="3275187" cy="1860266"/>
          </a:xfrm>
          <a:custGeom>
            <a:avLst/>
            <a:gdLst/>
            <a:ahLst/>
            <a:cxnLst/>
            <a:rect l="0" t="0" r="0" b="0"/>
            <a:pathLst>
              <a:path w="7614035" h="4288944">
                <a:moveTo>
                  <a:pt x="0" y="4031996"/>
                </a:moveTo>
                <a:lnTo>
                  <a:pt x="15228" y="4157904"/>
                </a:lnTo>
                <a:lnTo>
                  <a:pt x="30456" y="4120995"/>
                </a:lnTo>
                <a:lnTo>
                  <a:pt x="45684" y="4288944"/>
                </a:lnTo>
                <a:lnTo>
                  <a:pt x="60912" y="3968316"/>
                </a:lnTo>
                <a:lnTo>
                  <a:pt x="76140" y="3902089"/>
                </a:lnTo>
                <a:lnTo>
                  <a:pt x="91368" y="4066992"/>
                </a:lnTo>
                <a:lnTo>
                  <a:pt x="106596" y="3969025"/>
                </a:lnTo>
                <a:lnTo>
                  <a:pt x="121824" y="3820633"/>
                </a:lnTo>
                <a:lnTo>
                  <a:pt x="137052" y="3704909"/>
                </a:lnTo>
                <a:lnTo>
                  <a:pt x="152280" y="3766288"/>
                </a:lnTo>
                <a:lnTo>
                  <a:pt x="167508" y="3462442"/>
                </a:lnTo>
                <a:lnTo>
                  <a:pt x="182736" y="3384089"/>
                </a:lnTo>
                <a:lnTo>
                  <a:pt x="197964" y="3508950"/>
                </a:lnTo>
                <a:lnTo>
                  <a:pt x="213192" y="3954072"/>
                </a:lnTo>
                <a:lnTo>
                  <a:pt x="228421" y="3727977"/>
                </a:lnTo>
                <a:lnTo>
                  <a:pt x="243649" y="3737008"/>
                </a:lnTo>
                <a:lnTo>
                  <a:pt x="258877" y="3740262"/>
                </a:lnTo>
                <a:lnTo>
                  <a:pt x="274105" y="3550565"/>
                </a:lnTo>
                <a:lnTo>
                  <a:pt x="289333" y="3385512"/>
                </a:lnTo>
                <a:lnTo>
                  <a:pt x="304561" y="3266146"/>
                </a:lnTo>
                <a:lnTo>
                  <a:pt x="319789" y="3081445"/>
                </a:lnTo>
                <a:lnTo>
                  <a:pt x="335017" y="2924247"/>
                </a:lnTo>
                <a:lnTo>
                  <a:pt x="350245" y="2909261"/>
                </a:lnTo>
                <a:lnTo>
                  <a:pt x="365473" y="3309091"/>
                </a:lnTo>
                <a:lnTo>
                  <a:pt x="380701" y="3184515"/>
                </a:lnTo>
                <a:lnTo>
                  <a:pt x="395929" y="3195796"/>
                </a:lnTo>
                <a:lnTo>
                  <a:pt x="411157" y="3227109"/>
                </a:lnTo>
                <a:lnTo>
                  <a:pt x="426385" y="3522709"/>
                </a:lnTo>
                <a:lnTo>
                  <a:pt x="441614" y="3618810"/>
                </a:lnTo>
                <a:lnTo>
                  <a:pt x="456842" y="3534810"/>
                </a:lnTo>
                <a:lnTo>
                  <a:pt x="472070" y="3261735"/>
                </a:lnTo>
                <a:lnTo>
                  <a:pt x="487298" y="3282394"/>
                </a:lnTo>
                <a:lnTo>
                  <a:pt x="502526" y="3204478"/>
                </a:lnTo>
                <a:lnTo>
                  <a:pt x="517754" y="3215292"/>
                </a:lnTo>
                <a:lnTo>
                  <a:pt x="532982" y="3492060"/>
                </a:lnTo>
                <a:lnTo>
                  <a:pt x="548210" y="3575468"/>
                </a:lnTo>
                <a:lnTo>
                  <a:pt x="563438" y="3654715"/>
                </a:lnTo>
                <a:lnTo>
                  <a:pt x="578666" y="3666636"/>
                </a:lnTo>
                <a:lnTo>
                  <a:pt x="593894" y="3445547"/>
                </a:lnTo>
                <a:lnTo>
                  <a:pt x="609122" y="3292160"/>
                </a:lnTo>
                <a:lnTo>
                  <a:pt x="624350" y="3325227"/>
                </a:lnTo>
                <a:lnTo>
                  <a:pt x="639578" y="3376149"/>
                </a:lnTo>
                <a:lnTo>
                  <a:pt x="654807" y="3236069"/>
                </a:lnTo>
                <a:lnTo>
                  <a:pt x="670035" y="3124188"/>
                </a:lnTo>
                <a:lnTo>
                  <a:pt x="685263" y="3262618"/>
                </a:lnTo>
                <a:lnTo>
                  <a:pt x="700491" y="3404814"/>
                </a:lnTo>
                <a:lnTo>
                  <a:pt x="715719" y="3331538"/>
                </a:lnTo>
                <a:lnTo>
                  <a:pt x="730947" y="3177074"/>
                </a:lnTo>
                <a:lnTo>
                  <a:pt x="746175" y="3199654"/>
                </a:lnTo>
                <a:lnTo>
                  <a:pt x="761403" y="3022565"/>
                </a:lnTo>
                <a:lnTo>
                  <a:pt x="776631" y="2942551"/>
                </a:lnTo>
                <a:lnTo>
                  <a:pt x="791859" y="3065560"/>
                </a:lnTo>
                <a:lnTo>
                  <a:pt x="807087" y="2996999"/>
                </a:lnTo>
                <a:lnTo>
                  <a:pt x="822315" y="3223985"/>
                </a:lnTo>
                <a:lnTo>
                  <a:pt x="837543" y="2935968"/>
                </a:lnTo>
                <a:lnTo>
                  <a:pt x="852771" y="2537937"/>
                </a:lnTo>
                <a:lnTo>
                  <a:pt x="868000" y="2611743"/>
                </a:lnTo>
                <a:lnTo>
                  <a:pt x="883228" y="2821599"/>
                </a:lnTo>
                <a:lnTo>
                  <a:pt x="898456" y="2707093"/>
                </a:lnTo>
                <a:lnTo>
                  <a:pt x="913684" y="2734237"/>
                </a:lnTo>
                <a:lnTo>
                  <a:pt x="928912" y="2251547"/>
                </a:lnTo>
                <a:lnTo>
                  <a:pt x="944140" y="2259434"/>
                </a:lnTo>
                <a:lnTo>
                  <a:pt x="959368" y="2120807"/>
                </a:lnTo>
                <a:lnTo>
                  <a:pt x="974596" y="2115179"/>
                </a:lnTo>
                <a:lnTo>
                  <a:pt x="989824" y="2264566"/>
                </a:lnTo>
                <a:lnTo>
                  <a:pt x="1005052" y="2226621"/>
                </a:lnTo>
                <a:lnTo>
                  <a:pt x="1020280" y="2589391"/>
                </a:lnTo>
                <a:lnTo>
                  <a:pt x="1035508" y="2294836"/>
                </a:lnTo>
                <a:lnTo>
                  <a:pt x="1050736" y="2264035"/>
                </a:lnTo>
                <a:lnTo>
                  <a:pt x="1065964" y="1827371"/>
                </a:lnTo>
                <a:lnTo>
                  <a:pt x="1081192" y="1731801"/>
                </a:lnTo>
                <a:lnTo>
                  <a:pt x="1096421" y="1874490"/>
                </a:lnTo>
                <a:lnTo>
                  <a:pt x="1111649" y="1751743"/>
                </a:lnTo>
                <a:lnTo>
                  <a:pt x="1126877" y="1939483"/>
                </a:lnTo>
                <a:lnTo>
                  <a:pt x="1142105" y="2191445"/>
                </a:lnTo>
                <a:lnTo>
                  <a:pt x="1157333" y="2132868"/>
                </a:lnTo>
                <a:lnTo>
                  <a:pt x="1172561" y="2221963"/>
                </a:lnTo>
                <a:lnTo>
                  <a:pt x="1187789" y="2221741"/>
                </a:lnTo>
                <a:lnTo>
                  <a:pt x="1203017" y="2206800"/>
                </a:lnTo>
                <a:lnTo>
                  <a:pt x="1218245" y="2325285"/>
                </a:lnTo>
                <a:lnTo>
                  <a:pt x="1233473" y="2439579"/>
                </a:lnTo>
                <a:lnTo>
                  <a:pt x="1248701" y="2466748"/>
                </a:lnTo>
                <a:lnTo>
                  <a:pt x="1263929" y="2229970"/>
                </a:lnTo>
                <a:lnTo>
                  <a:pt x="1279157" y="2536184"/>
                </a:lnTo>
                <a:lnTo>
                  <a:pt x="1294385" y="2416810"/>
                </a:lnTo>
                <a:lnTo>
                  <a:pt x="1309614" y="2349892"/>
                </a:lnTo>
                <a:lnTo>
                  <a:pt x="1324842" y="2136224"/>
                </a:lnTo>
                <a:lnTo>
                  <a:pt x="1340070" y="2197361"/>
                </a:lnTo>
                <a:lnTo>
                  <a:pt x="1355298" y="2122992"/>
                </a:lnTo>
                <a:lnTo>
                  <a:pt x="1370526" y="2069309"/>
                </a:lnTo>
                <a:lnTo>
                  <a:pt x="1385754" y="2178348"/>
                </a:lnTo>
                <a:lnTo>
                  <a:pt x="1400982" y="1935584"/>
                </a:lnTo>
                <a:lnTo>
                  <a:pt x="1416210" y="1702360"/>
                </a:lnTo>
                <a:lnTo>
                  <a:pt x="1431438" y="1561628"/>
                </a:lnTo>
                <a:lnTo>
                  <a:pt x="1446666" y="1242697"/>
                </a:lnTo>
                <a:lnTo>
                  <a:pt x="1461894" y="1130450"/>
                </a:lnTo>
                <a:lnTo>
                  <a:pt x="1477122" y="1387026"/>
                </a:lnTo>
                <a:lnTo>
                  <a:pt x="1492350" y="1502244"/>
                </a:lnTo>
                <a:lnTo>
                  <a:pt x="1507578" y="1748373"/>
                </a:lnTo>
                <a:lnTo>
                  <a:pt x="1522807" y="1843520"/>
                </a:lnTo>
                <a:lnTo>
                  <a:pt x="1538035" y="1968204"/>
                </a:lnTo>
                <a:lnTo>
                  <a:pt x="1553263" y="1959740"/>
                </a:lnTo>
                <a:lnTo>
                  <a:pt x="1568491" y="2142822"/>
                </a:lnTo>
                <a:lnTo>
                  <a:pt x="1583719" y="2111060"/>
                </a:lnTo>
                <a:lnTo>
                  <a:pt x="1598947" y="2242622"/>
                </a:lnTo>
                <a:lnTo>
                  <a:pt x="1614175" y="1887423"/>
                </a:lnTo>
                <a:lnTo>
                  <a:pt x="1629403" y="1743376"/>
                </a:lnTo>
                <a:lnTo>
                  <a:pt x="1644631" y="1560444"/>
                </a:lnTo>
                <a:lnTo>
                  <a:pt x="1659859" y="1483228"/>
                </a:lnTo>
                <a:lnTo>
                  <a:pt x="1675087" y="1145135"/>
                </a:lnTo>
                <a:lnTo>
                  <a:pt x="1690315" y="1272909"/>
                </a:lnTo>
                <a:lnTo>
                  <a:pt x="1705543" y="1365693"/>
                </a:lnTo>
                <a:lnTo>
                  <a:pt x="1720771" y="1077825"/>
                </a:lnTo>
                <a:lnTo>
                  <a:pt x="1736000" y="1208606"/>
                </a:lnTo>
                <a:lnTo>
                  <a:pt x="1751228" y="1250286"/>
                </a:lnTo>
                <a:lnTo>
                  <a:pt x="1766456" y="1329235"/>
                </a:lnTo>
                <a:lnTo>
                  <a:pt x="1781684" y="1393549"/>
                </a:lnTo>
                <a:lnTo>
                  <a:pt x="1796912" y="1449646"/>
                </a:lnTo>
                <a:lnTo>
                  <a:pt x="1812140" y="1350322"/>
                </a:lnTo>
                <a:lnTo>
                  <a:pt x="1827368" y="1385963"/>
                </a:lnTo>
                <a:lnTo>
                  <a:pt x="1842596" y="1487653"/>
                </a:lnTo>
                <a:lnTo>
                  <a:pt x="1857824" y="1217722"/>
                </a:lnTo>
                <a:lnTo>
                  <a:pt x="1873052" y="1260849"/>
                </a:lnTo>
                <a:lnTo>
                  <a:pt x="1888280" y="1296937"/>
                </a:lnTo>
                <a:lnTo>
                  <a:pt x="1903508" y="1317074"/>
                </a:lnTo>
                <a:lnTo>
                  <a:pt x="1918736" y="1173838"/>
                </a:lnTo>
                <a:lnTo>
                  <a:pt x="1933964" y="1188624"/>
                </a:lnTo>
                <a:lnTo>
                  <a:pt x="1949193" y="1196188"/>
                </a:lnTo>
                <a:lnTo>
                  <a:pt x="1964421" y="1333192"/>
                </a:lnTo>
                <a:lnTo>
                  <a:pt x="1979649" y="1398365"/>
                </a:lnTo>
                <a:lnTo>
                  <a:pt x="1994877" y="1386274"/>
                </a:lnTo>
                <a:lnTo>
                  <a:pt x="2010105" y="1504633"/>
                </a:lnTo>
                <a:lnTo>
                  <a:pt x="2025333" y="1397810"/>
                </a:lnTo>
                <a:lnTo>
                  <a:pt x="2040561" y="1702985"/>
                </a:lnTo>
                <a:lnTo>
                  <a:pt x="2055789" y="1641371"/>
                </a:lnTo>
                <a:lnTo>
                  <a:pt x="2071017" y="1950175"/>
                </a:lnTo>
                <a:lnTo>
                  <a:pt x="2086245" y="2010667"/>
                </a:lnTo>
                <a:lnTo>
                  <a:pt x="2101473" y="2116843"/>
                </a:lnTo>
                <a:lnTo>
                  <a:pt x="2116701" y="2247905"/>
                </a:lnTo>
                <a:lnTo>
                  <a:pt x="2131929" y="2259340"/>
                </a:lnTo>
                <a:lnTo>
                  <a:pt x="2147157" y="2644099"/>
                </a:lnTo>
                <a:lnTo>
                  <a:pt x="2162385" y="2407623"/>
                </a:lnTo>
                <a:lnTo>
                  <a:pt x="2177614" y="2742258"/>
                </a:lnTo>
                <a:lnTo>
                  <a:pt x="2192842" y="2835420"/>
                </a:lnTo>
                <a:lnTo>
                  <a:pt x="2208070" y="3059704"/>
                </a:lnTo>
                <a:lnTo>
                  <a:pt x="2223298" y="3210608"/>
                </a:lnTo>
                <a:lnTo>
                  <a:pt x="2238526" y="2791118"/>
                </a:lnTo>
                <a:lnTo>
                  <a:pt x="2253754" y="2787621"/>
                </a:lnTo>
                <a:lnTo>
                  <a:pt x="2268982" y="3046149"/>
                </a:lnTo>
                <a:lnTo>
                  <a:pt x="2284210" y="3375887"/>
                </a:lnTo>
                <a:lnTo>
                  <a:pt x="2299438" y="3285406"/>
                </a:lnTo>
                <a:lnTo>
                  <a:pt x="2314666" y="3289136"/>
                </a:lnTo>
                <a:lnTo>
                  <a:pt x="2329894" y="3353063"/>
                </a:lnTo>
                <a:lnTo>
                  <a:pt x="2345122" y="3539851"/>
                </a:lnTo>
                <a:lnTo>
                  <a:pt x="2360350" y="3838809"/>
                </a:lnTo>
                <a:lnTo>
                  <a:pt x="2375578" y="4054907"/>
                </a:lnTo>
                <a:lnTo>
                  <a:pt x="2390807" y="3853916"/>
                </a:lnTo>
                <a:lnTo>
                  <a:pt x="2406035" y="3978781"/>
                </a:lnTo>
                <a:lnTo>
                  <a:pt x="2421263" y="4257031"/>
                </a:lnTo>
                <a:lnTo>
                  <a:pt x="2436491" y="3881331"/>
                </a:lnTo>
                <a:lnTo>
                  <a:pt x="2451719" y="3795892"/>
                </a:lnTo>
                <a:lnTo>
                  <a:pt x="2466947" y="3843856"/>
                </a:lnTo>
                <a:lnTo>
                  <a:pt x="2482175" y="3631117"/>
                </a:lnTo>
                <a:lnTo>
                  <a:pt x="2497403" y="3452959"/>
                </a:lnTo>
                <a:lnTo>
                  <a:pt x="2512631" y="3577418"/>
                </a:lnTo>
                <a:lnTo>
                  <a:pt x="2527859" y="3134023"/>
                </a:lnTo>
                <a:lnTo>
                  <a:pt x="2543087" y="3185280"/>
                </a:lnTo>
                <a:lnTo>
                  <a:pt x="2558315" y="3471582"/>
                </a:lnTo>
                <a:lnTo>
                  <a:pt x="2573543" y="3500605"/>
                </a:lnTo>
                <a:lnTo>
                  <a:pt x="2588771" y="3458893"/>
                </a:lnTo>
                <a:lnTo>
                  <a:pt x="2604000" y="2995023"/>
                </a:lnTo>
                <a:lnTo>
                  <a:pt x="2619228" y="2973758"/>
                </a:lnTo>
                <a:lnTo>
                  <a:pt x="2634456" y="2881908"/>
                </a:lnTo>
                <a:lnTo>
                  <a:pt x="2649684" y="2897415"/>
                </a:lnTo>
                <a:lnTo>
                  <a:pt x="2664912" y="2964544"/>
                </a:lnTo>
                <a:lnTo>
                  <a:pt x="2680140" y="2971523"/>
                </a:lnTo>
                <a:lnTo>
                  <a:pt x="2695368" y="2813219"/>
                </a:lnTo>
                <a:lnTo>
                  <a:pt x="2710596" y="2396125"/>
                </a:lnTo>
                <a:lnTo>
                  <a:pt x="2725824" y="2189635"/>
                </a:lnTo>
                <a:lnTo>
                  <a:pt x="2741052" y="1946863"/>
                </a:lnTo>
                <a:lnTo>
                  <a:pt x="2756280" y="2194341"/>
                </a:lnTo>
                <a:lnTo>
                  <a:pt x="2771508" y="1996592"/>
                </a:lnTo>
                <a:lnTo>
                  <a:pt x="2786736" y="1952390"/>
                </a:lnTo>
                <a:lnTo>
                  <a:pt x="2801964" y="2247286"/>
                </a:lnTo>
                <a:lnTo>
                  <a:pt x="2817193" y="2142568"/>
                </a:lnTo>
                <a:lnTo>
                  <a:pt x="2832421" y="2174476"/>
                </a:lnTo>
                <a:lnTo>
                  <a:pt x="2847649" y="1880115"/>
                </a:lnTo>
                <a:lnTo>
                  <a:pt x="2862877" y="2034086"/>
                </a:lnTo>
                <a:lnTo>
                  <a:pt x="2878105" y="2120552"/>
                </a:lnTo>
                <a:lnTo>
                  <a:pt x="2893333" y="2306687"/>
                </a:lnTo>
                <a:lnTo>
                  <a:pt x="2908561" y="2342282"/>
                </a:lnTo>
                <a:lnTo>
                  <a:pt x="2923789" y="2261484"/>
                </a:lnTo>
                <a:lnTo>
                  <a:pt x="2939017" y="2408554"/>
                </a:lnTo>
                <a:lnTo>
                  <a:pt x="2954245" y="2241662"/>
                </a:lnTo>
                <a:lnTo>
                  <a:pt x="2969473" y="2484468"/>
                </a:lnTo>
                <a:lnTo>
                  <a:pt x="2984701" y="2695098"/>
                </a:lnTo>
                <a:lnTo>
                  <a:pt x="2999929" y="2405446"/>
                </a:lnTo>
                <a:lnTo>
                  <a:pt x="3015157" y="2609617"/>
                </a:lnTo>
                <a:lnTo>
                  <a:pt x="3030385" y="2526816"/>
                </a:lnTo>
                <a:lnTo>
                  <a:pt x="3045614" y="2603407"/>
                </a:lnTo>
                <a:lnTo>
                  <a:pt x="3060842" y="2521123"/>
                </a:lnTo>
                <a:lnTo>
                  <a:pt x="3076070" y="2181684"/>
                </a:lnTo>
                <a:lnTo>
                  <a:pt x="3091298" y="1862803"/>
                </a:lnTo>
                <a:lnTo>
                  <a:pt x="3106526" y="1929311"/>
                </a:lnTo>
                <a:lnTo>
                  <a:pt x="3121754" y="2388610"/>
                </a:lnTo>
                <a:lnTo>
                  <a:pt x="3136982" y="1886616"/>
                </a:lnTo>
                <a:lnTo>
                  <a:pt x="3152210" y="1752546"/>
                </a:lnTo>
                <a:lnTo>
                  <a:pt x="3167438" y="1643747"/>
                </a:lnTo>
                <a:lnTo>
                  <a:pt x="3182666" y="1646440"/>
                </a:lnTo>
                <a:lnTo>
                  <a:pt x="3197894" y="1543916"/>
                </a:lnTo>
                <a:lnTo>
                  <a:pt x="3213122" y="1576953"/>
                </a:lnTo>
                <a:lnTo>
                  <a:pt x="3228350" y="1492399"/>
                </a:lnTo>
                <a:lnTo>
                  <a:pt x="3243578" y="1572843"/>
                </a:lnTo>
                <a:lnTo>
                  <a:pt x="3258807" y="1848235"/>
                </a:lnTo>
                <a:lnTo>
                  <a:pt x="3274035" y="1649694"/>
                </a:lnTo>
                <a:lnTo>
                  <a:pt x="3289263" y="1344247"/>
                </a:lnTo>
                <a:lnTo>
                  <a:pt x="3304491" y="1406300"/>
                </a:lnTo>
                <a:lnTo>
                  <a:pt x="3319719" y="1658192"/>
                </a:lnTo>
                <a:lnTo>
                  <a:pt x="3334947" y="1529111"/>
                </a:lnTo>
                <a:lnTo>
                  <a:pt x="3350175" y="1538097"/>
                </a:lnTo>
                <a:lnTo>
                  <a:pt x="3365403" y="1886449"/>
                </a:lnTo>
                <a:lnTo>
                  <a:pt x="3380631" y="1886020"/>
                </a:lnTo>
                <a:lnTo>
                  <a:pt x="3395859" y="2012701"/>
                </a:lnTo>
                <a:lnTo>
                  <a:pt x="3411087" y="2081231"/>
                </a:lnTo>
                <a:lnTo>
                  <a:pt x="3426315" y="2313685"/>
                </a:lnTo>
                <a:lnTo>
                  <a:pt x="3441543" y="1951280"/>
                </a:lnTo>
                <a:lnTo>
                  <a:pt x="3456771" y="2017833"/>
                </a:lnTo>
                <a:lnTo>
                  <a:pt x="3472000" y="2340517"/>
                </a:lnTo>
                <a:lnTo>
                  <a:pt x="3487228" y="2300884"/>
                </a:lnTo>
                <a:lnTo>
                  <a:pt x="3502456" y="2247990"/>
                </a:lnTo>
                <a:lnTo>
                  <a:pt x="3517684" y="2446127"/>
                </a:lnTo>
                <a:lnTo>
                  <a:pt x="3532912" y="3026757"/>
                </a:lnTo>
                <a:lnTo>
                  <a:pt x="3548140" y="3155485"/>
                </a:lnTo>
                <a:lnTo>
                  <a:pt x="3563368" y="3040821"/>
                </a:lnTo>
                <a:lnTo>
                  <a:pt x="3578596" y="3052825"/>
                </a:lnTo>
                <a:lnTo>
                  <a:pt x="3593824" y="3072557"/>
                </a:lnTo>
                <a:lnTo>
                  <a:pt x="3609052" y="2959840"/>
                </a:lnTo>
                <a:lnTo>
                  <a:pt x="3624280" y="3198301"/>
                </a:lnTo>
                <a:lnTo>
                  <a:pt x="3639508" y="2977865"/>
                </a:lnTo>
                <a:lnTo>
                  <a:pt x="3654736" y="2978939"/>
                </a:lnTo>
                <a:lnTo>
                  <a:pt x="3669964" y="2836780"/>
                </a:lnTo>
                <a:lnTo>
                  <a:pt x="3685193" y="2628940"/>
                </a:lnTo>
                <a:lnTo>
                  <a:pt x="3700421" y="2584023"/>
                </a:lnTo>
                <a:lnTo>
                  <a:pt x="3715649" y="2760631"/>
                </a:lnTo>
                <a:lnTo>
                  <a:pt x="3730877" y="2526892"/>
                </a:lnTo>
                <a:lnTo>
                  <a:pt x="3746105" y="2928896"/>
                </a:lnTo>
                <a:lnTo>
                  <a:pt x="3761333" y="3038391"/>
                </a:lnTo>
                <a:lnTo>
                  <a:pt x="3776561" y="3089777"/>
                </a:lnTo>
                <a:lnTo>
                  <a:pt x="3791789" y="3123165"/>
                </a:lnTo>
                <a:lnTo>
                  <a:pt x="3807017" y="2918066"/>
                </a:lnTo>
                <a:lnTo>
                  <a:pt x="3822245" y="2890688"/>
                </a:lnTo>
                <a:lnTo>
                  <a:pt x="3837473" y="2808853"/>
                </a:lnTo>
                <a:lnTo>
                  <a:pt x="3852701" y="2822853"/>
                </a:lnTo>
                <a:lnTo>
                  <a:pt x="3867929" y="2872629"/>
                </a:lnTo>
                <a:lnTo>
                  <a:pt x="3883157" y="2732834"/>
                </a:lnTo>
                <a:lnTo>
                  <a:pt x="3898386" y="2502459"/>
                </a:lnTo>
                <a:lnTo>
                  <a:pt x="3913614" y="2985446"/>
                </a:lnTo>
                <a:lnTo>
                  <a:pt x="3928842" y="2870334"/>
                </a:lnTo>
                <a:lnTo>
                  <a:pt x="3944070" y="2795020"/>
                </a:lnTo>
                <a:lnTo>
                  <a:pt x="3959298" y="2880492"/>
                </a:lnTo>
                <a:lnTo>
                  <a:pt x="3974526" y="2689353"/>
                </a:lnTo>
                <a:lnTo>
                  <a:pt x="3989754" y="2767584"/>
                </a:lnTo>
                <a:lnTo>
                  <a:pt x="4004982" y="2824730"/>
                </a:lnTo>
                <a:lnTo>
                  <a:pt x="4020210" y="2652403"/>
                </a:lnTo>
                <a:lnTo>
                  <a:pt x="4035438" y="2306783"/>
                </a:lnTo>
                <a:lnTo>
                  <a:pt x="4050666" y="2252506"/>
                </a:lnTo>
                <a:lnTo>
                  <a:pt x="4065894" y="2337359"/>
                </a:lnTo>
                <a:lnTo>
                  <a:pt x="4081122" y="2576353"/>
                </a:lnTo>
                <a:lnTo>
                  <a:pt x="4096350" y="2642886"/>
                </a:lnTo>
                <a:lnTo>
                  <a:pt x="4111578" y="2831778"/>
                </a:lnTo>
                <a:lnTo>
                  <a:pt x="4126807" y="2883820"/>
                </a:lnTo>
                <a:lnTo>
                  <a:pt x="4142035" y="2804555"/>
                </a:lnTo>
                <a:lnTo>
                  <a:pt x="4157263" y="2975766"/>
                </a:lnTo>
                <a:lnTo>
                  <a:pt x="4172491" y="2443322"/>
                </a:lnTo>
                <a:lnTo>
                  <a:pt x="4187719" y="2411966"/>
                </a:lnTo>
                <a:lnTo>
                  <a:pt x="4202947" y="2184811"/>
                </a:lnTo>
                <a:lnTo>
                  <a:pt x="4218175" y="2644891"/>
                </a:lnTo>
                <a:lnTo>
                  <a:pt x="4233403" y="2495961"/>
                </a:lnTo>
                <a:lnTo>
                  <a:pt x="4248631" y="2760507"/>
                </a:lnTo>
                <a:lnTo>
                  <a:pt x="4263859" y="2575640"/>
                </a:lnTo>
                <a:lnTo>
                  <a:pt x="4279087" y="2495622"/>
                </a:lnTo>
                <a:lnTo>
                  <a:pt x="4294315" y="2577529"/>
                </a:lnTo>
                <a:lnTo>
                  <a:pt x="4309543" y="2311372"/>
                </a:lnTo>
                <a:lnTo>
                  <a:pt x="4324771" y="2452310"/>
                </a:lnTo>
                <a:lnTo>
                  <a:pt x="4340000" y="2569005"/>
                </a:lnTo>
                <a:lnTo>
                  <a:pt x="4355228" y="2770205"/>
                </a:lnTo>
                <a:lnTo>
                  <a:pt x="4370456" y="2904500"/>
                </a:lnTo>
                <a:lnTo>
                  <a:pt x="4385684" y="2714531"/>
                </a:lnTo>
                <a:lnTo>
                  <a:pt x="4400912" y="2627363"/>
                </a:lnTo>
                <a:lnTo>
                  <a:pt x="4416140" y="2425341"/>
                </a:lnTo>
                <a:lnTo>
                  <a:pt x="4431368" y="2503749"/>
                </a:lnTo>
                <a:lnTo>
                  <a:pt x="4446596" y="2428104"/>
                </a:lnTo>
                <a:lnTo>
                  <a:pt x="4461824" y="2379031"/>
                </a:lnTo>
                <a:lnTo>
                  <a:pt x="4477052" y="2665688"/>
                </a:lnTo>
                <a:lnTo>
                  <a:pt x="4492280" y="2308249"/>
                </a:lnTo>
                <a:lnTo>
                  <a:pt x="4507508" y="2281227"/>
                </a:lnTo>
                <a:lnTo>
                  <a:pt x="4522736" y="2127353"/>
                </a:lnTo>
                <a:lnTo>
                  <a:pt x="4537964" y="1935385"/>
                </a:lnTo>
                <a:lnTo>
                  <a:pt x="4553193" y="1945548"/>
                </a:lnTo>
                <a:lnTo>
                  <a:pt x="4568421" y="2007012"/>
                </a:lnTo>
                <a:lnTo>
                  <a:pt x="4583649" y="1827397"/>
                </a:lnTo>
                <a:lnTo>
                  <a:pt x="4598877" y="2037888"/>
                </a:lnTo>
                <a:lnTo>
                  <a:pt x="4614105" y="1641678"/>
                </a:lnTo>
                <a:lnTo>
                  <a:pt x="4629333" y="1718783"/>
                </a:lnTo>
                <a:lnTo>
                  <a:pt x="4644561" y="1386324"/>
                </a:lnTo>
                <a:lnTo>
                  <a:pt x="4659789" y="1082391"/>
                </a:lnTo>
                <a:lnTo>
                  <a:pt x="4675017" y="1065716"/>
                </a:lnTo>
                <a:lnTo>
                  <a:pt x="4690245" y="951713"/>
                </a:lnTo>
                <a:lnTo>
                  <a:pt x="4705473" y="1157633"/>
                </a:lnTo>
                <a:lnTo>
                  <a:pt x="4720701" y="1092713"/>
                </a:lnTo>
                <a:lnTo>
                  <a:pt x="4735929" y="882962"/>
                </a:lnTo>
                <a:lnTo>
                  <a:pt x="4751157" y="863049"/>
                </a:lnTo>
                <a:lnTo>
                  <a:pt x="4766386" y="954324"/>
                </a:lnTo>
                <a:lnTo>
                  <a:pt x="4781614" y="1086126"/>
                </a:lnTo>
                <a:lnTo>
                  <a:pt x="4796842" y="1093346"/>
                </a:lnTo>
                <a:lnTo>
                  <a:pt x="4812070" y="878460"/>
                </a:lnTo>
                <a:lnTo>
                  <a:pt x="4827298" y="975732"/>
                </a:lnTo>
                <a:lnTo>
                  <a:pt x="4842526" y="1000054"/>
                </a:lnTo>
                <a:lnTo>
                  <a:pt x="4857754" y="1260157"/>
                </a:lnTo>
                <a:lnTo>
                  <a:pt x="4872982" y="1160807"/>
                </a:lnTo>
                <a:lnTo>
                  <a:pt x="4888210" y="897938"/>
                </a:lnTo>
                <a:lnTo>
                  <a:pt x="4903438" y="597055"/>
                </a:lnTo>
                <a:lnTo>
                  <a:pt x="4918666" y="433311"/>
                </a:lnTo>
                <a:lnTo>
                  <a:pt x="4933894" y="809112"/>
                </a:lnTo>
                <a:lnTo>
                  <a:pt x="4949122" y="712231"/>
                </a:lnTo>
                <a:lnTo>
                  <a:pt x="4964350" y="620554"/>
                </a:lnTo>
                <a:lnTo>
                  <a:pt x="4979579" y="691582"/>
                </a:lnTo>
                <a:lnTo>
                  <a:pt x="4994807" y="657317"/>
                </a:lnTo>
                <a:lnTo>
                  <a:pt x="5010035" y="830975"/>
                </a:lnTo>
                <a:lnTo>
                  <a:pt x="5025263" y="694460"/>
                </a:lnTo>
                <a:lnTo>
                  <a:pt x="5040491" y="760202"/>
                </a:lnTo>
                <a:lnTo>
                  <a:pt x="5055719" y="1075565"/>
                </a:lnTo>
                <a:lnTo>
                  <a:pt x="5070947" y="1149417"/>
                </a:lnTo>
                <a:lnTo>
                  <a:pt x="5086175" y="875185"/>
                </a:lnTo>
                <a:lnTo>
                  <a:pt x="5101403" y="942371"/>
                </a:lnTo>
                <a:lnTo>
                  <a:pt x="5116631" y="795099"/>
                </a:lnTo>
                <a:lnTo>
                  <a:pt x="5131859" y="604849"/>
                </a:lnTo>
                <a:lnTo>
                  <a:pt x="5147087" y="603965"/>
                </a:lnTo>
                <a:lnTo>
                  <a:pt x="5162315" y="674777"/>
                </a:lnTo>
                <a:lnTo>
                  <a:pt x="5177543" y="781238"/>
                </a:lnTo>
                <a:lnTo>
                  <a:pt x="5192771" y="632591"/>
                </a:lnTo>
                <a:lnTo>
                  <a:pt x="5208000" y="846331"/>
                </a:lnTo>
                <a:lnTo>
                  <a:pt x="5223228" y="796846"/>
                </a:lnTo>
                <a:lnTo>
                  <a:pt x="5238456" y="855031"/>
                </a:lnTo>
                <a:lnTo>
                  <a:pt x="5253684" y="1310241"/>
                </a:lnTo>
                <a:lnTo>
                  <a:pt x="5268912" y="1593399"/>
                </a:lnTo>
                <a:lnTo>
                  <a:pt x="5284140" y="1409292"/>
                </a:lnTo>
                <a:lnTo>
                  <a:pt x="5299368" y="1447737"/>
                </a:lnTo>
                <a:lnTo>
                  <a:pt x="5314596" y="1286288"/>
                </a:lnTo>
                <a:lnTo>
                  <a:pt x="5329824" y="906934"/>
                </a:lnTo>
                <a:lnTo>
                  <a:pt x="5345052" y="610705"/>
                </a:lnTo>
                <a:lnTo>
                  <a:pt x="5360280" y="474584"/>
                </a:lnTo>
                <a:lnTo>
                  <a:pt x="5375508" y="398217"/>
                </a:lnTo>
                <a:lnTo>
                  <a:pt x="5390736" y="436967"/>
                </a:lnTo>
                <a:lnTo>
                  <a:pt x="5405964" y="119834"/>
                </a:lnTo>
                <a:lnTo>
                  <a:pt x="5421193" y="0"/>
                </a:lnTo>
                <a:lnTo>
                  <a:pt x="5436421" y="235871"/>
                </a:lnTo>
                <a:lnTo>
                  <a:pt x="5451649" y="267153"/>
                </a:lnTo>
                <a:lnTo>
                  <a:pt x="5466877" y="652826"/>
                </a:lnTo>
                <a:lnTo>
                  <a:pt x="5482105" y="692070"/>
                </a:lnTo>
                <a:lnTo>
                  <a:pt x="5497333" y="1213090"/>
                </a:lnTo>
                <a:lnTo>
                  <a:pt x="5512561" y="948995"/>
                </a:lnTo>
                <a:lnTo>
                  <a:pt x="5527789" y="1076730"/>
                </a:lnTo>
                <a:lnTo>
                  <a:pt x="5543017" y="1163149"/>
                </a:lnTo>
                <a:lnTo>
                  <a:pt x="5558245" y="1197180"/>
                </a:lnTo>
                <a:lnTo>
                  <a:pt x="5573473" y="1074133"/>
                </a:lnTo>
                <a:lnTo>
                  <a:pt x="5588701" y="937796"/>
                </a:lnTo>
                <a:lnTo>
                  <a:pt x="5603929" y="823646"/>
                </a:lnTo>
                <a:lnTo>
                  <a:pt x="5619157" y="938719"/>
                </a:lnTo>
                <a:lnTo>
                  <a:pt x="5634386" y="1212720"/>
                </a:lnTo>
                <a:lnTo>
                  <a:pt x="5649614" y="1290848"/>
                </a:lnTo>
                <a:lnTo>
                  <a:pt x="5664842" y="1234991"/>
                </a:lnTo>
                <a:lnTo>
                  <a:pt x="5680070" y="1400418"/>
                </a:lnTo>
                <a:lnTo>
                  <a:pt x="5695298" y="1414254"/>
                </a:lnTo>
                <a:lnTo>
                  <a:pt x="5710526" y="1648937"/>
                </a:lnTo>
                <a:lnTo>
                  <a:pt x="5725754" y="1650607"/>
                </a:lnTo>
                <a:lnTo>
                  <a:pt x="5740982" y="1624709"/>
                </a:lnTo>
                <a:lnTo>
                  <a:pt x="5756210" y="1654028"/>
                </a:lnTo>
                <a:lnTo>
                  <a:pt x="5771438" y="1686972"/>
                </a:lnTo>
                <a:lnTo>
                  <a:pt x="5786666" y="1332524"/>
                </a:lnTo>
                <a:lnTo>
                  <a:pt x="5801894" y="1179255"/>
                </a:lnTo>
                <a:lnTo>
                  <a:pt x="5817122" y="955874"/>
                </a:lnTo>
                <a:lnTo>
                  <a:pt x="5832350" y="1141425"/>
                </a:lnTo>
                <a:lnTo>
                  <a:pt x="5847579" y="1108395"/>
                </a:lnTo>
                <a:lnTo>
                  <a:pt x="5862807" y="876292"/>
                </a:lnTo>
                <a:lnTo>
                  <a:pt x="5878035" y="887652"/>
                </a:lnTo>
                <a:lnTo>
                  <a:pt x="5893263" y="1315622"/>
                </a:lnTo>
                <a:lnTo>
                  <a:pt x="5908491" y="1246313"/>
                </a:lnTo>
                <a:lnTo>
                  <a:pt x="5923719" y="1629181"/>
                </a:lnTo>
                <a:lnTo>
                  <a:pt x="5938947" y="1792214"/>
                </a:lnTo>
                <a:lnTo>
                  <a:pt x="5954175" y="1526109"/>
                </a:lnTo>
                <a:lnTo>
                  <a:pt x="5969403" y="1402375"/>
                </a:lnTo>
                <a:lnTo>
                  <a:pt x="5984631" y="1182965"/>
                </a:lnTo>
                <a:lnTo>
                  <a:pt x="5999859" y="1121342"/>
                </a:lnTo>
                <a:lnTo>
                  <a:pt x="6015087" y="1143483"/>
                </a:lnTo>
                <a:lnTo>
                  <a:pt x="6030315" y="1329256"/>
                </a:lnTo>
                <a:lnTo>
                  <a:pt x="6045543" y="1009104"/>
                </a:lnTo>
                <a:lnTo>
                  <a:pt x="6060771" y="1000057"/>
                </a:lnTo>
                <a:lnTo>
                  <a:pt x="6076000" y="1143788"/>
                </a:lnTo>
                <a:lnTo>
                  <a:pt x="6091228" y="969890"/>
                </a:lnTo>
                <a:lnTo>
                  <a:pt x="6106456" y="753944"/>
                </a:lnTo>
                <a:lnTo>
                  <a:pt x="6121684" y="372945"/>
                </a:lnTo>
                <a:lnTo>
                  <a:pt x="6136912" y="494138"/>
                </a:lnTo>
                <a:lnTo>
                  <a:pt x="6152140" y="572697"/>
                </a:lnTo>
                <a:lnTo>
                  <a:pt x="6167368" y="656352"/>
                </a:lnTo>
                <a:lnTo>
                  <a:pt x="6182596" y="731853"/>
                </a:lnTo>
                <a:lnTo>
                  <a:pt x="6197824" y="805541"/>
                </a:lnTo>
                <a:lnTo>
                  <a:pt x="6213052" y="864967"/>
                </a:lnTo>
                <a:lnTo>
                  <a:pt x="6228280" y="575183"/>
                </a:lnTo>
                <a:lnTo>
                  <a:pt x="6243508" y="715378"/>
                </a:lnTo>
                <a:lnTo>
                  <a:pt x="6258736" y="793394"/>
                </a:lnTo>
                <a:lnTo>
                  <a:pt x="6273964" y="662243"/>
                </a:lnTo>
                <a:lnTo>
                  <a:pt x="6289193" y="436181"/>
                </a:lnTo>
                <a:lnTo>
                  <a:pt x="6304421" y="591364"/>
                </a:lnTo>
                <a:lnTo>
                  <a:pt x="6319649" y="693481"/>
                </a:lnTo>
                <a:lnTo>
                  <a:pt x="6334877" y="588241"/>
                </a:lnTo>
                <a:lnTo>
                  <a:pt x="6350105" y="383688"/>
                </a:lnTo>
                <a:lnTo>
                  <a:pt x="6365333" y="434168"/>
                </a:lnTo>
                <a:lnTo>
                  <a:pt x="6380561" y="721576"/>
                </a:lnTo>
                <a:lnTo>
                  <a:pt x="6395789" y="378068"/>
                </a:lnTo>
                <a:lnTo>
                  <a:pt x="6411017" y="89640"/>
                </a:lnTo>
                <a:lnTo>
                  <a:pt x="6426245" y="232414"/>
                </a:lnTo>
                <a:lnTo>
                  <a:pt x="6441473" y="245491"/>
                </a:lnTo>
                <a:lnTo>
                  <a:pt x="6456701" y="599119"/>
                </a:lnTo>
                <a:lnTo>
                  <a:pt x="6471929" y="484613"/>
                </a:lnTo>
                <a:lnTo>
                  <a:pt x="6487157" y="160555"/>
                </a:lnTo>
                <a:lnTo>
                  <a:pt x="6502386" y="489624"/>
                </a:lnTo>
                <a:lnTo>
                  <a:pt x="6517614" y="646306"/>
                </a:lnTo>
                <a:lnTo>
                  <a:pt x="6532842" y="775173"/>
                </a:lnTo>
                <a:lnTo>
                  <a:pt x="6548070" y="912071"/>
                </a:lnTo>
                <a:lnTo>
                  <a:pt x="6563298" y="1320731"/>
                </a:lnTo>
                <a:lnTo>
                  <a:pt x="6578526" y="1220045"/>
                </a:lnTo>
                <a:lnTo>
                  <a:pt x="6593754" y="1527914"/>
                </a:lnTo>
                <a:lnTo>
                  <a:pt x="6608982" y="1532938"/>
                </a:lnTo>
                <a:lnTo>
                  <a:pt x="6624210" y="1413757"/>
                </a:lnTo>
                <a:lnTo>
                  <a:pt x="6639438" y="1453591"/>
                </a:lnTo>
                <a:lnTo>
                  <a:pt x="6654666" y="1274311"/>
                </a:lnTo>
                <a:lnTo>
                  <a:pt x="6669894" y="1279479"/>
                </a:lnTo>
                <a:lnTo>
                  <a:pt x="6685122" y="1409649"/>
                </a:lnTo>
                <a:lnTo>
                  <a:pt x="6700350" y="1279740"/>
                </a:lnTo>
                <a:lnTo>
                  <a:pt x="6715579" y="1366934"/>
                </a:lnTo>
                <a:lnTo>
                  <a:pt x="6730807" y="1010666"/>
                </a:lnTo>
                <a:lnTo>
                  <a:pt x="6746035" y="1014336"/>
                </a:lnTo>
                <a:lnTo>
                  <a:pt x="6761263" y="842932"/>
                </a:lnTo>
                <a:lnTo>
                  <a:pt x="6776491" y="801697"/>
                </a:lnTo>
                <a:lnTo>
                  <a:pt x="6791719" y="1406271"/>
                </a:lnTo>
                <a:lnTo>
                  <a:pt x="6806947" y="1680840"/>
                </a:lnTo>
                <a:lnTo>
                  <a:pt x="6822175" y="1766078"/>
                </a:lnTo>
                <a:lnTo>
                  <a:pt x="6837403" y="1718484"/>
                </a:lnTo>
                <a:lnTo>
                  <a:pt x="6852631" y="2189337"/>
                </a:lnTo>
                <a:lnTo>
                  <a:pt x="6867859" y="1996050"/>
                </a:lnTo>
                <a:lnTo>
                  <a:pt x="6883087" y="2117531"/>
                </a:lnTo>
                <a:lnTo>
                  <a:pt x="6898315" y="2268848"/>
                </a:lnTo>
                <a:lnTo>
                  <a:pt x="6913543" y="2581503"/>
                </a:lnTo>
                <a:lnTo>
                  <a:pt x="6928772" y="2873714"/>
                </a:lnTo>
                <a:lnTo>
                  <a:pt x="6944000" y="2862393"/>
                </a:lnTo>
                <a:lnTo>
                  <a:pt x="6959228" y="2760017"/>
                </a:lnTo>
                <a:lnTo>
                  <a:pt x="6974456" y="3181661"/>
                </a:lnTo>
                <a:lnTo>
                  <a:pt x="6989684" y="3383523"/>
                </a:lnTo>
                <a:lnTo>
                  <a:pt x="7004912" y="3275840"/>
                </a:lnTo>
                <a:lnTo>
                  <a:pt x="7020140" y="3366894"/>
                </a:lnTo>
                <a:lnTo>
                  <a:pt x="7035368" y="2931687"/>
                </a:lnTo>
                <a:lnTo>
                  <a:pt x="7050596" y="2681310"/>
                </a:lnTo>
                <a:lnTo>
                  <a:pt x="7065824" y="2561624"/>
                </a:lnTo>
                <a:lnTo>
                  <a:pt x="7081052" y="2560642"/>
                </a:lnTo>
                <a:lnTo>
                  <a:pt x="7096280" y="2504494"/>
                </a:lnTo>
                <a:lnTo>
                  <a:pt x="7111508" y="2646371"/>
                </a:lnTo>
                <a:lnTo>
                  <a:pt x="7126736" y="2520149"/>
                </a:lnTo>
                <a:lnTo>
                  <a:pt x="7141964" y="2222648"/>
                </a:lnTo>
                <a:lnTo>
                  <a:pt x="7157193" y="2004894"/>
                </a:lnTo>
                <a:lnTo>
                  <a:pt x="7172421" y="2168344"/>
                </a:lnTo>
                <a:lnTo>
                  <a:pt x="7187649" y="2493715"/>
                </a:lnTo>
                <a:lnTo>
                  <a:pt x="7202877" y="2515754"/>
                </a:lnTo>
                <a:lnTo>
                  <a:pt x="7218105" y="2427142"/>
                </a:lnTo>
                <a:lnTo>
                  <a:pt x="7233333" y="2155612"/>
                </a:lnTo>
                <a:lnTo>
                  <a:pt x="7248561" y="2420633"/>
                </a:lnTo>
                <a:lnTo>
                  <a:pt x="7263789" y="2347397"/>
                </a:lnTo>
                <a:lnTo>
                  <a:pt x="7279017" y="2300467"/>
                </a:lnTo>
                <a:lnTo>
                  <a:pt x="7294245" y="2060499"/>
                </a:lnTo>
                <a:lnTo>
                  <a:pt x="7309473" y="2066109"/>
                </a:lnTo>
                <a:lnTo>
                  <a:pt x="7324701" y="2137921"/>
                </a:lnTo>
                <a:lnTo>
                  <a:pt x="7339929" y="2368414"/>
                </a:lnTo>
                <a:lnTo>
                  <a:pt x="7355157" y="2472407"/>
                </a:lnTo>
                <a:lnTo>
                  <a:pt x="7370386" y="2545189"/>
                </a:lnTo>
                <a:lnTo>
                  <a:pt x="7385614" y="2072762"/>
                </a:lnTo>
                <a:lnTo>
                  <a:pt x="7400842" y="1581045"/>
                </a:lnTo>
                <a:lnTo>
                  <a:pt x="7416070" y="1614550"/>
                </a:lnTo>
                <a:lnTo>
                  <a:pt x="7431298" y="1824312"/>
                </a:lnTo>
                <a:lnTo>
                  <a:pt x="7446526" y="2220843"/>
                </a:lnTo>
                <a:lnTo>
                  <a:pt x="7461754" y="2117401"/>
                </a:lnTo>
                <a:lnTo>
                  <a:pt x="7476982" y="2336591"/>
                </a:lnTo>
                <a:lnTo>
                  <a:pt x="7492210" y="1877408"/>
                </a:lnTo>
                <a:lnTo>
                  <a:pt x="7507438" y="2055404"/>
                </a:lnTo>
                <a:lnTo>
                  <a:pt x="7522666" y="2033073"/>
                </a:lnTo>
                <a:lnTo>
                  <a:pt x="7537894" y="1267263"/>
                </a:lnTo>
                <a:lnTo>
                  <a:pt x="7553122" y="1490138"/>
                </a:lnTo>
                <a:lnTo>
                  <a:pt x="7568350" y="1428322"/>
                </a:lnTo>
                <a:lnTo>
                  <a:pt x="7583579" y="1650791"/>
                </a:lnTo>
                <a:lnTo>
                  <a:pt x="7598807" y="1580918"/>
                </a:lnTo>
                <a:lnTo>
                  <a:pt x="7614035" y="1756431"/>
                </a:lnTo>
              </a:path>
            </a:pathLst>
          </a:custGeom>
          <a:ln w="13550" cap="flat">
            <a:solidFill>
              <a:srgbClr val="0070C0"/>
            </a:solidFill>
            <a:prstDash val="solid"/>
            <a:round/>
          </a:ln>
          <a:effectLst>
            <a:glow rad="203200">
              <a:srgbClr val="0070C0">
                <a:alpha val="28000"/>
              </a:srgbClr>
            </a:glo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pl6">
            <a:extLst>
              <a:ext uri="{FF2B5EF4-FFF2-40B4-BE49-F238E27FC236}">
                <a16:creationId xmlns:a16="http://schemas.microsoft.com/office/drawing/2014/main" id="{9A155A3C-D507-44B7-B2A3-4ABFC4006515}"/>
              </a:ext>
            </a:extLst>
          </p:cNvPr>
          <p:cNvSpPr/>
          <p:nvPr/>
        </p:nvSpPr>
        <p:spPr>
          <a:xfrm>
            <a:off x="7461659" y="3936754"/>
            <a:ext cx="3273923" cy="1861200"/>
          </a:xfrm>
          <a:custGeom>
            <a:avLst/>
            <a:gdLst/>
            <a:ahLst/>
            <a:cxnLst/>
            <a:rect l="0" t="0" r="0" b="0"/>
            <a:pathLst>
              <a:path w="7614035" h="4288944">
                <a:moveTo>
                  <a:pt x="0" y="2349082"/>
                </a:moveTo>
                <a:lnTo>
                  <a:pt x="15258" y="2486941"/>
                </a:lnTo>
                <a:lnTo>
                  <a:pt x="30517" y="2557899"/>
                </a:lnTo>
                <a:lnTo>
                  <a:pt x="45775" y="2626978"/>
                </a:lnTo>
                <a:lnTo>
                  <a:pt x="61034" y="2484599"/>
                </a:lnTo>
                <a:lnTo>
                  <a:pt x="76292" y="2830024"/>
                </a:lnTo>
                <a:lnTo>
                  <a:pt x="91551" y="2710223"/>
                </a:lnTo>
                <a:lnTo>
                  <a:pt x="106810" y="2582599"/>
                </a:lnTo>
                <a:lnTo>
                  <a:pt x="122068" y="2561828"/>
                </a:lnTo>
                <a:lnTo>
                  <a:pt x="137327" y="2414299"/>
                </a:lnTo>
                <a:lnTo>
                  <a:pt x="152585" y="2213644"/>
                </a:lnTo>
                <a:lnTo>
                  <a:pt x="167844" y="2353635"/>
                </a:lnTo>
                <a:lnTo>
                  <a:pt x="183103" y="2281330"/>
                </a:lnTo>
                <a:lnTo>
                  <a:pt x="198361" y="2382680"/>
                </a:lnTo>
                <a:lnTo>
                  <a:pt x="213620" y="2487929"/>
                </a:lnTo>
                <a:lnTo>
                  <a:pt x="228878" y="2848795"/>
                </a:lnTo>
                <a:lnTo>
                  <a:pt x="244137" y="2956521"/>
                </a:lnTo>
                <a:lnTo>
                  <a:pt x="259395" y="2879162"/>
                </a:lnTo>
                <a:lnTo>
                  <a:pt x="274654" y="2673453"/>
                </a:lnTo>
                <a:lnTo>
                  <a:pt x="289913" y="2664375"/>
                </a:lnTo>
                <a:lnTo>
                  <a:pt x="305171" y="2660613"/>
                </a:lnTo>
                <a:lnTo>
                  <a:pt x="320430" y="2707524"/>
                </a:lnTo>
                <a:lnTo>
                  <a:pt x="335688" y="2805669"/>
                </a:lnTo>
                <a:lnTo>
                  <a:pt x="350947" y="2623762"/>
                </a:lnTo>
                <a:lnTo>
                  <a:pt x="366206" y="2474916"/>
                </a:lnTo>
                <a:lnTo>
                  <a:pt x="381464" y="2426585"/>
                </a:lnTo>
                <a:lnTo>
                  <a:pt x="396723" y="2391373"/>
                </a:lnTo>
                <a:lnTo>
                  <a:pt x="411981" y="2315754"/>
                </a:lnTo>
                <a:lnTo>
                  <a:pt x="427240" y="2164810"/>
                </a:lnTo>
                <a:lnTo>
                  <a:pt x="442499" y="1852333"/>
                </a:lnTo>
                <a:lnTo>
                  <a:pt x="457757" y="1617159"/>
                </a:lnTo>
                <a:lnTo>
                  <a:pt x="473016" y="1704411"/>
                </a:lnTo>
                <a:lnTo>
                  <a:pt x="488274" y="1569331"/>
                </a:lnTo>
                <a:lnTo>
                  <a:pt x="503533" y="1618293"/>
                </a:lnTo>
                <a:lnTo>
                  <a:pt x="518791" y="1684844"/>
                </a:lnTo>
                <a:lnTo>
                  <a:pt x="534050" y="1588461"/>
                </a:lnTo>
                <a:lnTo>
                  <a:pt x="549309" y="1441626"/>
                </a:lnTo>
                <a:lnTo>
                  <a:pt x="564567" y="1531577"/>
                </a:lnTo>
                <a:lnTo>
                  <a:pt x="579826" y="1431868"/>
                </a:lnTo>
                <a:lnTo>
                  <a:pt x="595084" y="1471984"/>
                </a:lnTo>
                <a:lnTo>
                  <a:pt x="610343" y="1246215"/>
                </a:lnTo>
                <a:lnTo>
                  <a:pt x="625602" y="1207904"/>
                </a:lnTo>
                <a:lnTo>
                  <a:pt x="640860" y="1218106"/>
                </a:lnTo>
                <a:lnTo>
                  <a:pt x="656119" y="1190939"/>
                </a:lnTo>
                <a:lnTo>
                  <a:pt x="671377" y="1457791"/>
                </a:lnTo>
                <a:lnTo>
                  <a:pt x="686636" y="1453098"/>
                </a:lnTo>
                <a:lnTo>
                  <a:pt x="701895" y="1362942"/>
                </a:lnTo>
                <a:lnTo>
                  <a:pt x="717153" y="1444704"/>
                </a:lnTo>
                <a:lnTo>
                  <a:pt x="732412" y="1536661"/>
                </a:lnTo>
                <a:lnTo>
                  <a:pt x="747670" y="1398733"/>
                </a:lnTo>
                <a:lnTo>
                  <a:pt x="762929" y="1290739"/>
                </a:lnTo>
                <a:lnTo>
                  <a:pt x="778187" y="1262898"/>
                </a:lnTo>
                <a:lnTo>
                  <a:pt x="793446" y="1047765"/>
                </a:lnTo>
                <a:lnTo>
                  <a:pt x="808705" y="975117"/>
                </a:lnTo>
                <a:lnTo>
                  <a:pt x="823963" y="1085396"/>
                </a:lnTo>
                <a:lnTo>
                  <a:pt x="839222" y="857602"/>
                </a:lnTo>
                <a:lnTo>
                  <a:pt x="854480" y="497615"/>
                </a:lnTo>
                <a:lnTo>
                  <a:pt x="869739" y="307635"/>
                </a:lnTo>
                <a:lnTo>
                  <a:pt x="884998" y="531282"/>
                </a:lnTo>
                <a:lnTo>
                  <a:pt x="900256" y="439751"/>
                </a:lnTo>
                <a:lnTo>
                  <a:pt x="915515" y="367282"/>
                </a:lnTo>
                <a:lnTo>
                  <a:pt x="930773" y="403359"/>
                </a:lnTo>
                <a:lnTo>
                  <a:pt x="946032" y="187960"/>
                </a:lnTo>
                <a:lnTo>
                  <a:pt x="961291" y="0"/>
                </a:lnTo>
                <a:lnTo>
                  <a:pt x="976549" y="127812"/>
                </a:lnTo>
                <a:lnTo>
                  <a:pt x="991808" y="277403"/>
                </a:lnTo>
                <a:lnTo>
                  <a:pt x="1007066" y="666896"/>
                </a:lnTo>
                <a:lnTo>
                  <a:pt x="1022325" y="918093"/>
                </a:lnTo>
                <a:lnTo>
                  <a:pt x="1037583" y="1044698"/>
                </a:lnTo>
                <a:lnTo>
                  <a:pt x="1052842" y="883361"/>
                </a:lnTo>
                <a:lnTo>
                  <a:pt x="1068101" y="986753"/>
                </a:lnTo>
                <a:lnTo>
                  <a:pt x="1083359" y="1024719"/>
                </a:lnTo>
                <a:lnTo>
                  <a:pt x="1098618" y="1100210"/>
                </a:lnTo>
                <a:lnTo>
                  <a:pt x="1113876" y="743168"/>
                </a:lnTo>
                <a:lnTo>
                  <a:pt x="1129135" y="934006"/>
                </a:lnTo>
                <a:lnTo>
                  <a:pt x="1144394" y="764851"/>
                </a:lnTo>
                <a:lnTo>
                  <a:pt x="1159652" y="820583"/>
                </a:lnTo>
                <a:lnTo>
                  <a:pt x="1174911" y="985155"/>
                </a:lnTo>
                <a:lnTo>
                  <a:pt x="1190169" y="1074152"/>
                </a:lnTo>
                <a:lnTo>
                  <a:pt x="1205428" y="674143"/>
                </a:lnTo>
                <a:lnTo>
                  <a:pt x="1220687" y="697972"/>
                </a:lnTo>
                <a:lnTo>
                  <a:pt x="1235945" y="617335"/>
                </a:lnTo>
                <a:lnTo>
                  <a:pt x="1251204" y="744876"/>
                </a:lnTo>
                <a:lnTo>
                  <a:pt x="1266462" y="924324"/>
                </a:lnTo>
                <a:lnTo>
                  <a:pt x="1281721" y="945683"/>
                </a:lnTo>
                <a:lnTo>
                  <a:pt x="1296979" y="1116961"/>
                </a:lnTo>
                <a:lnTo>
                  <a:pt x="1312238" y="929115"/>
                </a:lnTo>
                <a:lnTo>
                  <a:pt x="1327497" y="1251169"/>
                </a:lnTo>
                <a:lnTo>
                  <a:pt x="1342755" y="1283061"/>
                </a:lnTo>
                <a:lnTo>
                  <a:pt x="1358014" y="1327395"/>
                </a:lnTo>
                <a:lnTo>
                  <a:pt x="1373272" y="1118419"/>
                </a:lnTo>
                <a:lnTo>
                  <a:pt x="1388531" y="1015864"/>
                </a:lnTo>
                <a:lnTo>
                  <a:pt x="1403790" y="1028441"/>
                </a:lnTo>
                <a:lnTo>
                  <a:pt x="1419048" y="838326"/>
                </a:lnTo>
                <a:lnTo>
                  <a:pt x="1434307" y="676040"/>
                </a:lnTo>
                <a:lnTo>
                  <a:pt x="1449565" y="574867"/>
                </a:lnTo>
                <a:lnTo>
                  <a:pt x="1464824" y="648752"/>
                </a:lnTo>
                <a:lnTo>
                  <a:pt x="1480082" y="640749"/>
                </a:lnTo>
                <a:lnTo>
                  <a:pt x="1495341" y="865478"/>
                </a:lnTo>
                <a:lnTo>
                  <a:pt x="1510600" y="715714"/>
                </a:lnTo>
                <a:lnTo>
                  <a:pt x="1525858" y="726156"/>
                </a:lnTo>
                <a:lnTo>
                  <a:pt x="1541117" y="615797"/>
                </a:lnTo>
                <a:lnTo>
                  <a:pt x="1556375" y="705961"/>
                </a:lnTo>
                <a:lnTo>
                  <a:pt x="1571634" y="1233404"/>
                </a:lnTo>
                <a:lnTo>
                  <a:pt x="1586893" y="1451321"/>
                </a:lnTo>
                <a:lnTo>
                  <a:pt x="1602151" y="1632467"/>
                </a:lnTo>
                <a:lnTo>
                  <a:pt x="1617410" y="1514638"/>
                </a:lnTo>
                <a:lnTo>
                  <a:pt x="1632668" y="1591104"/>
                </a:lnTo>
                <a:lnTo>
                  <a:pt x="1647927" y="1747411"/>
                </a:lnTo>
                <a:lnTo>
                  <a:pt x="1663186" y="2206816"/>
                </a:lnTo>
                <a:lnTo>
                  <a:pt x="1678444" y="2026674"/>
                </a:lnTo>
                <a:lnTo>
                  <a:pt x="1693703" y="2050776"/>
                </a:lnTo>
                <a:lnTo>
                  <a:pt x="1708961" y="2064089"/>
                </a:lnTo>
                <a:lnTo>
                  <a:pt x="1724220" y="2281286"/>
                </a:lnTo>
                <a:lnTo>
                  <a:pt x="1739478" y="2265520"/>
                </a:lnTo>
                <a:lnTo>
                  <a:pt x="1754737" y="2500669"/>
                </a:lnTo>
                <a:lnTo>
                  <a:pt x="1769996" y="2537807"/>
                </a:lnTo>
                <a:lnTo>
                  <a:pt x="1785254" y="2781911"/>
                </a:lnTo>
                <a:lnTo>
                  <a:pt x="1800513" y="2597329"/>
                </a:lnTo>
                <a:lnTo>
                  <a:pt x="1815771" y="2786825"/>
                </a:lnTo>
                <a:lnTo>
                  <a:pt x="1831030" y="2520179"/>
                </a:lnTo>
                <a:lnTo>
                  <a:pt x="1846289" y="2483822"/>
                </a:lnTo>
                <a:lnTo>
                  <a:pt x="1861547" y="2369659"/>
                </a:lnTo>
                <a:lnTo>
                  <a:pt x="1876806" y="2607102"/>
                </a:lnTo>
                <a:lnTo>
                  <a:pt x="1892064" y="2372738"/>
                </a:lnTo>
                <a:lnTo>
                  <a:pt x="1907323" y="2261854"/>
                </a:lnTo>
                <a:lnTo>
                  <a:pt x="1922582" y="2057197"/>
                </a:lnTo>
                <a:lnTo>
                  <a:pt x="1937840" y="1923679"/>
                </a:lnTo>
                <a:lnTo>
                  <a:pt x="1953099" y="1857210"/>
                </a:lnTo>
                <a:lnTo>
                  <a:pt x="1968357" y="1747691"/>
                </a:lnTo>
                <a:lnTo>
                  <a:pt x="1983616" y="1985254"/>
                </a:lnTo>
                <a:lnTo>
                  <a:pt x="1998874" y="1949965"/>
                </a:lnTo>
                <a:lnTo>
                  <a:pt x="2014133" y="2181323"/>
                </a:lnTo>
                <a:lnTo>
                  <a:pt x="2029392" y="2261708"/>
                </a:lnTo>
                <a:lnTo>
                  <a:pt x="2044650" y="2460797"/>
                </a:lnTo>
                <a:lnTo>
                  <a:pt x="2059909" y="2244619"/>
                </a:lnTo>
                <a:lnTo>
                  <a:pt x="2075167" y="2258163"/>
                </a:lnTo>
                <a:lnTo>
                  <a:pt x="2090426" y="2291539"/>
                </a:lnTo>
                <a:lnTo>
                  <a:pt x="2105685" y="2387837"/>
                </a:lnTo>
                <a:lnTo>
                  <a:pt x="2120943" y="2367564"/>
                </a:lnTo>
                <a:lnTo>
                  <a:pt x="2136202" y="2387278"/>
                </a:lnTo>
                <a:lnTo>
                  <a:pt x="2151460" y="2483862"/>
                </a:lnTo>
                <a:lnTo>
                  <a:pt x="2166719" y="2867196"/>
                </a:lnTo>
                <a:lnTo>
                  <a:pt x="2181978" y="2924334"/>
                </a:lnTo>
                <a:lnTo>
                  <a:pt x="2197236" y="3205907"/>
                </a:lnTo>
                <a:lnTo>
                  <a:pt x="2212495" y="3154897"/>
                </a:lnTo>
                <a:lnTo>
                  <a:pt x="2227753" y="3113486"/>
                </a:lnTo>
                <a:lnTo>
                  <a:pt x="2243012" y="3140197"/>
                </a:lnTo>
                <a:lnTo>
                  <a:pt x="2258270" y="3267465"/>
                </a:lnTo>
                <a:lnTo>
                  <a:pt x="2273529" y="3080569"/>
                </a:lnTo>
                <a:lnTo>
                  <a:pt x="2288788" y="3437694"/>
                </a:lnTo>
                <a:lnTo>
                  <a:pt x="2304046" y="3345338"/>
                </a:lnTo>
                <a:lnTo>
                  <a:pt x="2319305" y="3450620"/>
                </a:lnTo>
                <a:lnTo>
                  <a:pt x="2334563" y="3442006"/>
                </a:lnTo>
                <a:lnTo>
                  <a:pt x="2349822" y="3482480"/>
                </a:lnTo>
                <a:lnTo>
                  <a:pt x="2365081" y="3649202"/>
                </a:lnTo>
                <a:lnTo>
                  <a:pt x="2380339" y="3364279"/>
                </a:lnTo>
                <a:lnTo>
                  <a:pt x="2395598" y="3409097"/>
                </a:lnTo>
                <a:lnTo>
                  <a:pt x="2410856" y="3494424"/>
                </a:lnTo>
                <a:lnTo>
                  <a:pt x="2426115" y="3125824"/>
                </a:lnTo>
                <a:lnTo>
                  <a:pt x="2441374" y="3011008"/>
                </a:lnTo>
                <a:lnTo>
                  <a:pt x="2456632" y="2980052"/>
                </a:lnTo>
                <a:lnTo>
                  <a:pt x="2471891" y="2991953"/>
                </a:lnTo>
                <a:lnTo>
                  <a:pt x="2487149" y="2976800"/>
                </a:lnTo>
                <a:lnTo>
                  <a:pt x="2502408" y="3027086"/>
                </a:lnTo>
                <a:lnTo>
                  <a:pt x="2517666" y="3149658"/>
                </a:lnTo>
                <a:lnTo>
                  <a:pt x="2532925" y="2986722"/>
                </a:lnTo>
                <a:lnTo>
                  <a:pt x="2548184" y="2905659"/>
                </a:lnTo>
                <a:lnTo>
                  <a:pt x="2563442" y="2834835"/>
                </a:lnTo>
                <a:lnTo>
                  <a:pt x="2578701" y="2855384"/>
                </a:lnTo>
                <a:lnTo>
                  <a:pt x="2593959" y="2635321"/>
                </a:lnTo>
                <a:lnTo>
                  <a:pt x="2609218" y="2885617"/>
                </a:lnTo>
                <a:lnTo>
                  <a:pt x="2624477" y="2620746"/>
                </a:lnTo>
                <a:lnTo>
                  <a:pt x="2639735" y="2379710"/>
                </a:lnTo>
                <a:lnTo>
                  <a:pt x="2654994" y="2234582"/>
                </a:lnTo>
                <a:lnTo>
                  <a:pt x="2670252" y="2483775"/>
                </a:lnTo>
                <a:lnTo>
                  <a:pt x="2685511" y="2450667"/>
                </a:lnTo>
                <a:lnTo>
                  <a:pt x="2700769" y="2606579"/>
                </a:lnTo>
                <a:lnTo>
                  <a:pt x="2716028" y="2685439"/>
                </a:lnTo>
                <a:lnTo>
                  <a:pt x="2731287" y="2802765"/>
                </a:lnTo>
                <a:lnTo>
                  <a:pt x="2746545" y="3236682"/>
                </a:lnTo>
                <a:lnTo>
                  <a:pt x="2761804" y="3326773"/>
                </a:lnTo>
                <a:lnTo>
                  <a:pt x="2777062" y="3512912"/>
                </a:lnTo>
                <a:lnTo>
                  <a:pt x="2792321" y="3483600"/>
                </a:lnTo>
                <a:lnTo>
                  <a:pt x="2807580" y="3635631"/>
                </a:lnTo>
                <a:lnTo>
                  <a:pt x="2822838" y="3641672"/>
                </a:lnTo>
                <a:lnTo>
                  <a:pt x="2838097" y="3354420"/>
                </a:lnTo>
                <a:lnTo>
                  <a:pt x="2853355" y="3563142"/>
                </a:lnTo>
                <a:lnTo>
                  <a:pt x="2868614" y="3847925"/>
                </a:lnTo>
                <a:lnTo>
                  <a:pt x="2883873" y="3823822"/>
                </a:lnTo>
                <a:lnTo>
                  <a:pt x="2899131" y="3978361"/>
                </a:lnTo>
                <a:lnTo>
                  <a:pt x="2914390" y="4130336"/>
                </a:lnTo>
                <a:lnTo>
                  <a:pt x="2929648" y="3960738"/>
                </a:lnTo>
                <a:lnTo>
                  <a:pt x="2944907" y="3918760"/>
                </a:lnTo>
                <a:lnTo>
                  <a:pt x="2960165" y="3678452"/>
                </a:lnTo>
                <a:lnTo>
                  <a:pt x="2975424" y="3859751"/>
                </a:lnTo>
                <a:lnTo>
                  <a:pt x="2990683" y="3778782"/>
                </a:lnTo>
                <a:lnTo>
                  <a:pt x="3005941" y="3772763"/>
                </a:lnTo>
                <a:lnTo>
                  <a:pt x="3021200" y="3982226"/>
                </a:lnTo>
                <a:lnTo>
                  <a:pt x="3036458" y="4131408"/>
                </a:lnTo>
                <a:lnTo>
                  <a:pt x="3051717" y="4148215"/>
                </a:lnTo>
                <a:lnTo>
                  <a:pt x="3066976" y="4105339"/>
                </a:lnTo>
                <a:lnTo>
                  <a:pt x="3082234" y="4168734"/>
                </a:lnTo>
                <a:lnTo>
                  <a:pt x="3097493" y="4042164"/>
                </a:lnTo>
                <a:lnTo>
                  <a:pt x="3112751" y="4152457"/>
                </a:lnTo>
                <a:lnTo>
                  <a:pt x="3128010" y="4236573"/>
                </a:lnTo>
                <a:lnTo>
                  <a:pt x="3143269" y="4178962"/>
                </a:lnTo>
                <a:lnTo>
                  <a:pt x="3158527" y="3942394"/>
                </a:lnTo>
                <a:lnTo>
                  <a:pt x="3173786" y="4062996"/>
                </a:lnTo>
                <a:lnTo>
                  <a:pt x="3189044" y="3834338"/>
                </a:lnTo>
                <a:lnTo>
                  <a:pt x="3204303" y="4023010"/>
                </a:lnTo>
                <a:lnTo>
                  <a:pt x="3219561" y="3750133"/>
                </a:lnTo>
                <a:lnTo>
                  <a:pt x="3234820" y="4003188"/>
                </a:lnTo>
                <a:lnTo>
                  <a:pt x="3250079" y="3963298"/>
                </a:lnTo>
                <a:lnTo>
                  <a:pt x="3265337" y="4221540"/>
                </a:lnTo>
                <a:lnTo>
                  <a:pt x="3280596" y="3821036"/>
                </a:lnTo>
                <a:lnTo>
                  <a:pt x="3295854" y="3757929"/>
                </a:lnTo>
                <a:lnTo>
                  <a:pt x="3311113" y="3669935"/>
                </a:lnTo>
                <a:lnTo>
                  <a:pt x="3326372" y="3343184"/>
                </a:lnTo>
                <a:lnTo>
                  <a:pt x="3341630" y="3230011"/>
                </a:lnTo>
                <a:lnTo>
                  <a:pt x="3356889" y="3232555"/>
                </a:lnTo>
                <a:lnTo>
                  <a:pt x="3372147" y="3090908"/>
                </a:lnTo>
                <a:lnTo>
                  <a:pt x="3387406" y="3067811"/>
                </a:lnTo>
                <a:lnTo>
                  <a:pt x="3402665" y="2928381"/>
                </a:lnTo>
                <a:lnTo>
                  <a:pt x="3417923" y="2863312"/>
                </a:lnTo>
                <a:lnTo>
                  <a:pt x="3433182" y="2846073"/>
                </a:lnTo>
                <a:lnTo>
                  <a:pt x="3448440" y="2872295"/>
                </a:lnTo>
                <a:lnTo>
                  <a:pt x="3463699" y="2756945"/>
                </a:lnTo>
                <a:lnTo>
                  <a:pt x="3478957" y="2584581"/>
                </a:lnTo>
                <a:lnTo>
                  <a:pt x="3494216" y="2589284"/>
                </a:lnTo>
                <a:lnTo>
                  <a:pt x="3509475" y="2295334"/>
                </a:lnTo>
                <a:lnTo>
                  <a:pt x="3524733" y="2305283"/>
                </a:lnTo>
                <a:lnTo>
                  <a:pt x="3539992" y="2685966"/>
                </a:lnTo>
                <a:lnTo>
                  <a:pt x="3555250" y="2762136"/>
                </a:lnTo>
                <a:lnTo>
                  <a:pt x="3570509" y="2475448"/>
                </a:lnTo>
                <a:lnTo>
                  <a:pt x="3585768" y="2289528"/>
                </a:lnTo>
                <a:lnTo>
                  <a:pt x="3601026" y="2327052"/>
                </a:lnTo>
                <a:lnTo>
                  <a:pt x="3616285" y="2435800"/>
                </a:lnTo>
                <a:lnTo>
                  <a:pt x="3631543" y="2185301"/>
                </a:lnTo>
                <a:lnTo>
                  <a:pt x="3646802" y="2263650"/>
                </a:lnTo>
                <a:lnTo>
                  <a:pt x="3662061" y="2064365"/>
                </a:lnTo>
                <a:lnTo>
                  <a:pt x="3677319" y="1974034"/>
                </a:lnTo>
                <a:lnTo>
                  <a:pt x="3692578" y="1983425"/>
                </a:lnTo>
                <a:lnTo>
                  <a:pt x="3707836" y="2019930"/>
                </a:lnTo>
                <a:lnTo>
                  <a:pt x="3723095" y="2190912"/>
                </a:lnTo>
                <a:lnTo>
                  <a:pt x="3738353" y="1909405"/>
                </a:lnTo>
                <a:lnTo>
                  <a:pt x="3753612" y="2105541"/>
                </a:lnTo>
                <a:lnTo>
                  <a:pt x="3768871" y="2029264"/>
                </a:lnTo>
                <a:lnTo>
                  <a:pt x="3784129" y="2132575"/>
                </a:lnTo>
                <a:lnTo>
                  <a:pt x="3799388" y="2347150"/>
                </a:lnTo>
                <a:lnTo>
                  <a:pt x="3814646" y="2584874"/>
                </a:lnTo>
                <a:lnTo>
                  <a:pt x="3829905" y="2220560"/>
                </a:lnTo>
                <a:lnTo>
                  <a:pt x="3845164" y="2181580"/>
                </a:lnTo>
                <a:lnTo>
                  <a:pt x="3860422" y="2108918"/>
                </a:lnTo>
                <a:lnTo>
                  <a:pt x="3875681" y="1963930"/>
                </a:lnTo>
                <a:lnTo>
                  <a:pt x="3890939" y="1740709"/>
                </a:lnTo>
                <a:lnTo>
                  <a:pt x="3906198" y="1800003"/>
                </a:lnTo>
                <a:lnTo>
                  <a:pt x="3921456" y="1690986"/>
                </a:lnTo>
                <a:lnTo>
                  <a:pt x="3936715" y="1831816"/>
                </a:lnTo>
                <a:lnTo>
                  <a:pt x="3951974" y="1508341"/>
                </a:lnTo>
                <a:lnTo>
                  <a:pt x="3967232" y="1283818"/>
                </a:lnTo>
                <a:lnTo>
                  <a:pt x="3982491" y="1294293"/>
                </a:lnTo>
                <a:lnTo>
                  <a:pt x="3997749" y="1203425"/>
                </a:lnTo>
                <a:lnTo>
                  <a:pt x="4013008" y="1378205"/>
                </a:lnTo>
                <a:lnTo>
                  <a:pt x="4028267" y="1159752"/>
                </a:lnTo>
                <a:lnTo>
                  <a:pt x="4043525" y="1438644"/>
                </a:lnTo>
                <a:lnTo>
                  <a:pt x="4058784" y="1688104"/>
                </a:lnTo>
                <a:lnTo>
                  <a:pt x="4074042" y="1467468"/>
                </a:lnTo>
                <a:lnTo>
                  <a:pt x="4089301" y="1032297"/>
                </a:lnTo>
                <a:lnTo>
                  <a:pt x="4104560" y="833254"/>
                </a:lnTo>
                <a:lnTo>
                  <a:pt x="4119818" y="688650"/>
                </a:lnTo>
                <a:lnTo>
                  <a:pt x="4135077" y="787447"/>
                </a:lnTo>
                <a:lnTo>
                  <a:pt x="4150335" y="634950"/>
                </a:lnTo>
                <a:lnTo>
                  <a:pt x="4165594" y="561124"/>
                </a:lnTo>
                <a:lnTo>
                  <a:pt x="4180852" y="603597"/>
                </a:lnTo>
                <a:lnTo>
                  <a:pt x="4196111" y="668728"/>
                </a:lnTo>
                <a:lnTo>
                  <a:pt x="4211370" y="511153"/>
                </a:lnTo>
                <a:lnTo>
                  <a:pt x="4226628" y="764583"/>
                </a:lnTo>
                <a:lnTo>
                  <a:pt x="4241887" y="627845"/>
                </a:lnTo>
                <a:lnTo>
                  <a:pt x="4257145" y="671332"/>
                </a:lnTo>
                <a:lnTo>
                  <a:pt x="4272404" y="581466"/>
                </a:lnTo>
                <a:lnTo>
                  <a:pt x="4287663" y="399882"/>
                </a:lnTo>
                <a:lnTo>
                  <a:pt x="4302921" y="553299"/>
                </a:lnTo>
                <a:lnTo>
                  <a:pt x="4318180" y="496271"/>
                </a:lnTo>
                <a:lnTo>
                  <a:pt x="4333438" y="608217"/>
                </a:lnTo>
                <a:lnTo>
                  <a:pt x="4348697" y="512898"/>
                </a:lnTo>
                <a:lnTo>
                  <a:pt x="4363956" y="564654"/>
                </a:lnTo>
                <a:lnTo>
                  <a:pt x="4379214" y="675354"/>
                </a:lnTo>
                <a:lnTo>
                  <a:pt x="4394473" y="881939"/>
                </a:lnTo>
                <a:lnTo>
                  <a:pt x="4409731" y="987322"/>
                </a:lnTo>
                <a:lnTo>
                  <a:pt x="4424990" y="1034415"/>
                </a:lnTo>
                <a:lnTo>
                  <a:pt x="4440248" y="827757"/>
                </a:lnTo>
                <a:lnTo>
                  <a:pt x="4455507" y="1008290"/>
                </a:lnTo>
                <a:lnTo>
                  <a:pt x="4470766" y="966243"/>
                </a:lnTo>
                <a:lnTo>
                  <a:pt x="4486024" y="1163887"/>
                </a:lnTo>
                <a:lnTo>
                  <a:pt x="4501283" y="1225138"/>
                </a:lnTo>
                <a:lnTo>
                  <a:pt x="4516541" y="1230707"/>
                </a:lnTo>
                <a:lnTo>
                  <a:pt x="4531800" y="1559196"/>
                </a:lnTo>
                <a:lnTo>
                  <a:pt x="4547059" y="1455390"/>
                </a:lnTo>
                <a:lnTo>
                  <a:pt x="4562317" y="1518056"/>
                </a:lnTo>
                <a:lnTo>
                  <a:pt x="4577576" y="1826361"/>
                </a:lnTo>
                <a:lnTo>
                  <a:pt x="4592834" y="2042123"/>
                </a:lnTo>
                <a:lnTo>
                  <a:pt x="4608093" y="2261516"/>
                </a:lnTo>
                <a:lnTo>
                  <a:pt x="4623352" y="2301282"/>
                </a:lnTo>
                <a:lnTo>
                  <a:pt x="4638610" y="2476893"/>
                </a:lnTo>
                <a:lnTo>
                  <a:pt x="4653869" y="2606877"/>
                </a:lnTo>
                <a:lnTo>
                  <a:pt x="4669127" y="2413355"/>
                </a:lnTo>
                <a:lnTo>
                  <a:pt x="4684386" y="2263484"/>
                </a:lnTo>
                <a:lnTo>
                  <a:pt x="4699644" y="2264318"/>
                </a:lnTo>
                <a:lnTo>
                  <a:pt x="4714903" y="2006372"/>
                </a:lnTo>
                <a:lnTo>
                  <a:pt x="4730162" y="1886600"/>
                </a:lnTo>
                <a:lnTo>
                  <a:pt x="4745420" y="2072397"/>
                </a:lnTo>
                <a:lnTo>
                  <a:pt x="4760679" y="2162725"/>
                </a:lnTo>
                <a:lnTo>
                  <a:pt x="4775937" y="2397550"/>
                </a:lnTo>
                <a:lnTo>
                  <a:pt x="4791196" y="2323747"/>
                </a:lnTo>
                <a:lnTo>
                  <a:pt x="4806455" y="2247429"/>
                </a:lnTo>
                <a:lnTo>
                  <a:pt x="4821713" y="2244699"/>
                </a:lnTo>
                <a:lnTo>
                  <a:pt x="4836972" y="2308474"/>
                </a:lnTo>
                <a:lnTo>
                  <a:pt x="4852230" y="2159236"/>
                </a:lnTo>
                <a:lnTo>
                  <a:pt x="4867489" y="2403693"/>
                </a:lnTo>
                <a:lnTo>
                  <a:pt x="4882748" y="2519411"/>
                </a:lnTo>
                <a:lnTo>
                  <a:pt x="4898006" y="2484443"/>
                </a:lnTo>
                <a:lnTo>
                  <a:pt x="4913265" y="2594378"/>
                </a:lnTo>
                <a:lnTo>
                  <a:pt x="4928523" y="2474151"/>
                </a:lnTo>
                <a:lnTo>
                  <a:pt x="4943782" y="2468909"/>
                </a:lnTo>
                <a:lnTo>
                  <a:pt x="4959040" y="2468666"/>
                </a:lnTo>
                <a:lnTo>
                  <a:pt x="4974299" y="2255613"/>
                </a:lnTo>
                <a:lnTo>
                  <a:pt x="4989558" y="2213863"/>
                </a:lnTo>
                <a:lnTo>
                  <a:pt x="5004816" y="2374111"/>
                </a:lnTo>
                <a:lnTo>
                  <a:pt x="5020075" y="2712408"/>
                </a:lnTo>
                <a:lnTo>
                  <a:pt x="5035333" y="2530116"/>
                </a:lnTo>
                <a:lnTo>
                  <a:pt x="5050592" y="2799392"/>
                </a:lnTo>
                <a:lnTo>
                  <a:pt x="5065851" y="2844005"/>
                </a:lnTo>
                <a:lnTo>
                  <a:pt x="5081109" y="2715540"/>
                </a:lnTo>
                <a:lnTo>
                  <a:pt x="5096368" y="2900606"/>
                </a:lnTo>
                <a:lnTo>
                  <a:pt x="5111626" y="2684592"/>
                </a:lnTo>
                <a:lnTo>
                  <a:pt x="5126885" y="2658348"/>
                </a:lnTo>
                <a:lnTo>
                  <a:pt x="5142143" y="2794211"/>
                </a:lnTo>
                <a:lnTo>
                  <a:pt x="5157402" y="2442142"/>
                </a:lnTo>
                <a:lnTo>
                  <a:pt x="5172661" y="2600856"/>
                </a:lnTo>
                <a:lnTo>
                  <a:pt x="5187919" y="2618467"/>
                </a:lnTo>
                <a:lnTo>
                  <a:pt x="5203178" y="2480658"/>
                </a:lnTo>
                <a:lnTo>
                  <a:pt x="5218436" y="2576975"/>
                </a:lnTo>
                <a:lnTo>
                  <a:pt x="5233695" y="2933943"/>
                </a:lnTo>
                <a:lnTo>
                  <a:pt x="5248954" y="3206222"/>
                </a:lnTo>
                <a:lnTo>
                  <a:pt x="5264212" y="3357740"/>
                </a:lnTo>
                <a:lnTo>
                  <a:pt x="5279471" y="3439988"/>
                </a:lnTo>
                <a:lnTo>
                  <a:pt x="5294729" y="3300893"/>
                </a:lnTo>
                <a:lnTo>
                  <a:pt x="5309988" y="3508094"/>
                </a:lnTo>
                <a:lnTo>
                  <a:pt x="5325247" y="3437775"/>
                </a:lnTo>
                <a:lnTo>
                  <a:pt x="5340505" y="3599306"/>
                </a:lnTo>
                <a:lnTo>
                  <a:pt x="5355764" y="3698271"/>
                </a:lnTo>
                <a:lnTo>
                  <a:pt x="5371022" y="3459281"/>
                </a:lnTo>
                <a:lnTo>
                  <a:pt x="5386281" y="3151315"/>
                </a:lnTo>
                <a:lnTo>
                  <a:pt x="5401539" y="3078271"/>
                </a:lnTo>
                <a:lnTo>
                  <a:pt x="5416798" y="3265344"/>
                </a:lnTo>
                <a:lnTo>
                  <a:pt x="5432057" y="3002348"/>
                </a:lnTo>
                <a:lnTo>
                  <a:pt x="5447315" y="2985661"/>
                </a:lnTo>
                <a:lnTo>
                  <a:pt x="5462574" y="3053998"/>
                </a:lnTo>
                <a:lnTo>
                  <a:pt x="5477832" y="3250975"/>
                </a:lnTo>
                <a:lnTo>
                  <a:pt x="5493091" y="3441104"/>
                </a:lnTo>
                <a:lnTo>
                  <a:pt x="5508350" y="3608919"/>
                </a:lnTo>
                <a:lnTo>
                  <a:pt x="5523608" y="3756712"/>
                </a:lnTo>
                <a:lnTo>
                  <a:pt x="5538867" y="3401296"/>
                </a:lnTo>
                <a:lnTo>
                  <a:pt x="5554125" y="3096805"/>
                </a:lnTo>
                <a:lnTo>
                  <a:pt x="5569384" y="3268108"/>
                </a:lnTo>
                <a:lnTo>
                  <a:pt x="5584643" y="3065157"/>
                </a:lnTo>
                <a:lnTo>
                  <a:pt x="5599901" y="3172934"/>
                </a:lnTo>
                <a:lnTo>
                  <a:pt x="5615160" y="3056155"/>
                </a:lnTo>
                <a:lnTo>
                  <a:pt x="5630418" y="3165573"/>
                </a:lnTo>
                <a:lnTo>
                  <a:pt x="5645677" y="3458951"/>
                </a:lnTo>
                <a:lnTo>
                  <a:pt x="5660935" y="3235963"/>
                </a:lnTo>
                <a:lnTo>
                  <a:pt x="5676194" y="3504328"/>
                </a:lnTo>
                <a:lnTo>
                  <a:pt x="5691453" y="3436804"/>
                </a:lnTo>
                <a:lnTo>
                  <a:pt x="5706711" y="3548411"/>
                </a:lnTo>
                <a:lnTo>
                  <a:pt x="5721970" y="3137334"/>
                </a:lnTo>
                <a:lnTo>
                  <a:pt x="5737228" y="3142206"/>
                </a:lnTo>
                <a:lnTo>
                  <a:pt x="5752487" y="3280022"/>
                </a:lnTo>
                <a:lnTo>
                  <a:pt x="5767746" y="3405162"/>
                </a:lnTo>
                <a:lnTo>
                  <a:pt x="5783004" y="3386522"/>
                </a:lnTo>
                <a:lnTo>
                  <a:pt x="5798263" y="3466181"/>
                </a:lnTo>
                <a:lnTo>
                  <a:pt x="5813521" y="3764816"/>
                </a:lnTo>
                <a:lnTo>
                  <a:pt x="5828780" y="4036618"/>
                </a:lnTo>
                <a:lnTo>
                  <a:pt x="5844039" y="3978671"/>
                </a:lnTo>
                <a:lnTo>
                  <a:pt x="5859297" y="3937262"/>
                </a:lnTo>
                <a:lnTo>
                  <a:pt x="5874556" y="4027374"/>
                </a:lnTo>
                <a:lnTo>
                  <a:pt x="5889814" y="4115902"/>
                </a:lnTo>
                <a:lnTo>
                  <a:pt x="5905073" y="4025463"/>
                </a:lnTo>
                <a:lnTo>
                  <a:pt x="5920331" y="4092508"/>
                </a:lnTo>
                <a:lnTo>
                  <a:pt x="5935590" y="4126770"/>
                </a:lnTo>
                <a:lnTo>
                  <a:pt x="5950849" y="4181127"/>
                </a:lnTo>
                <a:lnTo>
                  <a:pt x="5966107" y="4205271"/>
                </a:lnTo>
                <a:lnTo>
                  <a:pt x="5981366" y="4160803"/>
                </a:lnTo>
                <a:lnTo>
                  <a:pt x="5996624" y="4288944"/>
                </a:lnTo>
                <a:lnTo>
                  <a:pt x="6011883" y="4094577"/>
                </a:lnTo>
                <a:lnTo>
                  <a:pt x="6027142" y="4156759"/>
                </a:lnTo>
                <a:lnTo>
                  <a:pt x="6042400" y="4113441"/>
                </a:lnTo>
                <a:lnTo>
                  <a:pt x="6057659" y="4088104"/>
                </a:lnTo>
                <a:lnTo>
                  <a:pt x="6072917" y="4204689"/>
                </a:lnTo>
                <a:lnTo>
                  <a:pt x="6088176" y="4262394"/>
                </a:lnTo>
                <a:lnTo>
                  <a:pt x="6103435" y="4113441"/>
                </a:lnTo>
                <a:lnTo>
                  <a:pt x="6118693" y="3985194"/>
                </a:lnTo>
                <a:lnTo>
                  <a:pt x="6133952" y="3753595"/>
                </a:lnTo>
                <a:lnTo>
                  <a:pt x="6149210" y="3702918"/>
                </a:lnTo>
                <a:lnTo>
                  <a:pt x="6164469" y="3748912"/>
                </a:lnTo>
                <a:lnTo>
                  <a:pt x="6179727" y="3476347"/>
                </a:lnTo>
                <a:lnTo>
                  <a:pt x="6194986" y="3459636"/>
                </a:lnTo>
                <a:lnTo>
                  <a:pt x="6210245" y="3221864"/>
                </a:lnTo>
                <a:lnTo>
                  <a:pt x="6225503" y="3190517"/>
                </a:lnTo>
                <a:lnTo>
                  <a:pt x="6240762" y="3208526"/>
                </a:lnTo>
                <a:lnTo>
                  <a:pt x="6256020" y="3358273"/>
                </a:lnTo>
                <a:lnTo>
                  <a:pt x="6271279" y="3308923"/>
                </a:lnTo>
                <a:lnTo>
                  <a:pt x="6286538" y="3703271"/>
                </a:lnTo>
                <a:lnTo>
                  <a:pt x="6301796" y="3487803"/>
                </a:lnTo>
                <a:lnTo>
                  <a:pt x="6317055" y="3325097"/>
                </a:lnTo>
                <a:lnTo>
                  <a:pt x="6332313" y="3213858"/>
                </a:lnTo>
                <a:lnTo>
                  <a:pt x="6347572" y="3170640"/>
                </a:lnTo>
                <a:lnTo>
                  <a:pt x="6362830" y="3075461"/>
                </a:lnTo>
                <a:lnTo>
                  <a:pt x="6378089" y="2912481"/>
                </a:lnTo>
                <a:lnTo>
                  <a:pt x="6393348" y="3044328"/>
                </a:lnTo>
                <a:lnTo>
                  <a:pt x="6408606" y="2717220"/>
                </a:lnTo>
                <a:lnTo>
                  <a:pt x="6423865" y="2483566"/>
                </a:lnTo>
                <a:lnTo>
                  <a:pt x="6439123" y="2479038"/>
                </a:lnTo>
                <a:lnTo>
                  <a:pt x="6454382" y="2428801"/>
                </a:lnTo>
                <a:lnTo>
                  <a:pt x="6469641" y="2188802"/>
                </a:lnTo>
                <a:lnTo>
                  <a:pt x="6484899" y="2427526"/>
                </a:lnTo>
                <a:lnTo>
                  <a:pt x="6500158" y="2567001"/>
                </a:lnTo>
                <a:lnTo>
                  <a:pt x="6515416" y="2428807"/>
                </a:lnTo>
                <a:lnTo>
                  <a:pt x="6530675" y="2461562"/>
                </a:lnTo>
                <a:lnTo>
                  <a:pt x="6545934" y="2256122"/>
                </a:lnTo>
                <a:lnTo>
                  <a:pt x="6561192" y="2746334"/>
                </a:lnTo>
                <a:lnTo>
                  <a:pt x="6576451" y="2914991"/>
                </a:lnTo>
                <a:lnTo>
                  <a:pt x="6591709" y="2797508"/>
                </a:lnTo>
                <a:lnTo>
                  <a:pt x="6606968" y="2439776"/>
                </a:lnTo>
                <a:lnTo>
                  <a:pt x="6622226" y="2258951"/>
                </a:lnTo>
                <a:lnTo>
                  <a:pt x="6637485" y="2212720"/>
                </a:lnTo>
                <a:lnTo>
                  <a:pt x="6652744" y="2039254"/>
                </a:lnTo>
                <a:lnTo>
                  <a:pt x="6668002" y="1951609"/>
                </a:lnTo>
                <a:lnTo>
                  <a:pt x="6683261" y="2040403"/>
                </a:lnTo>
                <a:lnTo>
                  <a:pt x="6698519" y="2367795"/>
                </a:lnTo>
                <a:lnTo>
                  <a:pt x="6713778" y="2054304"/>
                </a:lnTo>
                <a:lnTo>
                  <a:pt x="6729037" y="2136280"/>
                </a:lnTo>
                <a:lnTo>
                  <a:pt x="6744295" y="2122003"/>
                </a:lnTo>
                <a:lnTo>
                  <a:pt x="6759554" y="1840869"/>
                </a:lnTo>
                <a:lnTo>
                  <a:pt x="6774812" y="1697868"/>
                </a:lnTo>
                <a:lnTo>
                  <a:pt x="6790071" y="1630830"/>
                </a:lnTo>
                <a:lnTo>
                  <a:pt x="6805330" y="1726908"/>
                </a:lnTo>
                <a:lnTo>
                  <a:pt x="6820588" y="1835091"/>
                </a:lnTo>
                <a:lnTo>
                  <a:pt x="6835847" y="1931100"/>
                </a:lnTo>
                <a:lnTo>
                  <a:pt x="6851105" y="1636713"/>
                </a:lnTo>
                <a:lnTo>
                  <a:pt x="6866364" y="1520970"/>
                </a:lnTo>
                <a:lnTo>
                  <a:pt x="6881622" y="1497667"/>
                </a:lnTo>
                <a:lnTo>
                  <a:pt x="6896881" y="1458878"/>
                </a:lnTo>
                <a:lnTo>
                  <a:pt x="6912140" y="1570872"/>
                </a:lnTo>
                <a:lnTo>
                  <a:pt x="6927398" y="1568452"/>
                </a:lnTo>
                <a:lnTo>
                  <a:pt x="6942657" y="1876724"/>
                </a:lnTo>
                <a:lnTo>
                  <a:pt x="6957915" y="1907307"/>
                </a:lnTo>
                <a:lnTo>
                  <a:pt x="6973174" y="1916028"/>
                </a:lnTo>
                <a:lnTo>
                  <a:pt x="6988433" y="2088867"/>
                </a:lnTo>
                <a:lnTo>
                  <a:pt x="7003691" y="2321249"/>
                </a:lnTo>
                <a:lnTo>
                  <a:pt x="7018950" y="2466270"/>
                </a:lnTo>
                <a:lnTo>
                  <a:pt x="7034208" y="2481415"/>
                </a:lnTo>
                <a:lnTo>
                  <a:pt x="7049467" y="2556442"/>
                </a:lnTo>
                <a:lnTo>
                  <a:pt x="7064726" y="2510431"/>
                </a:lnTo>
                <a:lnTo>
                  <a:pt x="7079984" y="2590569"/>
                </a:lnTo>
                <a:lnTo>
                  <a:pt x="7095243" y="2606499"/>
                </a:lnTo>
                <a:lnTo>
                  <a:pt x="7110501" y="2163387"/>
                </a:lnTo>
                <a:lnTo>
                  <a:pt x="7125760" y="2067394"/>
                </a:lnTo>
                <a:lnTo>
                  <a:pt x="7141018" y="2066610"/>
                </a:lnTo>
                <a:lnTo>
                  <a:pt x="7156277" y="2269643"/>
                </a:lnTo>
                <a:lnTo>
                  <a:pt x="7171536" y="2339610"/>
                </a:lnTo>
                <a:lnTo>
                  <a:pt x="7186794" y="2506768"/>
                </a:lnTo>
                <a:lnTo>
                  <a:pt x="7202053" y="2322966"/>
                </a:lnTo>
                <a:lnTo>
                  <a:pt x="7217311" y="2382975"/>
                </a:lnTo>
                <a:lnTo>
                  <a:pt x="7232570" y="2501443"/>
                </a:lnTo>
                <a:lnTo>
                  <a:pt x="7247829" y="2451770"/>
                </a:lnTo>
                <a:lnTo>
                  <a:pt x="7263087" y="2567671"/>
                </a:lnTo>
                <a:lnTo>
                  <a:pt x="7278346" y="2500118"/>
                </a:lnTo>
                <a:lnTo>
                  <a:pt x="7293604" y="2846906"/>
                </a:lnTo>
                <a:lnTo>
                  <a:pt x="7308863" y="2819287"/>
                </a:lnTo>
                <a:lnTo>
                  <a:pt x="7324122" y="2842077"/>
                </a:lnTo>
                <a:lnTo>
                  <a:pt x="7339380" y="3114562"/>
                </a:lnTo>
                <a:lnTo>
                  <a:pt x="7354639" y="3119283"/>
                </a:lnTo>
                <a:lnTo>
                  <a:pt x="7369897" y="3323180"/>
                </a:lnTo>
                <a:lnTo>
                  <a:pt x="7385156" y="3301333"/>
                </a:lnTo>
                <a:lnTo>
                  <a:pt x="7400414" y="3239494"/>
                </a:lnTo>
                <a:lnTo>
                  <a:pt x="7415673" y="3143939"/>
                </a:lnTo>
                <a:lnTo>
                  <a:pt x="7430932" y="3236768"/>
                </a:lnTo>
                <a:lnTo>
                  <a:pt x="7446190" y="3010263"/>
                </a:lnTo>
                <a:lnTo>
                  <a:pt x="7461449" y="2848168"/>
                </a:lnTo>
                <a:lnTo>
                  <a:pt x="7476707" y="2873133"/>
                </a:lnTo>
                <a:lnTo>
                  <a:pt x="7491966" y="2811656"/>
                </a:lnTo>
                <a:lnTo>
                  <a:pt x="7507225" y="2551266"/>
                </a:lnTo>
                <a:lnTo>
                  <a:pt x="7522483" y="2500562"/>
                </a:lnTo>
                <a:lnTo>
                  <a:pt x="7537742" y="2712984"/>
                </a:lnTo>
                <a:lnTo>
                  <a:pt x="7553000" y="2758067"/>
                </a:lnTo>
                <a:lnTo>
                  <a:pt x="7568259" y="2814205"/>
                </a:lnTo>
                <a:lnTo>
                  <a:pt x="7583517" y="2891225"/>
                </a:lnTo>
                <a:lnTo>
                  <a:pt x="7598776" y="2895349"/>
                </a:lnTo>
                <a:lnTo>
                  <a:pt x="7614035" y="2953424"/>
                </a:lnTo>
              </a:path>
            </a:pathLst>
          </a:custGeom>
          <a:ln w="13550" cap="flat">
            <a:solidFill>
              <a:srgbClr val="0070C0"/>
            </a:solidFill>
            <a:prstDash val="solid"/>
            <a:round/>
          </a:ln>
          <a:effectLst>
            <a:glow rad="203200">
              <a:srgbClr val="0070C0">
                <a:alpha val="28000"/>
              </a:srgbClr>
            </a:glo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pl6">
            <a:extLst>
              <a:ext uri="{FF2B5EF4-FFF2-40B4-BE49-F238E27FC236}">
                <a16:creationId xmlns:a16="http://schemas.microsoft.com/office/drawing/2014/main" id="{81099E70-AE44-45C2-A538-990D21C298FA}"/>
              </a:ext>
            </a:extLst>
          </p:cNvPr>
          <p:cNvSpPr/>
          <p:nvPr/>
        </p:nvSpPr>
        <p:spPr>
          <a:xfrm>
            <a:off x="7414298" y="3814080"/>
            <a:ext cx="3273923" cy="1861200"/>
          </a:xfrm>
          <a:custGeom>
            <a:avLst/>
            <a:gdLst/>
            <a:ahLst/>
            <a:cxnLst/>
            <a:rect l="0" t="0" r="0" b="0"/>
            <a:pathLst>
              <a:path w="7614035" h="4288944">
                <a:moveTo>
                  <a:pt x="0" y="692037"/>
                </a:moveTo>
                <a:lnTo>
                  <a:pt x="15258" y="1605417"/>
                </a:lnTo>
                <a:lnTo>
                  <a:pt x="30517" y="3936429"/>
                </a:lnTo>
                <a:lnTo>
                  <a:pt x="45775" y="3436180"/>
                </a:lnTo>
                <a:lnTo>
                  <a:pt x="61034" y="2428309"/>
                </a:lnTo>
                <a:lnTo>
                  <a:pt x="76292" y="2606706"/>
                </a:lnTo>
                <a:lnTo>
                  <a:pt x="91551" y="2850605"/>
                </a:lnTo>
                <a:lnTo>
                  <a:pt x="106810" y="2342144"/>
                </a:lnTo>
                <a:lnTo>
                  <a:pt x="122068" y="807035"/>
                </a:lnTo>
                <a:lnTo>
                  <a:pt x="137327" y="566597"/>
                </a:lnTo>
                <a:lnTo>
                  <a:pt x="152585" y="1994314"/>
                </a:lnTo>
                <a:lnTo>
                  <a:pt x="167844" y="3011333"/>
                </a:lnTo>
                <a:lnTo>
                  <a:pt x="183103" y="3271214"/>
                </a:lnTo>
                <a:lnTo>
                  <a:pt x="198361" y="2890785"/>
                </a:lnTo>
                <a:lnTo>
                  <a:pt x="213620" y="3257640"/>
                </a:lnTo>
                <a:lnTo>
                  <a:pt x="228878" y="3397105"/>
                </a:lnTo>
                <a:lnTo>
                  <a:pt x="244137" y="2844837"/>
                </a:lnTo>
                <a:lnTo>
                  <a:pt x="259395" y="3709925"/>
                </a:lnTo>
                <a:lnTo>
                  <a:pt x="274654" y="3590067"/>
                </a:lnTo>
                <a:lnTo>
                  <a:pt x="289913" y="2506141"/>
                </a:lnTo>
                <a:lnTo>
                  <a:pt x="305171" y="2999209"/>
                </a:lnTo>
                <a:lnTo>
                  <a:pt x="320430" y="3866824"/>
                </a:lnTo>
                <a:lnTo>
                  <a:pt x="335688" y="2626595"/>
                </a:lnTo>
                <a:lnTo>
                  <a:pt x="350947" y="1313020"/>
                </a:lnTo>
                <a:lnTo>
                  <a:pt x="366206" y="1809917"/>
                </a:lnTo>
                <a:lnTo>
                  <a:pt x="381464" y="3292204"/>
                </a:lnTo>
                <a:lnTo>
                  <a:pt x="396723" y="3221947"/>
                </a:lnTo>
                <a:lnTo>
                  <a:pt x="411981" y="2276512"/>
                </a:lnTo>
                <a:lnTo>
                  <a:pt x="427240" y="3168070"/>
                </a:lnTo>
                <a:lnTo>
                  <a:pt x="442499" y="3326585"/>
                </a:lnTo>
                <a:lnTo>
                  <a:pt x="457757" y="1482340"/>
                </a:lnTo>
                <a:lnTo>
                  <a:pt x="473016" y="1239776"/>
                </a:lnTo>
                <a:lnTo>
                  <a:pt x="488274" y="1346587"/>
                </a:lnTo>
                <a:lnTo>
                  <a:pt x="503533" y="1816292"/>
                </a:lnTo>
                <a:lnTo>
                  <a:pt x="518791" y="2500854"/>
                </a:lnTo>
                <a:lnTo>
                  <a:pt x="534050" y="1738022"/>
                </a:lnTo>
                <a:lnTo>
                  <a:pt x="549309" y="2198833"/>
                </a:lnTo>
                <a:lnTo>
                  <a:pt x="564567" y="2102115"/>
                </a:lnTo>
                <a:lnTo>
                  <a:pt x="579826" y="2330710"/>
                </a:lnTo>
                <a:lnTo>
                  <a:pt x="595084" y="2676116"/>
                </a:lnTo>
                <a:lnTo>
                  <a:pt x="610343" y="2060136"/>
                </a:lnTo>
                <a:lnTo>
                  <a:pt x="625602" y="1272255"/>
                </a:lnTo>
                <a:lnTo>
                  <a:pt x="640860" y="1014066"/>
                </a:lnTo>
                <a:lnTo>
                  <a:pt x="656119" y="1495162"/>
                </a:lnTo>
                <a:lnTo>
                  <a:pt x="671377" y="2959125"/>
                </a:lnTo>
                <a:lnTo>
                  <a:pt x="686636" y="3191734"/>
                </a:lnTo>
                <a:lnTo>
                  <a:pt x="701895" y="2477927"/>
                </a:lnTo>
                <a:lnTo>
                  <a:pt x="717153" y="2794170"/>
                </a:lnTo>
                <a:lnTo>
                  <a:pt x="732412" y="2557858"/>
                </a:lnTo>
                <a:lnTo>
                  <a:pt x="747670" y="3649729"/>
                </a:lnTo>
                <a:lnTo>
                  <a:pt x="762929" y="3794538"/>
                </a:lnTo>
                <a:lnTo>
                  <a:pt x="778187" y="3208037"/>
                </a:lnTo>
                <a:lnTo>
                  <a:pt x="793446" y="3162436"/>
                </a:lnTo>
                <a:lnTo>
                  <a:pt x="808705" y="2204296"/>
                </a:lnTo>
                <a:lnTo>
                  <a:pt x="823963" y="2460643"/>
                </a:lnTo>
                <a:lnTo>
                  <a:pt x="839222" y="2548536"/>
                </a:lnTo>
                <a:lnTo>
                  <a:pt x="854480" y="2401886"/>
                </a:lnTo>
                <a:lnTo>
                  <a:pt x="869739" y="1611820"/>
                </a:lnTo>
                <a:lnTo>
                  <a:pt x="884998" y="1660760"/>
                </a:lnTo>
                <a:lnTo>
                  <a:pt x="900256" y="3392331"/>
                </a:lnTo>
                <a:lnTo>
                  <a:pt x="915515" y="2803625"/>
                </a:lnTo>
                <a:lnTo>
                  <a:pt x="930773" y="1702100"/>
                </a:lnTo>
                <a:lnTo>
                  <a:pt x="946032" y="2247742"/>
                </a:lnTo>
                <a:lnTo>
                  <a:pt x="961291" y="2250864"/>
                </a:lnTo>
                <a:lnTo>
                  <a:pt x="976549" y="1305910"/>
                </a:lnTo>
                <a:lnTo>
                  <a:pt x="991808" y="2227470"/>
                </a:lnTo>
                <a:lnTo>
                  <a:pt x="1007066" y="2147837"/>
                </a:lnTo>
                <a:lnTo>
                  <a:pt x="1022325" y="1926131"/>
                </a:lnTo>
                <a:lnTo>
                  <a:pt x="1037583" y="3271019"/>
                </a:lnTo>
                <a:lnTo>
                  <a:pt x="1052842" y="3026376"/>
                </a:lnTo>
                <a:lnTo>
                  <a:pt x="1068101" y="3260265"/>
                </a:lnTo>
                <a:lnTo>
                  <a:pt x="1083359" y="3607116"/>
                </a:lnTo>
                <a:lnTo>
                  <a:pt x="1098618" y="2357625"/>
                </a:lnTo>
                <a:lnTo>
                  <a:pt x="1113876" y="2054295"/>
                </a:lnTo>
                <a:lnTo>
                  <a:pt x="1129135" y="2328413"/>
                </a:lnTo>
                <a:lnTo>
                  <a:pt x="1144394" y="2506328"/>
                </a:lnTo>
                <a:lnTo>
                  <a:pt x="1159652" y="2712620"/>
                </a:lnTo>
                <a:lnTo>
                  <a:pt x="1174911" y="2320799"/>
                </a:lnTo>
                <a:lnTo>
                  <a:pt x="1190169" y="2496406"/>
                </a:lnTo>
                <a:lnTo>
                  <a:pt x="1205428" y="3025624"/>
                </a:lnTo>
                <a:lnTo>
                  <a:pt x="1220687" y="2560439"/>
                </a:lnTo>
                <a:lnTo>
                  <a:pt x="1235945" y="1915071"/>
                </a:lnTo>
                <a:lnTo>
                  <a:pt x="1251204" y="1339908"/>
                </a:lnTo>
                <a:lnTo>
                  <a:pt x="1266462" y="1265156"/>
                </a:lnTo>
                <a:lnTo>
                  <a:pt x="1281721" y="2073315"/>
                </a:lnTo>
                <a:lnTo>
                  <a:pt x="1296979" y="3153875"/>
                </a:lnTo>
                <a:lnTo>
                  <a:pt x="1312238" y="2906239"/>
                </a:lnTo>
                <a:lnTo>
                  <a:pt x="1327497" y="2556058"/>
                </a:lnTo>
                <a:lnTo>
                  <a:pt x="1342755" y="2517070"/>
                </a:lnTo>
                <a:lnTo>
                  <a:pt x="1358014" y="1145138"/>
                </a:lnTo>
                <a:lnTo>
                  <a:pt x="1373272" y="1898552"/>
                </a:lnTo>
                <a:lnTo>
                  <a:pt x="1388531" y="2925344"/>
                </a:lnTo>
                <a:lnTo>
                  <a:pt x="1403790" y="2439594"/>
                </a:lnTo>
                <a:lnTo>
                  <a:pt x="1419048" y="2974687"/>
                </a:lnTo>
                <a:lnTo>
                  <a:pt x="1434307" y="3397161"/>
                </a:lnTo>
                <a:lnTo>
                  <a:pt x="1449565" y="2666017"/>
                </a:lnTo>
                <a:lnTo>
                  <a:pt x="1464824" y="2542548"/>
                </a:lnTo>
                <a:lnTo>
                  <a:pt x="1480082" y="2564605"/>
                </a:lnTo>
                <a:lnTo>
                  <a:pt x="1495341" y="1913526"/>
                </a:lnTo>
                <a:lnTo>
                  <a:pt x="1510600" y="1932170"/>
                </a:lnTo>
                <a:lnTo>
                  <a:pt x="1525858" y="2413089"/>
                </a:lnTo>
                <a:lnTo>
                  <a:pt x="1541117" y="2445072"/>
                </a:lnTo>
                <a:lnTo>
                  <a:pt x="1556375" y="1824598"/>
                </a:lnTo>
                <a:lnTo>
                  <a:pt x="1571634" y="1947094"/>
                </a:lnTo>
                <a:lnTo>
                  <a:pt x="1586893" y="2550901"/>
                </a:lnTo>
                <a:lnTo>
                  <a:pt x="1602151" y="2585056"/>
                </a:lnTo>
                <a:lnTo>
                  <a:pt x="1617410" y="2365683"/>
                </a:lnTo>
                <a:lnTo>
                  <a:pt x="1632668" y="2026655"/>
                </a:lnTo>
                <a:lnTo>
                  <a:pt x="1647927" y="2157560"/>
                </a:lnTo>
                <a:lnTo>
                  <a:pt x="1663186" y="2934874"/>
                </a:lnTo>
                <a:lnTo>
                  <a:pt x="1678444" y="3238255"/>
                </a:lnTo>
                <a:lnTo>
                  <a:pt x="1693703" y="1676362"/>
                </a:lnTo>
                <a:lnTo>
                  <a:pt x="1708961" y="1314861"/>
                </a:lnTo>
                <a:lnTo>
                  <a:pt x="1724220" y="1756405"/>
                </a:lnTo>
                <a:lnTo>
                  <a:pt x="1739478" y="1333405"/>
                </a:lnTo>
                <a:lnTo>
                  <a:pt x="1754737" y="1443824"/>
                </a:lnTo>
                <a:lnTo>
                  <a:pt x="1769996" y="468593"/>
                </a:lnTo>
                <a:lnTo>
                  <a:pt x="1785254" y="1141256"/>
                </a:lnTo>
                <a:lnTo>
                  <a:pt x="1800513" y="2095376"/>
                </a:lnTo>
                <a:lnTo>
                  <a:pt x="1815771" y="1677392"/>
                </a:lnTo>
                <a:lnTo>
                  <a:pt x="1831030" y="2555593"/>
                </a:lnTo>
                <a:lnTo>
                  <a:pt x="1846289" y="2514790"/>
                </a:lnTo>
                <a:lnTo>
                  <a:pt x="1861547" y="1676100"/>
                </a:lnTo>
                <a:lnTo>
                  <a:pt x="1876806" y="1973440"/>
                </a:lnTo>
                <a:lnTo>
                  <a:pt x="1892064" y="2447760"/>
                </a:lnTo>
                <a:lnTo>
                  <a:pt x="1907323" y="2294074"/>
                </a:lnTo>
                <a:lnTo>
                  <a:pt x="1922582" y="2875655"/>
                </a:lnTo>
                <a:lnTo>
                  <a:pt x="1937840" y="3117752"/>
                </a:lnTo>
                <a:lnTo>
                  <a:pt x="1953099" y="2427053"/>
                </a:lnTo>
                <a:lnTo>
                  <a:pt x="1968357" y="2446883"/>
                </a:lnTo>
                <a:lnTo>
                  <a:pt x="1983616" y="2283843"/>
                </a:lnTo>
                <a:lnTo>
                  <a:pt x="1998874" y="2419150"/>
                </a:lnTo>
                <a:lnTo>
                  <a:pt x="2014133" y="3216152"/>
                </a:lnTo>
                <a:lnTo>
                  <a:pt x="2029392" y="2870697"/>
                </a:lnTo>
                <a:lnTo>
                  <a:pt x="2044650" y="2600833"/>
                </a:lnTo>
                <a:lnTo>
                  <a:pt x="2059909" y="1974104"/>
                </a:lnTo>
                <a:lnTo>
                  <a:pt x="2075167" y="3083555"/>
                </a:lnTo>
                <a:lnTo>
                  <a:pt x="2090426" y="3294573"/>
                </a:lnTo>
                <a:lnTo>
                  <a:pt x="2105685" y="1596043"/>
                </a:lnTo>
                <a:lnTo>
                  <a:pt x="2120943" y="3163900"/>
                </a:lnTo>
                <a:lnTo>
                  <a:pt x="2136202" y="3473990"/>
                </a:lnTo>
                <a:lnTo>
                  <a:pt x="2151460" y="2238251"/>
                </a:lnTo>
                <a:lnTo>
                  <a:pt x="2166719" y="2288023"/>
                </a:lnTo>
                <a:lnTo>
                  <a:pt x="2181978" y="2250446"/>
                </a:lnTo>
                <a:lnTo>
                  <a:pt x="2197236" y="2889667"/>
                </a:lnTo>
                <a:lnTo>
                  <a:pt x="2212495" y="2502067"/>
                </a:lnTo>
                <a:lnTo>
                  <a:pt x="2227753" y="1902423"/>
                </a:lnTo>
                <a:lnTo>
                  <a:pt x="2243012" y="3279151"/>
                </a:lnTo>
                <a:lnTo>
                  <a:pt x="2258270" y="3042260"/>
                </a:lnTo>
                <a:lnTo>
                  <a:pt x="2273529" y="2234507"/>
                </a:lnTo>
                <a:lnTo>
                  <a:pt x="2288788" y="2782716"/>
                </a:lnTo>
                <a:lnTo>
                  <a:pt x="2304046" y="3366736"/>
                </a:lnTo>
                <a:lnTo>
                  <a:pt x="2319305" y="3178099"/>
                </a:lnTo>
                <a:lnTo>
                  <a:pt x="2334563" y="3249124"/>
                </a:lnTo>
                <a:lnTo>
                  <a:pt x="2349822" y="2257044"/>
                </a:lnTo>
                <a:lnTo>
                  <a:pt x="2365081" y="1627732"/>
                </a:lnTo>
                <a:lnTo>
                  <a:pt x="2380339" y="2168350"/>
                </a:lnTo>
                <a:lnTo>
                  <a:pt x="2395598" y="2271511"/>
                </a:lnTo>
                <a:lnTo>
                  <a:pt x="2410856" y="2229691"/>
                </a:lnTo>
                <a:lnTo>
                  <a:pt x="2426115" y="2709274"/>
                </a:lnTo>
                <a:lnTo>
                  <a:pt x="2441374" y="3052964"/>
                </a:lnTo>
                <a:lnTo>
                  <a:pt x="2456632" y="2732481"/>
                </a:lnTo>
                <a:lnTo>
                  <a:pt x="2471891" y="2966863"/>
                </a:lnTo>
                <a:lnTo>
                  <a:pt x="2487149" y="2623642"/>
                </a:lnTo>
                <a:lnTo>
                  <a:pt x="2502408" y="2777634"/>
                </a:lnTo>
                <a:lnTo>
                  <a:pt x="2517666" y="3390037"/>
                </a:lnTo>
                <a:lnTo>
                  <a:pt x="2532925" y="3389839"/>
                </a:lnTo>
                <a:lnTo>
                  <a:pt x="2548184" y="2770667"/>
                </a:lnTo>
                <a:lnTo>
                  <a:pt x="2563442" y="2389829"/>
                </a:lnTo>
                <a:lnTo>
                  <a:pt x="2578701" y="1569798"/>
                </a:lnTo>
                <a:lnTo>
                  <a:pt x="2593959" y="990222"/>
                </a:lnTo>
                <a:lnTo>
                  <a:pt x="2609218" y="1160209"/>
                </a:lnTo>
                <a:lnTo>
                  <a:pt x="2624477" y="1586575"/>
                </a:lnTo>
                <a:lnTo>
                  <a:pt x="2639735" y="2696280"/>
                </a:lnTo>
                <a:lnTo>
                  <a:pt x="2654994" y="3422408"/>
                </a:lnTo>
                <a:lnTo>
                  <a:pt x="2670252" y="3646959"/>
                </a:lnTo>
                <a:lnTo>
                  <a:pt x="2685511" y="3849934"/>
                </a:lnTo>
                <a:lnTo>
                  <a:pt x="2700769" y="4288944"/>
                </a:lnTo>
                <a:lnTo>
                  <a:pt x="2716028" y="3376151"/>
                </a:lnTo>
                <a:lnTo>
                  <a:pt x="2731287" y="2212658"/>
                </a:lnTo>
                <a:lnTo>
                  <a:pt x="2746545" y="2451141"/>
                </a:lnTo>
                <a:lnTo>
                  <a:pt x="2761804" y="2164564"/>
                </a:lnTo>
                <a:lnTo>
                  <a:pt x="2777062" y="2845613"/>
                </a:lnTo>
                <a:lnTo>
                  <a:pt x="2792321" y="3541847"/>
                </a:lnTo>
                <a:lnTo>
                  <a:pt x="2807580" y="2884937"/>
                </a:lnTo>
                <a:lnTo>
                  <a:pt x="2822838" y="2931681"/>
                </a:lnTo>
                <a:lnTo>
                  <a:pt x="2838097" y="2774931"/>
                </a:lnTo>
                <a:lnTo>
                  <a:pt x="2853355" y="3171539"/>
                </a:lnTo>
                <a:lnTo>
                  <a:pt x="2868614" y="3043748"/>
                </a:lnTo>
                <a:lnTo>
                  <a:pt x="2883873" y="2817838"/>
                </a:lnTo>
                <a:lnTo>
                  <a:pt x="2899131" y="3127023"/>
                </a:lnTo>
                <a:lnTo>
                  <a:pt x="2914390" y="2880633"/>
                </a:lnTo>
                <a:lnTo>
                  <a:pt x="2929648" y="2432810"/>
                </a:lnTo>
                <a:lnTo>
                  <a:pt x="2944907" y="1904662"/>
                </a:lnTo>
                <a:lnTo>
                  <a:pt x="2960165" y="750535"/>
                </a:lnTo>
                <a:lnTo>
                  <a:pt x="2975424" y="919820"/>
                </a:lnTo>
                <a:lnTo>
                  <a:pt x="2990683" y="1987510"/>
                </a:lnTo>
                <a:lnTo>
                  <a:pt x="3005941" y="3006458"/>
                </a:lnTo>
                <a:lnTo>
                  <a:pt x="3021200" y="3480219"/>
                </a:lnTo>
                <a:lnTo>
                  <a:pt x="3036458" y="2736401"/>
                </a:lnTo>
                <a:lnTo>
                  <a:pt x="3051717" y="3325832"/>
                </a:lnTo>
                <a:lnTo>
                  <a:pt x="3066976" y="2992845"/>
                </a:lnTo>
                <a:lnTo>
                  <a:pt x="3082234" y="1777465"/>
                </a:lnTo>
                <a:lnTo>
                  <a:pt x="3097493" y="2491629"/>
                </a:lnTo>
                <a:lnTo>
                  <a:pt x="3112751" y="2932252"/>
                </a:lnTo>
                <a:lnTo>
                  <a:pt x="3128010" y="2883773"/>
                </a:lnTo>
                <a:lnTo>
                  <a:pt x="3143269" y="2614803"/>
                </a:lnTo>
                <a:lnTo>
                  <a:pt x="3158527" y="2268043"/>
                </a:lnTo>
                <a:lnTo>
                  <a:pt x="3173786" y="3021473"/>
                </a:lnTo>
                <a:lnTo>
                  <a:pt x="3189044" y="3191617"/>
                </a:lnTo>
                <a:lnTo>
                  <a:pt x="3204303" y="2191708"/>
                </a:lnTo>
                <a:lnTo>
                  <a:pt x="3219561" y="1970348"/>
                </a:lnTo>
                <a:lnTo>
                  <a:pt x="3234820" y="1943894"/>
                </a:lnTo>
                <a:lnTo>
                  <a:pt x="3250079" y="1676243"/>
                </a:lnTo>
                <a:lnTo>
                  <a:pt x="3265337" y="1864075"/>
                </a:lnTo>
                <a:lnTo>
                  <a:pt x="3280596" y="1815422"/>
                </a:lnTo>
                <a:lnTo>
                  <a:pt x="3295854" y="2326426"/>
                </a:lnTo>
                <a:lnTo>
                  <a:pt x="3311113" y="2799440"/>
                </a:lnTo>
                <a:lnTo>
                  <a:pt x="3326372" y="3415824"/>
                </a:lnTo>
                <a:lnTo>
                  <a:pt x="3341630" y="2512647"/>
                </a:lnTo>
                <a:lnTo>
                  <a:pt x="3356889" y="1681278"/>
                </a:lnTo>
                <a:lnTo>
                  <a:pt x="3372147" y="2553566"/>
                </a:lnTo>
                <a:lnTo>
                  <a:pt x="3387406" y="2200840"/>
                </a:lnTo>
                <a:lnTo>
                  <a:pt x="3402665" y="2352173"/>
                </a:lnTo>
                <a:lnTo>
                  <a:pt x="3417923" y="2853154"/>
                </a:lnTo>
                <a:lnTo>
                  <a:pt x="3433182" y="2773564"/>
                </a:lnTo>
                <a:lnTo>
                  <a:pt x="3448440" y="2017774"/>
                </a:lnTo>
                <a:lnTo>
                  <a:pt x="3463699" y="2516182"/>
                </a:lnTo>
                <a:lnTo>
                  <a:pt x="3478957" y="2438720"/>
                </a:lnTo>
                <a:lnTo>
                  <a:pt x="3494216" y="1226728"/>
                </a:lnTo>
                <a:lnTo>
                  <a:pt x="3509475" y="1298710"/>
                </a:lnTo>
                <a:lnTo>
                  <a:pt x="3524733" y="1846534"/>
                </a:lnTo>
                <a:lnTo>
                  <a:pt x="3539992" y="2148674"/>
                </a:lnTo>
                <a:lnTo>
                  <a:pt x="3555250" y="1464273"/>
                </a:lnTo>
                <a:lnTo>
                  <a:pt x="3570509" y="1654991"/>
                </a:lnTo>
                <a:lnTo>
                  <a:pt x="3585768" y="1831048"/>
                </a:lnTo>
                <a:lnTo>
                  <a:pt x="3601026" y="2148514"/>
                </a:lnTo>
                <a:lnTo>
                  <a:pt x="3616285" y="3680535"/>
                </a:lnTo>
                <a:lnTo>
                  <a:pt x="3631543" y="2906041"/>
                </a:lnTo>
                <a:lnTo>
                  <a:pt x="3646802" y="1363700"/>
                </a:lnTo>
                <a:lnTo>
                  <a:pt x="3662061" y="1095800"/>
                </a:lnTo>
                <a:lnTo>
                  <a:pt x="3677319" y="1938297"/>
                </a:lnTo>
                <a:lnTo>
                  <a:pt x="3692578" y="3499587"/>
                </a:lnTo>
                <a:lnTo>
                  <a:pt x="3707836" y="3606021"/>
                </a:lnTo>
                <a:lnTo>
                  <a:pt x="3723095" y="2824306"/>
                </a:lnTo>
                <a:lnTo>
                  <a:pt x="3738353" y="2874219"/>
                </a:lnTo>
                <a:lnTo>
                  <a:pt x="3753612" y="3186954"/>
                </a:lnTo>
                <a:lnTo>
                  <a:pt x="3768871" y="3023014"/>
                </a:lnTo>
                <a:lnTo>
                  <a:pt x="3784129" y="2967660"/>
                </a:lnTo>
                <a:lnTo>
                  <a:pt x="3799388" y="2049978"/>
                </a:lnTo>
                <a:lnTo>
                  <a:pt x="3814646" y="1606493"/>
                </a:lnTo>
                <a:lnTo>
                  <a:pt x="3829905" y="2511176"/>
                </a:lnTo>
                <a:lnTo>
                  <a:pt x="3845164" y="2782620"/>
                </a:lnTo>
                <a:lnTo>
                  <a:pt x="3860422" y="3001729"/>
                </a:lnTo>
                <a:lnTo>
                  <a:pt x="3875681" y="3724067"/>
                </a:lnTo>
                <a:lnTo>
                  <a:pt x="3890939" y="3929932"/>
                </a:lnTo>
                <a:lnTo>
                  <a:pt x="3906198" y="3553522"/>
                </a:lnTo>
                <a:lnTo>
                  <a:pt x="3921456" y="2992305"/>
                </a:lnTo>
                <a:lnTo>
                  <a:pt x="3936715" y="3042882"/>
                </a:lnTo>
                <a:lnTo>
                  <a:pt x="3951974" y="2794194"/>
                </a:lnTo>
                <a:lnTo>
                  <a:pt x="3967232" y="2828890"/>
                </a:lnTo>
                <a:lnTo>
                  <a:pt x="3982491" y="3759775"/>
                </a:lnTo>
                <a:lnTo>
                  <a:pt x="3997749" y="3370740"/>
                </a:lnTo>
                <a:lnTo>
                  <a:pt x="4013008" y="1923233"/>
                </a:lnTo>
                <a:lnTo>
                  <a:pt x="4028267" y="2138733"/>
                </a:lnTo>
                <a:lnTo>
                  <a:pt x="4043525" y="2998610"/>
                </a:lnTo>
                <a:lnTo>
                  <a:pt x="4058784" y="2201231"/>
                </a:lnTo>
                <a:lnTo>
                  <a:pt x="4074042" y="1520588"/>
                </a:lnTo>
                <a:lnTo>
                  <a:pt x="4089301" y="1828598"/>
                </a:lnTo>
                <a:lnTo>
                  <a:pt x="4104560" y="2234078"/>
                </a:lnTo>
                <a:lnTo>
                  <a:pt x="4119818" y="2035470"/>
                </a:lnTo>
                <a:lnTo>
                  <a:pt x="4135077" y="1596620"/>
                </a:lnTo>
                <a:lnTo>
                  <a:pt x="4150335" y="1898463"/>
                </a:lnTo>
                <a:lnTo>
                  <a:pt x="4165594" y="1820479"/>
                </a:lnTo>
                <a:lnTo>
                  <a:pt x="4180852" y="1549278"/>
                </a:lnTo>
                <a:lnTo>
                  <a:pt x="4196111" y="2521322"/>
                </a:lnTo>
                <a:lnTo>
                  <a:pt x="4211370" y="2750532"/>
                </a:lnTo>
                <a:lnTo>
                  <a:pt x="4226628" y="1683593"/>
                </a:lnTo>
                <a:lnTo>
                  <a:pt x="4241887" y="1800930"/>
                </a:lnTo>
                <a:lnTo>
                  <a:pt x="4257145" y="1647676"/>
                </a:lnTo>
                <a:lnTo>
                  <a:pt x="4272404" y="2062014"/>
                </a:lnTo>
                <a:lnTo>
                  <a:pt x="4287663" y="2174965"/>
                </a:lnTo>
                <a:lnTo>
                  <a:pt x="4302921" y="548498"/>
                </a:lnTo>
                <a:lnTo>
                  <a:pt x="4318180" y="536909"/>
                </a:lnTo>
                <a:lnTo>
                  <a:pt x="4333438" y="1232588"/>
                </a:lnTo>
                <a:lnTo>
                  <a:pt x="4348697" y="1852565"/>
                </a:lnTo>
                <a:lnTo>
                  <a:pt x="4363956" y="3166942"/>
                </a:lnTo>
                <a:lnTo>
                  <a:pt x="4379214" y="3598663"/>
                </a:lnTo>
                <a:lnTo>
                  <a:pt x="4394473" y="3507254"/>
                </a:lnTo>
                <a:lnTo>
                  <a:pt x="4409731" y="3586734"/>
                </a:lnTo>
                <a:lnTo>
                  <a:pt x="4424990" y="2805305"/>
                </a:lnTo>
                <a:lnTo>
                  <a:pt x="4440248" y="2384577"/>
                </a:lnTo>
                <a:lnTo>
                  <a:pt x="4455507" y="2764713"/>
                </a:lnTo>
                <a:lnTo>
                  <a:pt x="4470766" y="3230666"/>
                </a:lnTo>
                <a:lnTo>
                  <a:pt x="4486024" y="3233231"/>
                </a:lnTo>
                <a:lnTo>
                  <a:pt x="4501283" y="2081281"/>
                </a:lnTo>
                <a:lnTo>
                  <a:pt x="4516541" y="2395447"/>
                </a:lnTo>
                <a:lnTo>
                  <a:pt x="4531800" y="3647189"/>
                </a:lnTo>
                <a:lnTo>
                  <a:pt x="4547059" y="3578752"/>
                </a:lnTo>
                <a:lnTo>
                  <a:pt x="4562317" y="3106680"/>
                </a:lnTo>
                <a:lnTo>
                  <a:pt x="4577576" y="2278283"/>
                </a:lnTo>
                <a:lnTo>
                  <a:pt x="4592834" y="1924412"/>
                </a:lnTo>
                <a:lnTo>
                  <a:pt x="4608093" y="2844539"/>
                </a:lnTo>
                <a:lnTo>
                  <a:pt x="4623352" y="3686125"/>
                </a:lnTo>
                <a:lnTo>
                  <a:pt x="4638610" y="3066132"/>
                </a:lnTo>
                <a:lnTo>
                  <a:pt x="4653869" y="2753757"/>
                </a:lnTo>
                <a:lnTo>
                  <a:pt x="4669127" y="2065312"/>
                </a:lnTo>
                <a:lnTo>
                  <a:pt x="4684386" y="1315960"/>
                </a:lnTo>
                <a:lnTo>
                  <a:pt x="4699644" y="2353674"/>
                </a:lnTo>
                <a:lnTo>
                  <a:pt x="4714903" y="2647348"/>
                </a:lnTo>
                <a:lnTo>
                  <a:pt x="4730162" y="1679795"/>
                </a:lnTo>
                <a:lnTo>
                  <a:pt x="4745420" y="2335690"/>
                </a:lnTo>
                <a:lnTo>
                  <a:pt x="4760679" y="3367490"/>
                </a:lnTo>
                <a:lnTo>
                  <a:pt x="4775937" y="2931880"/>
                </a:lnTo>
                <a:lnTo>
                  <a:pt x="4791196" y="2942876"/>
                </a:lnTo>
                <a:lnTo>
                  <a:pt x="4806455" y="3581730"/>
                </a:lnTo>
                <a:lnTo>
                  <a:pt x="4821713" y="3231611"/>
                </a:lnTo>
                <a:lnTo>
                  <a:pt x="4836972" y="1941395"/>
                </a:lnTo>
                <a:lnTo>
                  <a:pt x="4852230" y="1888540"/>
                </a:lnTo>
                <a:lnTo>
                  <a:pt x="4867489" y="2559876"/>
                </a:lnTo>
                <a:lnTo>
                  <a:pt x="4882748" y="2677798"/>
                </a:lnTo>
                <a:lnTo>
                  <a:pt x="4898006" y="2921853"/>
                </a:lnTo>
                <a:lnTo>
                  <a:pt x="4913265" y="2023025"/>
                </a:lnTo>
                <a:lnTo>
                  <a:pt x="4928523" y="752563"/>
                </a:lnTo>
                <a:lnTo>
                  <a:pt x="4943782" y="1714211"/>
                </a:lnTo>
                <a:lnTo>
                  <a:pt x="4959040" y="3022861"/>
                </a:lnTo>
                <a:lnTo>
                  <a:pt x="4974299" y="3156931"/>
                </a:lnTo>
                <a:lnTo>
                  <a:pt x="4989558" y="2594033"/>
                </a:lnTo>
                <a:lnTo>
                  <a:pt x="5004816" y="2974785"/>
                </a:lnTo>
                <a:lnTo>
                  <a:pt x="5020075" y="2657890"/>
                </a:lnTo>
                <a:lnTo>
                  <a:pt x="5035333" y="970429"/>
                </a:lnTo>
                <a:lnTo>
                  <a:pt x="5050592" y="892851"/>
                </a:lnTo>
                <a:lnTo>
                  <a:pt x="5065851" y="2113616"/>
                </a:lnTo>
                <a:lnTo>
                  <a:pt x="5081109" y="2660281"/>
                </a:lnTo>
                <a:lnTo>
                  <a:pt x="5096368" y="2542992"/>
                </a:lnTo>
                <a:lnTo>
                  <a:pt x="5111626" y="2247402"/>
                </a:lnTo>
                <a:lnTo>
                  <a:pt x="5126885" y="2549884"/>
                </a:lnTo>
                <a:lnTo>
                  <a:pt x="5142143" y="2967103"/>
                </a:lnTo>
                <a:lnTo>
                  <a:pt x="5157402" y="2674524"/>
                </a:lnTo>
                <a:lnTo>
                  <a:pt x="5172661" y="2547410"/>
                </a:lnTo>
                <a:lnTo>
                  <a:pt x="5187919" y="2321850"/>
                </a:lnTo>
                <a:lnTo>
                  <a:pt x="5203178" y="2756362"/>
                </a:lnTo>
                <a:lnTo>
                  <a:pt x="5218436" y="2633554"/>
                </a:lnTo>
                <a:lnTo>
                  <a:pt x="5233695" y="1814103"/>
                </a:lnTo>
                <a:lnTo>
                  <a:pt x="5248954" y="1964251"/>
                </a:lnTo>
                <a:lnTo>
                  <a:pt x="5264212" y="1711915"/>
                </a:lnTo>
                <a:lnTo>
                  <a:pt x="5279471" y="3885800"/>
                </a:lnTo>
                <a:lnTo>
                  <a:pt x="5294729" y="4067102"/>
                </a:lnTo>
                <a:lnTo>
                  <a:pt x="5309988" y="1596553"/>
                </a:lnTo>
                <a:lnTo>
                  <a:pt x="5325247" y="1419175"/>
                </a:lnTo>
                <a:lnTo>
                  <a:pt x="5340505" y="2180991"/>
                </a:lnTo>
                <a:lnTo>
                  <a:pt x="5355764" y="3589110"/>
                </a:lnTo>
                <a:lnTo>
                  <a:pt x="5371022" y="3475646"/>
                </a:lnTo>
                <a:lnTo>
                  <a:pt x="5386281" y="2247750"/>
                </a:lnTo>
                <a:lnTo>
                  <a:pt x="5401539" y="2348361"/>
                </a:lnTo>
                <a:lnTo>
                  <a:pt x="5416798" y="2990432"/>
                </a:lnTo>
                <a:lnTo>
                  <a:pt x="5432057" y="3068761"/>
                </a:lnTo>
                <a:lnTo>
                  <a:pt x="5447315" y="1972029"/>
                </a:lnTo>
                <a:lnTo>
                  <a:pt x="5462574" y="1847321"/>
                </a:lnTo>
                <a:lnTo>
                  <a:pt x="5477832" y="3235917"/>
                </a:lnTo>
                <a:lnTo>
                  <a:pt x="5493091" y="2725414"/>
                </a:lnTo>
                <a:lnTo>
                  <a:pt x="5508350" y="1433212"/>
                </a:lnTo>
                <a:lnTo>
                  <a:pt x="5523608" y="1236679"/>
                </a:lnTo>
                <a:lnTo>
                  <a:pt x="5538867" y="1347637"/>
                </a:lnTo>
                <a:lnTo>
                  <a:pt x="5554125" y="2422918"/>
                </a:lnTo>
                <a:lnTo>
                  <a:pt x="5569384" y="3266424"/>
                </a:lnTo>
                <a:lnTo>
                  <a:pt x="5584643" y="2152517"/>
                </a:lnTo>
                <a:lnTo>
                  <a:pt x="5599901" y="1953656"/>
                </a:lnTo>
                <a:lnTo>
                  <a:pt x="5615160" y="2295917"/>
                </a:lnTo>
                <a:lnTo>
                  <a:pt x="5630418" y="2639721"/>
                </a:lnTo>
                <a:lnTo>
                  <a:pt x="5645677" y="3013203"/>
                </a:lnTo>
                <a:lnTo>
                  <a:pt x="5660935" y="2541333"/>
                </a:lnTo>
                <a:lnTo>
                  <a:pt x="5676194" y="1555269"/>
                </a:lnTo>
                <a:lnTo>
                  <a:pt x="5691453" y="1745183"/>
                </a:lnTo>
                <a:lnTo>
                  <a:pt x="5706711" y="2574726"/>
                </a:lnTo>
                <a:lnTo>
                  <a:pt x="5721970" y="2849718"/>
                </a:lnTo>
                <a:lnTo>
                  <a:pt x="5737228" y="2345790"/>
                </a:lnTo>
                <a:lnTo>
                  <a:pt x="5752487" y="2386322"/>
                </a:lnTo>
                <a:lnTo>
                  <a:pt x="5767746" y="2395246"/>
                </a:lnTo>
                <a:lnTo>
                  <a:pt x="5783004" y="1872052"/>
                </a:lnTo>
                <a:lnTo>
                  <a:pt x="5798263" y="2887063"/>
                </a:lnTo>
                <a:lnTo>
                  <a:pt x="5813521" y="4150061"/>
                </a:lnTo>
                <a:lnTo>
                  <a:pt x="5828780" y="3441305"/>
                </a:lnTo>
                <a:lnTo>
                  <a:pt x="5844039" y="2718433"/>
                </a:lnTo>
                <a:lnTo>
                  <a:pt x="5859297" y="2599157"/>
                </a:lnTo>
                <a:lnTo>
                  <a:pt x="5874556" y="1796107"/>
                </a:lnTo>
                <a:lnTo>
                  <a:pt x="5889814" y="2585315"/>
                </a:lnTo>
                <a:lnTo>
                  <a:pt x="5905073" y="3069768"/>
                </a:lnTo>
                <a:lnTo>
                  <a:pt x="5920331" y="2402532"/>
                </a:lnTo>
                <a:lnTo>
                  <a:pt x="5935590" y="1694070"/>
                </a:lnTo>
                <a:lnTo>
                  <a:pt x="5950849" y="1432454"/>
                </a:lnTo>
                <a:lnTo>
                  <a:pt x="5966107" y="1579184"/>
                </a:lnTo>
                <a:lnTo>
                  <a:pt x="5981366" y="1759240"/>
                </a:lnTo>
                <a:lnTo>
                  <a:pt x="5996624" y="2592332"/>
                </a:lnTo>
                <a:lnTo>
                  <a:pt x="6011883" y="3344581"/>
                </a:lnTo>
                <a:lnTo>
                  <a:pt x="6027142" y="2932915"/>
                </a:lnTo>
                <a:lnTo>
                  <a:pt x="6042400" y="2545781"/>
                </a:lnTo>
                <a:lnTo>
                  <a:pt x="6057659" y="2325594"/>
                </a:lnTo>
                <a:lnTo>
                  <a:pt x="6072917" y="2599352"/>
                </a:lnTo>
                <a:lnTo>
                  <a:pt x="6088176" y="2593108"/>
                </a:lnTo>
                <a:lnTo>
                  <a:pt x="6103435" y="1885432"/>
                </a:lnTo>
                <a:lnTo>
                  <a:pt x="6118693" y="1948176"/>
                </a:lnTo>
                <a:lnTo>
                  <a:pt x="6133952" y="2908015"/>
                </a:lnTo>
                <a:lnTo>
                  <a:pt x="6149210" y="3252175"/>
                </a:lnTo>
                <a:lnTo>
                  <a:pt x="6164469" y="2125453"/>
                </a:lnTo>
                <a:lnTo>
                  <a:pt x="6179727" y="2116819"/>
                </a:lnTo>
                <a:lnTo>
                  <a:pt x="6194986" y="3288169"/>
                </a:lnTo>
                <a:lnTo>
                  <a:pt x="6210245" y="2177676"/>
                </a:lnTo>
                <a:lnTo>
                  <a:pt x="6225503" y="1815870"/>
                </a:lnTo>
                <a:lnTo>
                  <a:pt x="6240762" y="3223729"/>
                </a:lnTo>
                <a:lnTo>
                  <a:pt x="6256020" y="2731967"/>
                </a:lnTo>
                <a:lnTo>
                  <a:pt x="6271279" y="2513095"/>
                </a:lnTo>
                <a:lnTo>
                  <a:pt x="6286538" y="2662105"/>
                </a:lnTo>
                <a:lnTo>
                  <a:pt x="6301796" y="2522873"/>
                </a:lnTo>
                <a:lnTo>
                  <a:pt x="6317055" y="2164900"/>
                </a:lnTo>
                <a:lnTo>
                  <a:pt x="6332313" y="2089507"/>
                </a:lnTo>
                <a:lnTo>
                  <a:pt x="6347572" y="2768151"/>
                </a:lnTo>
                <a:lnTo>
                  <a:pt x="6362830" y="2814869"/>
                </a:lnTo>
                <a:lnTo>
                  <a:pt x="6378089" y="3052213"/>
                </a:lnTo>
                <a:lnTo>
                  <a:pt x="6393348" y="3494168"/>
                </a:lnTo>
                <a:lnTo>
                  <a:pt x="6408606" y="3244417"/>
                </a:lnTo>
                <a:lnTo>
                  <a:pt x="6423865" y="2293742"/>
                </a:lnTo>
                <a:lnTo>
                  <a:pt x="6439123" y="2672405"/>
                </a:lnTo>
                <a:lnTo>
                  <a:pt x="6454382" y="2712494"/>
                </a:lnTo>
                <a:lnTo>
                  <a:pt x="6469641" y="2540561"/>
                </a:lnTo>
                <a:lnTo>
                  <a:pt x="6484899" y="2467757"/>
                </a:lnTo>
                <a:lnTo>
                  <a:pt x="6500158" y="2012892"/>
                </a:lnTo>
                <a:lnTo>
                  <a:pt x="6515416" y="2220658"/>
                </a:lnTo>
                <a:lnTo>
                  <a:pt x="6530675" y="2346828"/>
                </a:lnTo>
                <a:lnTo>
                  <a:pt x="6545934" y="2344190"/>
                </a:lnTo>
                <a:lnTo>
                  <a:pt x="6561192" y="2021650"/>
                </a:lnTo>
                <a:lnTo>
                  <a:pt x="6576451" y="2084843"/>
                </a:lnTo>
                <a:lnTo>
                  <a:pt x="6591709" y="3310227"/>
                </a:lnTo>
                <a:lnTo>
                  <a:pt x="6606968" y="3628829"/>
                </a:lnTo>
                <a:lnTo>
                  <a:pt x="6622226" y="3103289"/>
                </a:lnTo>
                <a:lnTo>
                  <a:pt x="6637485" y="2813425"/>
                </a:lnTo>
                <a:lnTo>
                  <a:pt x="6652744" y="2356772"/>
                </a:lnTo>
                <a:lnTo>
                  <a:pt x="6668002" y="2655252"/>
                </a:lnTo>
                <a:lnTo>
                  <a:pt x="6683261" y="2008363"/>
                </a:lnTo>
                <a:lnTo>
                  <a:pt x="6698519" y="1469211"/>
                </a:lnTo>
                <a:lnTo>
                  <a:pt x="6713778" y="2882384"/>
                </a:lnTo>
                <a:lnTo>
                  <a:pt x="6729037" y="3230247"/>
                </a:lnTo>
                <a:lnTo>
                  <a:pt x="6744295" y="3337240"/>
                </a:lnTo>
                <a:lnTo>
                  <a:pt x="6759554" y="2789310"/>
                </a:lnTo>
                <a:lnTo>
                  <a:pt x="6774812" y="1463208"/>
                </a:lnTo>
                <a:lnTo>
                  <a:pt x="6790071" y="2208182"/>
                </a:lnTo>
                <a:lnTo>
                  <a:pt x="6805330" y="2858060"/>
                </a:lnTo>
                <a:lnTo>
                  <a:pt x="6820588" y="3687129"/>
                </a:lnTo>
                <a:lnTo>
                  <a:pt x="6835847" y="3035044"/>
                </a:lnTo>
                <a:lnTo>
                  <a:pt x="6851105" y="1248337"/>
                </a:lnTo>
                <a:lnTo>
                  <a:pt x="6866364" y="2291432"/>
                </a:lnTo>
                <a:lnTo>
                  <a:pt x="6881622" y="3459425"/>
                </a:lnTo>
                <a:lnTo>
                  <a:pt x="6896881" y="3426352"/>
                </a:lnTo>
                <a:lnTo>
                  <a:pt x="6912140" y="3707588"/>
                </a:lnTo>
                <a:lnTo>
                  <a:pt x="6927398" y="2256990"/>
                </a:lnTo>
                <a:lnTo>
                  <a:pt x="6942657" y="1320209"/>
                </a:lnTo>
                <a:lnTo>
                  <a:pt x="6957915" y="2555652"/>
                </a:lnTo>
                <a:lnTo>
                  <a:pt x="6973174" y="3670487"/>
                </a:lnTo>
                <a:lnTo>
                  <a:pt x="6988433" y="3677263"/>
                </a:lnTo>
                <a:lnTo>
                  <a:pt x="7003691" y="2584459"/>
                </a:lnTo>
                <a:lnTo>
                  <a:pt x="7018950" y="2785291"/>
                </a:lnTo>
                <a:lnTo>
                  <a:pt x="7034208" y="2764901"/>
                </a:lnTo>
                <a:lnTo>
                  <a:pt x="7049467" y="1785614"/>
                </a:lnTo>
                <a:lnTo>
                  <a:pt x="7064726" y="2299724"/>
                </a:lnTo>
                <a:lnTo>
                  <a:pt x="7079984" y="1734795"/>
                </a:lnTo>
                <a:lnTo>
                  <a:pt x="7095243" y="1044076"/>
                </a:lnTo>
                <a:lnTo>
                  <a:pt x="7110501" y="2741787"/>
                </a:lnTo>
                <a:lnTo>
                  <a:pt x="7125760" y="2796354"/>
                </a:lnTo>
                <a:lnTo>
                  <a:pt x="7141018" y="1975373"/>
                </a:lnTo>
                <a:lnTo>
                  <a:pt x="7156277" y="2455235"/>
                </a:lnTo>
                <a:lnTo>
                  <a:pt x="7171536" y="2296866"/>
                </a:lnTo>
                <a:lnTo>
                  <a:pt x="7186794" y="2342014"/>
                </a:lnTo>
                <a:lnTo>
                  <a:pt x="7202053" y="2560090"/>
                </a:lnTo>
                <a:lnTo>
                  <a:pt x="7217311" y="2439142"/>
                </a:lnTo>
                <a:lnTo>
                  <a:pt x="7232570" y="2650032"/>
                </a:lnTo>
                <a:lnTo>
                  <a:pt x="7247829" y="1651466"/>
                </a:lnTo>
                <a:lnTo>
                  <a:pt x="7263087" y="1190304"/>
                </a:lnTo>
                <a:lnTo>
                  <a:pt x="7278346" y="2053132"/>
                </a:lnTo>
                <a:lnTo>
                  <a:pt x="7293604" y="2072812"/>
                </a:lnTo>
                <a:lnTo>
                  <a:pt x="7308863" y="1936745"/>
                </a:lnTo>
                <a:lnTo>
                  <a:pt x="7324122" y="2348422"/>
                </a:lnTo>
                <a:lnTo>
                  <a:pt x="7339380" y="2212406"/>
                </a:lnTo>
                <a:lnTo>
                  <a:pt x="7354639" y="2066530"/>
                </a:lnTo>
                <a:lnTo>
                  <a:pt x="7369897" y="1221482"/>
                </a:lnTo>
                <a:lnTo>
                  <a:pt x="7385156" y="1609383"/>
                </a:lnTo>
                <a:lnTo>
                  <a:pt x="7400414" y="2349749"/>
                </a:lnTo>
                <a:lnTo>
                  <a:pt x="7415673" y="1787631"/>
                </a:lnTo>
                <a:lnTo>
                  <a:pt x="7430932" y="2751199"/>
                </a:lnTo>
                <a:lnTo>
                  <a:pt x="7446190" y="3274299"/>
                </a:lnTo>
                <a:lnTo>
                  <a:pt x="7461449" y="3139767"/>
                </a:lnTo>
                <a:lnTo>
                  <a:pt x="7476707" y="2533567"/>
                </a:lnTo>
                <a:lnTo>
                  <a:pt x="7491966" y="1897093"/>
                </a:lnTo>
                <a:lnTo>
                  <a:pt x="7507225" y="666744"/>
                </a:lnTo>
                <a:lnTo>
                  <a:pt x="7522483" y="0"/>
                </a:lnTo>
                <a:lnTo>
                  <a:pt x="7537742" y="1480683"/>
                </a:lnTo>
                <a:lnTo>
                  <a:pt x="7553000" y="2863848"/>
                </a:lnTo>
                <a:lnTo>
                  <a:pt x="7568259" y="3419244"/>
                </a:lnTo>
                <a:lnTo>
                  <a:pt x="7583517" y="2026241"/>
                </a:lnTo>
                <a:lnTo>
                  <a:pt x="7598776" y="2151155"/>
                </a:lnTo>
                <a:lnTo>
                  <a:pt x="7614035" y="3250146"/>
                </a:lnTo>
              </a:path>
            </a:pathLst>
          </a:custGeom>
          <a:ln w="13550" cap="flat">
            <a:solidFill>
              <a:srgbClr val="0070C0"/>
            </a:solidFill>
            <a:prstDash val="solid"/>
            <a:round/>
          </a:ln>
          <a:effectLst>
            <a:glow rad="203200">
              <a:srgbClr val="0070C0">
                <a:alpha val="28000"/>
              </a:srgbClr>
            </a:glo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pl6">
            <a:extLst>
              <a:ext uri="{FF2B5EF4-FFF2-40B4-BE49-F238E27FC236}">
                <a16:creationId xmlns:a16="http://schemas.microsoft.com/office/drawing/2014/main" id="{36D11F5D-6634-4DDC-8428-C63F08611B51}"/>
              </a:ext>
            </a:extLst>
          </p:cNvPr>
          <p:cNvSpPr/>
          <p:nvPr/>
        </p:nvSpPr>
        <p:spPr>
          <a:xfrm>
            <a:off x="7414298" y="3710418"/>
            <a:ext cx="3273923" cy="1861200"/>
          </a:xfrm>
          <a:custGeom>
            <a:avLst/>
            <a:gdLst/>
            <a:ahLst/>
            <a:cxnLst/>
            <a:rect l="0" t="0" r="0" b="0"/>
            <a:pathLst>
              <a:path w="7614035" h="4288944">
                <a:moveTo>
                  <a:pt x="0" y="3210073"/>
                </a:moveTo>
                <a:lnTo>
                  <a:pt x="15228" y="3138874"/>
                </a:lnTo>
                <a:lnTo>
                  <a:pt x="30456" y="3065906"/>
                </a:lnTo>
                <a:lnTo>
                  <a:pt x="45684" y="3012460"/>
                </a:lnTo>
                <a:lnTo>
                  <a:pt x="60912" y="3024128"/>
                </a:lnTo>
                <a:lnTo>
                  <a:pt x="76140" y="2910951"/>
                </a:lnTo>
                <a:lnTo>
                  <a:pt x="91368" y="2778414"/>
                </a:lnTo>
                <a:lnTo>
                  <a:pt x="106596" y="2845635"/>
                </a:lnTo>
                <a:lnTo>
                  <a:pt x="121824" y="2871065"/>
                </a:lnTo>
                <a:lnTo>
                  <a:pt x="137052" y="2903053"/>
                </a:lnTo>
                <a:lnTo>
                  <a:pt x="152280" y="3007905"/>
                </a:lnTo>
                <a:lnTo>
                  <a:pt x="167508" y="3099874"/>
                </a:lnTo>
                <a:lnTo>
                  <a:pt x="182736" y="3226029"/>
                </a:lnTo>
                <a:lnTo>
                  <a:pt x="197964" y="3365258"/>
                </a:lnTo>
                <a:lnTo>
                  <a:pt x="213192" y="3496848"/>
                </a:lnTo>
                <a:lnTo>
                  <a:pt x="228421" y="3700316"/>
                </a:lnTo>
                <a:lnTo>
                  <a:pt x="243649" y="3777678"/>
                </a:lnTo>
                <a:lnTo>
                  <a:pt x="258877" y="3786631"/>
                </a:lnTo>
                <a:lnTo>
                  <a:pt x="274105" y="3871331"/>
                </a:lnTo>
                <a:lnTo>
                  <a:pt x="289333" y="3846661"/>
                </a:lnTo>
                <a:lnTo>
                  <a:pt x="304561" y="3775369"/>
                </a:lnTo>
                <a:lnTo>
                  <a:pt x="319789" y="3752001"/>
                </a:lnTo>
                <a:lnTo>
                  <a:pt x="335017" y="3681066"/>
                </a:lnTo>
                <a:lnTo>
                  <a:pt x="350245" y="3561368"/>
                </a:lnTo>
                <a:lnTo>
                  <a:pt x="365473" y="3421818"/>
                </a:lnTo>
                <a:lnTo>
                  <a:pt x="380701" y="3283352"/>
                </a:lnTo>
                <a:lnTo>
                  <a:pt x="395929" y="3158255"/>
                </a:lnTo>
                <a:lnTo>
                  <a:pt x="411157" y="3088048"/>
                </a:lnTo>
                <a:lnTo>
                  <a:pt x="426385" y="3076783"/>
                </a:lnTo>
                <a:lnTo>
                  <a:pt x="441614" y="3105841"/>
                </a:lnTo>
                <a:lnTo>
                  <a:pt x="456842" y="3179786"/>
                </a:lnTo>
                <a:lnTo>
                  <a:pt x="472070" y="3247340"/>
                </a:lnTo>
                <a:lnTo>
                  <a:pt x="487298" y="3378650"/>
                </a:lnTo>
                <a:lnTo>
                  <a:pt x="502526" y="3312867"/>
                </a:lnTo>
                <a:lnTo>
                  <a:pt x="517754" y="3143446"/>
                </a:lnTo>
                <a:lnTo>
                  <a:pt x="532982" y="3114615"/>
                </a:lnTo>
                <a:lnTo>
                  <a:pt x="548210" y="3154544"/>
                </a:lnTo>
                <a:lnTo>
                  <a:pt x="563438" y="3217666"/>
                </a:lnTo>
                <a:lnTo>
                  <a:pt x="578666" y="3202217"/>
                </a:lnTo>
                <a:lnTo>
                  <a:pt x="593894" y="3183428"/>
                </a:lnTo>
                <a:lnTo>
                  <a:pt x="609122" y="3157263"/>
                </a:lnTo>
                <a:lnTo>
                  <a:pt x="624350" y="3140695"/>
                </a:lnTo>
                <a:lnTo>
                  <a:pt x="639578" y="3136190"/>
                </a:lnTo>
                <a:lnTo>
                  <a:pt x="654807" y="3034349"/>
                </a:lnTo>
                <a:lnTo>
                  <a:pt x="670035" y="2969853"/>
                </a:lnTo>
                <a:lnTo>
                  <a:pt x="685263" y="2831186"/>
                </a:lnTo>
                <a:lnTo>
                  <a:pt x="700491" y="2842200"/>
                </a:lnTo>
                <a:lnTo>
                  <a:pt x="715719" y="2838893"/>
                </a:lnTo>
                <a:lnTo>
                  <a:pt x="730947" y="2815258"/>
                </a:lnTo>
                <a:lnTo>
                  <a:pt x="746175" y="2784850"/>
                </a:lnTo>
                <a:lnTo>
                  <a:pt x="761403" y="2736999"/>
                </a:lnTo>
                <a:lnTo>
                  <a:pt x="776631" y="2741607"/>
                </a:lnTo>
                <a:lnTo>
                  <a:pt x="791859" y="2779457"/>
                </a:lnTo>
                <a:lnTo>
                  <a:pt x="807087" y="2880546"/>
                </a:lnTo>
                <a:lnTo>
                  <a:pt x="822315" y="3032266"/>
                </a:lnTo>
                <a:lnTo>
                  <a:pt x="837543" y="3109449"/>
                </a:lnTo>
                <a:lnTo>
                  <a:pt x="852771" y="3108428"/>
                </a:lnTo>
                <a:lnTo>
                  <a:pt x="868000" y="3094147"/>
                </a:lnTo>
                <a:lnTo>
                  <a:pt x="883228" y="3018092"/>
                </a:lnTo>
                <a:lnTo>
                  <a:pt x="898456" y="2809148"/>
                </a:lnTo>
                <a:lnTo>
                  <a:pt x="913684" y="2695568"/>
                </a:lnTo>
                <a:lnTo>
                  <a:pt x="928912" y="2819223"/>
                </a:lnTo>
                <a:lnTo>
                  <a:pt x="944140" y="2858059"/>
                </a:lnTo>
                <a:lnTo>
                  <a:pt x="959368" y="2907409"/>
                </a:lnTo>
                <a:lnTo>
                  <a:pt x="974596" y="2998251"/>
                </a:lnTo>
                <a:lnTo>
                  <a:pt x="989824" y="2983499"/>
                </a:lnTo>
                <a:lnTo>
                  <a:pt x="1005052" y="2974441"/>
                </a:lnTo>
                <a:lnTo>
                  <a:pt x="1020280" y="3065857"/>
                </a:lnTo>
                <a:lnTo>
                  <a:pt x="1035508" y="3125148"/>
                </a:lnTo>
                <a:lnTo>
                  <a:pt x="1050736" y="3161001"/>
                </a:lnTo>
                <a:lnTo>
                  <a:pt x="1065964" y="3181564"/>
                </a:lnTo>
                <a:lnTo>
                  <a:pt x="1081192" y="3163418"/>
                </a:lnTo>
                <a:lnTo>
                  <a:pt x="1096421" y="3173081"/>
                </a:lnTo>
                <a:lnTo>
                  <a:pt x="1111649" y="3138748"/>
                </a:lnTo>
                <a:lnTo>
                  <a:pt x="1126877" y="3123577"/>
                </a:lnTo>
                <a:lnTo>
                  <a:pt x="1142105" y="3096479"/>
                </a:lnTo>
                <a:lnTo>
                  <a:pt x="1157333" y="2995049"/>
                </a:lnTo>
                <a:lnTo>
                  <a:pt x="1172561" y="2888196"/>
                </a:lnTo>
                <a:lnTo>
                  <a:pt x="1187789" y="2849121"/>
                </a:lnTo>
                <a:lnTo>
                  <a:pt x="1203017" y="2752379"/>
                </a:lnTo>
                <a:lnTo>
                  <a:pt x="1218245" y="2605712"/>
                </a:lnTo>
                <a:lnTo>
                  <a:pt x="1233473" y="2470202"/>
                </a:lnTo>
                <a:lnTo>
                  <a:pt x="1248701" y="2372825"/>
                </a:lnTo>
                <a:lnTo>
                  <a:pt x="1263929" y="2365000"/>
                </a:lnTo>
                <a:lnTo>
                  <a:pt x="1279157" y="2274976"/>
                </a:lnTo>
                <a:lnTo>
                  <a:pt x="1294385" y="2244072"/>
                </a:lnTo>
                <a:lnTo>
                  <a:pt x="1309614" y="2081174"/>
                </a:lnTo>
                <a:lnTo>
                  <a:pt x="1324842" y="1838943"/>
                </a:lnTo>
                <a:lnTo>
                  <a:pt x="1340070" y="1701367"/>
                </a:lnTo>
                <a:lnTo>
                  <a:pt x="1355298" y="1713171"/>
                </a:lnTo>
                <a:lnTo>
                  <a:pt x="1370526" y="1793875"/>
                </a:lnTo>
                <a:lnTo>
                  <a:pt x="1385754" y="1831013"/>
                </a:lnTo>
                <a:lnTo>
                  <a:pt x="1400982" y="1862042"/>
                </a:lnTo>
                <a:lnTo>
                  <a:pt x="1416210" y="1908522"/>
                </a:lnTo>
                <a:lnTo>
                  <a:pt x="1431438" y="2009324"/>
                </a:lnTo>
                <a:lnTo>
                  <a:pt x="1446666" y="2084003"/>
                </a:lnTo>
                <a:lnTo>
                  <a:pt x="1461894" y="2179991"/>
                </a:lnTo>
                <a:lnTo>
                  <a:pt x="1477122" y="2367803"/>
                </a:lnTo>
                <a:lnTo>
                  <a:pt x="1492350" y="2526395"/>
                </a:lnTo>
                <a:lnTo>
                  <a:pt x="1507578" y="2546564"/>
                </a:lnTo>
                <a:lnTo>
                  <a:pt x="1522807" y="2578660"/>
                </a:lnTo>
                <a:lnTo>
                  <a:pt x="1538035" y="2562728"/>
                </a:lnTo>
                <a:lnTo>
                  <a:pt x="1553263" y="2660208"/>
                </a:lnTo>
                <a:lnTo>
                  <a:pt x="1568491" y="2748682"/>
                </a:lnTo>
                <a:lnTo>
                  <a:pt x="1583719" y="2755990"/>
                </a:lnTo>
                <a:lnTo>
                  <a:pt x="1598947" y="2726076"/>
                </a:lnTo>
                <a:lnTo>
                  <a:pt x="1614175" y="2696720"/>
                </a:lnTo>
                <a:lnTo>
                  <a:pt x="1629403" y="2726778"/>
                </a:lnTo>
                <a:lnTo>
                  <a:pt x="1644631" y="2818342"/>
                </a:lnTo>
                <a:lnTo>
                  <a:pt x="1659859" y="2958077"/>
                </a:lnTo>
                <a:lnTo>
                  <a:pt x="1675087" y="3041872"/>
                </a:lnTo>
                <a:lnTo>
                  <a:pt x="1690315" y="3150775"/>
                </a:lnTo>
                <a:lnTo>
                  <a:pt x="1705543" y="3262140"/>
                </a:lnTo>
                <a:lnTo>
                  <a:pt x="1720771" y="3347445"/>
                </a:lnTo>
                <a:lnTo>
                  <a:pt x="1736000" y="3260297"/>
                </a:lnTo>
                <a:lnTo>
                  <a:pt x="1751228" y="3223980"/>
                </a:lnTo>
                <a:lnTo>
                  <a:pt x="1766456" y="3202898"/>
                </a:lnTo>
                <a:lnTo>
                  <a:pt x="1781684" y="3181443"/>
                </a:lnTo>
                <a:lnTo>
                  <a:pt x="1796912" y="3239652"/>
                </a:lnTo>
                <a:lnTo>
                  <a:pt x="1812140" y="3295191"/>
                </a:lnTo>
                <a:lnTo>
                  <a:pt x="1827368" y="3218420"/>
                </a:lnTo>
                <a:lnTo>
                  <a:pt x="1842596" y="3115036"/>
                </a:lnTo>
                <a:lnTo>
                  <a:pt x="1857824" y="3050365"/>
                </a:lnTo>
                <a:lnTo>
                  <a:pt x="1873052" y="3048156"/>
                </a:lnTo>
                <a:lnTo>
                  <a:pt x="1888280" y="3207186"/>
                </a:lnTo>
                <a:lnTo>
                  <a:pt x="1903508" y="3248844"/>
                </a:lnTo>
                <a:lnTo>
                  <a:pt x="1918736" y="3352036"/>
                </a:lnTo>
                <a:lnTo>
                  <a:pt x="1933964" y="3381466"/>
                </a:lnTo>
                <a:lnTo>
                  <a:pt x="1949193" y="3239638"/>
                </a:lnTo>
                <a:lnTo>
                  <a:pt x="1964421" y="3232717"/>
                </a:lnTo>
                <a:lnTo>
                  <a:pt x="1979649" y="3209525"/>
                </a:lnTo>
                <a:lnTo>
                  <a:pt x="1994877" y="3201724"/>
                </a:lnTo>
                <a:lnTo>
                  <a:pt x="2010105" y="3319086"/>
                </a:lnTo>
                <a:lnTo>
                  <a:pt x="2025333" y="3523674"/>
                </a:lnTo>
                <a:lnTo>
                  <a:pt x="2040561" y="3776989"/>
                </a:lnTo>
                <a:lnTo>
                  <a:pt x="2055789" y="3977939"/>
                </a:lnTo>
                <a:lnTo>
                  <a:pt x="2071017" y="4197488"/>
                </a:lnTo>
                <a:lnTo>
                  <a:pt x="2086245" y="4288944"/>
                </a:lnTo>
                <a:lnTo>
                  <a:pt x="2101473" y="4165245"/>
                </a:lnTo>
                <a:lnTo>
                  <a:pt x="2116701" y="4151657"/>
                </a:lnTo>
                <a:lnTo>
                  <a:pt x="2131929" y="4115360"/>
                </a:lnTo>
                <a:lnTo>
                  <a:pt x="2147157" y="4023362"/>
                </a:lnTo>
                <a:lnTo>
                  <a:pt x="2162385" y="3936013"/>
                </a:lnTo>
                <a:lnTo>
                  <a:pt x="2177614" y="3959089"/>
                </a:lnTo>
                <a:lnTo>
                  <a:pt x="2192842" y="4001623"/>
                </a:lnTo>
                <a:lnTo>
                  <a:pt x="2208070" y="4046120"/>
                </a:lnTo>
                <a:lnTo>
                  <a:pt x="2223298" y="4033192"/>
                </a:lnTo>
                <a:lnTo>
                  <a:pt x="2238526" y="4041679"/>
                </a:lnTo>
                <a:lnTo>
                  <a:pt x="2253754" y="3982366"/>
                </a:lnTo>
                <a:lnTo>
                  <a:pt x="2268982" y="3958694"/>
                </a:lnTo>
                <a:lnTo>
                  <a:pt x="2284210" y="3877785"/>
                </a:lnTo>
                <a:lnTo>
                  <a:pt x="2299438" y="3891201"/>
                </a:lnTo>
                <a:lnTo>
                  <a:pt x="2314666" y="4013596"/>
                </a:lnTo>
                <a:lnTo>
                  <a:pt x="2329894" y="3864488"/>
                </a:lnTo>
                <a:lnTo>
                  <a:pt x="2345122" y="3749132"/>
                </a:lnTo>
                <a:lnTo>
                  <a:pt x="2360350" y="3678734"/>
                </a:lnTo>
                <a:lnTo>
                  <a:pt x="2375578" y="3590203"/>
                </a:lnTo>
                <a:lnTo>
                  <a:pt x="2390807" y="3567446"/>
                </a:lnTo>
                <a:lnTo>
                  <a:pt x="2406035" y="3528762"/>
                </a:lnTo>
                <a:lnTo>
                  <a:pt x="2421263" y="3470927"/>
                </a:lnTo>
                <a:lnTo>
                  <a:pt x="2436491" y="3449699"/>
                </a:lnTo>
                <a:lnTo>
                  <a:pt x="2451719" y="3439036"/>
                </a:lnTo>
                <a:lnTo>
                  <a:pt x="2466947" y="3434768"/>
                </a:lnTo>
                <a:lnTo>
                  <a:pt x="2482175" y="3277036"/>
                </a:lnTo>
                <a:lnTo>
                  <a:pt x="2497403" y="3205721"/>
                </a:lnTo>
                <a:lnTo>
                  <a:pt x="2512631" y="3266909"/>
                </a:lnTo>
                <a:lnTo>
                  <a:pt x="2527859" y="3318879"/>
                </a:lnTo>
                <a:lnTo>
                  <a:pt x="2543087" y="3321225"/>
                </a:lnTo>
                <a:lnTo>
                  <a:pt x="2558315" y="3283490"/>
                </a:lnTo>
                <a:lnTo>
                  <a:pt x="2573543" y="3288673"/>
                </a:lnTo>
                <a:lnTo>
                  <a:pt x="2588771" y="3379474"/>
                </a:lnTo>
                <a:lnTo>
                  <a:pt x="2604000" y="3355517"/>
                </a:lnTo>
                <a:lnTo>
                  <a:pt x="2619228" y="3341386"/>
                </a:lnTo>
                <a:lnTo>
                  <a:pt x="2634456" y="3405604"/>
                </a:lnTo>
                <a:lnTo>
                  <a:pt x="2649684" y="3474142"/>
                </a:lnTo>
                <a:lnTo>
                  <a:pt x="2664912" y="3528102"/>
                </a:lnTo>
                <a:lnTo>
                  <a:pt x="2680140" y="3477896"/>
                </a:lnTo>
                <a:lnTo>
                  <a:pt x="2695368" y="3422109"/>
                </a:lnTo>
                <a:lnTo>
                  <a:pt x="2710596" y="3336958"/>
                </a:lnTo>
                <a:lnTo>
                  <a:pt x="2725824" y="3314442"/>
                </a:lnTo>
                <a:lnTo>
                  <a:pt x="2741052" y="3298435"/>
                </a:lnTo>
                <a:lnTo>
                  <a:pt x="2756280" y="3309555"/>
                </a:lnTo>
                <a:lnTo>
                  <a:pt x="2771508" y="3315323"/>
                </a:lnTo>
                <a:lnTo>
                  <a:pt x="2786736" y="3381893"/>
                </a:lnTo>
                <a:lnTo>
                  <a:pt x="2801964" y="3531195"/>
                </a:lnTo>
                <a:lnTo>
                  <a:pt x="2817193" y="3488025"/>
                </a:lnTo>
                <a:lnTo>
                  <a:pt x="2832421" y="3378301"/>
                </a:lnTo>
                <a:lnTo>
                  <a:pt x="2847649" y="3402115"/>
                </a:lnTo>
                <a:lnTo>
                  <a:pt x="2862877" y="3486491"/>
                </a:lnTo>
                <a:lnTo>
                  <a:pt x="2878105" y="3629228"/>
                </a:lnTo>
                <a:lnTo>
                  <a:pt x="2893333" y="3565204"/>
                </a:lnTo>
                <a:lnTo>
                  <a:pt x="2908561" y="3388332"/>
                </a:lnTo>
                <a:lnTo>
                  <a:pt x="2923789" y="3290451"/>
                </a:lnTo>
                <a:lnTo>
                  <a:pt x="2939017" y="3207452"/>
                </a:lnTo>
                <a:lnTo>
                  <a:pt x="2954245" y="3184418"/>
                </a:lnTo>
                <a:lnTo>
                  <a:pt x="2969473" y="3217016"/>
                </a:lnTo>
                <a:lnTo>
                  <a:pt x="2984701" y="3301737"/>
                </a:lnTo>
                <a:lnTo>
                  <a:pt x="2999929" y="3405155"/>
                </a:lnTo>
                <a:lnTo>
                  <a:pt x="3015157" y="3348697"/>
                </a:lnTo>
                <a:lnTo>
                  <a:pt x="3030385" y="3288057"/>
                </a:lnTo>
                <a:lnTo>
                  <a:pt x="3045614" y="3250167"/>
                </a:lnTo>
                <a:lnTo>
                  <a:pt x="3060842" y="3210695"/>
                </a:lnTo>
                <a:lnTo>
                  <a:pt x="3076070" y="3095055"/>
                </a:lnTo>
                <a:lnTo>
                  <a:pt x="3091298" y="3047983"/>
                </a:lnTo>
                <a:lnTo>
                  <a:pt x="3106526" y="3108726"/>
                </a:lnTo>
                <a:lnTo>
                  <a:pt x="3121754" y="3037878"/>
                </a:lnTo>
                <a:lnTo>
                  <a:pt x="3136982" y="2997933"/>
                </a:lnTo>
                <a:lnTo>
                  <a:pt x="3152210" y="3040797"/>
                </a:lnTo>
                <a:lnTo>
                  <a:pt x="3167438" y="3168975"/>
                </a:lnTo>
                <a:lnTo>
                  <a:pt x="3182666" y="3354678"/>
                </a:lnTo>
                <a:lnTo>
                  <a:pt x="3197894" y="3518003"/>
                </a:lnTo>
                <a:lnTo>
                  <a:pt x="3213122" y="3566919"/>
                </a:lnTo>
                <a:lnTo>
                  <a:pt x="3228350" y="3496233"/>
                </a:lnTo>
                <a:lnTo>
                  <a:pt x="3243578" y="3384456"/>
                </a:lnTo>
                <a:lnTo>
                  <a:pt x="3258807" y="3339687"/>
                </a:lnTo>
                <a:lnTo>
                  <a:pt x="3274035" y="3320927"/>
                </a:lnTo>
                <a:lnTo>
                  <a:pt x="3289263" y="3361988"/>
                </a:lnTo>
                <a:lnTo>
                  <a:pt x="3304491" y="3450730"/>
                </a:lnTo>
                <a:lnTo>
                  <a:pt x="3319719" y="3445922"/>
                </a:lnTo>
                <a:lnTo>
                  <a:pt x="3334947" y="3498626"/>
                </a:lnTo>
                <a:lnTo>
                  <a:pt x="3350175" y="3403729"/>
                </a:lnTo>
                <a:lnTo>
                  <a:pt x="3365403" y="3319826"/>
                </a:lnTo>
                <a:lnTo>
                  <a:pt x="3380631" y="3264106"/>
                </a:lnTo>
                <a:lnTo>
                  <a:pt x="3395859" y="3285768"/>
                </a:lnTo>
                <a:lnTo>
                  <a:pt x="3411087" y="3355066"/>
                </a:lnTo>
                <a:lnTo>
                  <a:pt x="3426315" y="3499117"/>
                </a:lnTo>
                <a:lnTo>
                  <a:pt x="3441543" y="3613602"/>
                </a:lnTo>
                <a:lnTo>
                  <a:pt x="3456771" y="3644099"/>
                </a:lnTo>
                <a:lnTo>
                  <a:pt x="3472000" y="3626292"/>
                </a:lnTo>
                <a:lnTo>
                  <a:pt x="3487228" y="3667650"/>
                </a:lnTo>
                <a:lnTo>
                  <a:pt x="3502456" y="3763482"/>
                </a:lnTo>
                <a:lnTo>
                  <a:pt x="3517684" y="3865666"/>
                </a:lnTo>
                <a:lnTo>
                  <a:pt x="3532912" y="3817930"/>
                </a:lnTo>
                <a:lnTo>
                  <a:pt x="3548140" y="3844635"/>
                </a:lnTo>
                <a:lnTo>
                  <a:pt x="3563368" y="3896203"/>
                </a:lnTo>
                <a:lnTo>
                  <a:pt x="3578596" y="3786192"/>
                </a:lnTo>
                <a:lnTo>
                  <a:pt x="3593824" y="3696682"/>
                </a:lnTo>
                <a:lnTo>
                  <a:pt x="3609052" y="3754041"/>
                </a:lnTo>
                <a:lnTo>
                  <a:pt x="3624280" y="3861519"/>
                </a:lnTo>
                <a:lnTo>
                  <a:pt x="3639508" y="3894247"/>
                </a:lnTo>
                <a:lnTo>
                  <a:pt x="3654736" y="3927503"/>
                </a:lnTo>
                <a:lnTo>
                  <a:pt x="3669964" y="3993682"/>
                </a:lnTo>
                <a:lnTo>
                  <a:pt x="3685193" y="4064416"/>
                </a:lnTo>
                <a:lnTo>
                  <a:pt x="3700421" y="4100715"/>
                </a:lnTo>
                <a:lnTo>
                  <a:pt x="3715649" y="3999449"/>
                </a:lnTo>
                <a:lnTo>
                  <a:pt x="3730877" y="3920096"/>
                </a:lnTo>
                <a:lnTo>
                  <a:pt x="3746105" y="3802979"/>
                </a:lnTo>
                <a:lnTo>
                  <a:pt x="3761333" y="3674270"/>
                </a:lnTo>
                <a:lnTo>
                  <a:pt x="3776561" y="3604364"/>
                </a:lnTo>
                <a:lnTo>
                  <a:pt x="3791789" y="3684516"/>
                </a:lnTo>
                <a:lnTo>
                  <a:pt x="3807017" y="3796652"/>
                </a:lnTo>
                <a:lnTo>
                  <a:pt x="3822245" y="3900188"/>
                </a:lnTo>
                <a:lnTo>
                  <a:pt x="3837473" y="3959288"/>
                </a:lnTo>
                <a:lnTo>
                  <a:pt x="3852701" y="3892290"/>
                </a:lnTo>
                <a:lnTo>
                  <a:pt x="3867929" y="3661698"/>
                </a:lnTo>
                <a:lnTo>
                  <a:pt x="3883157" y="3382189"/>
                </a:lnTo>
                <a:lnTo>
                  <a:pt x="3898386" y="3218112"/>
                </a:lnTo>
                <a:lnTo>
                  <a:pt x="3913614" y="3268036"/>
                </a:lnTo>
                <a:lnTo>
                  <a:pt x="3928842" y="3360264"/>
                </a:lnTo>
                <a:lnTo>
                  <a:pt x="3944070" y="3408394"/>
                </a:lnTo>
                <a:lnTo>
                  <a:pt x="3959298" y="3368421"/>
                </a:lnTo>
                <a:lnTo>
                  <a:pt x="3974526" y="3259109"/>
                </a:lnTo>
                <a:lnTo>
                  <a:pt x="3989754" y="3132975"/>
                </a:lnTo>
                <a:lnTo>
                  <a:pt x="4004982" y="3157319"/>
                </a:lnTo>
                <a:lnTo>
                  <a:pt x="4020210" y="3137828"/>
                </a:lnTo>
                <a:lnTo>
                  <a:pt x="4035438" y="3142161"/>
                </a:lnTo>
                <a:lnTo>
                  <a:pt x="4050666" y="3141328"/>
                </a:lnTo>
                <a:lnTo>
                  <a:pt x="4065894" y="3131583"/>
                </a:lnTo>
                <a:lnTo>
                  <a:pt x="4081122" y="3093616"/>
                </a:lnTo>
                <a:lnTo>
                  <a:pt x="4096350" y="3063384"/>
                </a:lnTo>
                <a:lnTo>
                  <a:pt x="4111578" y="3170212"/>
                </a:lnTo>
                <a:lnTo>
                  <a:pt x="4126807" y="3206271"/>
                </a:lnTo>
                <a:lnTo>
                  <a:pt x="4142035" y="3179714"/>
                </a:lnTo>
                <a:lnTo>
                  <a:pt x="4157263" y="3177443"/>
                </a:lnTo>
                <a:lnTo>
                  <a:pt x="4172491" y="3173483"/>
                </a:lnTo>
                <a:lnTo>
                  <a:pt x="4187719" y="3159053"/>
                </a:lnTo>
                <a:lnTo>
                  <a:pt x="4202947" y="3132650"/>
                </a:lnTo>
                <a:lnTo>
                  <a:pt x="4218175" y="2994046"/>
                </a:lnTo>
                <a:lnTo>
                  <a:pt x="4233403" y="2904676"/>
                </a:lnTo>
                <a:lnTo>
                  <a:pt x="4248631" y="2852473"/>
                </a:lnTo>
                <a:lnTo>
                  <a:pt x="4263859" y="2736842"/>
                </a:lnTo>
                <a:lnTo>
                  <a:pt x="4279087" y="2575843"/>
                </a:lnTo>
                <a:lnTo>
                  <a:pt x="4294315" y="2387985"/>
                </a:lnTo>
                <a:lnTo>
                  <a:pt x="4309543" y="2311237"/>
                </a:lnTo>
                <a:lnTo>
                  <a:pt x="4324771" y="2138494"/>
                </a:lnTo>
                <a:lnTo>
                  <a:pt x="4340000" y="2003094"/>
                </a:lnTo>
                <a:lnTo>
                  <a:pt x="4355228" y="1796791"/>
                </a:lnTo>
                <a:lnTo>
                  <a:pt x="4370456" y="1751733"/>
                </a:lnTo>
                <a:lnTo>
                  <a:pt x="4385684" y="1757432"/>
                </a:lnTo>
                <a:lnTo>
                  <a:pt x="4400912" y="1668005"/>
                </a:lnTo>
                <a:lnTo>
                  <a:pt x="4416140" y="1648287"/>
                </a:lnTo>
                <a:lnTo>
                  <a:pt x="4431368" y="1709479"/>
                </a:lnTo>
                <a:lnTo>
                  <a:pt x="4446596" y="1825604"/>
                </a:lnTo>
                <a:lnTo>
                  <a:pt x="4461824" y="1981663"/>
                </a:lnTo>
                <a:lnTo>
                  <a:pt x="4477052" y="2114998"/>
                </a:lnTo>
                <a:lnTo>
                  <a:pt x="4492280" y="2166973"/>
                </a:lnTo>
                <a:lnTo>
                  <a:pt x="4507508" y="2333618"/>
                </a:lnTo>
                <a:lnTo>
                  <a:pt x="4522736" y="2445757"/>
                </a:lnTo>
                <a:lnTo>
                  <a:pt x="4537964" y="2406313"/>
                </a:lnTo>
                <a:lnTo>
                  <a:pt x="4553193" y="2209665"/>
                </a:lnTo>
                <a:lnTo>
                  <a:pt x="4568421" y="1970860"/>
                </a:lnTo>
                <a:lnTo>
                  <a:pt x="4583649" y="1767194"/>
                </a:lnTo>
                <a:lnTo>
                  <a:pt x="4598877" y="1775523"/>
                </a:lnTo>
                <a:lnTo>
                  <a:pt x="4614105" y="1861924"/>
                </a:lnTo>
                <a:lnTo>
                  <a:pt x="4629333" y="1944240"/>
                </a:lnTo>
                <a:lnTo>
                  <a:pt x="4644561" y="1941477"/>
                </a:lnTo>
                <a:lnTo>
                  <a:pt x="4659789" y="1932355"/>
                </a:lnTo>
                <a:lnTo>
                  <a:pt x="4675017" y="2022578"/>
                </a:lnTo>
                <a:lnTo>
                  <a:pt x="4690245" y="1971694"/>
                </a:lnTo>
                <a:lnTo>
                  <a:pt x="4705473" y="1842184"/>
                </a:lnTo>
                <a:lnTo>
                  <a:pt x="4720701" y="1739905"/>
                </a:lnTo>
                <a:lnTo>
                  <a:pt x="4735929" y="1594055"/>
                </a:lnTo>
                <a:lnTo>
                  <a:pt x="4751157" y="1592628"/>
                </a:lnTo>
                <a:lnTo>
                  <a:pt x="4766386" y="1572875"/>
                </a:lnTo>
                <a:lnTo>
                  <a:pt x="4781614" y="1586848"/>
                </a:lnTo>
                <a:lnTo>
                  <a:pt x="4796842" y="1555132"/>
                </a:lnTo>
                <a:lnTo>
                  <a:pt x="4812070" y="1528674"/>
                </a:lnTo>
                <a:lnTo>
                  <a:pt x="4827298" y="1470291"/>
                </a:lnTo>
                <a:lnTo>
                  <a:pt x="4842526" y="1329048"/>
                </a:lnTo>
                <a:lnTo>
                  <a:pt x="4857754" y="1228461"/>
                </a:lnTo>
                <a:lnTo>
                  <a:pt x="4872982" y="1103260"/>
                </a:lnTo>
                <a:lnTo>
                  <a:pt x="4888210" y="1105534"/>
                </a:lnTo>
                <a:lnTo>
                  <a:pt x="4903438" y="1185867"/>
                </a:lnTo>
                <a:lnTo>
                  <a:pt x="4918666" y="1130339"/>
                </a:lnTo>
                <a:lnTo>
                  <a:pt x="4933894" y="1041374"/>
                </a:lnTo>
                <a:lnTo>
                  <a:pt x="4949122" y="1139325"/>
                </a:lnTo>
                <a:lnTo>
                  <a:pt x="4964350" y="1333722"/>
                </a:lnTo>
                <a:lnTo>
                  <a:pt x="4979579" y="1475728"/>
                </a:lnTo>
                <a:lnTo>
                  <a:pt x="4994807" y="1487559"/>
                </a:lnTo>
                <a:lnTo>
                  <a:pt x="5010035" y="1481879"/>
                </a:lnTo>
                <a:lnTo>
                  <a:pt x="5025263" y="1435434"/>
                </a:lnTo>
                <a:lnTo>
                  <a:pt x="5040491" y="1328011"/>
                </a:lnTo>
                <a:lnTo>
                  <a:pt x="5055719" y="1130416"/>
                </a:lnTo>
                <a:lnTo>
                  <a:pt x="5070947" y="990679"/>
                </a:lnTo>
                <a:lnTo>
                  <a:pt x="5086175" y="923395"/>
                </a:lnTo>
                <a:lnTo>
                  <a:pt x="5101403" y="1019684"/>
                </a:lnTo>
                <a:lnTo>
                  <a:pt x="5116631" y="1099169"/>
                </a:lnTo>
                <a:lnTo>
                  <a:pt x="5131859" y="1178729"/>
                </a:lnTo>
                <a:lnTo>
                  <a:pt x="5147087" y="1302657"/>
                </a:lnTo>
                <a:lnTo>
                  <a:pt x="5162315" y="1399301"/>
                </a:lnTo>
                <a:lnTo>
                  <a:pt x="5177543" y="1377034"/>
                </a:lnTo>
                <a:lnTo>
                  <a:pt x="5192771" y="1489914"/>
                </a:lnTo>
                <a:lnTo>
                  <a:pt x="5208000" y="1621654"/>
                </a:lnTo>
                <a:lnTo>
                  <a:pt x="5223228" y="1688373"/>
                </a:lnTo>
                <a:lnTo>
                  <a:pt x="5238456" y="1784774"/>
                </a:lnTo>
                <a:lnTo>
                  <a:pt x="5253684" y="1828130"/>
                </a:lnTo>
                <a:lnTo>
                  <a:pt x="5268912" y="1812228"/>
                </a:lnTo>
                <a:lnTo>
                  <a:pt x="5284140" y="1797637"/>
                </a:lnTo>
                <a:lnTo>
                  <a:pt x="5299368" y="1972206"/>
                </a:lnTo>
                <a:lnTo>
                  <a:pt x="5314596" y="1924941"/>
                </a:lnTo>
                <a:lnTo>
                  <a:pt x="5329824" y="1859722"/>
                </a:lnTo>
                <a:lnTo>
                  <a:pt x="5345052" y="1783802"/>
                </a:lnTo>
                <a:lnTo>
                  <a:pt x="5360280" y="1711382"/>
                </a:lnTo>
                <a:lnTo>
                  <a:pt x="5375508" y="1593870"/>
                </a:lnTo>
                <a:lnTo>
                  <a:pt x="5390736" y="1452471"/>
                </a:lnTo>
                <a:lnTo>
                  <a:pt x="5405964" y="1379164"/>
                </a:lnTo>
                <a:lnTo>
                  <a:pt x="5421193" y="1319354"/>
                </a:lnTo>
                <a:lnTo>
                  <a:pt x="5436421" y="1350562"/>
                </a:lnTo>
                <a:lnTo>
                  <a:pt x="5451649" y="1324054"/>
                </a:lnTo>
                <a:lnTo>
                  <a:pt x="5466877" y="1325782"/>
                </a:lnTo>
                <a:lnTo>
                  <a:pt x="5482105" y="1159278"/>
                </a:lnTo>
                <a:lnTo>
                  <a:pt x="5497333" y="1144048"/>
                </a:lnTo>
                <a:lnTo>
                  <a:pt x="5512561" y="1206900"/>
                </a:lnTo>
                <a:lnTo>
                  <a:pt x="5527789" y="1187921"/>
                </a:lnTo>
                <a:lnTo>
                  <a:pt x="5543017" y="1122771"/>
                </a:lnTo>
                <a:lnTo>
                  <a:pt x="5558245" y="1122255"/>
                </a:lnTo>
                <a:lnTo>
                  <a:pt x="5573473" y="1208207"/>
                </a:lnTo>
                <a:lnTo>
                  <a:pt x="5588701" y="1262537"/>
                </a:lnTo>
                <a:lnTo>
                  <a:pt x="5603929" y="1287569"/>
                </a:lnTo>
                <a:lnTo>
                  <a:pt x="5619157" y="1431908"/>
                </a:lnTo>
                <a:lnTo>
                  <a:pt x="5634386" y="1540991"/>
                </a:lnTo>
                <a:lnTo>
                  <a:pt x="5649614" y="1580798"/>
                </a:lnTo>
                <a:lnTo>
                  <a:pt x="5664842" y="1583675"/>
                </a:lnTo>
                <a:lnTo>
                  <a:pt x="5680070" y="1658760"/>
                </a:lnTo>
                <a:lnTo>
                  <a:pt x="5695298" y="1684577"/>
                </a:lnTo>
                <a:lnTo>
                  <a:pt x="5710526" y="1585729"/>
                </a:lnTo>
                <a:lnTo>
                  <a:pt x="5725754" y="1472411"/>
                </a:lnTo>
                <a:lnTo>
                  <a:pt x="5740982" y="1489115"/>
                </a:lnTo>
                <a:lnTo>
                  <a:pt x="5756210" y="1554492"/>
                </a:lnTo>
                <a:lnTo>
                  <a:pt x="5771438" y="1571358"/>
                </a:lnTo>
                <a:lnTo>
                  <a:pt x="5786666" y="1619693"/>
                </a:lnTo>
                <a:lnTo>
                  <a:pt x="5801894" y="1816613"/>
                </a:lnTo>
                <a:lnTo>
                  <a:pt x="5817122" y="1897667"/>
                </a:lnTo>
                <a:lnTo>
                  <a:pt x="5832350" y="1979638"/>
                </a:lnTo>
                <a:lnTo>
                  <a:pt x="5847579" y="2081034"/>
                </a:lnTo>
                <a:lnTo>
                  <a:pt x="5862807" y="2033901"/>
                </a:lnTo>
                <a:lnTo>
                  <a:pt x="5878035" y="2034059"/>
                </a:lnTo>
                <a:lnTo>
                  <a:pt x="5893263" y="1989073"/>
                </a:lnTo>
                <a:lnTo>
                  <a:pt x="5908491" y="2040548"/>
                </a:lnTo>
                <a:lnTo>
                  <a:pt x="5923719" y="2120111"/>
                </a:lnTo>
                <a:lnTo>
                  <a:pt x="5938947" y="2173108"/>
                </a:lnTo>
                <a:lnTo>
                  <a:pt x="5954175" y="2287073"/>
                </a:lnTo>
                <a:lnTo>
                  <a:pt x="5969403" y="2416435"/>
                </a:lnTo>
                <a:lnTo>
                  <a:pt x="5984631" y="2497222"/>
                </a:lnTo>
                <a:lnTo>
                  <a:pt x="5999859" y="2488985"/>
                </a:lnTo>
                <a:lnTo>
                  <a:pt x="6015087" y="2591329"/>
                </a:lnTo>
                <a:lnTo>
                  <a:pt x="6030315" y="2704566"/>
                </a:lnTo>
                <a:lnTo>
                  <a:pt x="6045543" y="2713329"/>
                </a:lnTo>
                <a:lnTo>
                  <a:pt x="6060771" y="2740621"/>
                </a:lnTo>
                <a:lnTo>
                  <a:pt x="6076000" y="2749444"/>
                </a:lnTo>
                <a:lnTo>
                  <a:pt x="6091228" y="2712690"/>
                </a:lnTo>
                <a:lnTo>
                  <a:pt x="6106456" y="2663791"/>
                </a:lnTo>
                <a:lnTo>
                  <a:pt x="6121684" y="2585454"/>
                </a:lnTo>
                <a:lnTo>
                  <a:pt x="6136912" y="2540903"/>
                </a:lnTo>
                <a:lnTo>
                  <a:pt x="6152140" y="2551719"/>
                </a:lnTo>
                <a:lnTo>
                  <a:pt x="6167368" y="2760399"/>
                </a:lnTo>
                <a:lnTo>
                  <a:pt x="6182596" y="2929813"/>
                </a:lnTo>
                <a:lnTo>
                  <a:pt x="6197824" y="2984961"/>
                </a:lnTo>
                <a:lnTo>
                  <a:pt x="6213052" y="2963725"/>
                </a:lnTo>
                <a:lnTo>
                  <a:pt x="6228280" y="2982097"/>
                </a:lnTo>
                <a:lnTo>
                  <a:pt x="6243508" y="2872803"/>
                </a:lnTo>
                <a:lnTo>
                  <a:pt x="6258736" y="2757902"/>
                </a:lnTo>
                <a:lnTo>
                  <a:pt x="6273964" y="2684861"/>
                </a:lnTo>
                <a:lnTo>
                  <a:pt x="6289193" y="2552101"/>
                </a:lnTo>
                <a:lnTo>
                  <a:pt x="6304421" y="2510459"/>
                </a:lnTo>
                <a:lnTo>
                  <a:pt x="6319649" y="2538552"/>
                </a:lnTo>
                <a:lnTo>
                  <a:pt x="6334877" y="2386414"/>
                </a:lnTo>
                <a:lnTo>
                  <a:pt x="6350105" y="2256695"/>
                </a:lnTo>
                <a:lnTo>
                  <a:pt x="6365333" y="2071594"/>
                </a:lnTo>
                <a:lnTo>
                  <a:pt x="6380561" y="2048713"/>
                </a:lnTo>
                <a:lnTo>
                  <a:pt x="6395789" y="2082967"/>
                </a:lnTo>
                <a:lnTo>
                  <a:pt x="6411017" y="2076494"/>
                </a:lnTo>
                <a:lnTo>
                  <a:pt x="6426245" y="2042879"/>
                </a:lnTo>
                <a:lnTo>
                  <a:pt x="6441473" y="2093330"/>
                </a:lnTo>
                <a:lnTo>
                  <a:pt x="6456701" y="2139302"/>
                </a:lnTo>
                <a:lnTo>
                  <a:pt x="6471929" y="2241007"/>
                </a:lnTo>
                <a:lnTo>
                  <a:pt x="6487157" y="2263250"/>
                </a:lnTo>
                <a:lnTo>
                  <a:pt x="6502386" y="2178982"/>
                </a:lnTo>
                <a:lnTo>
                  <a:pt x="6517614" y="2276382"/>
                </a:lnTo>
                <a:lnTo>
                  <a:pt x="6532842" y="2283345"/>
                </a:lnTo>
                <a:lnTo>
                  <a:pt x="6548070" y="2350758"/>
                </a:lnTo>
                <a:lnTo>
                  <a:pt x="6563298" y="2378408"/>
                </a:lnTo>
                <a:lnTo>
                  <a:pt x="6578526" y="2333737"/>
                </a:lnTo>
                <a:lnTo>
                  <a:pt x="6593754" y="2311542"/>
                </a:lnTo>
                <a:lnTo>
                  <a:pt x="6608982" y="2352238"/>
                </a:lnTo>
                <a:lnTo>
                  <a:pt x="6624210" y="2374658"/>
                </a:lnTo>
                <a:lnTo>
                  <a:pt x="6639438" y="2349991"/>
                </a:lnTo>
                <a:lnTo>
                  <a:pt x="6654666" y="2263103"/>
                </a:lnTo>
                <a:lnTo>
                  <a:pt x="6669894" y="2350951"/>
                </a:lnTo>
                <a:lnTo>
                  <a:pt x="6685122" y="2560304"/>
                </a:lnTo>
                <a:lnTo>
                  <a:pt x="6700350" y="2595970"/>
                </a:lnTo>
                <a:lnTo>
                  <a:pt x="6715579" y="2505399"/>
                </a:lnTo>
                <a:lnTo>
                  <a:pt x="6730807" y="2405075"/>
                </a:lnTo>
                <a:lnTo>
                  <a:pt x="6746035" y="2292786"/>
                </a:lnTo>
                <a:lnTo>
                  <a:pt x="6761263" y="2153508"/>
                </a:lnTo>
                <a:lnTo>
                  <a:pt x="6776491" y="2259120"/>
                </a:lnTo>
                <a:lnTo>
                  <a:pt x="6791719" y="2289007"/>
                </a:lnTo>
                <a:lnTo>
                  <a:pt x="6806947" y="2315109"/>
                </a:lnTo>
                <a:lnTo>
                  <a:pt x="6822175" y="2321907"/>
                </a:lnTo>
                <a:lnTo>
                  <a:pt x="6837403" y="2341906"/>
                </a:lnTo>
                <a:lnTo>
                  <a:pt x="6852631" y="2294358"/>
                </a:lnTo>
                <a:lnTo>
                  <a:pt x="6867859" y="2276966"/>
                </a:lnTo>
                <a:lnTo>
                  <a:pt x="6883087" y="2237862"/>
                </a:lnTo>
                <a:lnTo>
                  <a:pt x="6898315" y="2235582"/>
                </a:lnTo>
                <a:lnTo>
                  <a:pt x="6913543" y="2323324"/>
                </a:lnTo>
                <a:lnTo>
                  <a:pt x="6928772" y="2302393"/>
                </a:lnTo>
                <a:lnTo>
                  <a:pt x="6944000" y="2210839"/>
                </a:lnTo>
                <a:lnTo>
                  <a:pt x="6959228" y="2022077"/>
                </a:lnTo>
                <a:lnTo>
                  <a:pt x="6974456" y="1884912"/>
                </a:lnTo>
                <a:lnTo>
                  <a:pt x="6989684" y="1732256"/>
                </a:lnTo>
                <a:lnTo>
                  <a:pt x="7004912" y="1486028"/>
                </a:lnTo>
                <a:lnTo>
                  <a:pt x="7020140" y="1340059"/>
                </a:lnTo>
                <a:lnTo>
                  <a:pt x="7035368" y="1370457"/>
                </a:lnTo>
                <a:lnTo>
                  <a:pt x="7050596" y="1432392"/>
                </a:lnTo>
                <a:lnTo>
                  <a:pt x="7065824" y="1484356"/>
                </a:lnTo>
                <a:lnTo>
                  <a:pt x="7081052" y="1503913"/>
                </a:lnTo>
                <a:lnTo>
                  <a:pt x="7096280" y="1384569"/>
                </a:lnTo>
                <a:lnTo>
                  <a:pt x="7111508" y="1311121"/>
                </a:lnTo>
                <a:lnTo>
                  <a:pt x="7126736" y="1254184"/>
                </a:lnTo>
                <a:lnTo>
                  <a:pt x="7141964" y="1234221"/>
                </a:lnTo>
                <a:lnTo>
                  <a:pt x="7157193" y="1227755"/>
                </a:lnTo>
                <a:lnTo>
                  <a:pt x="7172421" y="1201001"/>
                </a:lnTo>
                <a:lnTo>
                  <a:pt x="7187649" y="1083138"/>
                </a:lnTo>
                <a:lnTo>
                  <a:pt x="7202877" y="986024"/>
                </a:lnTo>
                <a:lnTo>
                  <a:pt x="7218105" y="882432"/>
                </a:lnTo>
                <a:lnTo>
                  <a:pt x="7233333" y="757714"/>
                </a:lnTo>
                <a:lnTo>
                  <a:pt x="7248561" y="610996"/>
                </a:lnTo>
                <a:lnTo>
                  <a:pt x="7263789" y="559671"/>
                </a:lnTo>
                <a:lnTo>
                  <a:pt x="7279017" y="427161"/>
                </a:lnTo>
                <a:lnTo>
                  <a:pt x="7294245" y="353038"/>
                </a:lnTo>
                <a:lnTo>
                  <a:pt x="7309473" y="332143"/>
                </a:lnTo>
                <a:lnTo>
                  <a:pt x="7324701" y="220890"/>
                </a:lnTo>
                <a:lnTo>
                  <a:pt x="7339929" y="39263"/>
                </a:lnTo>
                <a:lnTo>
                  <a:pt x="7355157" y="0"/>
                </a:lnTo>
                <a:lnTo>
                  <a:pt x="7370386" y="68520"/>
                </a:lnTo>
                <a:lnTo>
                  <a:pt x="7385614" y="221780"/>
                </a:lnTo>
                <a:lnTo>
                  <a:pt x="7400842" y="314980"/>
                </a:lnTo>
                <a:lnTo>
                  <a:pt x="7416070" y="345464"/>
                </a:lnTo>
                <a:lnTo>
                  <a:pt x="7431298" y="330327"/>
                </a:lnTo>
                <a:lnTo>
                  <a:pt x="7446526" y="274175"/>
                </a:lnTo>
                <a:lnTo>
                  <a:pt x="7461754" y="278144"/>
                </a:lnTo>
                <a:lnTo>
                  <a:pt x="7476982" y="366386"/>
                </a:lnTo>
                <a:lnTo>
                  <a:pt x="7492210" y="356981"/>
                </a:lnTo>
                <a:lnTo>
                  <a:pt x="7507438" y="274481"/>
                </a:lnTo>
                <a:lnTo>
                  <a:pt x="7522666" y="327538"/>
                </a:lnTo>
                <a:lnTo>
                  <a:pt x="7537894" y="394313"/>
                </a:lnTo>
                <a:lnTo>
                  <a:pt x="7553122" y="495610"/>
                </a:lnTo>
                <a:lnTo>
                  <a:pt x="7568350" y="718113"/>
                </a:lnTo>
                <a:lnTo>
                  <a:pt x="7583579" y="863970"/>
                </a:lnTo>
                <a:lnTo>
                  <a:pt x="7598807" y="939409"/>
                </a:lnTo>
                <a:lnTo>
                  <a:pt x="7614035" y="986026"/>
                </a:lnTo>
              </a:path>
            </a:pathLst>
          </a:custGeom>
          <a:ln w="13550" cap="flat">
            <a:solidFill>
              <a:srgbClr val="EB2DFF"/>
            </a:solidFill>
            <a:prstDash val="solid"/>
            <a:round/>
          </a:ln>
          <a:effectLst>
            <a:glow rad="254000">
              <a:srgbClr val="EB2DFF">
                <a:alpha val="50000"/>
              </a:srgbClr>
            </a:glo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x11">
            <a:extLst>
              <a:ext uri="{FF2B5EF4-FFF2-40B4-BE49-F238E27FC236}">
                <a16:creationId xmlns:a16="http://schemas.microsoft.com/office/drawing/2014/main" id="{9189EE12-BD51-4609-9FF9-D3D7025BE0A8}"/>
              </a:ext>
            </a:extLst>
          </p:cNvPr>
          <p:cNvSpPr/>
          <p:nvPr/>
        </p:nvSpPr>
        <p:spPr>
          <a:xfrm>
            <a:off x="476828" y="3888404"/>
            <a:ext cx="395485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25,00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7" name="tx12">
            <a:extLst>
              <a:ext uri="{FF2B5EF4-FFF2-40B4-BE49-F238E27FC236}">
                <a16:creationId xmlns:a16="http://schemas.microsoft.com/office/drawing/2014/main" id="{3DC2FBA7-5315-4D51-8C68-A0F1FCAC9698}"/>
              </a:ext>
            </a:extLst>
          </p:cNvPr>
          <p:cNvSpPr/>
          <p:nvPr/>
        </p:nvSpPr>
        <p:spPr>
          <a:xfrm>
            <a:off x="476828" y="3026964"/>
            <a:ext cx="395485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75,00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8" name="tx13">
            <a:extLst>
              <a:ext uri="{FF2B5EF4-FFF2-40B4-BE49-F238E27FC236}">
                <a16:creationId xmlns:a16="http://schemas.microsoft.com/office/drawing/2014/main" id="{8354F502-CADA-4C1C-8E01-82044745B000}"/>
              </a:ext>
            </a:extLst>
          </p:cNvPr>
          <p:cNvSpPr/>
          <p:nvPr/>
        </p:nvSpPr>
        <p:spPr>
          <a:xfrm>
            <a:off x="476828" y="2165523"/>
            <a:ext cx="395485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100,00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9" name="tx19">
            <a:extLst>
              <a:ext uri="{FF2B5EF4-FFF2-40B4-BE49-F238E27FC236}">
                <a16:creationId xmlns:a16="http://schemas.microsoft.com/office/drawing/2014/main" id="{E1B5EF0C-D3A0-43E4-97FD-5B4D73600504}"/>
              </a:ext>
            </a:extLst>
          </p:cNvPr>
          <p:cNvSpPr/>
          <p:nvPr/>
        </p:nvSpPr>
        <p:spPr>
          <a:xfrm rot="16200000">
            <a:off x="-214886" y="3317153"/>
            <a:ext cx="790525" cy="18801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Something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E5608D7-08F9-42C6-9AC1-8B0FFDA24838}"/>
              </a:ext>
            </a:extLst>
          </p:cNvPr>
          <p:cNvSpPr txBox="1"/>
          <p:nvPr/>
        </p:nvSpPr>
        <p:spPr>
          <a:xfrm>
            <a:off x="8641420" y="2212037"/>
            <a:ext cx="91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431800">
                    <a:srgbClr val="D729E9"/>
                  </a:glow>
                </a:effectLst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  <a:endParaRPr kumimoji="0" lang="de-DE" sz="4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glow rad="431800">
                  <a:srgbClr val="D729E9"/>
                </a:glow>
              </a:effectLst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75D8694-E316-4031-A546-1DB8FA0648C4}"/>
              </a:ext>
            </a:extLst>
          </p:cNvPr>
          <p:cNvSpPr txBox="1"/>
          <p:nvPr/>
        </p:nvSpPr>
        <p:spPr>
          <a:xfrm>
            <a:off x="419099" y="428625"/>
            <a:ext cx="822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F542B0D-5552-4006-BA8E-745FAD497661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Foliennummernplatzhalter 3">
            <a:extLst>
              <a:ext uri="{FF2B5EF4-FFF2-40B4-BE49-F238E27FC236}">
                <a16:creationId xmlns:a16="http://schemas.microsoft.com/office/drawing/2014/main" id="{3F860A59-1160-4AA5-BFEF-8B12021CDD0F}"/>
              </a:ext>
            </a:extLst>
          </p:cNvPr>
          <p:cNvSpPr txBox="1">
            <a:spLocks/>
          </p:cNvSpPr>
          <p:nvPr/>
        </p:nvSpPr>
        <p:spPr>
          <a:xfrm flipH="1">
            <a:off x="10982131" y="6356350"/>
            <a:ext cx="447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7C2EC9-5094-44FC-A3A7-702AB575948A}" type="slidenum">
              <a:rPr lang="de-DE" smtClean="0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pPr>
                <a:defRPr/>
              </a:pPr>
              <a:t>20</a:t>
            </a:fld>
            <a:endParaRPr lang="de-DE">
              <a:solidFill>
                <a:prstClr val="white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5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1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65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6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1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xit" presetSubtype="2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1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2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xit" presetSubtype="2" fill="hold" grpId="1" nodeType="withEffect">
                                  <p:stCondLst>
                                    <p:cond delay="37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3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76" grpId="0"/>
      <p:bldP spid="77" grpId="0"/>
      <p:bldP spid="78" grpId="0"/>
      <p:bldP spid="79" grpId="0"/>
      <p:bldP spid="6" grpId="0"/>
      <p:bldP spid="6" grpId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F181070C-6DE6-4BD3-A999-89958665AE0D}"/>
              </a:ext>
            </a:extLst>
          </p:cNvPr>
          <p:cNvSpPr txBox="1"/>
          <p:nvPr/>
        </p:nvSpPr>
        <p:spPr>
          <a:xfrm>
            <a:off x="419099" y="890290"/>
            <a:ext cx="11462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Gold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standard</a:t>
            </a: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: Walk-forward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validation</a:t>
            </a:r>
            <a:endParaRPr kumimoji="0" lang="de-DE" sz="2000" b="0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1907611-704A-4C27-BFB2-FCABECABD938}"/>
              </a:ext>
            </a:extLst>
          </p:cNvPr>
          <p:cNvSpPr/>
          <p:nvPr/>
        </p:nvSpPr>
        <p:spPr>
          <a:xfrm>
            <a:off x="1778260" y="1448499"/>
            <a:ext cx="1643450" cy="1214313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C39CC1E2-B9C1-4AB5-AA8F-CDE540F9362D}"/>
              </a:ext>
            </a:extLst>
          </p:cNvPr>
          <p:cNvSpPr/>
          <p:nvPr/>
        </p:nvSpPr>
        <p:spPr>
          <a:xfrm>
            <a:off x="3421710" y="1449923"/>
            <a:ext cx="821673" cy="1214313"/>
          </a:xfrm>
          <a:prstGeom prst="rect">
            <a:avLst/>
          </a:prstGeom>
          <a:solidFill>
            <a:schemeClr val="accent2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4" name="pl5">
            <a:extLst>
              <a:ext uri="{FF2B5EF4-FFF2-40B4-BE49-F238E27FC236}">
                <a16:creationId xmlns:a16="http://schemas.microsoft.com/office/drawing/2014/main" id="{24F8AE2F-AE5A-4706-91F1-249AA1EDB7C6}"/>
              </a:ext>
            </a:extLst>
          </p:cNvPr>
          <p:cNvSpPr/>
          <p:nvPr/>
        </p:nvSpPr>
        <p:spPr>
          <a:xfrm>
            <a:off x="1834352" y="1483106"/>
            <a:ext cx="7399554" cy="1179706"/>
          </a:xfrm>
          <a:custGeom>
            <a:avLst/>
            <a:gdLst/>
            <a:ahLst/>
            <a:cxnLst/>
            <a:rect l="0" t="0" r="0" b="0"/>
            <a:pathLst>
              <a:path w="7399554" h="1179706">
                <a:moveTo>
                  <a:pt x="0" y="845701"/>
                </a:moveTo>
                <a:lnTo>
                  <a:pt x="2251" y="814588"/>
                </a:lnTo>
                <a:lnTo>
                  <a:pt x="4502" y="888354"/>
                </a:lnTo>
                <a:lnTo>
                  <a:pt x="9004" y="782874"/>
                </a:lnTo>
                <a:lnTo>
                  <a:pt x="11255" y="877726"/>
                </a:lnTo>
                <a:lnTo>
                  <a:pt x="13506" y="1025817"/>
                </a:lnTo>
                <a:lnTo>
                  <a:pt x="15758" y="482665"/>
                </a:lnTo>
                <a:lnTo>
                  <a:pt x="18009" y="537676"/>
                </a:lnTo>
                <a:lnTo>
                  <a:pt x="20260" y="484598"/>
                </a:lnTo>
                <a:lnTo>
                  <a:pt x="22511" y="606461"/>
                </a:lnTo>
                <a:lnTo>
                  <a:pt x="24762" y="771644"/>
                </a:lnTo>
                <a:lnTo>
                  <a:pt x="27013" y="684866"/>
                </a:lnTo>
                <a:lnTo>
                  <a:pt x="29265" y="645669"/>
                </a:lnTo>
                <a:lnTo>
                  <a:pt x="31516" y="441429"/>
                </a:lnTo>
                <a:lnTo>
                  <a:pt x="33767" y="428298"/>
                </a:lnTo>
                <a:lnTo>
                  <a:pt x="36018" y="548015"/>
                </a:lnTo>
                <a:lnTo>
                  <a:pt x="38269" y="553522"/>
                </a:lnTo>
                <a:lnTo>
                  <a:pt x="40520" y="615995"/>
                </a:lnTo>
                <a:lnTo>
                  <a:pt x="42771" y="748132"/>
                </a:lnTo>
                <a:lnTo>
                  <a:pt x="47274" y="583153"/>
                </a:lnTo>
                <a:lnTo>
                  <a:pt x="49525" y="445497"/>
                </a:lnTo>
                <a:lnTo>
                  <a:pt x="51776" y="501990"/>
                </a:lnTo>
                <a:lnTo>
                  <a:pt x="54027" y="552900"/>
                </a:lnTo>
                <a:lnTo>
                  <a:pt x="56278" y="460828"/>
                </a:lnTo>
                <a:lnTo>
                  <a:pt x="58530" y="548863"/>
                </a:lnTo>
                <a:lnTo>
                  <a:pt x="60781" y="647848"/>
                </a:lnTo>
                <a:lnTo>
                  <a:pt x="63032" y="575413"/>
                </a:lnTo>
                <a:lnTo>
                  <a:pt x="65283" y="461719"/>
                </a:lnTo>
                <a:lnTo>
                  <a:pt x="67534" y="397594"/>
                </a:lnTo>
                <a:lnTo>
                  <a:pt x="69785" y="110859"/>
                </a:lnTo>
                <a:lnTo>
                  <a:pt x="72037" y="72853"/>
                </a:lnTo>
                <a:lnTo>
                  <a:pt x="74288" y="393256"/>
                </a:lnTo>
                <a:lnTo>
                  <a:pt x="76539" y="574865"/>
                </a:lnTo>
                <a:lnTo>
                  <a:pt x="90046" y="346501"/>
                </a:lnTo>
                <a:lnTo>
                  <a:pt x="92297" y="622082"/>
                </a:lnTo>
                <a:lnTo>
                  <a:pt x="96799" y="71308"/>
                </a:lnTo>
                <a:lnTo>
                  <a:pt x="99050" y="790088"/>
                </a:lnTo>
                <a:lnTo>
                  <a:pt x="101302" y="302838"/>
                </a:lnTo>
                <a:lnTo>
                  <a:pt x="103553" y="478553"/>
                </a:lnTo>
                <a:lnTo>
                  <a:pt x="105804" y="632442"/>
                </a:lnTo>
                <a:lnTo>
                  <a:pt x="108055" y="976421"/>
                </a:lnTo>
                <a:lnTo>
                  <a:pt x="110306" y="412345"/>
                </a:lnTo>
                <a:lnTo>
                  <a:pt x="112557" y="593170"/>
                </a:lnTo>
                <a:lnTo>
                  <a:pt x="114809" y="588672"/>
                </a:lnTo>
                <a:lnTo>
                  <a:pt x="117060" y="660001"/>
                </a:lnTo>
                <a:lnTo>
                  <a:pt x="119311" y="563249"/>
                </a:lnTo>
                <a:lnTo>
                  <a:pt x="121562" y="678714"/>
                </a:lnTo>
                <a:lnTo>
                  <a:pt x="123813" y="615147"/>
                </a:lnTo>
                <a:lnTo>
                  <a:pt x="126064" y="499424"/>
                </a:lnTo>
                <a:lnTo>
                  <a:pt x="128315" y="495237"/>
                </a:lnTo>
                <a:lnTo>
                  <a:pt x="130567" y="446163"/>
                </a:lnTo>
                <a:lnTo>
                  <a:pt x="132818" y="494528"/>
                </a:lnTo>
                <a:lnTo>
                  <a:pt x="135069" y="453603"/>
                </a:lnTo>
                <a:lnTo>
                  <a:pt x="137320" y="702301"/>
                </a:lnTo>
                <a:lnTo>
                  <a:pt x="139571" y="751718"/>
                </a:lnTo>
                <a:lnTo>
                  <a:pt x="141822" y="569293"/>
                </a:lnTo>
                <a:lnTo>
                  <a:pt x="144074" y="466067"/>
                </a:lnTo>
                <a:lnTo>
                  <a:pt x="146325" y="602811"/>
                </a:lnTo>
                <a:lnTo>
                  <a:pt x="148576" y="534530"/>
                </a:lnTo>
                <a:lnTo>
                  <a:pt x="150827" y="487088"/>
                </a:lnTo>
                <a:lnTo>
                  <a:pt x="153078" y="641718"/>
                </a:lnTo>
                <a:lnTo>
                  <a:pt x="155329" y="900722"/>
                </a:lnTo>
                <a:lnTo>
                  <a:pt x="157581" y="556228"/>
                </a:lnTo>
                <a:lnTo>
                  <a:pt x="159832" y="482837"/>
                </a:lnTo>
                <a:lnTo>
                  <a:pt x="162083" y="512887"/>
                </a:lnTo>
                <a:lnTo>
                  <a:pt x="164334" y="493938"/>
                </a:lnTo>
                <a:lnTo>
                  <a:pt x="166585" y="591592"/>
                </a:lnTo>
                <a:lnTo>
                  <a:pt x="168836" y="680754"/>
                </a:lnTo>
                <a:lnTo>
                  <a:pt x="171087" y="830756"/>
                </a:lnTo>
                <a:lnTo>
                  <a:pt x="173339" y="531310"/>
                </a:lnTo>
                <a:lnTo>
                  <a:pt x="175590" y="597872"/>
                </a:lnTo>
                <a:lnTo>
                  <a:pt x="177841" y="543108"/>
                </a:lnTo>
                <a:lnTo>
                  <a:pt x="180092" y="548670"/>
                </a:lnTo>
                <a:lnTo>
                  <a:pt x="182343" y="641417"/>
                </a:lnTo>
                <a:lnTo>
                  <a:pt x="184594" y="721733"/>
                </a:lnTo>
                <a:lnTo>
                  <a:pt x="186846" y="1090651"/>
                </a:lnTo>
                <a:lnTo>
                  <a:pt x="189097" y="645121"/>
                </a:lnTo>
                <a:lnTo>
                  <a:pt x="191348" y="701807"/>
                </a:lnTo>
                <a:lnTo>
                  <a:pt x="193599" y="705597"/>
                </a:lnTo>
                <a:lnTo>
                  <a:pt x="195850" y="902472"/>
                </a:lnTo>
                <a:lnTo>
                  <a:pt x="198101" y="800878"/>
                </a:lnTo>
                <a:lnTo>
                  <a:pt x="202604" y="1096030"/>
                </a:lnTo>
                <a:lnTo>
                  <a:pt x="204855" y="595135"/>
                </a:lnTo>
                <a:lnTo>
                  <a:pt x="207106" y="414578"/>
                </a:lnTo>
                <a:lnTo>
                  <a:pt x="209357" y="486230"/>
                </a:lnTo>
                <a:lnTo>
                  <a:pt x="211608" y="428202"/>
                </a:lnTo>
                <a:lnTo>
                  <a:pt x="213859" y="640752"/>
                </a:lnTo>
                <a:lnTo>
                  <a:pt x="216111" y="700572"/>
                </a:lnTo>
                <a:lnTo>
                  <a:pt x="218362" y="810132"/>
                </a:lnTo>
                <a:lnTo>
                  <a:pt x="220613" y="1153832"/>
                </a:lnTo>
                <a:lnTo>
                  <a:pt x="222864" y="669148"/>
                </a:lnTo>
                <a:lnTo>
                  <a:pt x="225115" y="329410"/>
                </a:lnTo>
                <a:lnTo>
                  <a:pt x="227366" y="352524"/>
                </a:lnTo>
                <a:lnTo>
                  <a:pt x="229618" y="256728"/>
                </a:lnTo>
                <a:lnTo>
                  <a:pt x="231869" y="555283"/>
                </a:lnTo>
                <a:lnTo>
                  <a:pt x="234120" y="831529"/>
                </a:lnTo>
                <a:lnTo>
                  <a:pt x="236371" y="550838"/>
                </a:lnTo>
                <a:lnTo>
                  <a:pt x="238622" y="390240"/>
                </a:lnTo>
                <a:lnTo>
                  <a:pt x="240873" y="406161"/>
                </a:lnTo>
                <a:lnTo>
                  <a:pt x="243125" y="418497"/>
                </a:lnTo>
                <a:lnTo>
                  <a:pt x="245376" y="329141"/>
                </a:lnTo>
                <a:lnTo>
                  <a:pt x="247627" y="630692"/>
                </a:lnTo>
                <a:lnTo>
                  <a:pt x="249878" y="743720"/>
                </a:lnTo>
                <a:lnTo>
                  <a:pt x="252129" y="392838"/>
                </a:lnTo>
                <a:lnTo>
                  <a:pt x="254380" y="397508"/>
                </a:lnTo>
                <a:lnTo>
                  <a:pt x="256631" y="580792"/>
                </a:lnTo>
                <a:lnTo>
                  <a:pt x="258883" y="644445"/>
                </a:lnTo>
                <a:lnTo>
                  <a:pt x="261134" y="508625"/>
                </a:lnTo>
                <a:lnTo>
                  <a:pt x="263385" y="758181"/>
                </a:lnTo>
                <a:lnTo>
                  <a:pt x="265636" y="1138254"/>
                </a:lnTo>
                <a:lnTo>
                  <a:pt x="267887" y="627106"/>
                </a:lnTo>
                <a:lnTo>
                  <a:pt x="270138" y="1104479"/>
                </a:lnTo>
                <a:lnTo>
                  <a:pt x="272390" y="475773"/>
                </a:lnTo>
                <a:lnTo>
                  <a:pt x="274641" y="421342"/>
                </a:lnTo>
                <a:lnTo>
                  <a:pt x="276892" y="611056"/>
                </a:lnTo>
                <a:lnTo>
                  <a:pt x="279143" y="769722"/>
                </a:lnTo>
                <a:lnTo>
                  <a:pt x="281394" y="875042"/>
                </a:lnTo>
                <a:lnTo>
                  <a:pt x="283645" y="496225"/>
                </a:lnTo>
                <a:lnTo>
                  <a:pt x="285897" y="677791"/>
                </a:lnTo>
                <a:lnTo>
                  <a:pt x="288148" y="462933"/>
                </a:lnTo>
                <a:lnTo>
                  <a:pt x="290399" y="606064"/>
                </a:lnTo>
                <a:lnTo>
                  <a:pt x="292650" y="716494"/>
                </a:lnTo>
                <a:lnTo>
                  <a:pt x="294901" y="805559"/>
                </a:lnTo>
                <a:lnTo>
                  <a:pt x="297152" y="913294"/>
                </a:lnTo>
                <a:lnTo>
                  <a:pt x="299403" y="566105"/>
                </a:lnTo>
                <a:lnTo>
                  <a:pt x="301655" y="449695"/>
                </a:lnTo>
                <a:lnTo>
                  <a:pt x="303906" y="663974"/>
                </a:lnTo>
                <a:lnTo>
                  <a:pt x="306157" y="933649"/>
                </a:lnTo>
                <a:lnTo>
                  <a:pt x="308408" y="802553"/>
                </a:lnTo>
                <a:lnTo>
                  <a:pt x="310659" y="776003"/>
                </a:lnTo>
                <a:lnTo>
                  <a:pt x="312910" y="1071413"/>
                </a:lnTo>
                <a:lnTo>
                  <a:pt x="315162" y="710911"/>
                </a:lnTo>
                <a:lnTo>
                  <a:pt x="317413" y="528840"/>
                </a:lnTo>
                <a:lnTo>
                  <a:pt x="319664" y="597014"/>
                </a:lnTo>
                <a:lnTo>
                  <a:pt x="321915" y="604690"/>
                </a:lnTo>
                <a:lnTo>
                  <a:pt x="324166" y="720380"/>
                </a:lnTo>
                <a:lnTo>
                  <a:pt x="326417" y="946844"/>
                </a:lnTo>
                <a:lnTo>
                  <a:pt x="330920" y="1056683"/>
                </a:lnTo>
                <a:lnTo>
                  <a:pt x="333171" y="657661"/>
                </a:lnTo>
                <a:lnTo>
                  <a:pt x="335422" y="529839"/>
                </a:lnTo>
                <a:lnTo>
                  <a:pt x="337673" y="456588"/>
                </a:lnTo>
                <a:lnTo>
                  <a:pt x="339924" y="734197"/>
                </a:lnTo>
                <a:lnTo>
                  <a:pt x="342175" y="937525"/>
                </a:lnTo>
                <a:lnTo>
                  <a:pt x="344427" y="919714"/>
                </a:lnTo>
                <a:lnTo>
                  <a:pt x="346678" y="518706"/>
                </a:lnTo>
                <a:lnTo>
                  <a:pt x="348929" y="641407"/>
                </a:lnTo>
                <a:lnTo>
                  <a:pt x="351180" y="467388"/>
                </a:lnTo>
                <a:lnTo>
                  <a:pt x="353431" y="751278"/>
                </a:lnTo>
                <a:lnTo>
                  <a:pt x="355682" y="737128"/>
                </a:lnTo>
                <a:lnTo>
                  <a:pt x="357934" y="1123450"/>
                </a:lnTo>
                <a:lnTo>
                  <a:pt x="360185" y="1089202"/>
                </a:lnTo>
                <a:lnTo>
                  <a:pt x="362436" y="542980"/>
                </a:lnTo>
                <a:lnTo>
                  <a:pt x="364687" y="458080"/>
                </a:lnTo>
                <a:lnTo>
                  <a:pt x="366938" y="479638"/>
                </a:lnTo>
                <a:lnTo>
                  <a:pt x="369189" y="483245"/>
                </a:lnTo>
                <a:lnTo>
                  <a:pt x="371440" y="693368"/>
                </a:lnTo>
                <a:lnTo>
                  <a:pt x="373692" y="996959"/>
                </a:lnTo>
                <a:lnTo>
                  <a:pt x="375943" y="1150150"/>
                </a:lnTo>
                <a:lnTo>
                  <a:pt x="378194" y="731782"/>
                </a:lnTo>
                <a:lnTo>
                  <a:pt x="380445" y="491071"/>
                </a:lnTo>
                <a:lnTo>
                  <a:pt x="382696" y="405796"/>
                </a:lnTo>
                <a:lnTo>
                  <a:pt x="384947" y="464640"/>
                </a:lnTo>
                <a:lnTo>
                  <a:pt x="387199" y="706456"/>
                </a:lnTo>
                <a:lnTo>
                  <a:pt x="389450" y="888880"/>
                </a:lnTo>
                <a:lnTo>
                  <a:pt x="393952" y="886089"/>
                </a:lnTo>
                <a:lnTo>
                  <a:pt x="396203" y="752073"/>
                </a:lnTo>
                <a:lnTo>
                  <a:pt x="398454" y="455396"/>
                </a:lnTo>
                <a:lnTo>
                  <a:pt x="400706" y="492328"/>
                </a:lnTo>
                <a:lnTo>
                  <a:pt x="402957" y="518534"/>
                </a:lnTo>
                <a:lnTo>
                  <a:pt x="405208" y="759223"/>
                </a:lnTo>
                <a:lnTo>
                  <a:pt x="407459" y="1070661"/>
                </a:lnTo>
                <a:lnTo>
                  <a:pt x="409710" y="571226"/>
                </a:lnTo>
                <a:lnTo>
                  <a:pt x="411961" y="438294"/>
                </a:lnTo>
                <a:lnTo>
                  <a:pt x="414212" y="496590"/>
                </a:lnTo>
                <a:lnTo>
                  <a:pt x="416464" y="524256"/>
                </a:lnTo>
                <a:lnTo>
                  <a:pt x="418715" y="466722"/>
                </a:lnTo>
                <a:lnTo>
                  <a:pt x="420966" y="692789"/>
                </a:lnTo>
                <a:lnTo>
                  <a:pt x="423217" y="1081096"/>
                </a:lnTo>
                <a:lnTo>
                  <a:pt x="425468" y="666153"/>
                </a:lnTo>
                <a:lnTo>
                  <a:pt x="427719" y="487647"/>
                </a:lnTo>
                <a:lnTo>
                  <a:pt x="429971" y="549937"/>
                </a:lnTo>
                <a:lnTo>
                  <a:pt x="432222" y="695516"/>
                </a:lnTo>
                <a:lnTo>
                  <a:pt x="434473" y="530902"/>
                </a:lnTo>
                <a:lnTo>
                  <a:pt x="436724" y="899831"/>
                </a:lnTo>
                <a:lnTo>
                  <a:pt x="438975" y="1042275"/>
                </a:lnTo>
                <a:lnTo>
                  <a:pt x="441226" y="727262"/>
                </a:lnTo>
                <a:lnTo>
                  <a:pt x="443478" y="570668"/>
                </a:lnTo>
                <a:lnTo>
                  <a:pt x="445729" y="588156"/>
                </a:lnTo>
                <a:lnTo>
                  <a:pt x="447980" y="679949"/>
                </a:lnTo>
                <a:lnTo>
                  <a:pt x="450231" y="545642"/>
                </a:lnTo>
                <a:lnTo>
                  <a:pt x="452482" y="728024"/>
                </a:lnTo>
                <a:lnTo>
                  <a:pt x="454733" y="993341"/>
                </a:lnTo>
                <a:lnTo>
                  <a:pt x="456984" y="616113"/>
                </a:lnTo>
                <a:lnTo>
                  <a:pt x="459236" y="543667"/>
                </a:lnTo>
                <a:lnTo>
                  <a:pt x="461487" y="445304"/>
                </a:lnTo>
                <a:lnTo>
                  <a:pt x="463738" y="439679"/>
                </a:lnTo>
                <a:lnTo>
                  <a:pt x="465989" y="464049"/>
                </a:lnTo>
                <a:lnTo>
                  <a:pt x="468240" y="720702"/>
                </a:lnTo>
                <a:lnTo>
                  <a:pt x="470491" y="927412"/>
                </a:lnTo>
                <a:lnTo>
                  <a:pt x="472743" y="689793"/>
                </a:lnTo>
                <a:lnTo>
                  <a:pt x="474994" y="571473"/>
                </a:lnTo>
                <a:lnTo>
                  <a:pt x="477245" y="648095"/>
                </a:lnTo>
                <a:lnTo>
                  <a:pt x="479496" y="619784"/>
                </a:lnTo>
                <a:lnTo>
                  <a:pt x="481747" y="512704"/>
                </a:lnTo>
                <a:lnTo>
                  <a:pt x="483998" y="682321"/>
                </a:lnTo>
                <a:lnTo>
                  <a:pt x="486250" y="789788"/>
                </a:lnTo>
                <a:lnTo>
                  <a:pt x="488501" y="591807"/>
                </a:lnTo>
                <a:lnTo>
                  <a:pt x="490752" y="734992"/>
                </a:lnTo>
                <a:lnTo>
                  <a:pt x="493003" y="577646"/>
                </a:lnTo>
                <a:lnTo>
                  <a:pt x="495254" y="502935"/>
                </a:lnTo>
                <a:lnTo>
                  <a:pt x="497505" y="561381"/>
                </a:lnTo>
                <a:lnTo>
                  <a:pt x="499756" y="660001"/>
                </a:lnTo>
                <a:lnTo>
                  <a:pt x="502008" y="1035093"/>
                </a:lnTo>
                <a:lnTo>
                  <a:pt x="504259" y="553404"/>
                </a:lnTo>
                <a:lnTo>
                  <a:pt x="506510" y="482472"/>
                </a:lnTo>
                <a:lnTo>
                  <a:pt x="508761" y="648321"/>
                </a:lnTo>
                <a:lnTo>
                  <a:pt x="511012" y="391506"/>
                </a:lnTo>
                <a:lnTo>
                  <a:pt x="513263" y="382853"/>
                </a:lnTo>
                <a:lnTo>
                  <a:pt x="515515" y="673571"/>
                </a:lnTo>
                <a:lnTo>
                  <a:pt x="517766" y="770184"/>
                </a:lnTo>
                <a:lnTo>
                  <a:pt x="520017" y="430693"/>
                </a:lnTo>
                <a:lnTo>
                  <a:pt x="522268" y="144677"/>
                </a:lnTo>
                <a:lnTo>
                  <a:pt x="524519" y="444724"/>
                </a:lnTo>
                <a:lnTo>
                  <a:pt x="526770" y="344107"/>
                </a:lnTo>
                <a:lnTo>
                  <a:pt x="529022" y="394523"/>
                </a:lnTo>
                <a:lnTo>
                  <a:pt x="531273" y="618120"/>
                </a:lnTo>
                <a:lnTo>
                  <a:pt x="533524" y="1077994"/>
                </a:lnTo>
                <a:lnTo>
                  <a:pt x="535775" y="483352"/>
                </a:lnTo>
                <a:lnTo>
                  <a:pt x="538026" y="443071"/>
                </a:lnTo>
                <a:lnTo>
                  <a:pt x="540277" y="371291"/>
                </a:lnTo>
                <a:lnTo>
                  <a:pt x="542528" y="363829"/>
                </a:lnTo>
                <a:lnTo>
                  <a:pt x="544780" y="432475"/>
                </a:lnTo>
                <a:lnTo>
                  <a:pt x="547031" y="587995"/>
                </a:lnTo>
                <a:lnTo>
                  <a:pt x="549282" y="833902"/>
                </a:lnTo>
                <a:lnTo>
                  <a:pt x="551533" y="407900"/>
                </a:lnTo>
                <a:lnTo>
                  <a:pt x="553784" y="451993"/>
                </a:lnTo>
                <a:lnTo>
                  <a:pt x="556035" y="438519"/>
                </a:lnTo>
                <a:lnTo>
                  <a:pt x="558287" y="426881"/>
                </a:lnTo>
                <a:lnTo>
                  <a:pt x="560538" y="547188"/>
                </a:lnTo>
                <a:lnTo>
                  <a:pt x="562789" y="506349"/>
                </a:lnTo>
                <a:lnTo>
                  <a:pt x="565040" y="723440"/>
                </a:lnTo>
                <a:lnTo>
                  <a:pt x="567291" y="395543"/>
                </a:lnTo>
                <a:lnTo>
                  <a:pt x="569542" y="337966"/>
                </a:lnTo>
                <a:lnTo>
                  <a:pt x="571794" y="277652"/>
                </a:lnTo>
                <a:lnTo>
                  <a:pt x="574045" y="358107"/>
                </a:lnTo>
                <a:lnTo>
                  <a:pt x="576296" y="858369"/>
                </a:lnTo>
                <a:lnTo>
                  <a:pt x="578547" y="730955"/>
                </a:lnTo>
                <a:lnTo>
                  <a:pt x="580798" y="849072"/>
                </a:lnTo>
                <a:lnTo>
                  <a:pt x="583049" y="425507"/>
                </a:lnTo>
                <a:lnTo>
                  <a:pt x="585300" y="346534"/>
                </a:lnTo>
                <a:lnTo>
                  <a:pt x="587552" y="388286"/>
                </a:lnTo>
                <a:lnTo>
                  <a:pt x="589803" y="417509"/>
                </a:lnTo>
                <a:lnTo>
                  <a:pt x="592054" y="458370"/>
                </a:lnTo>
                <a:lnTo>
                  <a:pt x="594305" y="726478"/>
                </a:lnTo>
                <a:lnTo>
                  <a:pt x="596556" y="863393"/>
                </a:lnTo>
                <a:lnTo>
                  <a:pt x="598807" y="702451"/>
                </a:lnTo>
                <a:lnTo>
                  <a:pt x="601059" y="572589"/>
                </a:lnTo>
                <a:lnTo>
                  <a:pt x="603310" y="431734"/>
                </a:lnTo>
                <a:lnTo>
                  <a:pt x="605561" y="489032"/>
                </a:lnTo>
                <a:lnTo>
                  <a:pt x="607812" y="599783"/>
                </a:lnTo>
                <a:lnTo>
                  <a:pt x="610063" y="822887"/>
                </a:lnTo>
                <a:lnTo>
                  <a:pt x="612314" y="1005376"/>
                </a:lnTo>
                <a:lnTo>
                  <a:pt x="614566" y="404819"/>
                </a:lnTo>
                <a:lnTo>
                  <a:pt x="616817" y="493863"/>
                </a:lnTo>
                <a:lnTo>
                  <a:pt x="619068" y="950505"/>
                </a:lnTo>
                <a:lnTo>
                  <a:pt x="621319" y="486154"/>
                </a:lnTo>
                <a:lnTo>
                  <a:pt x="623570" y="671456"/>
                </a:lnTo>
                <a:lnTo>
                  <a:pt x="625821" y="716225"/>
                </a:lnTo>
                <a:lnTo>
                  <a:pt x="628072" y="863737"/>
                </a:lnTo>
                <a:lnTo>
                  <a:pt x="630324" y="657489"/>
                </a:lnTo>
                <a:lnTo>
                  <a:pt x="632575" y="560211"/>
                </a:lnTo>
                <a:lnTo>
                  <a:pt x="634826" y="388844"/>
                </a:lnTo>
                <a:lnTo>
                  <a:pt x="637077" y="359567"/>
                </a:lnTo>
                <a:lnTo>
                  <a:pt x="639328" y="507476"/>
                </a:lnTo>
                <a:lnTo>
                  <a:pt x="641579" y="764344"/>
                </a:lnTo>
                <a:lnTo>
                  <a:pt x="643831" y="937042"/>
                </a:lnTo>
                <a:lnTo>
                  <a:pt x="646082" y="595854"/>
                </a:lnTo>
                <a:lnTo>
                  <a:pt x="648333" y="623306"/>
                </a:lnTo>
                <a:lnTo>
                  <a:pt x="650584" y="633097"/>
                </a:lnTo>
                <a:lnTo>
                  <a:pt x="652835" y="660484"/>
                </a:lnTo>
                <a:lnTo>
                  <a:pt x="655086" y="563743"/>
                </a:lnTo>
                <a:lnTo>
                  <a:pt x="657337" y="735024"/>
                </a:lnTo>
                <a:lnTo>
                  <a:pt x="659589" y="758514"/>
                </a:lnTo>
                <a:lnTo>
                  <a:pt x="661840" y="449072"/>
                </a:lnTo>
                <a:lnTo>
                  <a:pt x="664091" y="400772"/>
                </a:lnTo>
                <a:lnTo>
                  <a:pt x="666342" y="304309"/>
                </a:lnTo>
                <a:lnTo>
                  <a:pt x="668593" y="425475"/>
                </a:lnTo>
                <a:lnTo>
                  <a:pt x="670844" y="391002"/>
                </a:lnTo>
                <a:lnTo>
                  <a:pt x="673096" y="697598"/>
                </a:lnTo>
                <a:lnTo>
                  <a:pt x="675347" y="715055"/>
                </a:lnTo>
                <a:lnTo>
                  <a:pt x="677598" y="618539"/>
                </a:lnTo>
                <a:lnTo>
                  <a:pt x="679849" y="286552"/>
                </a:lnTo>
                <a:lnTo>
                  <a:pt x="682100" y="479251"/>
                </a:lnTo>
                <a:lnTo>
                  <a:pt x="684351" y="863136"/>
                </a:lnTo>
                <a:lnTo>
                  <a:pt x="686603" y="815060"/>
                </a:lnTo>
                <a:lnTo>
                  <a:pt x="688854" y="802993"/>
                </a:lnTo>
                <a:lnTo>
                  <a:pt x="691105" y="984130"/>
                </a:lnTo>
                <a:lnTo>
                  <a:pt x="693356" y="606257"/>
                </a:lnTo>
                <a:lnTo>
                  <a:pt x="695607" y="593889"/>
                </a:lnTo>
                <a:lnTo>
                  <a:pt x="697858" y="803487"/>
                </a:lnTo>
                <a:lnTo>
                  <a:pt x="700109" y="691296"/>
                </a:lnTo>
                <a:lnTo>
                  <a:pt x="702361" y="402414"/>
                </a:lnTo>
                <a:lnTo>
                  <a:pt x="704612" y="699134"/>
                </a:lnTo>
                <a:lnTo>
                  <a:pt x="706863" y="822522"/>
                </a:lnTo>
                <a:lnTo>
                  <a:pt x="709114" y="362938"/>
                </a:lnTo>
                <a:lnTo>
                  <a:pt x="711365" y="375993"/>
                </a:lnTo>
                <a:lnTo>
                  <a:pt x="713616" y="405925"/>
                </a:lnTo>
                <a:lnTo>
                  <a:pt x="715868" y="285876"/>
                </a:lnTo>
                <a:lnTo>
                  <a:pt x="718119" y="374952"/>
                </a:lnTo>
                <a:lnTo>
                  <a:pt x="720370" y="662191"/>
                </a:lnTo>
                <a:lnTo>
                  <a:pt x="722621" y="619269"/>
                </a:lnTo>
                <a:lnTo>
                  <a:pt x="724872" y="318975"/>
                </a:lnTo>
                <a:lnTo>
                  <a:pt x="727123" y="372085"/>
                </a:lnTo>
                <a:lnTo>
                  <a:pt x="729375" y="418593"/>
                </a:lnTo>
                <a:lnTo>
                  <a:pt x="731626" y="459594"/>
                </a:lnTo>
                <a:lnTo>
                  <a:pt x="733877" y="497255"/>
                </a:lnTo>
                <a:lnTo>
                  <a:pt x="736128" y="644864"/>
                </a:lnTo>
                <a:lnTo>
                  <a:pt x="740630" y="577592"/>
                </a:lnTo>
                <a:lnTo>
                  <a:pt x="742881" y="287261"/>
                </a:lnTo>
                <a:lnTo>
                  <a:pt x="745133" y="352846"/>
                </a:lnTo>
                <a:lnTo>
                  <a:pt x="747384" y="358279"/>
                </a:lnTo>
                <a:lnTo>
                  <a:pt x="749635" y="230736"/>
                </a:lnTo>
                <a:lnTo>
                  <a:pt x="751886" y="531621"/>
                </a:lnTo>
                <a:lnTo>
                  <a:pt x="754137" y="657897"/>
                </a:lnTo>
                <a:lnTo>
                  <a:pt x="756388" y="396241"/>
                </a:lnTo>
                <a:lnTo>
                  <a:pt x="758640" y="496192"/>
                </a:lnTo>
                <a:lnTo>
                  <a:pt x="760891" y="303590"/>
                </a:lnTo>
                <a:lnTo>
                  <a:pt x="763142" y="328368"/>
                </a:lnTo>
                <a:lnTo>
                  <a:pt x="765393" y="354017"/>
                </a:lnTo>
                <a:lnTo>
                  <a:pt x="767644" y="425722"/>
                </a:lnTo>
                <a:lnTo>
                  <a:pt x="769895" y="813235"/>
                </a:lnTo>
                <a:lnTo>
                  <a:pt x="772147" y="352642"/>
                </a:lnTo>
                <a:lnTo>
                  <a:pt x="774398" y="162756"/>
                </a:lnTo>
                <a:lnTo>
                  <a:pt x="778900" y="30908"/>
                </a:lnTo>
                <a:lnTo>
                  <a:pt x="781151" y="445530"/>
                </a:lnTo>
                <a:lnTo>
                  <a:pt x="783402" y="844144"/>
                </a:lnTo>
                <a:lnTo>
                  <a:pt x="785653" y="860591"/>
                </a:lnTo>
                <a:lnTo>
                  <a:pt x="787905" y="344354"/>
                </a:lnTo>
                <a:lnTo>
                  <a:pt x="790156" y="293756"/>
                </a:lnTo>
                <a:lnTo>
                  <a:pt x="792407" y="352310"/>
                </a:lnTo>
                <a:lnTo>
                  <a:pt x="794658" y="513091"/>
                </a:lnTo>
                <a:lnTo>
                  <a:pt x="796909" y="733993"/>
                </a:lnTo>
                <a:lnTo>
                  <a:pt x="799160" y="754434"/>
                </a:lnTo>
                <a:lnTo>
                  <a:pt x="812667" y="910653"/>
                </a:lnTo>
                <a:lnTo>
                  <a:pt x="823923" y="731900"/>
                </a:lnTo>
                <a:lnTo>
                  <a:pt x="826174" y="846892"/>
                </a:lnTo>
                <a:lnTo>
                  <a:pt x="828425" y="889385"/>
                </a:lnTo>
                <a:lnTo>
                  <a:pt x="830677" y="866088"/>
                </a:lnTo>
                <a:lnTo>
                  <a:pt x="832928" y="969582"/>
                </a:lnTo>
                <a:lnTo>
                  <a:pt x="835179" y="367029"/>
                </a:lnTo>
                <a:lnTo>
                  <a:pt x="837430" y="347715"/>
                </a:lnTo>
                <a:lnTo>
                  <a:pt x="839681" y="377915"/>
                </a:lnTo>
                <a:lnTo>
                  <a:pt x="841932" y="427955"/>
                </a:lnTo>
                <a:lnTo>
                  <a:pt x="844184" y="356561"/>
                </a:lnTo>
                <a:lnTo>
                  <a:pt x="846435" y="570045"/>
                </a:lnTo>
                <a:lnTo>
                  <a:pt x="848686" y="717127"/>
                </a:lnTo>
                <a:lnTo>
                  <a:pt x="850937" y="376025"/>
                </a:lnTo>
                <a:lnTo>
                  <a:pt x="853188" y="277974"/>
                </a:lnTo>
                <a:lnTo>
                  <a:pt x="855439" y="300874"/>
                </a:lnTo>
                <a:lnTo>
                  <a:pt x="857691" y="340221"/>
                </a:lnTo>
                <a:lnTo>
                  <a:pt x="859942" y="403144"/>
                </a:lnTo>
                <a:lnTo>
                  <a:pt x="862193" y="700937"/>
                </a:lnTo>
                <a:lnTo>
                  <a:pt x="864444" y="823746"/>
                </a:lnTo>
                <a:lnTo>
                  <a:pt x="866695" y="490857"/>
                </a:lnTo>
                <a:lnTo>
                  <a:pt x="868946" y="326844"/>
                </a:lnTo>
                <a:lnTo>
                  <a:pt x="871197" y="177743"/>
                </a:lnTo>
                <a:lnTo>
                  <a:pt x="873449" y="190498"/>
                </a:lnTo>
                <a:lnTo>
                  <a:pt x="875700" y="370571"/>
                </a:lnTo>
                <a:lnTo>
                  <a:pt x="877951" y="767768"/>
                </a:lnTo>
                <a:lnTo>
                  <a:pt x="880202" y="915248"/>
                </a:lnTo>
                <a:lnTo>
                  <a:pt x="882453" y="560103"/>
                </a:lnTo>
                <a:lnTo>
                  <a:pt x="884704" y="885660"/>
                </a:lnTo>
                <a:lnTo>
                  <a:pt x="886956" y="960790"/>
                </a:lnTo>
                <a:lnTo>
                  <a:pt x="889207" y="1045646"/>
                </a:lnTo>
                <a:lnTo>
                  <a:pt x="891458" y="815844"/>
                </a:lnTo>
                <a:lnTo>
                  <a:pt x="893709" y="801705"/>
                </a:lnTo>
                <a:lnTo>
                  <a:pt x="895960" y="974983"/>
                </a:lnTo>
                <a:lnTo>
                  <a:pt x="898211" y="883491"/>
                </a:lnTo>
                <a:lnTo>
                  <a:pt x="900463" y="884382"/>
                </a:lnTo>
                <a:lnTo>
                  <a:pt x="902714" y="510450"/>
                </a:lnTo>
                <a:lnTo>
                  <a:pt x="904965" y="406258"/>
                </a:lnTo>
                <a:lnTo>
                  <a:pt x="907216" y="443275"/>
                </a:lnTo>
                <a:lnTo>
                  <a:pt x="909467" y="667935"/>
                </a:lnTo>
                <a:lnTo>
                  <a:pt x="911718" y="814416"/>
                </a:lnTo>
                <a:lnTo>
                  <a:pt x="913969" y="661601"/>
                </a:lnTo>
                <a:lnTo>
                  <a:pt x="916221" y="442631"/>
                </a:lnTo>
                <a:lnTo>
                  <a:pt x="918472" y="359610"/>
                </a:lnTo>
                <a:lnTo>
                  <a:pt x="920723" y="514712"/>
                </a:lnTo>
                <a:lnTo>
                  <a:pt x="922974" y="404068"/>
                </a:lnTo>
                <a:lnTo>
                  <a:pt x="925225" y="653130"/>
                </a:lnTo>
                <a:lnTo>
                  <a:pt x="927476" y="726725"/>
                </a:lnTo>
                <a:lnTo>
                  <a:pt x="929728" y="337762"/>
                </a:lnTo>
                <a:lnTo>
                  <a:pt x="931979" y="466153"/>
                </a:lnTo>
                <a:lnTo>
                  <a:pt x="934230" y="526865"/>
                </a:lnTo>
                <a:lnTo>
                  <a:pt x="936481" y="355444"/>
                </a:lnTo>
                <a:lnTo>
                  <a:pt x="938732" y="481570"/>
                </a:lnTo>
                <a:lnTo>
                  <a:pt x="940983" y="755540"/>
                </a:lnTo>
                <a:lnTo>
                  <a:pt x="943235" y="847515"/>
                </a:lnTo>
                <a:lnTo>
                  <a:pt x="945486" y="359653"/>
                </a:lnTo>
                <a:lnTo>
                  <a:pt x="947737" y="287282"/>
                </a:lnTo>
                <a:lnTo>
                  <a:pt x="949988" y="179740"/>
                </a:lnTo>
                <a:lnTo>
                  <a:pt x="952239" y="326758"/>
                </a:lnTo>
                <a:lnTo>
                  <a:pt x="954490" y="401845"/>
                </a:lnTo>
                <a:lnTo>
                  <a:pt x="956741" y="627547"/>
                </a:lnTo>
                <a:lnTo>
                  <a:pt x="958993" y="728904"/>
                </a:lnTo>
                <a:lnTo>
                  <a:pt x="961244" y="457081"/>
                </a:lnTo>
                <a:lnTo>
                  <a:pt x="963495" y="645476"/>
                </a:lnTo>
                <a:lnTo>
                  <a:pt x="965746" y="454440"/>
                </a:lnTo>
                <a:lnTo>
                  <a:pt x="967997" y="648943"/>
                </a:lnTo>
                <a:lnTo>
                  <a:pt x="970248" y="783411"/>
                </a:lnTo>
                <a:lnTo>
                  <a:pt x="972500" y="932619"/>
                </a:lnTo>
                <a:lnTo>
                  <a:pt x="977002" y="741326"/>
                </a:lnTo>
                <a:lnTo>
                  <a:pt x="979253" y="518266"/>
                </a:lnTo>
                <a:lnTo>
                  <a:pt x="981504" y="291265"/>
                </a:lnTo>
                <a:lnTo>
                  <a:pt x="983755" y="342701"/>
                </a:lnTo>
                <a:lnTo>
                  <a:pt x="986006" y="575295"/>
                </a:lnTo>
                <a:lnTo>
                  <a:pt x="988258" y="998591"/>
                </a:lnTo>
                <a:lnTo>
                  <a:pt x="992760" y="774403"/>
                </a:lnTo>
                <a:lnTo>
                  <a:pt x="995011" y="590937"/>
                </a:lnTo>
                <a:lnTo>
                  <a:pt x="997262" y="419559"/>
                </a:lnTo>
                <a:lnTo>
                  <a:pt x="999513" y="285317"/>
                </a:lnTo>
                <a:lnTo>
                  <a:pt x="1001765" y="713735"/>
                </a:lnTo>
                <a:lnTo>
                  <a:pt x="1004016" y="1171579"/>
                </a:lnTo>
                <a:lnTo>
                  <a:pt x="1008518" y="832216"/>
                </a:lnTo>
                <a:lnTo>
                  <a:pt x="1010769" y="722291"/>
                </a:lnTo>
                <a:lnTo>
                  <a:pt x="1013020" y="505232"/>
                </a:lnTo>
                <a:lnTo>
                  <a:pt x="1015272" y="447602"/>
                </a:lnTo>
                <a:lnTo>
                  <a:pt x="1017523" y="718898"/>
                </a:lnTo>
                <a:lnTo>
                  <a:pt x="1019774" y="713294"/>
                </a:lnTo>
                <a:lnTo>
                  <a:pt x="1022025" y="921024"/>
                </a:lnTo>
                <a:lnTo>
                  <a:pt x="1024276" y="1075643"/>
                </a:lnTo>
                <a:lnTo>
                  <a:pt x="1026527" y="453217"/>
                </a:lnTo>
                <a:lnTo>
                  <a:pt x="1028778" y="684640"/>
                </a:lnTo>
                <a:lnTo>
                  <a:pt x="1031030" y="477437"/>
                </a:lnTo>
                <a:lnTo>
                  <a:pt x="1033281" y="339813"/>
                </a:lnTo>
                <a:lnTo>
                  <a:pt x="1035532" y="646345"/>
                </a:lnTo>
                <a:lnTo>
                  <a:pt x="1037783" y="677576"/>
                </a:lnTo>
                <a:lnTo>
                  <a:pt x="1040034" y="211980"/>
                </a:lnTo>
                <a:lnTo>
                  <a:pt x="1042285" y="274893"/>
                </a:lnTo>
                <a:lnTo>
                  <a:pt x="1044537" y="241558"/>
                </a:lnTo>
                <a:lnTo>
                  <a:pt x="1046788" y="289988"/>
                </a:lnTo>
                <a:lnTo>
                  <a:pt x="1049039" y="594233"/>
                </a:lnTo>
                <a:lnTo>
                  <a:pt x="1051290" y="985751"/>
                </a:lnTo>
                <a:lnTo>
                  <a:pt x="1055792" y="690352"/>
                </a:lnTo>
                <a:lnTo>
                  <a:pt x="1058044" y="585000"/>
                </a:lnTo>
                <a:lnTo>
                  <a:pt x="1060295" y="731180"/>
                </a:lnTo>
                <a:lnTo>
                  <a:pt x="1062546" y="1012440"/>
                </a:lnTo>
                <a:lnTo>
                  <a:pt x="1064797" y="912424"/>
                </a:lnTo>
                <a:lnTo>
                  <a:pt x="1067048" y="991001"/>
                </a:lnTo>
                <a:lnTo>
                  <a:pt x="1071550" y="668236"/>
                </a:lnTo>
                <a:lnTo>
                  <a:pt x="1073802" y="877715"/>
                </a:lnTo>
                <a:lnTo>
                  <a:pt x="1076053" y="745942"/>
                </a:lnTo>
                <a:lnTo>
                  <a:pt x="1078304" y="875471"/>
                </a:lnTo>
                <a:lnTo>
                  <a:pt x="1080555" y="837702"/>
                </a:lnTo>
                <a:lnTo>
                  <a:pt x="1082806" y="1041545"/>
                </a:lnTo>
                <a:lnTo>
                  <a:pt x="1085057" y="1114947"/>
                </a:lnTo>
                <a:lnTo>
                  <a:pt x="1087309" y="799955"/>
                </a:lnTo>
                <a:lnTo>
                  <a:pt x="1089560" y="768906"/>
                </a:lnTo>
                <a:lnTo>
                  <a:pt x="1094062" y="867376"/>
                </a:lnTo>
                <a:lnTo>
                  <a:pt x="1096313" y="811754"/>
                </a:lnTo>
                <a:lnTo>
                  <a:pt x="1098564" y="931502"/>
                </a:lnTo>
                <a:lnTo>
                  <a:pt x="1103067" y="689654"/>
                </a:lnTo>
                <a:lnTo>
                  <a:pt x="1105318" y="796745"/>
                </a:lnTo>
                <a:lnTo>
                  <a:pt x="1107569" y="863672"/>
                </a:lnTo>
                <a:lnTo>
                  <a:pt x="1109820" y="1096513"/>
                </a:lnTo>
                <a:lnTo>
                  <a:pt x="1112071" y="903513"/>
                </a:lnTo>
                <a:lnTo>
                  <a:pt x="1118825" y="843543"/>
                </a:lnTo>
                <a:lnTo>
                  <a:pt x="1121076" y="815887"/>
                </a:lnTo>
                <a:lnTo>
                  <a:pt x="1123327" y="868504"/>
                </a:lnTo>
                <a:lnTo>
                  <a:pt x="1125578" y="796530"/>
                </a:lnTo>
                <a:lnTo>
                  <a:pt x="1127829" y="775133"/>
                </a:lnTo>
                <a:lnTo>
                  <a:pt x="1130081" y="1108827"/>
                </a:lnTo>
                <a:lnTo>
                  <a:pt x="1134583" y="996390"/>
                </a:lnTo>
                <a:lnTo>
                  <a:pt x="1136834" y="608791"/>
                </a:lnTo>
                <a:lnTo>
                  <a:pt x="1139085" y="834696"/>
                </a:lnTo>
                <a:lnTo>
                  <a:pt x="1141336" y="542454"/>
                </a:lnTo>
                <a:lnTo>
                  <a:pt x="1143588" y="505082"/>
                </a:lnTo>
                <a:lnTo>
                  <a:pt x="1145839" y="879347"/>
                </a:lnTo>
                <a:lnTo>
                  <a:pt x="1148090" y="1174048"/>
                </a:lnTo>
                <a:lnTo>
                  <a:pt x="1150341" y="596895"/>
                </a:lnTo>
                <a:lnTo>
                  <a:pt x="1152592" y="629769"/>
                </a:lnTo>
                <a:lnTo>
                  <a:pt x="1154843" y="433913"/>
                </a:lnTo>
                <a:lnTo>
                  <a:pt x="1157094" y="775831"/>
                </a:lnTo>
                <a:lnTo>
                  <a:pt x="1159346" y="886884"/>
                </a:lnTo>
                <a:lnTo>
                  <a:pt x="1161597" y="958621"/>
                </a:lnTo>
                <a:lnTo>
                  <a:pt x="1166099" y="916418"/>
                </a:lnTo>
                <a:lnTo>
                  <a:pt x="1168350" y="712156"/>
                </a:lnTo>
                <a:lnTo>
                  <a:pt x="1170601" y="746050"/>
                </a:lnTo>
                <a:lnTo>
                  <a:pt x="1172853" y="789809"/>
                </a:lnTo>
                <a:lnTo>
                  <a:pt x="1175104" y="845937"/>
                </a:lnTo>
                <a:lnTo>
                  <a:pt x="1177355" y="1037487"/>
                </a:lnTo>
                <a:lnTo>
                  <a:pt x="1181857" y="937256"/>
                </a:lnTo>
                <a:lnTo>
                  <a:pt x="1184108" y="897179"/>
                </a:lnTo>
                <a:lnTo>
                  <a:pt x="1186360" y="915001"/>
                </a:lnTo>
                <a:lnTo>
                  <a:pt x="1188611" y="967789"/>
                </a:lnTo>
                <a:lnTo>
                  <a:pt x="1190862" y="965685"/>
                </a:lnTo>
                <a:lnTo>
                  <a:pt x="1197615" y="762562"/>
                </a:lnTo>
                <a:lnTo>
                  <a:pt x="1199866" y="855996"/>
                </a:lnTo>
                <a:lnTo>
                  <a:pt x="1202118" y="828362"/>
                </a:lnTo>
                <a:lnTo>
                  <a:pt x="1204369" y="747220"/>
                </a:lnTo>
                <a:lnTo>
                  <a:pt x="1206620" y="935217"/>
                </a:lnTo>
                <a:lnTo>
                  <a:pt x="1213373" y="853334"/>
                </a:lnTo>
                <a:lnTo>
                  <a:pt x="1215625" y="839764"/>
                </a:lnTo>
                <a:lnTo>
                  <a:pt x="1217876" y="951847"/>
                </a:lnTo>
                <a:lnTo>
                  <a:pt x="1220127" y="737847"/>
                </a:lnTo>
                <a:lnTo>
                  <a:pt x="1222378" y="851637"/>
                </a:lnTo>
                <a:lnTo>
                  <a:pt x="1224629" y="996766"/>
                </a:lnTo>
                <a:lnTo>
                  <a:pt x="1229132" y="900486"/>
                </a:lnTo>
                <a:lnTo>
                  <a:pt x="1231383" y="748433"/>
                </a:lnTo>
                <a:lnTo>
                  <a:pt x="1233634" y="675794"/>
                </a:lnTo>
                <a:lnTo>
                  <a:pt x="1235885" y="655514"/>
                </a:lnTo>
                <a:lnTo>
                  <a:pt x="1238136" y="830563"/>
                </a:lnTo>
                <a:lnTo>
                  <a:pt x="1240387" y="1041019"/>
                </a:lnTo>
                <a:lnTo>
                  <a:pt x="1244890" y="865787"/>
                </a:lnTo>
                <a:lnTo>
                  <a:pt x="1247141" y="774403"/>
                </a:lnTo>
                <a:lnTo>
                  <a:pt x="1249392" y="865197"/>
                </a:lnTo>
                <a:lnTo>
                  <a:pt x="1251643" y="761080"/>
                </a:lnTo>
                <a:lnTo>
                  <a:pt x="1253894" y="811711"/>
                </a:lnTo>
                <a:lnTo>
                  <a:pt x="1256145" y="894184"/>
                </a:lnTo>
                <a:lnTo>
                  <a:pt x="1260648" y="731073"/>
                </a:lnTo>
                <a:lnTo>
                  <a:pt x="1262899" y="642008"/>
                </a:lnTo>
                <a:lnTo>
                  <a:pt x="1265150" y="509795"/>
                </a:lnTo>
                <a:lnTo>
                  <a:pt x="1267401" y="578462"/>
                </a:lnTo>
                <a:lnTo>
                  <a:pt x="1269652" y="763066"/>
                </a:lnTo>
                <a:lnTo>
                  <a:pt x="1271904" y="902343"/>
                </a:lnTo>
                <a:lnTo>
                  <a:pt x="1274155" y="1050671"/>
                </a:lnTo>
                <a:lnTo>
                  <a:pt x="1276406" y="622930"/>
                </a:lnTo>
                <a:lnTo>
                  <a:pt x="1278657" y="509204"/>
                </a:lnTo>
                <a:lnTo>
                  <a:pt x="1280908" y="402382"/>
                </a:lnTo>
                <a:lnTo>
                  <a:pt x="1283159" y="415576"/>
                </a:lnTo>
                <a:lnTo>
                  <a:pt x="1285410" y="609016"/>
                </a:lnTo>
                <a:lnTo>
                  <a:pt x="1287662" y="860913"/>
                </a:lnTo>
                <a:lnTo>
                  <a:pt x="1289913" y="1137116"/>
                </a:lnTo>
                <a:lnTo>
                  <a:pt x="1292164" y="542411"/>
                </a:lnTo>
                <a:lnTo>
                  <a:pt x="1294415" y="758697"/>
                </a:lnTo>
                <a:lnTo>
                  <a:pt x="1296666" y="843339"/>
                </a:lnTo>
                <a:lnTo>
                  <a:pt x="1298917" y="690062"/>
                </a:lnTo>
                <a:lnTo>
                  <a:pt x="1301169" y="771880"/>
                </a:lnTo>
                <a:lnTo>
                  <a:pt x="1303420" y="920627"/>
                </a:lnTo>
                <a:lnTo>
                  <a:pt x="1305671" y="930783"/>
                </a:lnTo>
                <a:lnTo>
                  <a:pt x="1307922" y="589831"/>
                </a:lnTo>
                <a:lnTo>
                  <a:pt x="1310173" y="763796"/>
                </a:lnTo>
                <a:lnTo>
                  <a:pt x="1312424" y="701839"/>
                </a:lnTo>
                <a:lnTo>
                  <a:pt x="1314675" y="743956"/>
                </a:lnTo>
                <a:lnTo>
                  <a:pt x="1316927" y="687958"/>
                </a:lnTo>
                <a:lnTo>
                  <a:pt x="1319178" y="964010"/>
                </a:lnTo>
                <a:lnTo>
                  <a:pt x="1323680" y="771440"/>
                </a:lnTo>
                <a:lnTo>
                  <a:pt x="1325931" y="770163"/>
                </a:lnTo>
                <a:lnTo>
                  <a:pt x="1328182" y="870178"/>
                </a:lnTo>
                <a:lnTo>
                  <a:pt x="1330434" y="872841"/>
                </a:lnTo>
                <a:lnTo>
                  <a:pt x="1332685" y="774682"/>
                </a:lnTo>
                <a:lnTo>
                  <a:pt x="1334936" y="891156"/>
                </a:lnTo>
                <a:lnTo>
                  <a:pt x="1337187" y="1118393"/>
                </a:lnTo>
                <a:lnTo>
                  <a:pt x="1339438" y="270695"/>
                </a:lnTo>
                <a:lnTo>
                  <a:pt x="1341689" y="602253"/>
                </a:lnTo>
                <a:lnTo>
                  <a:pt x="1343941" y="575467"/>
                </a:lnTo>
                <a:lnTo>
                  <a:pt x="1346192" y="502194"/>
                </a:lnTo>
                <a:lnTo>
                  <a:pt x="1348443" y="533296"/>
                </a:lnTo>
                <a:lnTo>
                  <a:pt x="1350694" y="936301"/>
                </a:lnTo>
                <a:lnTo>
                  <a:pt x="1352945" y="1046645"/>
                </a:lnTo>
                <a:lnTo>
                  <a:pt x="1355196" y="581876"/>
                </a:lnTo>
                <a:lnTo>
                  <a:pt x="1357447" y="428191"/>
                </a:lnTo>
                <a:lnTo>
                  <a:pt x="1359699" y="359245"/>
                </a:lnTo>
                <a:lnTo>
                  <a:pt x="1361950" y="349100"/>
                </a:lnTo>
                <a:lnTo>
                  <a:pt x="1364201" y="552331"/>
                </a:lnTo>
                <a:lnTo>
                  <a:pt x="1366452" y="875804"/>
                </a:lnTo>
                <a:lnTo>
                  <a:pt x="1368703" y="1012182"/>
                </a:lnTo>
                <a:lnTo>
                  <a:pt x="1370954" y="870522"/>
                </a:lnTo>
                <a:lnTo>
                  <a:pt x="1373206" y="451574"/>
                </a:lnTo>
                <a:lnTo>
                  <a:pt x="1375457" y="349744"/>
                </a:lnTo>
                <a:lnTo>
                  <a:pt x="1377708" y="530655"/>
                </a:lnTo>
                <a:lnTo>
                  <a:pt x="1379959" y="701098"/>
                </a:lnTo>
                <a:lnTo>
                  <a:pt x="1382210" y="755626"/>
                </a:lnTo>
                <a:lnTo>
                  <a:pt x="1384461" y="937976"/>
                </a:lnTo>
                <a:lnTo>
                  <a:pt x="1386713" y="505962"/>
                </a:lnTo>
                <a:lnTo>
                  <a:pt x="1388964" y="483245"/>
                </a:lnTo>
                <a:lnTo>
                  <a:pt x="1391215" y="474334"/>
                </a:lnTo>
                <a:lnTo>
                  <a:pt x="1393466" y="421320"/>
                </a:lnTo>
                <a:lnTo>
                  <a:pt x="1395717" y="463577"/>
                </a:lnTo>
                <a:lnTo>
                  <a:pt x="1397968" y="804238"/>
                </a:lnTo>
                <a:lnTo>
                  <a:pt x="1400219" y="1012172"/>
                </a:lnTo>
                <a:lnTo>
                  <a:pt x="1402471" y="654945"/>
                </a:lnTo>
                <a:lnTo>
                  <a:pt x="1404722" y="777678"/>
                </a:lnTo>
                <a:lnTo>
                  <a:pt x="1406973" y="507154"/>
                </a:lnTo>
                <a:lnTo>
                  <a:pt x="1409224" y="493208"/>
                </a:lnTo>
                <a:lnTo>
                  <a:pt x="1411475" y="422544"/>
                </a:lnTo>
                <a:lnTo>
                  <a:pt x="1413726" y="784280"/>
                </a:lnTo>
                <a:lnTo>
                  <a:pt x="1415978" y="1039881"/>
                </a:lnTo>
                <a:lnTo>
                  <a:pt x="1418229" y="694281"/>
                </a:lnTo>
                <a:lnTo>
                  <a:pt x="1420480" y="388393"/>
                </a:lnTo>
                <a:lnTo>
                  <a:pt x="1422731" y="301089"/>
                </a:lnTo>
                <a:lnTo>
                  <a:pt x="1424982" y="317117"/>
                </a:lnTo>
                <a:lnTo>
                  <a:pt x="1427233" y="363507"/>
                </a:lnTo>
                <a:lnTo>
                  <a:pt x="1429485" y="759158"/>
                </a:lnTo>
                <a:lnTo>
                  <a:pt x="1433987" y="769153"/>
                </a:lnTo>
                <a:lnTo>
                  <a:pt x="1436238" y="469965"/>
                </a:lnTo>
                <a:lnTo>
                  <a:pt x="1438489" y="758976"/>
                </a:lnTo>
                <a:lnTo>
                  <a:pt x="1440740" y="981531"/>
                </a:lnTo>
                <a:lnTo>
                  <a:pt x="1442991" y="727262"/>
                </a:lnTo>
                <a:lnTo>
                  <a:pt x="1445243" y="795757"/>
                </a:lnTo>
                <a:lnTo>
                  <a:pt x="1447494" y="854085"/>
                </a:lnTo>
                <a:lnTo>
                  <a:pt x="1449745" y="299972"/>
                </a:lnTo>
                <a:lnTo>
                  <a:pt x="1451996" y="373470"/>
                </a:lnTo>
                <a:lnTo>
                  <a:pt x="1454247" y="356196"/>
                </a:lnTo>
                <a:lnTo>
                  <a:pt x="1456498" y="330344"/>
                </a:lnTo>
                <a:lnTo>
                  <a:pt x="1458750" y="664789"/>
                </a:lnTo>
                <a:lnTo>
                  <a:pt x="1461001" y="806031"/>
                </a:lnTo>
                <a:lnTo>
                  <a:pt x="1463252" y="914711"/>
                </a:lnTo>
                <a:lnTo>
                  <a:pt x="1465503" y="591742"/>
                </a:lnTo>
                <a:lnTo>
                  <a:pt x="1467754" y="446829"/>
                </a:lnTo>
                <a:lnTo>
                  <a:pt x="1470005" y="421277"/>
                </a:lnTo>
                <a:lnTo>
                  <a:pt x="1472257" y="903589"/>
                </a:lnTo>
                <a:lnTo>
                  <a:pt x="1474508" y="760296"/>
                </a:lnTo>
                <a:lnTo>
                  <a:pt x="1476759" y="980715"/>
                </a:lnTo>
                <a:lnTo>
                  <a:pt x="1479010" y="1088161"/>
                </a:lnTo>
                <a:lnTo>
                  <a:pt x="1481261" y="570528"/>
                </a:lnTo>
                <a:lnTo>
                  <a:pt x="1483512" y="743387"/>
                </a:lnTo>
                <a:lnTo>
                  <a:pt x="1485763" y="871853"/>
                </a:lnTo>
                <a:lnTo>
                  <a:pt x="1488015" y="678650"/>
                </a:lnTo>
                <a:lnTo>
                  <a:pt x="1490266" y="704040"/>
                </a:lnTo>
                <a:lnTo>
                  <a:pt x="1492517" y="970044"/>
                </a:lnTo>
                <a:lnTo>
                  <a:pt x="1499270" y="931169"/>
                </a:lnTo>
                <a:lnTo>
                  <a:pt x="1501522" y="718276"/>
                </a:lnTo>
                <a:lnTo>
                  <a:pt x="1503773" y="775316"/>
                </a:lnTo>
                <a:lnTo>
                  <a:pt x="1506024" y="876652"/>
                </a:lnTo>
                <a:lnTo>
                  <a:pt x="1508275" y="973565"/>
                </a:lnTo>
                <a:lnTo>
                  <a:pt x="1512777" y="986620"/>
                </a:lnTo>
                <a:lnTo>
                  <a:pt x="1515029" y="790754"/>
                </a:lnTo>
                <a:lnTo>
                  <a:pt x="1517280" y="891833"/>
                </a:lnTo>
                <a:lnTo>
                  <a:pt x="1519531" y="807974"/>
                </a:lnTo>
                <a:lnTo>
                  <a:pt x="1521782" y="531535"/>
                </a:lnTo>
                <a:lnTo>
                  <a:pt x="1524033" y="1099755"/>
                </a:lnTo>
                <a:lnTo>
                  <a:pt x="1526284" y="1134883"/>
                </a:lnTo>
                <a:lnTo>
                  <a:pt x="1528535" y="669406"/>
                </a:lnTo>
                <a:lnTo>
                  <a:pt x="1530787" y="502205"/>
                </a:lnTo>
                <a:lnTo>
                  <a:pt x="1533038" y="493616"/>
                </a:lnTo>
                <a:lnTo>
                  <a:pt x="1535289" y="458262"/>
                </a:lnTo>
                <a:lnTo>
                  <a:pt x="1537540" y="497534"/>
                </a:lnTo>
                <a:lnTo>
                  <a:pt x="1539791" y="814427"/>
                </a:lnTo>
                <a:lnTo>
                  <a:pt x="1542042" y="782530"/>
                </a:lnTo>
                <a:lnTo>
                  <a:pt x="1544294" y="560694"/>
                </a:lnTo>
                <a:lnTo>
                  <a:pt x="1546545" y="365901"/>
                </a:lnTo>
                <a:lnTo>
                  <a:pt x="1548796" y="440784"/>
                </a:lnTo>
                <a:lnTo>
                  <a:pt x="1551047" y="327939"/>
                </a:lnTo>
                <a:lnTo>
                  <a:pt x="1553298" y="455986"/>
                </a:lnTo>
                <a:lnTo>
                  <a:pt x="1555549" y="610262"/>
                </a:lnTo>
                <a:lnTo>
                  <a:pt x="1557801" y="943279"/>
                </a:lnTo>
                <a:lnTo>
                  <a:pt x="1560052" y="542099"/>
                </a:lnTo>
                <a:lnTo>
                  <a:pt x="1562303" y="315668"/>
                </a:lnTo>
                <a:lnTo>
                  <a:pt x="1564554" y="576282"/>
                </a:lnTo>
                <a:lnTo>
                  <a:pt x="1566805" y="709365"/>
                </a:lnTo>
                <a:lnTo>
                  <a:pt x="1569056" y="753790"/>
                </a:lnTo>
                <a:lnTo>
                  <a:pt x="1571307" y="860323"/>
                </a:lnTo>
                <a:lnTo>
                  <a:pt x="1573559" y="994651"/>
                </a:lnTo>
                <a:lnTo>
                  <a:pt x="1575810" y="236340"/>
                </a:lnTo>
                <a:lnTo>
                  <a:pt x="1578061" y="296622"/>
                </a:lnTo>
                <a:lnTo>
                  <a:pt x="1580312" y="483417"/>
                </a:lnTo>
                <a:lnTo>
                  <a:pt x="1582563" y="832807"/>
                </a:lnTo>
                <a:lnTo>
                  <a:pt x="1584814" y="923869"/>
                </a:lnTo>
                <a:lnTo>
                  <a:pt x="1587066" y="880217"/>
                </a:lnTo>
                <a:lnTo>
                  <a:pt x="1589317" y="885080"/>
                </a:lnTo>
                <a:lnTo>
                  <a:pt x="1591568" y="719736"/>
                </a:lnTo>
                <a:lnTo>
                  <a:pt x="1593819" y="119125"/>
                </a:lnTo>
                <a:lnTo>
                  <a:pt x="1596070" y="96709"/>
                </a:lnTo>
                <a:lnTo>
                  <a:pt x="1598321" y="121884"/>
                </a:lnTo>
                <a:lnTo>
                  <a:pt x="1600573" y="102732"/>
                </a:lnTo>
                <a:lnTo>
                  <a:pt x="1602824" y="769282"/>
                </a:lnTo>
                <a:lnTo>
                  <a:pt x="1605075" y="1108065"/>
                </a:lnTo>
                <a:lnTo>
                  <a:pt x="1607326" y="772084"/>
                </a:lnTo>
                <a:lnTo>
                  <a:pt x="1609577" y="345986"/>
                </a:lnTo>
                <a:lnTo>
                  <a:pt x="1611828" y="526779"/>
                </a:lnTo>
                <a:lnTo>
                  <a:pt x="1614079" y="828952"/>
                </a:lnTo>
                <a:lnTo>
                  <a:pt x="1616331" y="751793"/>
                </a:lnTo>
                <a:lnTo>
                  <a:pt x="1618582" y="1088075"/>
                </a:lnTo>
                <a:lnTo>
                  <a:pt x="1623084" y="1091349"/>
                </a:lnTo>
                <a:lnTo>
                  <a:pt x="1627586" y="1106315"/>
                </a:lnTo>
                <a:lnTo>
                  <a:pt x="1629838" y="848642"/>
                </a:lnTo>
                <a:lnTo>
                  <a:pt x="1632089" y="1122269"/>
                </a:lnTo>
                <a:lnTo>
                  <a:pt x="1634340" y="1133434"/>
                </a:lnTo>
                <a:lnTo>
                  <a:pt x="1636591" y="1001608"/>
                </a:lnTo>
                <a:lnTo>
                  <a:pt x="1638842" y="937181"/>
                </a:lnTo>
                <a:lnTo>
                  <a:pt x="1641093" y="1047643"/>
                </a:lnTo>
                <a:lnTo>
                  <a:pt x="1645596" y="997539"/>
                </a:lnTo>
                <a:lnTo>
                  <a:pt x="1647847" y="1003186"/>
                </a:lnTo>
                <a:lnTo>
                  <a:pt x="1650098" y="1063468"/>
                </a:lnTo>
                <a:lnTo>
                  <a:pt x="1652349" y="1084553"/>
                </a:lnTo>
                <a:lnTo>
                  <a:pt x="1654600" y="1145941"/>
                </a:lnTo>
                <a:lnTo>
                  <a:pt x="1656851" y="1008081"/>
                </a:lnTo>
                <a:lnTo>
                  <a:pt x="1659103" y="854225"/>
                </a:lnTo>
                <a:lnTo>
                  <a:pt x="1661354" y="914969"/>
                </a:lnTo>
                <a:lnTo>
                  <a:pt x="1663605" y="987586"/>
                </a:lnTo>
                <a:lnTo>
                  <a:pt x="1665856" y="952824"/>
                </a:lnTo>
                <a:lnTo>
                  <a:pt x="1670358" y="636329"/>
                </a:lnTo>
                <a:lnTo>
                  <a:pt x="1672610" y="445465"/>
                </a:lnTo>
                <a:lnTo>
                  <a:pt x="1674861" y="539855"/>
                </a:lnTo>
                <a:lnTo>
                  <a:pt x="1677112" y="667076"/>
                </a:lnTo>
                <a:lnTo>
                  <a:pt x="1679363" y="697223"/>
                </a:lnTo>
                <a:lnTo>
                  <a:pt x="1681614" y="895934"/>
                </a:lnTo>
                <a:lnTo>
                  <a:pt x="1683865" y="1080860"/>
                </a:lnTo>
                <a:lnTo>
                  <a:pt x="1686116" y="466959"/>
                </a:lnTo>
                <a:lnTo>
                  <a:pt x="1688368" y="441461"/>
                </a:lnTo>
                <a:lnTo>
                  <a:pt x="1690619" y="359642"/>
                </a:lnTo>
                <a:lnTo>
                  <a:pt x="1692870" y="480056"/>
                </a:lnTo>
                <a:lnTo>
                  <a:pt x="1695121" y="423457"/>
                </a:lnTo>
                <a:lnTo>
                  <a:pt x="1697372" y="806976"/>
                </a:lnTo>
                <a:lnTo>
                  <a:pt x="1699623" y="1001286"/>
                </a:lnTo>
                <a:lnTo>
                  <a:pt x="1701875" y="713670"/>
                </a:lnTo>
                <a:lnTo>
                  <a:pt x="1704126" y="603917"/>
                </a:lnTo>
                <a:lnTo>
                  <a:pt x="1706377" y="695097"/>
                </a:lnTo>
                <a:lnTo>
                  <a:pt x="1708628" y="589896"/>
                </a:lnTo>
                <a:lnTo>
                  <a:pt x="1710879" y="535658"/>
                </a:lnTo>
                <a:lnTo>
                  <a:pt x="1713130" y="934809"/>
                </a:lnTo>
                <a:lnTo>
                  <a:pt x="1715382" y="1005247"/>
                </a:lnTo>
                <a:lnTo>
                  <a:pt x="1717633" y="511878"/>
                </a:lnTo>
                <a:lnTo>
                  <a:pt x="1719884" y="587190"/>
                </a:lnTo>
                <a:lnTo>
                  <a:pt x="1722135" y="790099"/>
                </a:lnTo>
                <a:lnTo>
                  <a:pt x="1724386" y="792472"/>
                </a:lnTo>
                <a:lnTo>
                  <a:pt x="1726637" y="973812"/>
                </a:lnTo>
                <a:lnTo>
                  <a:pt x="1728888" y="1003776"/>
                </a:lnTo>
                <a:lnTo>
                  <a:pt x="1733391" y="667581"/>
                </a:lnTo>
                <a:lnTo>
                  <a:pt x="1735642" y="725039"/>
                </a:lnTo>
                <a:lnTo>
                  <a:pt x="1737893" y="832828"/>
                </a:lnTo>
                <a:lnTo>
                  <a:pt x="1740144" y="868203"/>
                </a:lnTo>
                <a:lnTo>
                  <a:pt x="1742395" y="828190"/>
                </a:lnTo>
                <a:lnTo>
                  <a:pt x="1749149" y="715839"/>
                </a:lnTo>
                <a:lnTo>
                  <a:pt x="1751400" y="667216"/>
                </a:lnTo>
                <a:lnTo>
                  <a:pt x="1753651" y="585011"/>
                </a:lnTo>
                <a:lnTo>
                  <a:pt x="1755902" y="816950"/>
                </a:lnTo>
                <a:lnTo>
                  <a:pt x="1758154" y="826601"/>
                </a:lnTo>
                <a:lnTo>
                  <a:pt x="1760405" y="986448"/>
                </a:lnTo>
                <a:lnTo>
                  <a:pt x="1762656" y="1178664"/>
                </a:lnTo>
                <a:lnTo>
                  <a:pt x="1764907" y="930192"/>
                </a:lnTo>
                <a:lnTo>
                  <a:pt x="1767158" y="826634"/>
                </a:lnTo>
                <a:lnTo>
                  <a:pt x="1769409" y="651896"/>
                </a:lnTo>
                <a:lnTo>
                  <a:pt x="1771660" y="641997"/>
                </a:lnTo>
                <a:lnTo>
                  <a:pt x="1773912" y="651638"/>
                </a:lnTo>
                <a:lnTo>
                  <a:pt x="1776163" y="851981"/>
                </a:lnTo>
                <a:lnTo>
                  <a:pt x="1778414" y="967049"/>
                </a:lnTo>
                <a:lnTo>
                  <a:pt x="1780665" y="737880"/>
                </a:lnTo>
                <a:lnTo>
                  <a:pt x="1782916" y="510428"/>
                </a:lnTo>
                <a:lnTo>
                  <a:pt x="1785167" y="617219"/>
                </a:lnTo>
                <a:lnTo>
                  <a:pt x="1787419" y="688441"/>
                </a:lnTo>
                <a:lnTo>
                  <a:pt x="1789670" y="855663"/>
                </a:lnTo>
                <a:lnTo>
                  <a:pt x="1791921" y="1000287"/>
                </a:lnTo>
                <a:lnTo>
                  <a:pt x="1796423" y="827772"/>
                </a:lnTo>
                <a:lnTo>
                  <a:pt x="1798674" y="860441"/>
                </a:lnTo>
                <a:lnTo>
                  <a:pt x="1800926" y="793417"/>
                </a:lnTo>
                <a:lnTo>
                  <a:pt x="1803177" y="725093"/>
                </a:lnTo>
                <a:lnTo>
                  <a:pt x="1805428" y="816606"/>
                </a:lnTo>
                <a:lnTo>
                  <a:pt x="1812181" y="1028598"/>
                </a:lnTo>
                <a:lnTo>
                  <a:pt x="1814432" y="881999"/>
                </a:lnTo>
                <a:lnTo>
                  <a:pt x="1816684" y="1072776"/>
                </a:lnTo>
                <a:lnTo>
                  <a:pt x="1818935" y="1036650"/>
                </a:lnTo>
                <a:lnTo>
                  <a:pt x="1821186" y="1004463"/>
                </a:lnTo>
                <a:lnTo>
                  <a:pt x="1823437" y="955067"/>
                </a:lnTo>
                <a:lnTo>
                  <a:pt x="1825688" y="1034352"/>
                </a:lnTo>
                <a:lnTo>
                  <a:pt x="1827939" y="755068"/>
                </a:lnTo>
                <a:lnTo>
                  <a:pt x="1830191" y="722785"/>
                </a:lnTo>
                <a:lnTo>
                  <a:pt x="1832442" y="793277"/>
                </a:lnTo>
                <a:lnTo>
                  <a:pt x="1834693" y="862631"/>
                </a:lnTo>
                <a:lnTo>
                  <a:pt x="1836944" y="804421"/>
                </a:lnTo>
                <a:lnTo>
                  <a:pt x="1839195" y="961606"/>
                </a:lnTo>
                <a:lnTo>
                  <a:pt x="1841446" y="1096256"/>
                </a:lnTo>
                <a:lnTo>
                  <a:pt x="1843698" y="775015"/>
                </a:lnTo>
                <a:lnTo>
                  <a:pt x="1845949" y="686347"/>
                </a:lnTo>
                <a:lnTo>
                  <a:pt x="1848200" y="721132"/>
                </a:lnTo>
                <a:lnTo>
                  <a:pt x="1850451" y="815060"/>
                </a:lnTo>
                <a:lnTo>
                  <a:pt x="1852702" y="868289"/>
                </a:lnTo>
                <a:lnTo>
                  <a:pt x="1854953" y="919145"/>
                </a:lnTo>
                <a:lnTo>
                  <a:pt x="1857204" y="1061654"/>
                </a:lnTo>
                <a:lnTo>
                  <a:pt x="1859456" y="758793"/>
                </a:lnTo>
                <a:lnTo>
                  <a:pt x="1861707" y="1012086"/>
                </a:lnTo>
                <a:lnTo>
                  <a:pt x="1863958" y="985772"/>
                </a:lnTo>
                <a:lnTo>
                  <a:pt x="1866209" y="682568"/>
                </a:lnTo>
                <a:lnTo>
                  <a:pt x="1868460" y="686014"/>
                </a:lnTo>
                <a:lnTo>
                  <a:pt x="1870711" y="1001994"/>
                </a:lnTo>
                <a:lnTo>
                  <a:pt x="1875214" y="1101258"/>
                </a:lnTo>
                <a:lnTo>
                  <a:pt x="1877465" y="989165"/>
                </a:lnTo>
                <a:lnTo>
                  <a:pt x="1879716" y="816005"/>
                </a:lnTo>
                <a:lnTo>
                  <a:pt x="1881967" y="862202"/>
                </a:lnTo>
                <a:lnTo>
                  <a:pt x="1884218" y="982455"/>
                </a:lnTo>
                <a:lnTo>
                  <a:pt x="1886470" y="1037079"/>
                </a:lnTo>
                <a:lnTo>
                  <a:pt x="1890972" y="1158427"/>
                </a:lnTo>
                <a:lnTo>
                  <a:pt x="1893223" y="771816"/>
                </a:lnTo>
                <a:lnTo>
                  <a:pt x="1895474" y="767199"/>
                </a:lnTo>
                <a:lnTo>
                  <a:pt x="1897725" y="763571"/>
                </a:lnTo>
                <a:lnTo>
                  <a:pt x="1899976" y="866743"/>
                </a:lnTo>
                <a:lnTo>
                  <a:pt x="1902228" y="889814"/>
                </a:lnTo>
                <a:lnTo>
                  <a:pt x="1904479" y="1065325"/>
                </a:lnTo>
                <a:lnTo>
                  <a:pt x="1906730" y="660173"/>
                </a:lnTo>
                <a:lnTo>
                  <a:pt x="1908981" y="681462"/>
                </a:lnTo>
                <a:lnTo>
                  <a:pt x="1911232" y="785601"/>
                </a:lnTo>
                <a:lnTo>
                  <a:pt x="1913483" y="1127508"/>
                </a:lnTo>
                <a:lnTo>
                  <a:pt x="1915735" y="963248"/>
                </a:lnTo>
                <a:lnTo>
                  <a:pt x="1917986" y="989294"/>
                </a:lnTo>
                <a:lnTo>
                  <a:pt x="1922488" y="784302"/>
                </a:lnTo>
                <a:lnTo>
                  <a:pt x="1924739" y="883502"/>
                </a:lnTo>
                <a:lnTo>
                  <a:pt x="1926990" y="832302"/>
                </a:lnTo>
                <a:lnTo>
                  <a:pt x="1929242" y="909644"/>
                </a:lnTo>
                <a:lnTo>
                  <a:pt x="1931493" y="983367"/>
                </a:lnTo>
                <a:lnTo>
                  <a:pt x="1933744" y="1150848"/>
                </a:lnTo>
                <a:lnTo>
                  <a:pt x="1938246" y="970613"/>
                </a:lnTo>
                <a:lnTo>
                  <a:pt x="1940497" y="689300"/>
                </a:lnTo>
                <a:lnTo>
                  <a:pt x="1942748" y="883158"/>
                </a:lnTo>
                <a:lnTo>
                  <a:pt x="1945000" y="746146"/>
                </a:lnTo>
                <a:lnTo>
                  <a:pt x="1947251" y="883416"/>
                </a:lnTo>
                <a:lnTo>
                  <a:pt x="1949502" y="968605"/>
                </a:lnTo>
                <a:lnTo>
                  <a:pt x="1951753" y="1078831"/>
                </a:lnTo>
                <a:lnTo>
                  <a:pt x="1954004" y="679111"/>
                </a:lnTo>
                <a:lnTo>
                  <a:pt x="1956255" y="681344"/>
                </a:lnTo>
                <a:lnTo>
                  <a:pt x="1958507" y="723569"/>
                </a:lnTo>
                <a:lnTo>
                  <a:pt x="1960758" y="855234"/>
                </a:lnTo>
                <a:lnTo>
                  <a:pt x="1963009" y="690277"/>
                </a:lnTo>
                <a:lnTo>
                  <a:pt x="1965260" y="960972"/>
                </a:lnTo>
                <a:lnTo>
                  <a:pt x="1967511" y="1137793"/>
                </a:lnTo>
                <a:lnTo>
                  <a:pt x="1969762" y="784248"/>
                </a:lnTo>
                <a:lnTo>
                  <a:pt x="1972013" y="752137"/>
                </a:lnTo>
                <a:lnTo>
                  <a:pt x="1974265" y="764741"/>
                </a:lnTo>
                <a:lnTo>
                  <a:pt x="1976516" y="967414"/>
                </a:lnTo>
                <a:lnTo>
                  <a:pt x="1978767" y="774242"/>
                </a:lnTo>
                <a:lnTo>
                  <a:pt x="1981018" y="1122129"/>
                </a:lnTo>
                <a:lnTo>
                  <a:pt x="1985520" y="762841"/>
                </a:lnTo>
                <a:lnTo>
                  <a:pt x="1987772" y="621932"/>
                </a:lnTo>
                <a:lnTo>
                  <a:pt x="1990023" y="717342"/>
                </a:lnTo>
                <a:lnTo>
                  <a:pt x="1992274" y="884726"/>
                </a:lnTo>
                <a:lnTo>
                  <a:pt x="1994525" y="913358"/>
                </a:lnTo>
                <a:lnTo>
                  <a:pt x="1996776" y="1023799"/>
                </a:lnTo>
                <a:lnTo>
                  <a:pt x="1999027" y="1156463"/>
                </a:lnTo>
                <a:lnTo>
                  <a:pt x="2001279" y="1047686"/>
                </a:lnTo>
                <a:lnTo>
                  <a:pt x="2003530" y="855889"/>
                </a:lnTo>
                <a:lnTo>
                  <a:pt x="2005781" y="710900"/>
                </a:lnTo>
                <a:lnTo>
                  <a:pt x="2008032" y="741165"/>
                </a:lnTo>
                <a:lnTo>
                  <a:pt x="2010283" y="927057"/>
                </a:lnTo>
                <a:lnTo>
                  <a:pt x="2012534" y="1093078"/>
                </a:lnTo>
                <a:lnTo>
                  <a:pt x="2017037" y="882535"/>
                </a:lnTo>
                <a:lnTo>
                  <a:pt x="2019288" y="719403"/>
                </a:lnTo>
                <a:lnTo>
                  <a:pt x="2021539" y="816402"/>
                </a:lnTo>
                <a:lnTo>
                  <a:pt x="2023790" y="1058454"/>
                </a:lnTo>
                <a:lnTo>
                  <a:pt x="2026041" y="972792"/>
                </a:lnTo>
                <a:lnTo>
                  <a:pt x="2028292" y="1117373"/>
                </a:lnTo>
                <a:lnTo>
                  <a:pt x="2032795" y="827428"/>
                </a:lnTo>
                <a:lnTo>
                  <a:pt x="2035046" y="694678"/>
                </a:lnTo>
                <a:lnTo>
                  <a:pt x="2037297" y="740875"/>
                </a:lnTo>
                <a:lnTo>
                  <a:pt x="2039548" y="693476"/>
                </a:lnTo>
                <a:lnTo>
                  <a:pt x="2041799" y="759953"/>
                </a:lnTo>
                <a:lnTo>
                  <a:pt x="2044051" y="908151"/>
                </a:lnTo>
                <a:lnTo>
                  <a:pt x="2046302" y="995553"/>
                </a:lnTo>
                <a:lnTo>
                  <a:pt x="2048553" y="822844"/>
                </a:lnTo>
                <a:lnTo>
                  <a:pt x="2050804" y="833258"/>
                </a:lnTo>
                <a:lnTo>
                  <a:pt x="2053055" y="821835"/>
                </a:lnTo>
                <a:lnTo>
                  <a:pt x="2055306" y="862577"/>
                </a:lnTo>
                <a:lnTo>
                  <a:pt x="2057557" y="895182"/>
                </a:lnTo>
                <a:lnTo>
                  <a:pt x="2059809" y="992729"/>
                </a:lnTo>
                <a:lnTo>
                  <a:pt x="2062060" y="1136526"/>
                </a:lnTo>
                <a:lnTo>
                  <a:pt x="2064311" y="847837"/>
                </a:lnTo>
                <a:lnTo>
                  <a:pt x="2066562" y="840526"/>
                </a:lnTo>
                <a:lnTo>
                  <a:pt x="2068813" y="888032"/>
                </a:lnTo>
                <a:lnTo>
                  <a:pt x="2071064" y="902569"/>
                </a:lnTo>
                <a:lnTo>
                  <a:pt x="2073316" y="906487"/>
                </a:lnTo>
                <a:lnTo>
                  <a:pt x="2075567" y="957955"/>
                </a:lnTo>
                <a:lnTo>
                  <a:pt x="2077818" y="1086239"/>
                </a:lnTo>
                <a:lnTo>
                  <a:pt x="2080069" y="894130"/>
                </a:lnTo>
                <a:lnTo>
                  <a:pt x="2082320" y="857757"/>
                </a:lnTo>
                <a:lnTo>
                  <a:pt x="2084571" y="800148"/>
                </a:lnTo>
                <a:lnTo>
                  <a:pt x="2086823" y="782498"/>
                </a:lnTo>
                <a:lnTo>
                  <a:pt x="2089074" y="791162"/>
                </a:lnTo>
                <a:lnTo>
                  <a:pt x="2091325" y="974059"/>
                </a:lnTo>
                <a:lnTo>
                  <a:pt x="2093576" y="1150236"/>
                </a:lnTo>
                <a:lnTo>
                  <a:pt x="2095827" y="843253"/>
                </a:lnTo>
                <a:lnTo>
                  <a:pt x="2098078" y="848363"/>
                </a:lnTo>
                <a:lnTo>
                  <a:pt x="2100329" y="883480"/>
                </a:lnTo>
                <a:lnTo>
                  <a:pt x="2102581" y="833870"/>
                </a:lnTo>
                <a:lnTo>
                  <a:pt x="2104832" y="832141"/>
                </a:lnTo>
                <a:lnTo>
                  <a:pt x="2107083" y="906144"/>
                </a:lnTo>
                <a:lnTo>
                  <a:pt x="2109334" y="1015586"/>
                </a:lnTo>
                <a:lnTo>
                  <a:pt x="2111585" y="789380"/>
                </a:lnTo>
                <a:lnTo>
                  <a:pt x="2113836" y="830219"/>
                </a:lnTo>
                <a:lnTo>
                  <a:pt x="2116088" y="873657"/>
                </a:lnTo>
                <a:lnTo>
                  <a:pt x="2118339" y="888515"/>
                </a:lnTo>
                <a:lnTo>
                  <a:pt x="2120590" y="877243"/>
                </a:lnTo>
                <a:lnTo>
                  <a:pt x="2127343" y="857789"/>
                </a:lnTo>
                <a:lnTo>
                  <a:pt x="2129595" y="851552"/>
                </a:lnTo>
                <a:lnTo>
                  <a:pt x="2131846" y="918254"/>
                </a:lnTo>
                <a:lnTo>
                  <a:pt x="2134097" y="886003"/>
                </a:lnTo>
                <a:lnTo>
                  <a:pt x="2136348" y="896320"/>
                </a:lnTo>
                <a:lnTo>
                  <a:pt x="2138599" y="1159737"/>
                </a:lnTo>
                <a:lnTo>
                  <a:pt x="2143101" y="1114303"/>
                </a:lnTo>
                <a:lnTo>
                  <a:pt x="2145353" y="919660"/>
                </a:lnTo>
                <a:lnTo>
                  <a:pt x="2147604" y="799568"/>
                </a:lnTo>
                <a:lnTo>
                  <a:pt x="2149855" y="936076"/>
                </a:lnTo>
                <a:lnTo>
                  <a:pt x="2152106" y="956388"/>
                </a:lnTo>
                <a:lnTo>
                  <a:pt x="2158860" y="1161165"/>
                </a:lnTo>
                <a:lnTo>
                  <a:pt x="2161111" y="944621"/>
                </a:lnTo>
                <a:lnTo>
                  <a:pt x="2163362" y="917631"/>
                </a:lnTo>
                <a:lnTo>
                  <a:pt x="2165613" y="861708"/>
                </a:lnTo>
                <a:lnTo>
                  <a:pt x="2167864" y="899198"/>
                </a:lnTo>
                <a:lnTo>
                  <a:pt x="2170115" y="983528"/>
                </a:lnTo>
                <a:lnTo>
                  <a:pt x="2174618" y="789960"/>
                </a:lnTo>
                <a:lnTo>
                  <a:pt x="2176869" y="679487"/>
                </a:lnTo>
                <a:lnTo>
                  <a:pt x="2179120" y="750688"/>
                </a:lnTo>
                <a:lnTo>
                  <a:pt x="2181371" y="789723"/>
                </a:lnTo>
                <a:lnTo>
                  <a:pt x="2183622" y="816585"/>
                </a:lnTo>
                <a:lnTo>
                  <a:pt x="2185873" y="1006106"/>
                </a:lnTo>
                <a:lnTo>
                  <a:pt x="2188125" y="1110620"/>
                </a:lnTo>
                <a:lnTo>
                  <a:pt x="2190376" y="851176"/>
                </a:lnTo>
                <a:lnTo>
                  <a:pt x="2192627" y="815994"/>
                </a:lnTo>
                <a:lnTo>
                  <a:pt x="2194878" y="906562"/>
                </a:lnTo>
                <a:lnTo>
                  <a:pt x="2197129" y="915763"/>
                </a:lnTo>
                <a:lnTo>
                  <a:pt x="2199380" y="804399"/>
                </a:lnTo>
                <a:lnTo>
                  <a:pt x="2201632" y="911222"/>
                </a:lnTo>
                <a:lnTo>
                  <a:pt x="2203883" y="1001006"/>
                </a:lnTo>
                <a:lnTo>
                  <a:pt x="2206134" y="787533"/>
                </a:lnTo>
                <a:lnTo>
                  <a:pt x="2208385" y="730085"/>
                </a:lnTo>
                <a:lnTo>
                  <a:pt x="2210636" y="747950"/>
                </a:lnTo>
                <a:lnTo>
                  <a:pt x="2212887" y="724835"/>
                </a:lnTo>
                <a:lnTo>
                  <a:pt x="2215139" y="751643"/>
                </a:lnTo>
                <a:lnTo>
                  <a:pt x="2217390" y="943601"/>
                </a:lnTo>
                <a:lnTo>
                  <a:pt x="2219641" y="1050757"/>
                </a:lnTo>
                <a:lnTo>
                  <a:pt x="2221892" y="763614"/>
                </a:lnTo>
                <a:lnTo>
                  <a:pt x="2224143" y="737396"/>
                </a:lnTo>
                <a:lnTo>
                  <a:pt x="2226394" y="851197"/>
                </a:lnTo>
                <a:lnTo>
                  <a:pt x="2228645" y="780834"/>
                </a:lnTo>
                <a:lnTo>
                  <a:pt x="2230897" y="656716"/>
                </a:lnTo>
                <a:lnTo>
                  <a:pt x="2233148" y="758085"/>
                </a:lnTo>
                <a:lnTo>
                  <a:pt x="2235399" y="972460"/>
                </a:lnTo>
                <a:lnTo>
                  <a:pt x="2237650" y="967585"/>
                </a:lnTo>
                <a:lnTo>
                  <a:pt x="2239901" y="689632"/>
                </a:lnTo>
                <a:lnTo>
                  <a:pt x="2242152" y="754671"/>
                </a:lnTo>
                <a:lnTo>
                  <a:pt x="2244404" y="779374"/>
                </a:lnTo>
                <a:lnTo>
                  <a:pt x="2246655" y="826043"/>
                </a:lnTo>
                <a:lnTo>
                  <a:pt x="2248906" y="883180"/>
                </a:lnTo>
                <a:lnTo>
                  <a:pt x="2251157" y="1039720"/>
                </a:lnTo>
                <a:lnTo>
                  <a:pt x="2253408" y="667473"/>
                </a:lnTo>
                <a:lnTo>
                  <a:pt x="2255659" y="552041"/>
                </a:lnTo>
                <a:lnTo>
                  <a:pt x="2257910" y="475354"/>
                </a:lnTo>
                <a:lnTo>
                  <a:pt x="2260162" y="520778"/>
                </a:lnTo>
                <a:lnTo>
                  <a:pt x="2262413" y="897705"/>
                </a:lnTo>
                <a:lnTo>
                  <a:pt x="2264664" y="960951"/>
                </a:lnTo>
                <a:lnTo>
                  <a:pt x="2266915" y="918308"/>
                </a:lnTo>
                <a:lnTo>
                  <a:pt x="2269166" y="819977"/>
                </a:lnTo>
                <a:lnTo>
                  <a:pt x="2271417" y="949356"/>
                </a:lnTo>
                <a:lnTo>
                  <a:pt x="2273669" y="794791"/>
                </a:lnTo>
                <a:lnTo>
                  <a:pt x="2275920" y="877146"/>
                </a:lnTo>
                <a:lnTo>
                  <a:pt x="2278171" y="700884"/>
                </a:lnTo>
                <a:lnTo>
                  <a:pt x="2280422" y="829822"/>
                </a:lnTo>
                <a:lnTo>
                  <a:pt x="2282673" y="929838"/>
                </a:lnTo>
                <a:lnTo>
                  <a:pt x="2284924" y="749485"/>
                </a:lnTo>
                <a:lnTo>
                  <a:pt x="2287176" y="642824"/>
                </a:lnTo>
                <a:lnTo>
                  <a:pt x="2289427" y="616349"/>
                </a:lnTo>
                <a:lnTo>
                  <a:pt x="2291678" y="637381"/>
                </a:lnTo>
                <a:lnTo>
                  <a:pt x="2293929" y="678671"/>
                </a:lnTo>
                <a:lnTo>
                  <a:pt x="2296180" y="935356"/>
                </a:lnTo>
                <a:lnTo>
                  <a:pt x="2300682" y="976088"/>
                </a:lnTo>
                <a:lnTo>
                  <a:pt x="2302934" y="889095"/>
                </a:lnTo>
                <a:lnTo>
                  <a:pt x="2305185" y="1041180"/>
                </a:lnTo>
                <a:lnTo>
                  <a:pt x="2307436" y="662632"/>
                </a:lnTo>
                <a:lnTo>
                  <a:pt x="2309687" y="780673"/>
                </a:lnTo>
                <a:lnTo>
                  <a:pt x="2311938" y="897899"/>
                </a:lnTo>
                <a:lnTo>
                  <a:pt x="2314189" y="1012784"/>
                </a:lnTo>
                <a:lnTo>
                  <a:pt x="2316441" y="864231"/>
                </a:lnTo>
                <a:lnTo>
                  <a:pt x="2318692" y="787759"/>
                </a:lnTo>
                <a:lnTo>
                  <a:pt x="2320943" y="601351"/>
                </a:lnTo>
                <a:lnTo>
                  <a:pt x="2323194" y="505318"/>
                </a:lnTo>
                <a:lnTo>
                  <a:pt x="2325445" y="759448"/>
                </a:lnTo>
                <a:lnTo>
                  <a:pt x="2327696" y="1066946"/>
                </a:lnTo>
                <a:lnTo>
                  <a:pt x="2332199" y="1080184"/>
                </a:lnTo>
                <a:lnTo>
                  <a:pt x="2334450" y="875933"/>
                </a:lnTo>
                <a:lnTo>
                  <a:pt x="2336701" y="551676"/>
                </a:lnTo>
                <a:lnTo>
                  <a:pt x="2338952" y="450618"/>
                </a:lnTo>
                <a:lnTo>
                  <a:pt x="2341203" y="806568"/>
                </a:lnTo>
                <a:lnTo>
                  <a:pt x="2343454" y="1000212"/>
                </a:lnTo>
                <a:lnTo>
                  <a:pt x="2345706" y="1107915"/>
                </a:lnTo>
                <a:lnTo>
                  <a:pt x="2347957" y="666325"/>
                </a:lnTo>
                <a:lnTo>
                  <a:pt x="2350208" y="781586"/>
                </a:lnTo>
                <a:lnTo>
                  <a:pt x="2352459" y="676696"/>
                </a:lnTo>
                <a:lnTo>
                  <a:pt x="2354710" y="603723"/>
                </a:lnTo>
                <a:lnTo>
                  <a:pt x="2356961" y="774908"/>
                </a:lnTo>
                <a:lnTo>
                  <a:pt x="2359213" y="908269"/>
                </a:lnTo>
                <a:lnTo>
                  <a:pt x="2361464" y="1039280"/>
                </a:lnTo>
                <a:lnTo>
                  <a:pt x="2363715" y="593997"/>
                </a:lnTo>
                <a:lnTo>
                  <a:pt x="2365966" y="529409"/>
                </a:lnTo>
                <a:lnTo>
                  <a:pt x="2368217" y="491190"/>
                </a:lnTo>
                <a:lnTo>
                  <a:pt x="2370468" y="516483"/>
                </a:lnTo>
                <a:lnTo>
                  <a:pt x="2372720" y="562519"/>
                </a:lnTo>
                <a:lnTo>
                  <a:pt x="2374971" y="831604"/>
                </a:lnTo>
                <a:lnTo>
                  <a:pt x="2377222" y="1068449"/>
                </a:lnTo>
                <a:lnTo>
                  <a:pt x="2379473" y="685617"/>
                </a:lnTo>
                <a:lnTo>
                  <a:pt x="2381724" y="482923"/>
                </a:lnTo>
                <a:lnTo>
                  <a:pt x="2383975" y="596122"/>
                </a:lnTo>
                <a:lnTo>
                  <a:pt x="2386226" y="616918"/>
                </a:lnTo>
                <a:lnTo>
                  <a:pt x="2388478" y="909794"/>
                </a:lnTo>
                <a:lnTo>
                  <a:pt x="2390729" y="904340"/>
                </a:lnTo>
                <a:lnTo>
                  <a:pt x="2392980" y="930847"/>
                </a:lnTo>
                <a:lnTo>
                  <a:pt x="2395231" y="703696"/>
                </a:lnTo>
                <a:lnTo>
                  <a:pt x="2397482" y="390261"/>
                </a:lnTo>
                <a:lnTo>
                  <a:pt x="2399733" y="307852"/>
                </a:lnTo>
                <a:lnTo>
                  <a:pt x="2401985" y="287540"/>
                </a:lnTo>
                <a:lnTo>
                  <a:pt x="2404236" y="330441"/>
                </a:lnTo>
                <a:lnTo>
                  <a:pt x="2406487" y="612162"/>
                </a:lnTo>
                <a:lnTo>
                  <a:pt x="2408738" y="915559"/>
                </a:lnTo>
                <a:lnTo>
                  <a:pt x="2410989" y="645153"/>
                </a:lnTo>
                <a:lnTo>
                  <a:pt x="2413240" y="440935"/>
                </a:lnTo>
                <a:lnTo>
                  <a:pt x="2415492" y="866475"/>
                </a:lnTo>
                <a:lnTo>
                  <a:pt x="2417743" y="950075"/>
                </a:lnTo>
                <a:lnTo>
                  <a:pt x="2419994" y="946436"/>
                </a:lnTo>
                <a:lnTo>
                  <a:pt x="2422245" y="867688"/>
                </a:lnTo>
                <a:lnTo>
                  <a:pt x="2424496" y="837885"/>
                </a:lnTo>
                <a:lnTo>
                  <a:pt x="2426747" y="697051"/>
                </a:lnTo>
                <a:lnTo>
                  <a:pt x="2428998" y="538234"/>
                </a:lnTo>
                <a:lnTo>
                  <a:pt x="2431250" y="715119"/>
                </a:lnTo>
                <a:lnTo>
                  <a:pt x="2433501" y="954724"/>
                </a:lnTo>
                <a:lnTo>
                  <a:pt x="2435752" y="1121979"/>
                </a:lnTo>
                <a:lnTo>
                  <a:pt x="2451510" y="861729"/>
                </a:lnTo>
                <a:lnTo>
                  <a:pt x="2453761" y="1013986"/>
                </a:lnTo>
                <a:lnTo>
                  <a:pt x="2456012" y="934691"/>
                </a:lnTo>
                <a:lnTo>
                  <a:pt x="2458264" y="711040"/>
                </a:lnTo>
                <a:lnTo>
                  <a:pt x="2460515" y="743763"/>
                </a:lnTo>
                <a:lnTo>
                  <a:pt x="2462766" y="885177"/>
                </a:lnTo>
                <a:lnTo>
                  <a:pt x="2474022" y="793180"/>
                </a:lnTo>
                <a:lnTo>
                  <a:pt x="2476273" y="844144"/>
                </a:lnTo>
                <a:lnTo>
                  <a:pt x="2478524" y="719478"/>
                </a:lnTo>
                <a:lnTo>
                  <a:pt x="2480775" y="983260"/>
                </a:lnTo>
                <a:lnTo>
                  <a:pt x="2483026" y="1092219"/>
                </a:lnTo>
                <a:lnTo>
                  <a:pt x="2489780" y="1135732"/>
                </a:lnTo>
                <a:lnTo>
                  <a:pt x="2492031" y="1077940"/>
                </a:lnTo>
                <a:lnTo>
                  <a:pt x="2494282" y="1015919"/>
                </a:lnTo>
                <a:lnTo>
                  <a:pt x="2496533" y="1063468"/>
                </a:lnTo>
                <a:lnTo>
                  <a:pt x="2498784" y="864617"/>
                </a:lnTo>
                <a:lnTo>
                  <a:pt x="2501036" y="905478"/>
                </a:lnTo>
                <a:lnTo>
                  <a:pt x="2503287" y="1021609"/>
                </a:lnTo>
                <a:lnTo>
                  <a:pt x="2505538" y="619999"/>
                </a:lnTo>
                <a:lnTo>
                  <a:pt x="2507789" y="505114"/>
                </a:lnTo>
                <a:lnTo>
                  <a:pt x="2510040" y="557924"/>
                </a:lnTo>
                <a:lnTo>
                  <a:pt x="2512291" y="587963"/>
                </a:lnTo>
                <a:lnTo>
                  <a:pt x="2514542" y="625356"/>
                </a:lnTo>
                <a:lnTo>
                  <a:pt x="2516794" y="949796"/>
                </a:lnTo>
                <a:lnTo>
                  <a:pt x="2519045" y="988542"/>
                </a:lnTo>
                <a:lnTo>
                  <a:pt x="2521296" y="750773"/>
                </a:lnTo>
                <a:lnTo>
                  <a:pt x="2523547" y="868428"/>
                </a:lnTo>
                <a:lnTo>
                  <a:pt x="2525798" y="990947"/>
                </a:lnTo>
                <a:lnTo>
                  <a:pt x="2528049" y="1041041"/>
                </a:lnTo>
                <a:lnTo>
                  <a:pt x="2530301" y="731846"/>
                </a:lnTo>
                <a:lnTo>
                  <a:pt x="2532552" y="948873"/>
                </a:lnTo>
                <a:lnTo>
                  <a:pt x="2534803" y="963957"/>
                </a:lnTo>
                <a:lnTo>
                  <a:pt x="2537054" y="625152"/>
                </a:lnTo>
                <a:lnTo>
                  <a:pt x="2539305" y="543935"/>
                </a:lnTo>
                <a:lnTo>
                  <a:pt x="2541556" y="473014"/>
                </a:lnTo>
                <a:lnTo>
                  <a:pt x="2543808" y="582348"/>
                </a:lnTo>
                <a:lnTo>
                  <a:pt x="2546059" y="704523"/>
                </a:lnTo>
                <a:lnTo>
                  <a:pt x="2548310" y="1023616"/>
                </a:lnTo>
                <a:lnTo>
                  <a:pt x="2552812" y="1007094"/>
                </a:lnTo>
                <a:lnTo>
                  <a:pt x="2555063" y="578752"/>
                </a:lnTo>
                <a:lnTo>
                  <a:pt x="2557314" y="471951"/>
                </a:lnTo>
                <a:lnTo>
                  <a:pt x="2559566" y="470405"/>
                </a:lnTo>
                <a:lnTo>
                  <a:pt x="2561817" y="719929"/>
                </a:lnTo>
                <a:lnTo>
                  <a:pt x="2564068" y="875428"/>
                </a:lnTo>
                <a:lnTo>
                  <a:pt x="2566319" y="958846"/>
                </a:lnTo>
                <a:lnTo>
                  <a:pt x="2568570" y="801576"/>
                </a:lnTo>
                <a:lnTo>
                  <a:pt x="2570821" y="610562"/>
                </a:lnTo>
                <a:lnTo>
                  <a:pt x="2573073" y="604056"/>
                </a:lnTo>
                <a:lnTo>
                  <a:pt x="2575324" y="734251"/>
                </a:lnTo>
                <a:lnTo>
                  <a:pt x="2577575" y="924073"/>
                </a:lnTo>
                <a:lnTo>
                  <a:pt x="2579826" y="935270"/>
                </a:lnTo>
                <a:lnTo>
                  <a:pt x="2582077" y="853280"/>
                </a:lnTo>
                <a:lnTo>
                  <a:pt x="2584328" y="900819"/>
                </a:lnTo>
                <a:lnTo>
                  <a:pt x="2586579" y="824519"/>
                </a:lnTo>
                <a:lnTo>
                  <a:pt x="2588831" y="576272"/>
                </a:lnTo>
                <a:lnTo>
                  <a:pt x="2591082" y="756088"/>
                </a:lnTo>
                <a:lnTo>
                  <a:pt x="2593333" y="715710"/>
                </a:lnTo>
                <a:lnTo>
                  <a:pt x="2595584" y="956785"/>
                </a:lnTo>
                <a:lnTo>
                  <a:pt x="2600086" y="1028039"/>
                </a:lnTo>
                <a:lnTo>
                  <a:pt x="2602338" y="1015962"/>
                </a:lnTo>
                <a:lnTo>
                  <a:pt x="2604589" y="1043671"/>
                </a:lnTo>
                <a:lnTo>
                  <a:pt x="2606840" y="780029"/>
                </a:lnTo>
                <a:lnTo>
                  <a:pt x="2609091" y="687872"/>
                </a:lnTo>
                <a:lnTo>
                  <a:pt x="2611342" y="978160"/>
                </a:lnTo>
                <a:lnTo>
                  <a:pt x="2613593" y="1137846"/>
                </a:lnTo>
                <a:lnTo>
                  <a:pt x="2615845" y="714014"/>
                </a:lnTo>
                <a:lnTo>
                  <a:pt x="2618096" y="740671"/>
                </a:lnTo>
                <a:lnTo>
                  <a:pt x="2620347" y="819011"/>
                </a:lnTo>
                <a:lnTo>
                  <a:pt x="2622598" y="700282"/>
                </a:lnTo>
                <a:lnTo>
                  <a:pt x="2624849" y="772278"/>
                </a:lnTo>
                <a:lnTo>
                  <a:pt x="2627100" y="893916"/>
                </a:lnTo>
                <a:lnTo>
                  <a:pt x="2629351" y="1007276"/>
                </a:lnTo>
                <a:lnTo>
                  <a:pt x="2631603" y="922344"/>
                </a:lnTo>
                <a:lnTo>
                  <a:pt x="2633854" y="894302"/>
                </a:lnTo>
                <a:lnTo>
                  <a:pt x="2636105" y="778290"/>
                </a:lnTo>
                <a:lnTo>
                  <a:pt x="2638356" y="757773"/>
                </a:lnTo>
                <a:lnTo>
                  <a:pt x="2640607" y="807470"/>
                </a:lnTo>
                <a:lnTo>
                  <a:pt x="2642858" y="919156"/>
                </a:lnTo>
                <a:lnTo>
                  <a:pt x="2645110" y="1047579"/>
                </a:lnTo>
                <a:lnTo>
                  <a:pt x="2647361" y="655642"/>
                </a:lnTo>
                <a:lnTo>
                  <a:pt x="2649612" y="473142"/>
                </a:lnTo>
                <a:lnTo>
                  <a:pt x="2651863" y="698253"/>
                </a:lnTo>
                <a:lnTo>
                  <a:pt x="2654114" y="667559"/>
                </a:lnTo>
                <a:lnTo>
                  <a:pt x="2656365" y="849072"/>
                </a:lnTo>
                <a:lnTo>
                  <a:pt x="2658617" y="1019794"/>
                </a:lnTo>
                <a:lnTo>
                  <a:pt x="2669872" y="886218"/>
                </a:lnTo>
                <a:lnTo>
                  <a:pt x="2672123" y="1106218"/>
                </a:lnTo>
                <a:lnTo>
                  <a:pt x="2674375" y="996089"/>
                </a:lnTo>
                <a:lnTo>
                  <a:pt x="2676626" y="1062566"/>
                </a:lnTo>
                <a:lnTo>
                  <a:pt x="2678877" y="1051197"/>
                </a:lnTo>
                <a:lnTo>
                  <a:pt x="2681128" y="780072"/>
                </a:lnTo>
                <a:lnTo>
                  <a:pt x="2683379" y="635352"/>
                </a:lnTo>
                <a:lnTo>
                  <a:pt x="2685630" y="625378"/>
                </a:lnTo>
                <a:lnTo>
                  <a:pt x="2687882" y="801737"/>
                </a:lnTo>
                <a:lnTo>
                  <a:pt x="2690133" y="1110169"/>
                </a:lnTo>
                <a:lnTo>
                  <a:pt x="2694635" y="1171514"/>
                </a:lnTo>
                <a:lnTo>
                  <a:pt x="2696886" y="877962"/>
                </a:lnTo>
                <a:lnTo>
                  <a:pt x="2699137" y="1022371"/>
                </a:lnTo>
                <a:lnTo>
                  <a:pt x="2701389" y="833483"/>
                </a:lnTo>
                <a:lnTo>
                  <a:pt x="2703640" y="756227"/>
                </a:lnTo>
                <a:lnTo>
                  <a:pt x="2705891" y="1025023"/>
                </a:lnTo>
                <a:lnTo>
                  <a:pt x="2708142" y="1117491"/>
                </a:lnTo>
                <a:lnTo>
                  <a:pt x="2710393" y="874688"/>
                </a:lnTo>
                <a:lnTo>
                  <a:pt x="2712644" y="933445"/>
                </a:lnTo>
                <a:lnTo>
                  <a:pt x="2714895" y="797217"/>
                </a:lnTo>
                <a:lnTo>
                  <a:pt x="2717147" y="822629"/>
                </a:lnTo>
                <a:lnTo>
                  <a:pt x="2719398" y="856147"/>
                </a:lnTo>
                <a:lnTo>
                  <a:pt x="2721649" y="1031325"/>
                </a:lnTo>
                <a:lnTo>
                  <a:pt x="2723900" y="1125253"/>
                </a:lnTo>
                <a:lnTo>
                  <a:pt x="2726151" y="814352"/>
                </a:lnTo>
                <a:lnTo>
                  <a:pt x="2728402" y="760339"/>
                </a:lnTo>
                <a:lnTo>
                  <a:pt x="2730654" y="883019"/>
                </a:lnTo>
                <a:lnTo>
                  <a:pt x="2732905" y="815876"/>
                </a:lnTo>
                <a:lnTo>
                  <a:pt x="2735156" y="1119134"/>
                </a:lnTo>
                <a:lnTo>
                  <a:pt x="2737407" y="1044444"/>
                </a:lnTo>
                <a:lnTo>
                  <a:pt x="2741909" y="922097"/>
                </a:lnTo>
                <a:lnTo>
                  <a:pt x="2744161" y="1027224"/>
                </a:lnTo>
                <a:lnTo>
                  <a:pt x="2746412" y="1047171"/>
                </a:lnTo>
                <a:lnTo>
                  <a:pt x="2748663" y="999106"/>
                </a:lnTo>
                <a:lnTo>
                  <a:pt x="2750914" y="947209"/>
                </a:lnTo>
                <a:lnTo>
                  <a:pt x="2757667" y="963635"/>
                </a:lnTo>
                <a:lnTo>
                  <a:pt x="2759919" y="960478"/>
                </a:lnTo>
                <a:lnTo>
                  <a:pt x="2762170" y="1036886"/>
                </a:lnTo>
                <a:lnTo>
                  <a:pt x="2766672" y="929226"/>
                </a:lnTo>
                <a:lnTo>
                  <a:pt x="2773426" y="942002"/>
                </a:lnTo>
                <a:lnTo>
                  <a:pt x="2775677" y="976367"/>
                </a:lnTo>
                <a:lnTo>
                  <a:pt x="2777928" y="821298"/>
                </a:lnTo>
                <a:lnTo>
                  <a:pt x="2780179" y="841234"/>
                </a:lnTo>
                <a:lnTo>
                  <a:pt x="2782430" y="913433"/>
                </a:lnTo>
                <a:lnTo>
                  <a:pt x="2784681" y="1087774"/>
                </a:lnTo>
                <a:lnTo>
                  <a:pt x="2789184" y="1111039"/>
                </a:lnTo>
                <a:lnTo>
                  <a:pt x="2791435" y="861686"/>
                </a:lnTo>
                <a:lnTo>
                  <a:pt x="2793686" y="893497"/>
                </a:lnTo>
                <a:lnTo>
                  <a:pt x="2795937" y="931405"/>
                </a:lnTo>
                <a:lnTo>
                  <a:pt x="2798188" y="915130"/>
                </a:lnTo>
                <a:lnTo>
                  <a:pt x="2800439" y="1161906"/>
                </a:lnTo>
                <a:lnTo>
                  <a:pt x="2804942" y="907035"/>
                </a:lnTo>
                <a:lnTo>
                  <a:pt x="2807193" y="1149452"/>
                </a:lnTo>
                <a:lnTo>
                  <a:pt x="2809444" y="1002069"/>
                </a:lnTo>
                <a:lnTo>
                  <a:pt x="2811695" y="971687"/>
                </a:lnTo>
                <a:lnTo>
                  <a:pt x="2813946" y="954101"/>
                </a:lnTo>
                <a:lnTo>
                  <a:pt x="2816198" y="1108258"/>
                </a:lnTo>
                <a:lnTo>
                  <a:pt x="2820700" y="927712"/>
                </a:lnTo>
                <a:lnTo>
                  <a:pt x="2822951" y="846656"/>
                </a:lnTo>
                <a:lnTo>
                  <a:pt x="2825202" y="881473"/>
                </a:lnTo>
                <a:lnTo>
                  <a:pt x="2827453" y="795757"/>
                </a:lnTo>
                <a:lnTo>
                  <a:pt x="2829705" y="810068"/>
                </a:lnTo>
                <a:lnTo>
                  <a:pt x="2831956" y="1034127"/>
                </a:lnTo>
                <a:lnTo>
                  <a:pt x="2836458" y="895054"/>
                </a:lnTo>
                <a:lnTo>
                  <a:pt x="2838709" y="751718"/>
                </a:lnTo>
                <a:lnTo>
                  <a:pt x="2840960" y="909032"/>
                </a:lnTo>
                <a:lnTo>
                  <a:pt x="2843211" y="877747"/>
                </a:lnTo>
                <a:lnTo>
                  <a:pt x="2845463" y="882342"/>
                </a:lnTo>
                <a:lnTo>
                  <a:pt x="2847714" y="993620"/>
                </a:lnTo>
                <a:lnTo>
                  <a:pt x="2849965" y="1112424"/>
                </a:lnTo>
                <a:lnTo>
                  <a:pt x="2852216" y="860312"/>
                </a:lnTo>
                <a:lnTo>
                  <a:pt x="2854467" y="896020"/>
                </a:lnTo>
                <a:lnTo>
                  <a:pt x="2856718" y="928958"/>
                </a:lnTo>
                <a:lnTo>
                  <a:pt x="2858970" y="777517"/>
                </a:lnTo>
                <a:lnTo>
                  <a:pt x="2861221" y="782584"/>
                </a:lnTo>
                <a:lnTo>
                  <a:pt x="2863472" y="960103"/>
                </a:lnTo>
                <a:lnTo>
                  <a:pt x="2865723" y="1176378"/>
                </a:lnTo>
                <a:lnTo>
                  <a:pt x="2867974" y="786288"/>
                </a:lnTo>
                <a:lnTo>
                  <a:pt x="2870225" y="800985"/>
                </a:lnTo>
                <a:lnTo>
                  <a:pt x="2872477" y="851863"/>
                </a:lnTo>
                <a:lnTo>
                  <a:pt x="2874728" y="843693"/>
                </a:lnTo>
                <a:lnTo>
                  <a:pt x="2876979" y="563797"/>
                </a:lnTo>
                <a:lnTo>
                  <a:pt x="2879230" y="850832"/>
                </a:lnTo>
                <a:lnTo>
                  <a:pt x="2881481" y="988445"/>
                </a:lnTo>
                <a:lnTo>
                  <a:pt x="2883732" y="762358"/>
                </a:lnTo>
                <a:lnTo>
                  <a:pt x="2885983" y="454129"/>
                </a:lnTo>
                <a:lnTo>
                  <a:pt x="2888235" y="955121"/>
                </a:lnTo>
                <a:lnTo>
                  <a:pt x="2890486" y="977527"/>
                </a:lnTo>
                <a:lnTo>
                  <a:pt x="2892737" y="888870"/>
                </a:lnTo>
                <a:lnTo>
                  <a:pt x="2894988" y="861289"/>
                </a:lnTo>
                <a:lnTo>
                  <a:pt x="2897239" y="998215"/>
                </a:lnTo>
                <a:lnTo>
                  <a:pt x="2899490" y="661257"/>
                </a:lnTo>
                <a:lnTo>
                  <a:pt x="2901742" y="644853"/>
                </a:lnTo>
                <a:lnTo>
                  <a:pt x="2903993" y="487357"/>
                </a:lnTo>
                <a:lnTo>
                  <a:pt x="2906244" y="542475"/>
                </a:lnTo>
                <a:lnTo>
                  <a:pt x="2908495" y="736720"/>
                </a:lnTo>
                <a:lnTo>
                  <a:pt x="2910746" y="747370"/>
                </a:lnTo>
                <a:lnTo>
                  <a:pt x="2912997" y="948282"/>
                </a:lnTo>
                <a:lnTo>
                  <a:pt x="2915248" y="640881"/>
                </a:lnTo>
                <a:lnTo>
                  <a:pt x="2917500" y="542142"/>
                </a:lnTo>
                <a:lnTo>
                  <a:pt x="2919751" y="513767"/>
                </a:lnTo>
                <a:lnTo>
                  <a:pt x="2922002" y="501475"/>
                </a:lnTo>
                <a:lnTo>
                  <a:pt x="2924253" y="544740"/>
                </a:lnTo>
                <a:lnTo>
                  <a:pt x="2931007" y="915398"/>
                </a:lnTo>
                <a:lnTo>
                  <a:pt x="2933258" y="1084339"/>
                </a:lnTo>
                <a:lnTo>
                  <a:pt x="2935509" y="1011044"/>
                </a:lnTo>
                <a:lnTo>
                  <a:pt x="2937760" y="1085917"/>
                </a:lnTo>
                <a:lnTo>
                  <a:pt x="2940011" y="930611"/>
                </a:lnTo>
                <a:lnTo>
                  <a:pt x="2942262" y="1140004"/>
                </a:lnTo>
                <a:lnTo>
                  <a:pt x="2946765" y="971558"/>
                </a:lnTo>
                <a:lnTo>
                  <a:pt x="2949016" y="861665"/>
                </a:lnTo>
                <a:lnTo>
                  <a:pt x="2951267" y="820235"/>
                </a:lnTo>
                <a:lnTo>
                  <a:pt x="2953518" y="829564"/>
                </a:lnTo>
                <a:lnTo>
                  <a:pt x="2955769" y="835437"/>
                </a:lnTo>
                <a:lnTo>
                  <a:pt x="2958020" y="988274"/>
                </a:lnTo>
                <a:lnTo>
                  <a:pt x="2960272" y="1021780"/>
                </a:lnTo>
                <a:lnTo>
                  <a:pt x="2962523" y="832935"/>
                </a:lnTo>
                <a:lnTo>
                  <a:pt x="2964774" y="717653"/>
                </a:lnTo>
                <a:lnTo>
                  <a:pt x="2967025" y="748594"/>
                </a:lnTo>
                <a:lnTo>
                  <a:pt x="2969276" y="835695"/>
                </a:lnTo>
                <a:lnTo>
                  <a:pt x="2971527" y="931974"/>
                </a:lnTo>
                <a:lnTo>
                  <a:pt x="2973779" y="882729"/>
                </a:lnTo>
                <a:lnTo>
                  <a:pt x="2976030" y="942345"/>
                </a:lnTo>
                <a:lnTo>
                  <a:pt x="2978281" y="674956"/>
                </a:lnTo>
                <a:lnTo>
                  <a:pt x="2980532" y="748884"/>
                </a:lnTo>
                <a:lnTo>
                  <a:pt x="2982783" y="700422"/>
                </a:lnTo>
                <a:lnTo>
                  <a:pt x="2985034" y="754703"/>
                </a:lnTo>
                <a:lnTo>
                  <a:pt x="2987286" y="894753"/>
                </a:lnTo>
                <a:lnTo>
                  <a:pt x="2989537" y="1007931"/>
                </a:lnTo>
                <a:lnTo>
                  <a:pt x="2994039" y="920562"/>
                </a:lnTo>
                <a:lnTo>
                  <a:pt x="2996290" y="1047235"/>
                </a:lnTo>
                <a:lnTo>
                  <a:pt x="2998541" y="961949"/>
                </a:lnTo>
                <a:lnTo>
                  <a:pt x="3000792" y="921260"/>
                </a:lnTo>
                <a:lnTo>
                  <a:pt x="3003044" y="660592"/>
                </a:lnTo>
                <a:lnTo>
                  <a:pt x="3005295" y="943075"/>
                </a:lnTo>
                <a:lnTo>
                  <a:pt x="3007546" y="1031733"/>
                </a:lnTo>
                <a:lnTo>
                  <a:pt x="3009797" y="802392"/>
                </a:lnTo>
                <a:lnTo>
                  <a:pt x="3012048" y="708721"/>
                </a:lnTo>
                <a:lnTo>
                  <a:pt x="3014299" y="747639"/>
                </a:lnTo>
                <a:lnTo>
                  <a:pt x="3016551" y="666958"/>
                </a:lnTo>
                <a:lnTo>
                  <a:pt x="3018802" y="866281"/>
                </a:lnTo>
                <a:lnTo>
                  <a:pt x="3025555" y="879089"/>
                </a:lnTo>
                <a:lnTo>
                  <a:pt x="3027806" y="803143"/>
                </a:lnTo>
                <a:lnTo>
                  <a:pt x="3030058" y="827288"/>
                </a:lnTo>
                <a:lnTo>
                  <a:pt x="3032309" y="847504"/>
                </a:lnTo>
                <a:lnTo>
                  <a:pt x="3034560" y="854676"/>
                </a:lnTo>
                <a:lnTo>
                  <a:pt x="3036811" y="927916"/>
                </a:lnTo>
                <a:lnTo>
                  <a:pt x="3039062" y="1047944"/>
                </a:lnTo>
                <a:lnTo>
                  <a:pt x="3041313" y="843414"/>
                </a:lnTo>
                <a:lnTo>
                  <a:pt x="3043564" y="989079"/>
                </a:lnTo>
                <a:lnTo>
                  <a:pt x="3045816" y="842931"/>
                </a:lnTo>
                <a:lnTo>
                  <a:pt x="3048067" y="1003239"/>
                </a:lnTo>
                <a:lnTo>
                  <a:pt x="3050318" y="777452"/>
                </a:lnTo>
                <a:lnTo>
                  <a:pt x="3052569" y="930139"/>
                </a:lnTo>
                <a:lnTo>
                  <a:pt x="3054820" y="1153220"/>
                </a:lnTo>
                <a:lnTo>
                  <a:pt x="3057071" y="770882"/>
                </a:lnTo>
                <a:lnTo>
                  <a:pt x="3059323" y="855513"/>
                </a:lnTo>
                <a:lnTo>
                  <a:pt x="3061574" y="602714"/>
                </a:lnTo>
                <a:lnTo>
                  <a:pt x="3063825" y="891994"/>
                </a:lnTo>
                <a:lnTo>
                  <a:pt x="3066076" y="805419"/>
                </a:lnTo>
                <a:lnTo>
                  <a:pt x="3068327" y="868246"/>
                </a:lnTo>
                <a:lnTo>
                  <a:pt x="3070578" y="1046838"/>
                </a:lnTo>
                <a:lnTo>
                  <a:pt x="3072830" y="828985"/>
                </a:lnTo>
                <a:lnTo>
                  <a:pt x="3075081" y="831497"/>
                </a:lnTo>
                <a:lnTo>
                  <a:pt x="3077332" y="763345"/>
                </a:lnTo>
                <a:lnTo>
                  <a:pt x="3079583" y="711738"/>
                </a:lnTo>
                <a:lnTo>
                  <a:pt x="3081834" y="738470"/>
                </a:lnTo>
                <a:lnTo>
                  <a:pt x="3084085" y="973651"/>
                </a:lnTo>
                <a:lnTo>
                  <a:pt x="3086336" y="913605"/>
                </a:lnTo>
                <a:lnTo>
                  <a:pt x="3088588" y="704512"/>
                </a:lnTo>
                <a:lnTo>
                  <a:pt x="3090839" y="757891"/>
                </a:lnTo>
                <a:lnTo>
                  <a:pt x="3093090" y="674055"/>
                </a:lnTo>
                <a:lnTo>
                  <a:pt x="3095341" y="502430"/>
                </a:lnTo>
                <a:lnTo>
                  <a:pt x="3097592" y="574715"/>
                </a:lnTo>
                <a:lnTo>
                  <a:pt x="3099843" y="850188"/>
                </a:lnTo>
                <a:lnTo>
                  <a:pt x="3102095" y="1152673"/>
                </a:lnTo>
                <a:lnTo>
                  <a:pt x="3104346" y="819505"/>
                </a:lnTo>
                <a:lnTo>
                  <a:pt x="3106597" y="630918"/>
                </a:lnTo>
                <a:lnTo>
                  <a:pt x="3108848" y="565278"/>
                </a:lnTo>
                <a:lnTo>
                  <a:pt x="3111099" y="690244"/>
                </a:lnTo>
                <a:lnTo>
                  <a:pt x="3113350" y="497373"/>
                </a:lnTo>
                <a:lnTo>
                  <a:pt x="3115602" y="674495"/>
                </a:lnTo>
                <a:lnTo>
                  <a:pt x="3117853" y="751407"/>
                </a:lnTo>
                <a:lnTo>
                  <a:pt x="3120104" y="410208"/>
                </a:lnTo>
                <a:lnTo>
                  <a:pt x="3122355" y="469922"/>
                </a:lnTo>
                <a:lnTo>
                  <a:pt x="3124606" y="642749"/>
                </a:lnTo>
                <a:lnTo>
                  <a:pt x="3126857" y="758428"/>
                </a:lnTo>
                <a:lnTo>
                  <a:pt x="3129108" y="743527"/>
                </a:lnTo>
                <a:lnTo>
                  <a:pt x="3131360" y="871778"/>
                </a:lnTo>
                <a:lnTo>
                  <a:pt x="3133611" y="822683"/>
                </a:lnTo>
                <a:lnTo>
                  <a:pt x="3135862" y="698758"/>
                </a:lnTo>
                <a:lnTo>
                  <a:pt x="3138113" y="676932"/>
                </a:lnTo>
                <a:lnTo>
                  <a:pt x="3140364" y="629844"/>
                </a:lnTo>
                <a:lnTo>
                  <a:pt x="3142615" y="438004"/>
                </a:lnTo>
                <a:lnTo>
                  <a:pt x="3144867" y="604089"/>
                </a:lnTo>
                <a:lnTo>
                  <a:pt x="3147118" y="796508"/>
                </a:lnTo>
                <a:lnTo>
                  <a:pt x="3149369" y="903578"/>
                </a:lnTo>
                <a:lnTo>
                  <a:pt x="3151620" y="687474"/>
                </a:lnTo>
                <a:lnTo>
                  <a:pt x="3153871" y="644048"/>
                </a:lnTo>
                <a:lnTo>
                  <a:pt x="3156122" y="626913"/>
                </a:lnTo>
                <a:lnTo>
                  <a:pt x="3158374" y="584195"/>
                </a:lnTo>
                <a:lnTo>
                  <a:pt x="3160625" y="772299"/>
                </a:lnTo>
                <a:lnTo>
                  <a:pt x="3162876" y="958256"/>
                </a:lnTo>
                <a:lnTo>
                  <a:pt x="3167378" y="978085"/>
                </a:lnTo>
                <a:lnTo>
                  <a:pt x="3169629" y="973898"/>
                </a:lnTo>
                <a:lnTo>
                  <a:pt x="3171880" y="813224"/>
                </a:lnTo>
                <a:lnTo>
                  <a:pt x="3174132" y="778000"/>
                </a:lnTo>
                <a:lnTo>
                  <a:pt x="3176383" y="890244"/>
                </a:lnTo>
                <a:lnTo>
                  <a:pt x="3180885" y="1103019"/>
                </a:lnTo>
                <a:lnTo>
                  <a:pt x="3183136" y="930912"/>
                </a:lnTo>
                <a:lnTo>
                  <a:pt x="3185387" y="899756"/>
                </a:lnTo>
                <a:lnTo>
                  <a:pt x="3189890" y="1076909"/>
                </a:lnTo>
                <a:lnTo>
                  <a:pt x="3192141" y="733617"/>
                </a:lnTo>
                <a:lnTo>
                  <a:pt x="3194392" y="950816"/>
                </a:lnTo>
                <a:lnTo>
                  <a:pt x="3196643" y="1046763"/>
                </a:lnTo>
                <a:lnTo>
                  <a:pt x="3198894" y="443554"/>
                </a:lnTo>
                <a:lnTo>
                  <a:pt x="3201146" y="809896"/>
                </a:lnTo>
                <a:lnTo>
                  <a:pt x="3203397" y="641761"/>
                </a:lnTo>
                <a:lnTo>
                  <a:pt x="3205648" y="396155"/>
                </a:lnTo>
                <a:lnTo>
                  <a:pt x="3207899" y="769679"/>
                </a:lnTo>
                <a:lnTo>
                  <a:pt x="3210150" y="998999"/>
                </a:lnTo>
                <a:lnTo>
                  <a:pt x="3214652" y="1065712"/>
                </a:lnTo>
                <a:lnTo>
                  <a:pt x="3216904" y="798119"/>
                </a:lnTo>
                <a:lnTo>
                  <a:pt x="3219155" y="779191"/>
                </a:lnTo>
                <a:lnTo>
                  <a:pt x="3221406" y="621137"/>
                </a:lnTo>
                <a:lnTo>
                  <a:pt x="3223657" y="925372"/>
                </a:lnTo>
                <a:lnTo>
                  <a:pt x="3225908" y="1111608"/>
                </a:lnTo>
                <a:lnTo>
                  <a:pt x="3230411" y="670683"/>
                </a:lnTo>
                <a:lnTo>
                  <a:pt x="3232662" y="822243"/>
                </a:lnTo>
                <a:lnTo>
                  <a:pt x="3234913" y="816681"/>
                </a:lnTo>
                <a:lnTo>
                  <a:pt x="3237164" y="957988"/>
                </a:lnTo>
                <a:lnTo>
                  <a:pt x="3239415" y="1036768"/>
                </a:lnTo>
                <a:lnTo>
                  <a:pt x="3241666" y="1051734"/>
                </a:lnTo>
                <a:lnTo>
                  <a:pt x="3243917" y="1018764"/>
                </a:lnTo>
                <a:lnTo>
                  <a:pt x="3246169" y="636414"/>
                </a:lnTo>
                <a:lnTo>
                  <a:pt x="3248420" y="619130"/>
                </a:lnTo>
                <a:lnTo>
                  <a:pt x="3250671" y="764558"/>
                </a:lnTo>
                <a:lnTo>
                  <a:pt x="3252922" y="880506"/>
                </a:lnTo>
                <a:lnTo>
                  <a:pt x="3255173" y="875954"/>
                </a:lnTo>
                <a:lnTo>
                  <a:pt x="3257424" y="1024754"/>
                </a:lnTo>
                <a:lnTo>
                  <a:pt x="3261927" y="1073388"/>
                </a:lnTo>
                <a:lnTo>
                  <a:pt x="3277685" y="923246"/>
                </a:lnTo>
                <a:lnTo>
                  <a:pt x="3279936" y="919435"/>
                </a:lnTo>
                <a:lnTo>
                  <a:pt x="3282187" y="1024905"/>
                </a:lnTo>
                <a:lnTo>
                  <a:pt x="3284438" y="1152276"/>
                </a:lnTo>
                <a:lnTo>
                  <a:pt x="3286689" y="1074236"/>
                </a:lnTo>
                <a:lnTo>
                  <a:pt x="3293443" y="1009166"/>
                </a:lnTo>
                <a:lnTo>
                  <a:pt x="3295694" y="856769"/>
                </a:lnTo>
                <a:lnTo>
                  <a:pt x="3297945" y="851176"/>
                </a:lnTo>
                <a:lnTo>
                  <a:pt x="3300196" y="856608"/>
                </a:lnTo>
                <a:lnTo>
                  <a:pt x="3302448" y="1022231"/>
                </a:lnTo>
                <a:lnTo>
                  <a:pt x="3304699" y="972513"/>
                </a:lnTo>
                <a:lnTo>
                  <a:pt x="3309201" y="850918"/>
                </a:lnTo>
                <a:lnTo>
                  <a:pt x="3311452" y="958363"/>
                </a:lnTo>
                <a:lnTo>
                  <a:pt x="3313703" y="965728"/>
                </a:lnTo>
                <a:lnTo>
                  <a:pt x="3315955" y="851487"/>
                </a:lnTo>
                <a:lnTo>
                  <a:pt x="3318206" y="804850"/>
                </a:lnTo>
                <a:lnTo>
                  <a:pt x="3320457" y="987447"/>
                </a:lnTo>
                <a:lnTo>
                  <a:pt x="3322708" y="1006804"/>
                </a:lnTo>
                <a:lnTo>
                  <a:pt x="3324959" y="715646"/>
                </a:lnTo>
                <a:lnTo>
                  <a:pt x="3327210" y="475096"/>
                </a:lnTo>
                <a:lnTo>
                  <a:pt x="3329461" y="461580"/>
                </a:lnTo>
                <a:lnTo>
                  <a:pt x="3331713" y="372611"/>
                </a:lnTo>
                <a:lnTo>
                  <a:pt x="3333964" y="859260"/>
                </a:lnTo>
                <a:lnTo>
                  <a:pt x="3336215" y="988424"/>
                </a:lnTo>
                <a:lnTo>
                  <a:pt x="3338466" y="1038271"/>
                </a:lnTo>
                <a:lnTo>
                  <a:pt x="3340717" y="986856"/>
                </a:lnTo>
                <a:lnTo>
                  <a:pt x="3342968" y="1059775"/>
                </a:lnTo>
                <a:lnTo>
                  <a:pt x="3347471" y="1052260"/>
                </a:lnTo>
                <a:lnTo>
                  <a:pt x="3349722" y="1133541"/>
                </a:lnTo>
                <a:lnTo>
                  <a:pt x="3356475" y="1169442"/>
                </a:lnTo>
                <a:lnTo>
                  <a:pt x="3360978" y="1127894"/>
                </a:lnTo>
                <a:lnTo>
                  <a:pt x="3363229" y="1037798"/>
                </a:lnTo>
                <a:lnTo>
                  <a:pt x="3365480" y="999224"/>
                </a:lnTo>
                <a:lnTo>
                  <a:pt x="3376736" y="1090211"/>
                </a:lnTo>
                <a:lnTo>
                  <a:pt x="3378987" y="1054493"/>
                </a:lnTo>
                <a:lnTo>
                  <a:pt x="3381238" y="980383"/>
                </a:lnTo>
                <a:lnTo>
                  <a:pt x="3383489" y="1126091"/>
                </a:lnTo>
                <a:lnTo>
                  <a:pt x="3387992" y="1085112"/>
                </a:lnTo>
                <a:lnTo>
                  <a:pt x="3390243" y="883062"/>
                </a:lnTo>
                <a:lnTo>
                  <a:pt x="3392494" y="1044863"/>
                </a:lnTo>
                <a:lnTo>
                  <a:pt x="3394745" y="999138"/>
                </a:lnTo>
                <a:lnTo>
                  <a:pt x="3396996" y="1012054"/>
                </a:lnTo>
                <a:lnTo>
                  <a:pt x="3406001" y="1085316"/>
                </a:lnTo>
                <a:lnTo>
                  <a:pt x="3408252" y="1099949"/>
                </a:lnTo>
                <a:lnTo>
                  <a:pt x="3410503" y="998720"/>
                </a:lnTo>
                <a:lnTo>
                  <a:pt x="3412754" y="999911"/>
                </a:lnTo>
                <a:lnTo>
                  <a:pt x="3415005" y="1124437"/>
                </a:lnTo>
                <a:lnTo>
                  <a:pt x="3419508" y="1100110"/>
                </a:lnTo>
                <a:lnTo>
                  <a:pt x="3421759" y="1073002"/>
                </a:lnTo>
                <a:lnTo>
                  <a:pt x="3424010" y="1097426"/>
                </a:lnTo>
                <a:lnTo>
                  <a:pt x="3426261" y="990721"/>
                </a:lnTo>
                <a:lnTo>
                  <a:pt x="3428512" y="1075922"/>
                </a:lnTo>
                <a:lnTo>
                  <a:pt x="3430764" y="1121206"/>
                </a:lnTo>
                <a:lnTo>
                  <a:pt x="3433015" y="1167392"/>
                </a:lnTo>
                <a:lnTo>
                  <a:pt x="3435266" y="958965"/>
                </a:lnTo>
                <a:lnTo>
                  <a:pt x="3437517" y="986255"/>
                </a:lnTo>
                <a:lnTo>
                  <a:pt x="3439768" y="1053623"/>
                </a:lnTo>
                <a:lnTo>
                  <a:pt x="3442019" y="1043166"/>
                </a:lnTo>
                <a:lnTo>
                  <a:pt x="3444271" y="997625"/>
                </a:lnTo>
                <a:lnTo>
                  <a:pt x="3446522" y="1000405"/>
                </a:lnTo>
                <a:lnTo>
                  <a:pt x="3448773" y="1126348"/>
                </a:lnTo>
                <a:lnTo>
                  <a:pt x="3451024" y="1009681"/>
                </a:lnTo>
                <a:lnTo>
                  <a:pt x="3453275" y="1017647"/>
                </a:lnTo>
                <a:lnTo>
                  <a:pt x="3455526" y="1062373"/>
                </a:lnTo>
                <a:lnTo>
                  <a:pt x="3457777" y="1005140"/>
                </a:lnTo>
                <a:lnTo>
                  <a:pt x="3460029" y="1066721"/>
                </a:lnTo>
                <a:lnTo>
                  <a:pt x="3462280" y="1084543"/>
                </a:lnTo>
                <a:lnTo>
                  <a:pt x="3466782" y="1065175"/>
                </a:lnTo>
                <a:lnTo>
                  <a:pt x="3469033" y="984741"/>
                </a:lnTo>
                <a:lnTo>
                  <a:pt x="3471284" y="1035769"/>
                </a:lnTo>
                <a:lnTo>
                  <a:pt x="3473536" y="1001200"/>
                </a:lnTo>
                <a:lnTo>
                  <a:pt x="3475787" y="1061256"/>
                </a:lnTo>
                <a:lnTo>
                  <a:pt x="3484791" y="1148507"/>
                </a:lnTo>
                <a:lnTo>
                  <a:pt x="3487043" y="1016402"/>
                </a:lnTo>
                <a:lnTo>
                  <a:pt x="3489294" y="997120"/>
                </a:lnTo>
                <a:lnTo>
                  <a:pt x="3491545" y="1006031"/>
                </a:lnTo>
                <a:lnTo>
                  <a:pt x="3493796" y="1163151"/>
                </a:lnTo>
                <a:lnTo>
                  <a:pt x="3498298" y="1017808"/>
                </a:lnTo>
                <a:lnTo>
                  <a:pt x="3500549" y="1024679"/>
                </a:lnTo>
                <a:lnTo>
                  <a:pt x="3502801" y="1134250"/>
                </a:lnTo>
                <a:lnTo>
                  <a:pt x="3505052" y="1129075"/>
                </a:lnTo>
                <a:lnTo>
                  <a:pt x="3507303" y="986685"/>
                </a:lnTo>
                <a:lnTo>
                  <a:pt x="3509554" y="1095171"/>
                </a:lnTo>
                <a:lnTo>
                  <a:pt x="3514056" y="1109149"/>
                </a:lnTo>
                <a:lnTo>
                  <a:pt x="3516308" y="986481"/>
                </a:lnTo>
                <a:lnTo>
                  <a:pt x="3518559" y="981768"/>
                </a:lnTo>
                <a:lnTo>
                  <a:pt x="3520810" y="1028125"/>
                </a:lnTo>
                <a:lnTo>
                  <a:pt x="3523061" y="1066807"/>
                </a:lnTo>
                <a:lnTo>
                  <a:pt x="3529815" y="1100453"/>
                </a:lnTo>
                <a:lnTo>
                  <a:pt x="3534317" y="1101022"/>
                </a:lnTo>
                <a:lnTo>
                  <a:pt x="3536568" y="1032044"/>
                </a:lnTo>
                <a:lnTo>
                  <a:pt x="3538819" y="1053709"/>
                </a:lnTo>
                <a:lnTo>
                  <a:pt x="3541070" y="1134797"/>
                </a:lnTo>
                <a:lnTo>
                  <a:pt x="3545573" y="1034610"/>
                </a:lnTo>
                <a:lnTo>
                  <a:pt x="3547824" y="1021533"/>
                </a:lnTo>
                <a:lnTo>
                  <a:pt x="3550075" y="1044809"/>
                </a:lnTo>
                <a:lnTo>
                  <a:pt x="3552326" y="946779"/>
                </a:lnTo>
                <a:lnTo>
                  <a:pt x="3554577" y="1056071"/>
                </a:lnTo>
                <a:lnTo>
                  <a:pt x="3556828" y="1085251"/>
                </a:lnTo>
                <a:lnTo>
                  <a:pt x="3561331" y="1000051"/>
                </a:lnTo>
                <a:lnTo>
                  <a:pt x="3563582" y="988563"/>
                </a:lnTo>
                <a:lnTo>
                  <a:pt x="3565833" y="1012118"/>
                </a:lnTo>
                <a:lnTo>
                  <a:pt x="3570335" y="1136429"/>
                </a:lnTo>
                <a:lnTo>
                  <a:pt x="3577089" y="1161476"/>
                </a:lnTo>
                <a:lnTo>
                  <a:pt x="3579340" y="1020503"/>
                </a:lnTo>
                <a:lnTo>
                  <a:pt x="3581591" y="1071037"/>
                </a:lnTo>
                <a:lnTo>
                  <a:pt x="3583842" y="1065078"/>
                </a:lnTo>
                <a:lnTo>
                  <a:pt x="3586093" y="1012054"/>
                </a:lnTo>
                <a:lnTo>
                  <a:pt x="3595098" y="936290"/>
                </a:lnTo>
                <a:lnTo>
                  <a:pt x="3597349" y="927916"/>
                </a:lnTo>
                <a:lnTo>
                  <a:pt x="3599600" y="857628"/>
                </a:lnTo>
                <a:lnTo>
                  <a:pt x="3601852" y="1004356"/>
                </a:lnTo>
                <a:lnTo>
                  <a:pt x="3604103" y="1154906"/>
                </a:lnTo>
                <a:lnTo>
                  <a:pt x="3608605" y="963892"/>
                </a:lnTo>
                <a:lnTo>
                  <a:pt x="3610856" y="959297"/>
                </a:lnTo>
                <a:lnTo>
                  <a:pt x="3613107" y="930622"/>
                </a:lnTo>
                <a:lnTo>
                  <a:pt x="3615358" y="1007287"/>
                </a:lnTo>
                <a:lnTo>
                  <a:pt x="3617610" y="978343"/>
                </a:lnTo>
                <a:lnTo>
                  <a:pt x="3619861" y="1106025"/>
                </a:lnTo>
                <a:lnTo>
                  <a:pt x="3624363" y="1077736"/>
                </a:lnTo>
                <a:lnTo>
                  <a:pt x="3626614" y="978268"/>
                </a:lnTo>
                <a:lnTo>
                  <a:pt x="3628865" y="931910"/>
                </a:lnTo>
                <a:lnTo>
                  <a:pt x="3631117" y="975648"/>
                </a:lnTo>
                <a:lnTo>
                  <a:pt x="3633368" y="967789"/>
                </a:lnTo>
                <a:lnTo>
                  <a:pt x="3635619" y="1069083"/>
                </a:lnTo>
                <a:lnTo>
                  <a:pt x="3640121" y="930793"/>
                </a:lnTo>
                <a:lnTo>
                  <a:pt x="3642372" y="966834"/>
                </a:lnTo>
                <a:lnTo>
                  <a:pt x="3644624" y="967693"/>
                </a:lnTo>
                <a:lnTo>
                  <a:pt x="3646875" y="926639"/>
                </a:lnTo>
                <a:lnTo>
                  <a:pt x="3649126" y="1042350"/>
                </a:lnTo>
                <a:lnTo>
                  <a:pt x="3651377" y="1037423"/>
                </a:lnTo>
                <a:lnTo>
                  <a:pt x="3653628" y="1139468"/>
                </a:lnTo>
                <a:lnTo>
                  <a:pt x="3655879" y="962153"/>
                </a:lnTo>
                <a:lnTo>
                  <a:pt x="3658130" y="940370"/>
                </a:lnTo>
                <a:lnTo>
                  <a:pt x="3660382" y="929097"/>
                </a:lnTo>
                <a:lnTo>
                  <a:pt x="3662633" y="929086"/>
                </a:lnTo>
                <a:lnTo>
                  <a:pt x="3664884" y="994597"/>
                </a:lnTo>
                <a:lnTo>
                  <a:pt x="3667135" y="1150708"/>
                </a:lnTo>
                <a:lnTo>
                  <a:pt x="3671637" y="1022510"/>
                </a:lnTo>
                <a:lnTo>
                  <a:pt x="3673889" y="864564"/>
                </a:lnTo>
                <a:lnTo>
                  <a:pt x="3676140" y="881065"/>
                </a:lnTo>
                <a:lnTo>
                  <a:pt x="3678391" y="959244"/>
                </a:lnTo>
                <a:lnTo>
                  <a:pt x="3680642" y="929119"/>
                </a:lnTo>
                <a:lnTo>
                  <a:pt x="3682893" y="996014"/>
                </a:lnTo>
                <a:lnTo>
                  <a:pt x="3687396" y="1001543"/>
                </a:lnTo>
                <a:lnTo>
                  <a:pt x="3689647" y="864778"/>
                </a:lnTo>
                <a:lnTo>
                  <a:pt x="3691898" y="1012977"/>
                </a:lnTo>
                <a:lnTo>
                  <a:pt x="3694149" y="953543"/>
                </a:lnTo>
                <a:lnTo>
                  <a:pt x="3696400" y="1018603"/>
                </a:lnTo>
                <a:lnTo>
                  <a:pt x="3698651" y="1174510"/>
                </a:lnTo>
                <a:lnTo>
                  <a:pt x="3703154" y="922795"/>
                </a:lnTo>
                <a:lnTo>
                  <a:pt x="3705405" y="1021931"/>
                </a:lnTo>
                <a:lnTo>
                  <a:pt x="3709907" y="954863"/>
                </a:lnTo>
                <a:lnTo>
                  <a:pt x="3712158" y="978611"/>
                </a:lnTo>
                <a:lnTo>
                  <a:pt x="3718912" y="1067065"/>
                </a:lnTo>
                <a:lnTo>
                  <a:pt x="3721163" y="947563"/>
                </a:lnTo>
                <a:lnTo>
                  <a:pt x="3723414" y="877704"/>
                </a:lnTo>
                <a:lnTo>
                  <a:pt x="3725665" y="1067795"/>
                </a:lnTo>
                <a:lnTo>
                  <a:pt x="3727916" y="1047203"/>
                </a:lnTo>
                <a:lnTo>
                  <a:pt x="3730168" y="1076942"/>
                </a:lnTo>
                <a:lnTo>
                  <a:pt x="3732419" y="1163334"/>
                </a:lnTo>
                <a:lnTo>
                  <a:pt x="3734670" y="948508"/>
                </a:lnTo>
                <a:lnTo>
                  <a:pt x="3736921" y="881397"/>
                </a:lnTo>
                <a:lnTo>
                  <a:pt x="3739172" y="958406"/>
                </a:lnTo>
                <a:lnTo>
                  <a:pt x="3741423" y="872540"/>
                </a:lnTo>
                <a:lnTo>
                  <a:pt x="3743674" y="899155"/>
                </a:lnTo>
                <a:lnTo>
                  <a:pt x="3745926" y="955422"/>
                </a:lnTo>
                <a:lnTo>
                  <a:pt x="3748177" y="1019032"/>
                </a:lnTo>
                <a:lnTo>
                  <a:pt x="3750428" y="861225"/>
                </a:lnTo>
                <a:lnTo>
                  <a:pt x="3752679" y="868428"/>
                </a:lnTo>
                <a:lnTo>
                  <a:pt x="3754930" y="853463"/>
                </a:lnTo>
                <a:lnTo>
                  <a:pt x="3757181" y="902483"/>
                </a:lnTo>
                <a:lnTo>
                  <a:pt x="3759433" y="942667"/>
                </a:lnTo>
                <a:lnTo>
                  <a:pt x="3761684" y="1003325"/>
                </a:lnTo>
                <a:lnTo>
                  <a:pt x="3763935" y="1065701"/>
                </a:lnTo>
                <a:lnTo>
                  <a:pt x="3766186" y="951020"/>
                </a:lnTo>
                <a:lnTo>
                  <a:pt x="3768437" y="878348"/>
                </a:lnTo>
                <a:lnTo>
                  <a:pt x="3770688" y="962969"/>
                </a:lnTo>
                <a:lnTo>
                  <a:pt x="3772940" y="998462"/>
                </a:lnTo>
                <a:lnTo>
                  <a:pt x="3775191" y="904211"/>
                </a:lnTo>
                <a:lnTo>
                  <a:pt x="3777442" y="1084060"/>
                </a:lnTo>
                <a:lnTo>
                  <a:pt x="3781944" y="1169034"/>
                </a:lnTo>
                <a:lnTo>
                  <a:pt x="3784195" y="975756"/>
                </a:lnTo>
                <a:lnTo>
                  <a:pt x="3786446" y="991881"/>
                </a:lnTo>
                <a:lnTo>
                  <a:pt x="3788698" y="973920"/>
                </a:lnTo>
                <a:lnTo>
                  <a:pt x="3790949" y="995005"/>
                </a:lnTo>
                <a:lnTo>
                  <a:pt x="3795451" y="1156656"/>
                </a:lnTo>
                <a:lnTo>
                  <a:pt x="3797702" y="996100"/>
                </a:lnTo>
                <a:lnTo>
                  <a:pt x="3799953" y="952802"/>
                </a:lnTo>
                <a:lnTo>
                  <a:pt x="3802205" y="949839"/>
                </a:lnTo>
                <a:lnTo>
                  <a:pt x="3804456" y="928915"/>
                </a:lnTo>
                <a:lnTo>
                  <a:pt x="3806707" y="925243"/>
                </a:lnTo>
                <a:lnTo>
                  <a:pt x="3808958" y="1076158"/>
                </a:lnTo>
                <a:lnTo>
                  <a:pt x="3813460" y="986975"/>
                </a:lnTo>
                <a:lnTo>
                  <a:pt x="3815712" y="908570"/>
                </a:lnTo>
                <a:lnTo>
                  <a:pt x="3817963" y="949946"/>
                </a:lnTo>
                <a:lnTo>
                  <a:pt x="3820214" y="974897"/>
                </a:lnTo>
                <a:lnTo>
                  <a:pt x="3822465" y="958610"/>
                </a:lnTo>
                <a:lnTo>
                  <a:pt x="3824716" y="1041277"/>
                </a:lnTo>
                <a:lnTo>
                  <a:pt x="3826967" y="1157826"/>
                </a:lnTo>
                <a:lnTo>
                  <a:pt x="3829218" y="971268"/>
                </a:lnTo>
                <a:lnTo>
                  <a:pt x="3831470" y="889718"/>
                </a:lnTo>
                <a:lnTo>
                  <a:pt x="3833721" y="926950"/>
                </a:lnTo>
                <a:lnTo>
                  <a:pt x="3835972" y="911737"/>
                </a:lnTo>
                <a:lnTo>
                  <a:pt x="3838223" y="930042"/>
                </a:lnTo>
                <a:lnTo>
                  <a:pt x="3840474" y="957354"/>
                </a:lnTo>
                <a:lnTo>
                  <a:pt x="3842725" y="1087355"/>
                </a:lnTo>
                <a:lnTo>
                  <a:pt x="3844977" y="769443"/>
                </a:lnTo>
                <a:lnTo>
                  <a:pt x="3847228" y="864499"/>
                </a:lnTo>
                <a:lnTo>
                  <a:pt x="3849479" y="924384"/>
                </a:lnTo>
                <a:lnTo>
                  <a:pt x="3851730" y="919070"/>
                </a:lnTo>
                <a:lnTo>
                  <a:pt x="3853981" y="884210"/>
                </a:lnTo>
                <a:lnTo>
                  <a:pt x="3856232" y="985353"/>
                </a:lnTo>
                <a:lnTo>
                  <a:pt x="3858484" y="1014845"/>
                </a:lnTo>
                <a:lnTo>
                  <a:pt x="3860735" y="863522"/>
                </a:lnTo>
                <a:lnTo>
                  <a:pt x="3862986" y="894302"/>
                </a:lnTo>
                <a:lnTo>
                  <a:pt x="3865237" y="967607"/>
                </a:lnTo>
                <a:lnTo>
                  <a:pt x="3867488" y="996497"/>
                </a:lnTo>
                <a:lnTo>
                  <a:pt x="3869739" y="881011"/>
                </a:lnTo>
                <a:lnTo>
                  <a:pt x="3871990" y="1005816"/>
                </a:lnTo>
                <a:lnTo>
                  <a:pt x="3874242" y="1079722"/>
                </a:lnTo>
                <a:lnTo>
                  <a:pt x="3876493" y="820739"/>
                </a:lnTo>
                <a:lnTo>
                  <a:pt x="3878744" y="827288"/>
                </a:lnTo>
                <a:lnTo>
                  <a:pt x="3880995" y="814631"/>
                </a:lnTo>
                <a:lnTo>
                  <a:pt x="3883246" y="877253"/>
                </a:lnTo>
                <a:lnTo>
                  <a:pt x="3885497" y="915763"/>
                </a:lnTo>
                <a:lnTo>
                  <a:pt x="3887749" y="960596"/>
                </a:lnTo>
                <a:lnTo>
                  <a:pt x="3890000" y="1122720"/>
                </a:lnTo>
                <a:lnTo>
                  <a:pt x="3892251" y="776948"/>
                </a:lnTo>
                <a:lnTo>
                  <a:pt x="3894502" y="817733"/>
                </a:lnTo>
                <a:lnTo>
                  <a:pt x="3896753" y="1083426"/>
                </a:lnTo>
                <a:lnTo>
                  <a:pt x="3899004" y="1138931"/>
                </a:lnTo>
                <a:lnTo>
                  <a:pt x="3901255" y="848309"/>
                </a:lnTo>
                <a:lnTo>
                  <a:pt x="3903507" y="863340"/>
                </a:lnTo>
                <a:lnTo>
                  <a:pt x="3905758" y="943526"/>
                </a:lnTo>
                <a:lnTo>
                  <a:pt x="3908009" y="929215"/>
                </a:lnTo>
                <a:lnTo>
                  <a:pt x="3910260" y="935635"/>
                </a:lnTo>
                <a:lnTo>
                  <a:pt x="3912511" y="952459"/>
                </a:lnTo>
                <a:lnTo>
                  <a:pt x="3914762" y="913476"/>
                </a:lnTo>
                <a:lnTo>
                  <a:pt x="3917014" y="727992"/>
                </a:lnTo>
                <a:lnTo>
                  <a:pt x="3919265" y="787394"/>
                </a:lnTo>
                <a:lnTo>
                  <a:pt x="3921516" y="859357"/>
                </a:lnTo>
                <a:lnTo>
                  <a:pt x="3923767" y="423940"/>
                </a:lnTo>
                <a:lnTo>
                  <a:pt x="3926018" y="729892"/>
                </a:lnTo>
                <a:lnTo>
                  <a:pt x="3928269" y="767156"/>
                </a:lnTo>
                <a:lnTo>
                  <a:pt x="3930521" y="839109"/>
                </a:lnTo>
                <a:lnTo>
                  <a:pt x="3932772" y="951707"/>
                </a:lnTo>
                <a:lnTo>
                  <a:pt x="3935023" y="916783"/>
                </a:lnTo>
                <a:lnTo>
                  <a:pt x="3937274" y="848760"/>
                </a:lnTo>
                <a:lnTo>
                  <a:pt x="3939525" y="636339"/>
                </a:lnTo>
                <a:lnTo>
                  <a:pt x="3941776" y="685746"/>
                </a:lnTo>
                <a:lnTo>
                  <a:pt x="3944027" y="675837"/>
                </a:lnTo>
                <a:lnTo>
                  <a:pt x="3946279" y="673185"/>
                </a:lnTo>
                <a:lnTo>
                  <a:pt x="3948530" y="697276"/>
                </a:lnTo>
                <a:lnTo>
                  <a:pt x="3950781" y="744278"/>
                </a:lnTo>
                <a:lnTo>
                  <a:pt x="3953032" y="822736"/>
                </a:lnTo>
                <a:lnTo>
                  <a:pt x="3955283" y="636940"/>
                </a:lnTo>
                <a:lnTo>
                  <a:pt x="3957534" y="355047"/>
                </a:lnTo>
                <a:lnTo>
                  <a:pt x="3959786" y="553114"/>
                </a:lnTo>
                <a:lnTo>
                  <a:pt x="3962037" y="696858"/>
                </a:lnTo>
                <a:lnTo>
                  <a:pt x="3964288" y="790550"/>
                </a:lnTo>
                <a:lnTo>
                  <a:pt x="3966539" y="831132"/>
                </a:lnTo>
                <a:lnTo>
                  <a:pt x="3968790" y="737278"/>
                </a:lnTo>
                <a:lnTo>
                  <a:pt x="3971041" y="607481"/>
                </a:lnTo>
                <a:lnTo>
                  <a:pt x="3973293" y="821792"/>
                </a:lnTo>
                <a:lnTo>
                  <a:pt x="3975544" y="865970"/>
                </a:lnTo>
                <a:lnTo>
                  <a:pt x="3977795" y="542164"/>
                </a:lnTo>
                <a:lnTo>
                  <a:pt x="3980046" y="677308"/>
                </a:lnTo>
                <a:lnTo>
                  <a:pt x="3982297" y="715742"/>
                </a:lnTo>
                <a:lnTo>
                  <a:pt x="3984548" y="803487"/>
                </a:lnTo>
                <a:lnTo>
                  <a:pt x="3986799" y="737643"/>
                </a:lnTo>
                <a:lnTo>
                  <a:pt x="3989051" y="319307"/>
                </a:lnTo>
                <a:lnTo>
                  <a:pt x="3991302" y="472573"/>
                </a:lnTo>
                <a:lnTo>
                  <a:pt x="3993553" y="382939"/>
                </a:lnTo>
                <a:lnTo>
                  <a:pt x="3995804" y="489160"/>
                </a:lnTo>
                <a:lnTo>
                  <a:pt x="3998055" y="690974"/>
                </a:lnTo>
                <a:lnTo>
                  <a:pt x="4000306" y="762776"/>
                </a:lnTo>
                <a:lnTo>
                  <a:pt x="4002558" y="690158"/>
                </a:lnTo>
                <a:lnTo>
                  <a:pt x="4004809" y="682869"/>
                </a:lnTo>
                <a:lnTo>
                  <a:pt x="4007060" y="608394"/>
                </a:lnTo>
                <a:lnTo>
                  <a:pt x="4009311" y="842018"/>
                </a:lnTo>
                <a:lnTo>
                  <a:pt x="4011562" y="1094194"/>
                </a:lnTo>
                <a:lnTo>
                  <a:pt x="4013813" y="903921"/>
                </a:lnTo>
                <a:lnTo>
                  <a:pt x="4018316" y="845497"/>
                </a:lnTo>
                <a:lnTo>
                  <a:pt x="4020567" y="729216"/>
                </a:lnTo>
                <a:lnTo>
                  <a:pt x="4022818" y="547639"/>
                </a:lnTo>
                <a:lnTo>
                  <a:pt x="4025069" y="693497"/>
                </a:lnTo>
                <a:lnTo>
                  <a:pt x="4027320" y="616166"/>
                </a:lnTo>
                <a:lnTo>
                  <a:pt x="4029571" y="721507"/>
                </a:lnTo>
                <a:lnTo>
                  <a:pt x="4031823" y="915205"/>
                </a:lnTo>
                <a:lnTo>
                  <a:pt x="4034074" y="666400"/>
                </a:lnTo>
                <a:lnTo>
                  <a:pt x="4036325" y="614051"/>
                </a:lnTo>
                <a:lnTo>
                  <a:pt x="4038576" y="789154"/>
                </a:lnTo>
                <a:lnTo>
                  <a:pt x="4040827" y="1005269"/>
                </a:lnTo>
                <a:lnTo>
                  <a:pt x="4043078" y="722366"/>
                </a:lnTo>
                <a:lnTo>
                  <a:pt x="4045330" y="661053"/>
                </a:lnTo>
                <a:lnTo>
                  <a:pt x="4047581" y="731384"/>
                </a:lnTo>
                <a:lnTo>
                  <a:pt x="4049832" y="458338"/>
                </a:lnTo>
                <a:lnTo>
                  <a:pt x="4052083" y="214063"/>
                </a:lnTo>
                <a:lnTo>
                  <a:pt x="4054334" y="739769"/>
                </a:lnTo>
                <a:lnTo>
                  <a:pt x="4056585" y="933295"/>
                </a:lnTo>
                <a:lnTo>
                  <a:pt x="4058837" y="793459"/>
                </a:lnTo>
                <a:lnTo>
                  <a:pt x="4061088" y="887474"/>
                </a:lnTo>
                <a:lnTo>
                  <a:pt x="4063339" y="970495"/>
                </a:lnTo>
                <a:lnTo>
                  <a:pt x="4065590" y="494400"/>
                </a:lnTo>
                <a:lnTo>
                  <a:pt x="4067841" y="449448"/>
                </a:lnTo>
                <a:lnTo>
                  <a:pt x="4070092" y="169606"/>
                </a:lnTo>
                <a:lnTo>
                  <a:pt x="4072343" y="432743"/>
                </a:lnTo>
                <a:lnTo>
                  <a:pt x="4074595" y="349937"/>
                </a:lnTo>
                <a:lnTo>
                  <a:pt x="4076846" y="511437"/>
                </a:lnTo>
                <a:lnTo>
                  <a:pt x="4079097" y="591281"/>
                </a:lnTo>
                <a:lnTo>
                  <a:pt x="4081348" y="237918"/>
                </a:lnTo>
                <a:lnTo>
                  <a:pt x="4083599" y="459046"/>
                </a:lnTo>
                <a:lnTo>
                  <a:pt x="4085850" y="685048"/>
                </a:lnTo>
                <a:lnTo>
                  <a:pt x="4088102" y="551579"/>
                </a:lnTo>
                <a:lnTo>
                  <a:pt x="4090353" y="733596"/>
                </a:lnTo>
                <a:lnTo>
                  <a:pt x="4101609" y="652862"/>
                </a:lnTo>
                <a:lnTo>
                  <a:pt x="4103860" y="520552"/>
                </a:lnTo>
                <a:lnTo>
                  <a:pt x="4106111" y="635083"/>
                </a:lnTo>
                <a:lnTo>
                  <a:pt x="4108362" y="782348"/>
                </a:lnTo>
                <a:lnTo>
                  <a:pt x="4110613" y="960103"/>
                </a:lnTo>
                <a:lnTo>
                  <a:pt x="4112864" y="525502"/>
                </a:lnTo>
                <a:lnTo>
                  <a:pt x="4115115" y="721636"/>
                </a:lnTo>
                <a:lnTo>
                  <a:pt x="4117367" y="1019988"/>
                </a:lnTo>
                <a:lnTo>
                  <a:pt x="4119618" y="429780"/>
                </a:lnTo>
                <a:lnTo>
                  <a:pt x="4121869" y="440258"/>
                </a:lnTo>
                <a:lnTo>
                  <a:pt x="4124120" y="724481"/>
                </a:lnTo>
                <a:lnTo>
                  <a:pt x="4126371" y="618378"/>
                </a:lnTo>
                <a:lnTo>
                  <a:pt x="4128622" y="276256"/>
                </a:lnTo>
                <a:lnTo>
                  <a:pt x="4130874" y="310096"/>
                </a:lnTo>
                <a:lnTo>
                  <a:pt x="4133125" y="791624"/>
                </a:lnTo>
                <a:lnTo>
                  <a:pt x="4135376" y="836478"/>
                </a:lnTo>
                <a:lnTo>
                  <a:pt x="4137627" y="691683"/>
                </a:lnTo>
                <a:lnTo>
                  <a:pt x="4139878" y="858294"/>
                </a:lnTo>
                <a:lnTo>
                  <a:pt x="4142129" y="799364"/>
                </a:lnTo>
                <a:lnTo>
                  <a:pt x="4153385" y="96805"/>
                </a:lnTo>
                <a:lnTo>
                  <a:pt x="4155636" y="473593"/>
                </a:lnTo>
                <a:lnTo>
                  <a:pt x="4157887" y="651509"/>
                </a:lnTo>
                <a:lnTo>
                  <a:pt x="4166892" y="455428"/>
                </a:lnTo>
                <a:lnTo>
                  <a:pt x="4169143" y="588790"/>
                </a:lnTo>
                <a:lnTo>
                  <a:pt x="4171394" y="624809"/>
                </a:lnTo>
                <a:lnTo>
                  <a:pt x="4173646" y="747005"/>
                </a:lnTo>
                <a:lnTo>
                  <a:pt x="4175897" y="379321"/>
                </a:lnTo>
                <a:lnTo>
                  <a:pt x="4180399" y="395307"/>
                </a:lnTo>
                <a:lnTo>
                  <a:pt x="4182650" y="560672"/>
                </a:lnTo>
                <a:lnTo>
                  <a:pt x="4184901" y="476331"/>
                </a:lnTo>
                <a:lnTo>
                  <a:pt x="4187153" y="549894"/>
                </a:lnTo>
                <a:lnTo>
                  <a:pt x="4189404" y="595918"/>
                </a:lnTo>
                <a:lnTo>
                  <a:pt x="4191655" y="125084"/>
                </a:lnTo>
                <a:lnTo>
                  <a:pt x="4193906" y="340736"/>
                </a:lnTo>
                <a:lnTo>
                  <a:pt x="4196157" y="179816"/>
                </a:lnTo>
                <a:lnTo>
                  <a:pt x="4198408" y="224649"/>
                </a:lnTo>
                <a:lnTo>
                  <a:pt x="4200659" y="561231"/>
                </a:lnTo>
                <a:lnTo>
                  <a:pt x="4202911" y="723837"/>
                </a:lnTo>
                <a:lnTo>
                  <a:pt x="4205162" y="863554"/>
                </a:lnTo>
                <a:lnTo>
                  <a:pt x="4207413" y="626301"/>
                </a:lnTo>
                <a:lnTo>
                  <a:pt x="4209664" y="609618"/>
                </a:lnTo>
                <a:lnTo>
                  <a:pt x="4211915" y="497814"/>
                </a:lnTo>
                <a:lnTo>
                  <a:pt x="4214166" y="670329"/>
                </a:lnTo>
                <a:lnTo>
                  <a:pt x="4216418" y="608576"/>
                </a:lnTo>
                <a:lnTo>
                  <a:pt x="4218669" y="681484"/>
                </a:lnTo>
                <a:lnTo>
                  <a:pt x="4220920" y="984892"/>
                </a:lnTo>
                <a:lnTo>
                  <a:pt x="4223171" y="913229"/>
                </a:lnTo>
                <a:lnTo>
                  <a:pt x="4225422" y="875106"/>
                </a:lnTo>
                <a:lnTo>
                  <a:pt x="4227673" y="1095042"/>
                </a:lnTo>
                <a:lnTo>
                  <a:pt x="4229924" y="1057499"/>
                </a:lnTo>
                <a:lnTo>
                  <a:pt x="4232176" y="976400"/>
                </a:lnTo>
                <a:lnTo>
                  <a:pt x="4234427" y="951159"/>
                </a:lnTo>
                <a:lnTo>
                  <a:pt x="4238929" y="971064"/>
                </a:lnTo>
                <a:lnTo>
                  <a:pt x="4241180" y="952448"/>
                </a:lnTo>
                <a:lnTo>
                  <a:pt x="4243431" y="798988"/>
                </a:lnTo>
                <a:lnTo>
                  <a:pt x="4245683" y="1012419"/>
                </a:lnTo>
                <a:lnTo>
                  <a:pt x="4247934" y="731105"/>
                </a:lnTo>
                <a:lnTo>
                  <a:pt x="4250185" y="845024"/>
                </a:lnTo>
                <a:lnTo>
                  <a:pt x="4254687" y="716386"/>
                </a:lnTo>
                <a:lnTo>
                  <a:pt x="4256938" y="570356"/>
                </a:lnTo>
                <a:lnTo>
                  <a:pt x="4259190" y="778816"/>
                </a:lnTo>
                <a:lnTo>
                  <a:pt x="4261441" y="732222"/>
                </a:lnTo>
                <a:lnTo>
                  <a:pt x="4263692" y="852410"/>
                </a:lnTo>
                <a:lnTo>
                  <a:pt x="4265943" y="868203"/>
                </a:lnTo>
                <a:lnTo>
                  <a:pt x="4270445" y="781457"/>
                </a:lnTo>
                <a:lnTo>
                  <a:pt x="4272696" y="826676"/>
                </a:lnTo>
                <a:lnTo>
                  <a:pt x="4274948" y="849469"/>
                </a:lnTo>
                <a:lnTo>
                  <a:pt x="4277199" y="830316"/>
                </a:lnTo>
                <a:lnTo>
                  <a:pt x="4279450" y="983131"/>
                </a:lnTo>
                <a:lnTo>
                  <a:pt x="4286203" y="968326"/>
                </a:lnTo>
                <a:lnTo>
                  <a:pt x="4288455" y="932017"/>
                </a:lnTo>
                <a:lnTo>
                  <a:pt x="4290706" y="802424"/>
                </a:lnTo>
                <a:lnTo>
                  <a:pt x="4292957" y="836779"/>
                </a:lnTo>
                <a:lnTo>
                  <a:pt x="4295208" y="833666"/>
                </a:lnTo>
                <a:lnTo>
                  <a:pt x="4297459" y="986513"/>
                </a:lnTo>
                <a:lnTo>
                  <a:pt x="4299710" y="1026612"/>
                </a:lnTo>
                <a:lnTo>
                  <a:pt x="4301962" y="816284"/>
                </a:lnTo>
                <a:lnTo>
                  <a:pt x="4304213" y="828609"/>
                </a:lnTo>
                <a:lnTo>
                  <a:pt x="4306464" y="912542"/>
                </a:lnTo>
                <a:lnTo>
                  <a:pt x="4308715" y="850811"/>
                </a:lnTo>
                <a:lnTo>
                  <a:pt x="4310966" y="901764"/>
                </a:lnTo>
                <a:lnTo>
                  <a:pt x="4313217" y="934283"/>
                </a:lnTo>
                <a:lnTo>
                  <a:pt x="4315468" y="955669"/>
                </a:lnTo>
                <a:lnTo>
                  <a:pt x="4317720" y="745567"/>
                </a:lnTo>
                <a:lnTo>
                  <a:pt x="4319971" y="721282"/>
                </a:lnTo>
                <a:lnTo>
                  <a:pt x="4322222" y="874838"/>
                </a:lnTo>
                <a:lnTo>
                  <a:pt x="4324473" y="944353"/>
                </a:lnTo>
                <a:lnTo>
                  <a:pt x="4326724" y="845389"/>
                </a:lnTo>
                <a:lnTo>
                  <a:pt x="4328975" y="828759"/>
                </a:lnTo>
                <a:lnTo>
                  <a:pt x="4331227" y="989766"/>
                </a:lnTo>
                <a:lnTo>
                  <a:pt x="4333478" y="1011753"/>
                </a:lnTo>
                <a:lnTo>
                  <a:pt x="4335729" y="853624"/>
                </a:lnTo>
                <a:lnTo>
                  <a:pt x="4337980" y="1003755"/>
                </a:lnTo>
                <a:lnTo>
                  <a:pt x="4340231" y="962905"/>
                </a:lnTo>
                <a:lnTo>
                  <a:pt x="4342482" y="936526"/>
                </a:lnTo>
                <a:lnTo>
                  <a:pt x="4349236" y="1065272"/>
                </a:lnTo>
                <a:lnTo>
                  <a:pt x="4351487" y="833225"/>
                </a:lnTo>
                <a:lnTo>
                  <a:pt x="4353738" y="763023"/>
                </a:lnTo>
                <a:lnTo>
                  <a:pt x="4355989" y="758976"/>
                </a:lnTo>
                <a:lnTo>
                  <a:pt x="4358240" y="1003637"/>
                </a:lnTo>
                <a:lnTo>
                  <a:pt x="4364994" y="915409"/>
                </a:lnTo>
                <a:lnTo>
                  <a:pt x="4367245" y="784431"/>
                </a:lnTo>
                <a:lnTo>
                  <a:pt x="4369496" y="688784"/>
                </a:lnTo>
                <a:lnTo>
                  <a:pt x="4371747" y="769271"/>
                </a:lnTo>
                <a:lnTo>
                  <a:pt x="4373999" y="767071"/>
                </a:lnTo>
                <a:lnTo>
                  <a:pt x="4376250" y="938083"/>
                </a:lnTo>
                <a:lnTo>
                  <a:pt x="4383003" y="973222"/>
                </a:lnTo>
                <a:lnTo>
                  <a:pt x="4385254" y="828319"/>
                </a:lnTo>
                <a:lnTo>
                  <a:pt x="4387506" y="872347"/>
                </a:lnTo>
                <a:lnTo>
                  <a:pt x="4389757" y="736785"/>
                </a:lnTo>
                <a:lnTo>
                  <a:pt x="4392008" y="872562"/>
                </a:lnTo>
                <a:lnTo>
                  <a:pt x="4394259" y="994457"/>
                </a:lnTo>
                <a:lnTo>
                  <a:pt x="4396510" y="853591"/>
                </a:lnTo>
                <a:lnTo>
                  <a:pt x="4398761" y="692746"/>
                </a:lnTo>
                <a:lnTo>
                  <a:pt x="4401012" y="716547"/>
                </a:lnTo>
                <a:lnTo>
                  <a:pt x="4403264" y="842941"/>
                </a:lnTo>
                <a:lnTo>
                  <a:pt x="4405515" y="799203"/>
                </a:lnTo>
                <a:lnTo>
                  <a:pt x="4407766" y="892949"/>
                </a:lnTo>
                <a:lnTo>
                  <a:pt x="4410017" y="994876"/>
                </a:lnTo>
                <a:lnTo>
                  <a:pt x="4412268" y="778333"/>
                </a:lnTo>
                <a:lnTo>
                  <a:pt x="4414519" y="835115"/>
                </a:lnTo>
                <a:lnTo>
                  <a:pt x="4416771" y="879197"/>
                </a:lnTo>
                <a:lnTo>
                  <a:pt x="4419022" y="873560"/>
                </a:lnTo>
                <a:lnTo>
                  <a:pt x="4421273" y="828985"/>
                </a:lnTo>
                <a:lnTo>
                  <a:pt x="4423524" y="1035157"/>
                </a:lnTo>
                <a:lnTo>
                  <a:pt x="4428026" y="788156"/>
                </a:lnTo>
                <a:lnTo>
                  <a:pt x="4430278" y="854601"/>
                </a:lnTo>
                <a:lnTo>
                  <a:pt x="4432529" y="886926"/>
                </a:lnTo>
                <a:lnTo>
                  <a:pt x="4434780" y="998312"/>
                </a:lnTo>
                <a:lnTo>
                  <a:pt x="4437031" y="879154"/>
                </a:lnTo>
                <a:lnTo>
                  <a:pt x="4439282" y="1020932"/>
                </a:lnTo>
                <a:lnTo>
                  <a:pt x="4443784" y="766126"/>
                </a:lnTo>
                <a:lnTo>
                  <a:pt x="4446036" y="767983"/>
                </a:lnTo>
                <a:lnTo>
                  <a:pt x="4448287" y="867859"/>
                </a:lnTo>
                <a:lnTo>
                  <a:pt x="4450538" y="782767"/>
                </a:lnTo>
                <a:lnTo>
                  <a:pt x="4452789" y="777989"/>
                </a:lnTo>
                <a:lnTo>
                  <a:pt x="4455040" y="931094"/>
                </a:lnTo>
                <a:lnTo>
                  <a:pt x="4457291" y="1130589"/>
                </a:lnTo>
                <a:lnTo>
                  <a:pt x="4459543" y="996755"/>
                </a:lnTo>
                <a:lnTo>
                  <a:pt x="4461794" y="1162324"/>
                </a:lnTo>
                <a:lnTo>
                  <a:pt x="4466296" y="975315"/>
                </a:lnTo>
                <a:lnTo>
                  <a:pt x="4468547" y="857038"/>
                </a:lnTo>
                <a:lnTo>
                  <a:pt x="4470798" y="917556"/>
                </a:lnTo>
                <a:lnTo>
                  <a:pt x="4473050" y="1178214"/>
                </a:lnTo>
                <a:lnTo>
                  <a:pt x="4475301" y="1080882"/>
                </a:lnTo>
                <a:lnTo>
                  <a:pt x="4477552" y="873184"/>
                </a:lnTo>
                <a:lnTo>
                  <a:pt x="4479803" y="752964"/>
                </a:lnTo>
                <a:lnTo>
                  <a:pt x="4482054" y="887571"/>
                </a:lnTo>
                <a:lnTo>
                  <a:pt x="4486556" y="1086475"/>
                </a:lnTo>
                <a:lnTo>
                  <a:pt x="4488808" y="976271"/>
                </a:lnTo>
                <a:lnTo>
                  <a:pt x="4491059" y="736001"/>
                </a:lnTo>
                <a:lnTo>
                  <a:pt x="4493310" y="800921"/>
                </a:lnTo>
                <a:lnTo>
                  <a:pt x="4495561" y="698543"/>
                </a:lnTo>
                <a:lnTo>
                  <a:pt x="4497812" y="800567"/>
                </a:lnTo>
                <a:lnTo>
                  <a:pt x="4500063" y="945362"/>
                </a:lnTo>
                <a:lnTo>
                  <a:pt x="4502315" y="1146339"/>
                </a:lnTo>
                <a:lnTo>
                  <a:pt x="4506817" y="865938"/>
                </a:lnTo>
                <a:lnTo>
                  <a:pt x="4509068" y="716118"/>
                </a:lnTo>
                <a:lnTo>
                  <a:pt x="4511319" y="808007"/>
                </a:lnTo>
                <a:lnTo>
                  <a:pt x="4513570" y="735979"/>
                </a:lnTo>
                <a:lnTo>
                  <a:pt x="4515821" y="892896"/>
                </a:lnTo>
                <a:lnTo>
                  <a:pt x="4518073" y="984162"/>
                </a:lnTo>
                <a:lnTo>
                  <a:pt x="4520324" y="1094183"/>
                </a:lnTo>
                <a:lnTo>
                  <a:pt x="4522575" y="881709"/>
                </a:lnTo>
                <a:lnTo>
                  <a:pt x="4524826" y="818174"/>
                </a:lnTo>
                <a:lnTo>
                  <a:pt x="4527077" y="716440"/>
                </a:lnTo>
                <a:lnTo>
                  <a:pt x="4529328" y="702988"/>
                </a:lnTo>
                <a:lnTo>
                  <a:pt x="4531580" y="755454"/>
                </a:lnTo>
                <a:lnTo>
                  <a:pt x="4533831" y="830670"/>
                </a:lnTo>
                <a:lnTo>
                  <a:pt x="4536082" y="863404"/>
                </a:lnTo>
                <a:lnTo>
                  <a:pt x="4538333" y="685059"/>
                </a:lnTo>
                <a:lnTo>
                  <a:pt x="4540584" y="774682"/>
                </a:lnTo>
                <a:lnTo>
                  <a:pt x="4542835" y="824508"/>
                </a:lnTo>
                <a:lnTo>
                  <a:pt x="4545087" y="844455"/>
                </a:lnTo>
                <a:lnTo>
                  <a:pt x="4547338" y="768541"/>
                </a:lnTo>
                <a:lnTo>
                  <a:pt x="4549589" y="879766"/>
                </a:lnTo>
                <a:lnTo>
                  <a:pt x="4551840" y="933231"/>
                </a:lnTo>
                <a:lnTo>
                  <a:pt x="4554091" y="752126"/>
                </a:lnTo>
                <a:lnTo>
                  <a:pt x="4556342" y="746833"/>
                </a:lnTo>
                <a:lnTo>
                  <a:pt x="4558593" y="791795"/>
                </a:lnTo>
                <a:lnTo>
                  <a:pt x="4560845" y="757741"/>
                </a:lnTo>
                <a:lnTo>
                  <a:pt x="4563096" y="791430"/>
                </a:lnTo>
                <a:lnTo>
                  <a:pt x="4565347" y="858487"/>
                </a:lnTo>
                <a:lnTo>
                  <a:pt x="4567598" y="975852"/>
                </a:lnTo>
                <a:lnTo>
                  <a:pt x="4569849" y="703514"/>
                </a:lnTo>
                <a:lnTo>
                  <a:pt x="4572100" y="837326"/>
                </a:lnTo>
                <a:lnTo>
                  <a:pt x="4574352" y="872057"/>
                </a:lnTo>
                <a:lnTo>
                  <a:pt x="4576603" y="847687"/>
                </a:lnTo>
                <a:lnTo>
                  <a:pt x="4578854" y="909042"/>
                </a:lnTo>
                <a:lnTo>
                  <a:pt x="4585607" y="887130"/>
                </a:lnTo>
                <a:lnTo>
                  <a:pt x="4587859" y="822039"/>
                </a:lnTo>
                <a:lnTo>
                  <a:pt x="4590110" y="865530"/>
                </a:lnTo>
                <a:lnTo>
                  <a:pt x="4592361" y="993760"/>
                </a:lnTo>
                <a:lnTo>
                  <a:pt x="4594612" y="1084349"/>
                </a:lnTo>
                <a:lnTo>
                  <a:pt x="4596863" y="995789"/>
                </a:lnTo>
                <a:lnTo>
                  <a:pt x="4601365" y="859990"/>
                </a:lnTo>
                <a:lnTo>
                  <a:pt x="4603617" y="910792"/>
                </a:lnTo>
                <a:lnTo>
                  <a:pt x="4605868" y="937063"/>
                </a:lnTo>
                <a:lnTo>
                  <a:pt x="4608119" y="802177"/>
                </a:lnTo>
                <a:lnTo>
                  <a:pt x="4610370" y="744890"/>
                </a:lnTo>
                <a:lnTo>
                  <a:pt x="4612621" y="1158578"/>
                </a:lnTo>
                <a:lnTo>
                  <a:pt x="4617124" y="864714"/>
                </a:lnTo>
                <a:lnTo>
                  <a:pt x="4619375" y="1030949"/>
                </a:lnTo>
                <a:lnTo>
                  <a:pt x="4621626" y="792450"/>
                </a:lnTo>
                <a:lnTo>
                  <a:pt x="4623877" y="854515"/>
                </a:lnTo>
                <a:lnTo>
                  <a:pt x="4626128" y="849190"/>
                </a:lnTo>
                <a:lnTo>
                  <a:pt x="4632882" y="962239"/>
                </a:lnTo>
                <a:lnTo>
                  <a:pt x="4635133" y="758085"/>
                </a:lnTo>
                <a:lnTo>
                  <a:pt x="4637384" y="774865"/>
                </a:lnTo>
                <a:lnTo>
                  <a:pt x="4639635" y="798570"/>
                </a:lnTo>
                <a:lnTo>
                  <a:pt x="4641886" y="741852"/>
                </a:lnTo>
                <a:lnTo>
                  <a:pt x="4644137" y="832592"/>
                </a:lnTo>
                <a:lnTo>
                  <a:pt x="4646389" y="932565"/>
                </a:lnTo>
                <a:lnTo>
                  <a:pt x="4648640" y="720842"/>
                </a:lnTo>
                <a:lnTo>
                  <a:pt x="4650891" y="747757"/>
                </a:lnTo>
                <a:lnTo>
                  <a:pt x="4653142" y="784635"/>
                </a:lnTo>
                <a:lnTo>
                  <a:pt x="4655393" y="726124"/>
                </a:lnTo>
                <a:lnTo>
                  <a:pt x="4657644" y="717406"/>
                </a:lnTo>
                <a:lnTo>
                  <a:pt x="4659896" y="842877"/>
                </a:lnTo>
                <a:lnTo>
                  <a:pt x="4662147" y="922806"/>
                </a:lnTo>
                <a:lnTo>
                  <a:pt x="4664398" y="775327"/>
                </a:lnTo>
                <a:lnTo>
                  <a:pt x="4666649" y="746629"/>
                </a:lnTo>
                <a:lnTo>
                  <a:pt x="4668900" y="895880"/>
                </a:lnTo>
                <a:lnTo>
                  <a:pt x="4671151" y="856415"/>
                </a:lnTo>
                <a:lnTo>
                  <a:pt x="4673403" y="1015156"/>
                </a:lnTo>
                <a:lnTo>
                  <a:pt x="4675654" y="888591"/>
                </a:lnTo>
                <a:lnTo>
                  <a:pt x="4677905" y="1125318"/>
                </a:lnTo>
                <a:lnTo>
                  <a:pt x="4680156" y="1163881"/>
                </a:lnTo>
                <a:lnTo>
                  <a:pt x="4682407" y="958707"/>
                </a:lnTo>
                <a:lnTo>
                  <a:pt x="4686909" y="1132350"/>
                </a:lnTo>
                <a:lnTo>
                  <a:pt x="4689161" y="814599"/>
                </a:lnTo>
                <a:lnTo>
                  <a:pt x="4691412" y="763002"/>
                </a:lnTo>
                <a:lnTo>
                  <a:pt x="4693663" y="856812"/>
                </a:lnTo>
                <a:lnTo>
                  <a:pt x="4695914" y="633011"/>
                </a:lnTo>
                <a:lnTo>
                  <a:pt x="4698165" y="652046"/>
                </a:lnTo>
                <a:lnTo>
                  <a:pt x="4700416" y="708356"/>
                </a:lnTo>
                <a:lnTo>
                  <a:pt x="4702668" y="705543"/>
                </a:lnTo>
                <a:lnTo>
                  <a:pt x="4704919" y="684565"/>
                </a:lnTo>
                <a:lnTo>
                  <a:pt x="4707170" y="783260"/>
                </a:lnTo>
                <a:lnTo>
                  <a:pt x="4709421" y="816617"/>
                </a:lnTo>
                <a:lnTo>
                  <a:pt x="4711672" y="625539"/>
                </a:lnTo>
                <a:lnTo>
                  <a:pt x="4713923" y="674999"/>
                </a:lnTo>
                <a:lnTo>
                  <a:pt x="4716175" y="663705"/>
                </a:lnTo>
                <a:lnTo>
                  <a:pt x="4718426" y="678703"/>
                </a:lnTo>
                <a:lnTo>
                  <a:pt x="4720677" y="693615"/>
                </a:lnTo>
                <a:lnTo>
                  <a:pt x="4722928" y="799192"/>
                </a:lnTo>
                <a:lnTo>
                  <a:pt x="4725179" y="949077"/>
                </a:lnTo>
                <a:lnTo>
                  <a:pt x="4729681" y="1086228"/>
                </a:lnTo>
                <a:lnTo>
                  <a:pt x="4731933" y="979921"/>
                </a:lnTo>
                <a:lnTo>
                  <a:pt x="4736435" y="1014877"/>
                </a:lnTo>
                <a:lnTo>
                  <a:pt x="4740937" y="1112864"/>
                </a:lnTo>
                <a:lnTo>
                  <a:pt x="4743188" y="624927"/>
                </a:lnTo>
                <a:lnTo>
                  <a:pt x="4745440" y="755454"/>
                </a:lnTo>
                <a:lnTo>
                  <a:pt x="4747691" y="834449"/>
                </a:lnTo>
                <a:lnTo>
                  <a:pt x="4749942" y="1063135"/>
                </a:lnTo>
                <a:lnTo>
                  <a:pt x="4752193" y="697974"/>
                </a:lnTo>
                <a:lnTo>
                  <a:pt x="4754444" y="905467"/>
                </a:lnTo>
                <a:lnTo>
                  <a:pt x="4756695" y="924856"/>
                </a:lnTo>
                <a:lnTo>
                  <a:pt x="4758947" y="723794"/>
                </a:lnTo>
                <a:lnTo>
                  <a:pt x="4761198" y="749861"/>
                </a:lnTo>
                <a:lnTo>
                  <a:pt x="4763449" y="363003"/>
                </a:lnTo>
                <a:lnTo>
                  <a:pt x="4765700" y="522861"/>
                </a:lnTo>
                <a:lnTo>
                  <a:pt x="4767951" y="744117"/>
                </a:lnTo>
                <a:lnTo>
                  <a:pt x="4770202" y="834846"/>
                </a:lnTo>
                <a:lnTo>
                  <a:pt x="4772453" y="1153993"/>
                </a:lnTo>
                <a:lnTo>
                  <a:pt x="4774705" y="649931"/>
                </a:lnTo>
                <a:lnTo>
                  <a:pt x="4776956" y="734745"/>
                </a:lnTo>
                <a:lnTo>
                  <a:pt x="4779207" y="846849"/>
                </a:lnTo>
                <a:lnTo>
                  <a:pt x="4781458" y="675246"/>
                </a:lnTo>
                <a:lnTo>
                  <a:pt x="4783709" y="932468"/>
                </a:lnTo>
                <a:lnTo>
                  <a:pt x="4790463" y="894055"/>
                </a:lnTo>
                <a:lnTo>
                  <a:pt x="4792714" y="764730"/>
                </a:lnTo>
                <a:lnTo>
                  <a:pt x="4794965" y="920927"/>
                </a:lnTo>
                <a:lnTo>
                  <a:pt x="4797216" y="839119"/>
                </a:lnTo>
                <a:lnTo>
                  <a:pt x="4799467" y="417520"/>
                </a:lnTo>
                <a:lnTo>
                  <a:pt x="4801719" y="827299"/>
                </a:lnTo>
                <a:lnTo>
                  <a:pt x="4803970" y="933617"/>
                </a:lnTo>
                <a:lnTo>
                  <a:pt x="4806221" y="402575"/>
                </a:lnTo>
                <a:lnTo>
                  <a:pt x="4808472" y="363282"/>
                </a:lnTo>
                <a:lnTo>
                  <a:pt x="4812974" y="389467"/>
                </a:lnTo>
                <a:lnTo>
                  <a:pt x="4815225" y="905059"/>
                </a:lnTo>
                <a:lnTo>
                  <a:pt x="4817477" y="1118339"/>
                </a:lnTo>
                <a:lnTo>
                  <a:pt x="4819728" y="860419"/>
                </a:lnTo>
                <a:lnTo>
                  <a:pt x="4821979" y="538664"/>
                </a:lnTo>
                <a:lnTo>
                  <a:pt x="4824230" y="681913"/>
                </a:lnTo>
                <a:lnTo>
                  <a:pt x="4826481" y="50716"/>
                </a:lnTo>
                <a:lnTo>
                  <a:pt x="4828732" y="491984"/>
                </a:lnTo>
                <a:lnTo>
                  <a:pt x="4830984" y="611851"/>
                </a:lnTo>
                <a:lnTo>
                  <a:pt x="4837737" y="725576"/>
                </a:lnTo>
                <a:lnTo>
                  <a:pt x="4839988" y="446850"/>
                </a:lnTo>
                <a:lnTo>
                  <a:pt x="4842239" y="899895"/>
                </a:lnTo>
                <a:lnTo>
                  <a:pt x="4844490" y="1115119"/>
                </a:lnTo>
                <a:lnTo>
                  <a:pt x="4846742" y="616177"/>
                </a:lnTo>
                <a:lnTo>
                  <a:pt x="4848993" y="685703"/>
                </a:lnTo>
                <a:lnTo>
                  <a:pt x="4853495" y="964504"/>
                </a:lnTo>
                <a:lnTo>
                  <a:pt x="4855746" y="753028"/>
                </a:lnTo>
                <a:lnTo>
                  <a:pt x="4862500" y="144688"/>
                </a:lnTo>
                <a:lnTo>
                  <a:pt x="4864751" y="679369"/>
                </a:lnTo>
                <a:lnTo>
                  <a:pt x="4867002" y="858927"/>
                </a:lnTo>
                <a:lnTo>
                  <a:pt x="4869253" y="818367"/>
                </a:lnTo>
                <a:lnTo>
                  <a:pt x="4871504" y="791806"/>
                </a:lnTo>
                <a:lnTo>
                  <a:pt x="4873756" y="911845"/>
                </a:lnTo>
                <a:lnTo>
                  <a:pt x="4876007" y="837337"/>
                </a:lnTo>
                <a:lnTo>
                  <a:pt x="4878258" y="927197"/>
                </a:lnTo>
                <a:lnTo>
                  <a:pt x="4885011" y="643489"/>
                </a:lnTo>
                <a:lnTo>
                  <a:pt x="4887262" y="832055"/>
                </a:lnTo>
                <a:lnTo>
                  <a:pt x="4889514" y="1024615"/>
                </a:lnTo>
                <a:lnTo>
                  <a:pt x="4891765" y="918114"/>
                </a:lnTo>
                <a:lnTo>
                  <a:pt x="4894016" y="525169"/>
                </a:lnTo>
                <a:lnTo>
                  <a:pt x="4896267" y="752287"/>
                </a:lnTo>
                <a:lnTo>
                  <a:pt x="4898518" y="806665"/>
                </a:lnTo>
                <a:lnTo>
                  <a:pt x="4900769" y="289161"/>
                </a:lnTo>
                <a:lnTo>
                  <a:pt x="4903021" y="153813"/>
                </a:lnTo>
                <a:lnTo>
                  <a:pt x="4905272" y="123946"/>
                </a:lnTo>
                <a:lnTo>
                  <a:pt x="4907523" y="608061"/>
                </a:lnTo>
                <a:lnTo>
                  <a:pt x="4909774" y="699638"/>
                </a:lnTo>
                <a:lnTo>
                  <a:pt x="4921030" y="810948"/>
                </a:lnTo>
                <a:lnTo>
                  <a:pt x="4923281" y="880066"/>
                </a:lnTo>
                <a:lnTo>
                  <a:pt x="4925532" y="1179384"/>
                </a:lnTo>
                <a:lnTo>
                  <a:pt x="4934537" y="855535"/>
                </a:lnTo>
                <a:lnTo>
                  <a:pt x="4939039" y="947606"/>
                </a:lnTo>
                <a:lnTo>
                  <a:pt x="4941290" y="905220"/>
                </a:lnTo>
                <a:lnTo>
                  <a:pt x="4943541" y="773995"/>
                </a:lnTo>
                <a:lnTo>
                  <a:pt x="4945793" y="1114485"/>
                </a:lnTo>
                <a:lnTo>
                  <a:pt x="4948044" y="931105"/>
                </a:lnTo>
                <a:lnTo>
                  <a:pt x="4950295" y="937299"/>
                </a:lnTo>
                <a:lnTo>
                  <a:pt x="4952546" y="652078"/>
                </a:lnTo>
                <a:lnTo>
                  <a:pt x="4954797" y="487249"/>
                </a:lnTo>
                <a:lnTo>
                  <a:pt x="4957048" y="638046"/>
                </a:lnTo>
                <a:lnTo>
                  <a:pt x="4959300" y="846785"/>
                </a:lnTo>
                <a:lnTo>
                  <a:pt x="4961551" y="979073"/>
                </a:lnTo>
                <a:lnTo>
                  <a:pt x="4963802" y="1032366"/>
                </a:lnTo>
                <a:lnTo>
                  <a:pt x="4966053" y="1015747"/>
                </a:lnTo>
                <a:lnTo>
                  <a:pt x="4968304" y="968885"/>
                </a:lnTo>
                <a:lnTo>
                  <a:pt x="4970555" y="935861"/>
                </a:lnTo>
                <a:lnTo>
                  <a:pt x="4972806" y="674140"/>
                </a:lnTo>
                <a:lnTo>
                  <a:pt x="4975058" y="792869"/>
                </a:lnTo>
                <a:lnTo>
                  <a:pt x="4977309" y="825270"/>
                </a:lnTo>
                <a:lnTo>
                  <a:pt x="4979560" y="740585"/>
                </a:lnTo>
                <a:lnTo>
                  <a:pt x="4981811" y="756635"/>
                </a:lnTo>
                <a:lnTo>
                  <a:pt x="4984062" y="1101763"/>
                </a:lnTo>
                <a:lnTo>
                  <a:pt x="4986313" y="867548"/>
                </a:lnTo>
                <a:lnTo>
                  <a:pt x="4988565" y="553844"/>
                </a:lnTo>
                <a:lnTo>
                  <a:pt x="4990816" y="871746"/>
                </a:lnTo>
                <a:lnTo>
                  <a:pt x="4997569" y="794426"/>
                </a:lnTo>
                <a:lnTo>
                  <a:pt x="4999820" y="964096"/>
                </a:lnTo>
                <a:lnTo>
                  <a:pt x="5002072" y="841664"/>
                </a:lnTo>
                <a:lnTo>
                  <a:pt x="5004323" y="674108"/>
                </a:lnTo>
                <a:lnTo>
                  <a:pt x="5006574" y="679111"/>
                </a:lnTo>
                <a:lnTo>
                  <a:pt x="5008825" y="852378"/>
                </a:lnTo>
                <a:lnTo>
                  <a:pt x="5011076" y="554897"/>
                </a:lnTo>
                <a:lnTo>
                  <a:pt x="5013327" y="503031"/>
                </a:lnTo>
                <a:lnTo>
                  <a:pt x="5015578" y="500165"/>
                </a:lnTo>
                <a:lnTo>
                  <a:pt x="5017830" y="432260"/>
                </a:lnTo>
                <a:lnTo>
                  <a:pt x="5020081" y="665874"/>
                </a:lnTo>
                <a:lnTo>
                  <a:pt x="5022332" y="702494"/>
                </a:lnTo>
                <a:lnTo>
                  <a:pt x="5026834" y="871553"/>
                </a:lnTo>
                <a:lnTo>
                  <a:pt x="5029085" y="696654"/>
                </a:lnTo>
                <a:lnTo>
                  <a:pt x="5031337" y="690030"/>
                </a:lnTo>
                <a:lnTo>
                  <a:pt x="5033588" y="836994"/>
                </a:lnTo>
                <a:lnTo>
                  <a:pt x="5035839" y="676341"/>
                </a:lnTo>
                <a:lnTo>
                  <a:pt x="5038090" y="668708"/>
                </a:lnTo>
                <a:lnTo>
                  <a:pt x="5040341" y="774575"/>
                </a:lnTo>
                <a:lnTo>
                  <a:pt x="5042592" y="420977"/>
                </a:lnTo>
                <a:lnTo>
                  <a:pt x="5044844" y="453238"/>
                </a:lnTo>
                <a:lnTo>
                  <a:pt x="5047095" y="512393"/>
                </a:lnTo>
                <a:lnTo>
                  <a:pt x="5049346" y="495366"/>
                </a:lnTo>
                <a:lnTo>
                  <a:pt x="5051597" y="576401"/>
                </a:lnTo>
                <a:lnTo>
                  <a:pt x="5053848" y="1100378"/>
                </a:lnTo>
                <a:lnTo>
                  <a:pt x="5056099" y="812161"/>
                </a:lnTo>
                <a:lnTo>
                  <a:pt x="5058350" y="513810"/>
                </a:lnTo>
                <a:lnTo>
                  <a:pt x="5060602" y="464511"/>
                </a:lnTo>
                <a:lnTo>
                  <a:pt x="5062853" y="745717"/>
                </a:lnTo>
                <a:lnTo>
                  <a:pt x="5065104" y="943591"/>
                </a:lnTo>
                <a:lnTo>
                  <a:pt x="5067355" y="675611"/>
                </a:lnTo>
                <a:lnTo>
                  <a:pt x="5069606" y="828362"/>
                </a:lnTo>
                <a:lnTo>
                  <a:pt x="5071857" y="909912"/>
                </a:lnTo>
                <a:lnTo>
                  <a:pt x="5074109" y="453023"/>
                </a:lnTo>
                <a:lnTo>
                  <a:pt x="5076360" y="430800"/>
                </a:lnTo>
                <a:lnTo>
                  <a:pt x="5078611" y="470480"/>
                </a:lnTo>
                <a:lnTo>
                  <a:pt x="5080862" y="750108"/>
                </a:lnTo>
                <a:lnTo>
                  <a:pt x="5083113" y="761735"/>
                </a:lnTo>
                <a:lnTo>
                  <a:pt x="5085364" y="821427"/>
                </a:lnTo>
                <a:lnTo>
                  <a:pt x="5087616" y="977055"/>
                </a:lnTo>
                <a:lnTo>
                  <a:pt x="5089867" y="655009"/>
                </a:lnTo>
                <a:lnTo>
                  <a:pt x="5092118" y="690169"/>
                </a:lnTo>
                <a:lnTo>
                  <a:pt x="5094369" y="511684"/>
                </a:lnTo>
                <a:lnTo>
                  <a:pt x="5096620" y="1082514"/>
                </a:lnTo>
                <a:lnTo>
                  <a:pt x="5098871" y="961552"/>
                </a:lnTo>
                <a:lnTo>
                  <a:pt x="5105625" y="451477"/>
                </a:lnTo>
                <a:lnTo>
                  <a:pt x="5107876" y="610627"/>
                </a:lnTo>
                <a:lnTo>
                  <a:pt x="5110127" y="381554"/>
                </a:lnTo>
                <a:lnTo>
                  <a:pt x="5112378" y="593911"/>
                </a:lnTo>
                <a:lnTo>
                  <a:pt x="5114629" y="354306"/>
                </a:lnTo>
                <a:lnTo>
                  <a:pt x="5116881" y="650328"/>
                </a:lnTo>
                <a:lnTo>
                  <a:pt x="5119132" y="785622"/>
                </a:lnTo>
                <a:lnTo>
                  <a:pt x="5121383" y="356207"/>
                </a:lnTo>
                <a:lnTo>
                  <a:pt x="5123634" y="555723"/>
                </a:lnTo>
                <a:lnTo>
                  <a:pt x="5125885" y="672670"/>
                </a:lnTo>
                <a:lnTo>
                  <a:pt x="5128136" y="735571"/>
                </a:lnTo>
                <a:lnTo>
                  <a:pt x="5130388" y="959780"/>
                </a:lnTo>
                <a:lnTo>
                  <a:pt x="5132639" y="1109214"/>
                </a:lnTo>
                <a:lnTo>
                  <a:pt x="5134890" y="1094269"/>
                </a:lnTo>
                <a:lnTo>
                  <a:pt x="5137141" y="1005741"/>
                </a:lnTo>
                <a:lnTo>
                  <a:pt x="5139392" y="830294"/>
                </a:lnTo>
                <a:lnTo>
                  <a:pt x="5141643" y="775971"/>
                </a:lnTo>
                <a:lnTo>
                  <a:pt x="5143894" y="878037"/>
                </a:lnTo>
                <a:lnTo>
                  <a:pt x="5146146" y="810004"/>
                </a:lnTo>
                <a:lnTo>
                  <a:pt x="5150648" y="1124931"/>
                </a:lnTo>
                <a:lnTo>
                  <a:pt x="5152899" y="619076"/>
                </a:lnTo>
                <a:lnTo>
                  <a:pt x="5155150" y="788628"/>
                </a:lnTo>
                <a:lnTo>
                  <a:pt x="5157401" y="904963"/>
                </a:lnTo>
                <a:lnTo>
                  <a:pt x="5159653" y="948143"/>
                </a:lnTo>
                <a:lnTo>
                  <a:pt x="5161904" y="724352"/>
                </a:lnTo>
                <a:lnTo>
                  <a:pt x="5164155" y="807459"/>
                </a:lnTo>
                <a:lnTo>
                  <a:pt x="5166406" y="901688"/>
                </a:lnTo>
                <a:lnTo>
                  <a:pt x="5168657" y="515710"/>
                </a:lnTo>
                <a:lnTo>
                  <a:pt x="5170908" y="588500"/>
                </a:lnTo>
                <a:lnTo>
                  <a:pt x="5173159" y="659067"/>
                </a:lnTo>
                <a:lnTo>
                  <a:pt x="5175411" y="690448"/>
                </a:lnTo>
                <a:lnTo>
                  <a:pt x="5177662" y="721690"/>
                </a:lnTo>
                <a:lnTo>
                  <a:pt x="5179913" y="944031"/>
                </a:lnTo>
                <a:lnTo>
                  <a:pt x="5184415" y="878059"/>
                </a:lnTo>
                <a:lnTo>
                  <a:pt x="5186666" y="832774"/>
                </a:lnTo>
                <a:lnTo>
                  <a:pt x="5188918" y="1013804"/>
                </a:lnTo>
                <a:lnTo>
                  <a:pt x="5191169" y="932393"/>
                </a:lnTo>
                <a:lnTo>
                  <a:pt x="5193420" y="695763"/>
                </a:lnTo>
                <a:lnTo>
                  <a:pt x="5195671" y="967500"/>
                </a:lnTo>
                <a:lnTo>
                  <a:pt x="5197922" y="1166007"/>
                </a:lnTo>
                <a:lnTo>
                  <a:pt x="5204676" y="687711"/>
                </a:lnTo>
                <a:lnTo>
                  <a:pt x="5206927" y="686777"/>
                </a:lnTo>
                <a:lnTo>
                  <a:pt x="5209178" y="673335"/>
                </a:lnTo>
                <a:lnTo>
                  <a:pt x="5211429" y="985117"/>
                </a:lnTo>
                <a:lnTo>
                  <a:pt x="5215931" y="830810"/>
                </a:lnTo>
                <a:lnTo>
                  <a:pt x="5218183" y="1009284"/>
                </a:lnTo>
                <a:lnTo>
                  <a:pt x="5220434" y="773426"/>
                </a:lnTo>
                <a:lnTo>
                  <a:pt x="5222685" y="1067129"/>
                </a:lnTo>
                <a:lnTo>
                  <a:pt x="5224936" y="629683"/>
                </a:lnTo>
                <a:lnTo>
                  <a:pt x="5227187" y="879669"/>
                </a:lnTo>
                <a:lnTo>
                  <a:pt x="5231690" y="823069"/>
                </a:lnTo>
                <a:lnTo>
                  <a:pt x="5233941" y="623929"/>
                </a:lnTo>
                <a:lnTo>
                  <a:pt x="5236192" y="645132"/>
                </a:lnTo>
                <a:lnTo>
                  <a:pt x="5238443" y="805312"/>
                </a:lnTo>
                <a:lnTo>
                  <a:pt x="5240694" y="709419"/>
                </a:lnTo>
                <a:lnTo>
                  <a:pt x="5242945" y="780297"/>
                </a:lnTo>
                <a:lnTo>
                  <a:pt x="5249699" y="615372"/>
                </a:lnTo>
                <a:lnTo>
                  <a:pt x="5251950" y="626323"/>
                </a:lnTo>
                <a:lnTo>
                  <a:pt x="5254201" y="713466"/>
                </a:lnTo>
                <a:lnTo>
                  <a:pt x="5256452" y="677093"/>
                </a:lnTo>
                <a:lnTo>
                  <a:pt x="5258703" y="761789"/>
                </a:lnTo>
                <a:lnTo>
                  <a:pt x="5260955" y="869770"/>
                </a:lnTo>
                <a:lnTo>
                  <a:pt x="5263206" y="588575"/>
                </a:lnTo>
                <a:lnTo>
                  <a:pt x="5265457" y="611443"/>
                </a:lnTo>
                <a:lnTo>
                  <a:pt x="5267708" y="514422"/>
                </a:lnTo>
                <a:lnTo>
                  <a:pt x="5269959" y="628523"/>
                </a:lnTo>
                <a:lnTo>
                  <a:pt x="5272210" y="395328"/>
                </a:lnTo>
                <a:lnTo>
                  <a:pt x="5274462" y="680646"/>
                </a:lnTo>
                <a:lnTo>
                  <a:pt x="5276713" y="879959"/>
                </a:lnTo>
                <a:lnTo>
                  <a:pt x="5278964" y="510171"/>
                </a:lnTo>
                <a:lnTo>
                  <a:pt x="5281215" y="402747"/>
                </a:lnTo>
                <a:lnTo>
                  <a:pt x="5283466" y="436726"/>
                </a:lnTo>
                <a:lnTo>
                  <a:pt x="5285717" y="438820"/>
                </a:lnTo>
                <a:lnTo>
                  <a:pt x="5287969" y="444241"/>
                </a:lnTo>
                <a:lnTo>
                  <a:pt x="5290220" y="622780"/>
                </a:lnTo>
                <a:lnTo>
                  <a:pt x="5292471" y="703739"/>
                </a:lnTo>
                <a:lnTo>
                  <a:pt x="5294722" y="466561"/>
                </a:lnTo>
                <a:lnTo>
                  <a:pt x="5296973" y="435803"/>
                </a:lnTo>
                <a:lnTo>
                  <a:pt x="5299224" y="476449"/>
                </a:lnTo>
                <a:lnTo>
                  <a:pt x="5301475" y="592419"/>
                </a:lnTo>
                <a:lnTo>
                  <a:pt x="5303727" y="443039"/>
                </a:lnTo>
                <a:lnTo>
                  <a:pt x="5305978" y="681054"/>
                </a:lnTo>
                <a:lnTo>
                  <a:pt x="5308229" y="1090039"/>
                </a:lnTo>
                <a:lnTo>
                  <a:pt x="5310480" y="573921"/>
                </a:lnTo>
                <a:lnTo>
                  <a:pt x="5312731" y="518502"/>
                </a:lnTo>
                <a:lnTo>
                  <a:pt x="5314982" y="511352"/>
                </a:lnTo>
                <a:lnTo>
                  <a:pt x="5317234" y="937997"/>
                </a:lnTo>
                <a:lnTo>
                  <a:pt x="5321736" y="1101602"/>
                </a:lnTo>
                <a:lnTo>
                  <a:pt x="5323987" y="894259"/>
                </a:lnTo>
                <a:lnTo>
                  <a:pt x="5326238" y="552417"/>
                </a:lnTo>
                <a:lnTo>
                  <a:pt x="5328489" y="447677"/>
                </a:lnTo>
                <a:lnTo>
                  <a:pt x="5330741" y="493498"/>
                </a:lnTo>
                <a:lnTo>
                  <a:pt x="5332992" y="560350"/>
                </a:lnTo>
                <a:lnTo>
                  <a:pt x="5335243" y="575209"/>
                </a:lnTo>
                <a:lnTo>
                  <a:pt x="5337494" y="669492"/>
                </a:lnTo>
                <a:lnTo>
                  <a:pt x="5339745" y="971944"/>
                </a:lnTo>
                <a:lnTo>
                  <a:pt x="5341996" y="478543"/>
                </a:lnTo>
                <a:lnTo>
                  <a:pt x="5344247" y="434976"/>
                </a:lnTo>
                <a:lnTo>
                  <a:pt x="5346499" y="346083"/>
                </a:lnTo>
                <a:lnTo>
                  <a:pt x="5348750" y="382091"/>
                </a:lnTo>
                <a:lnTo>
                  <a:pt x="5351001" y="485113"/>
                </a:lnTo>
                <a:lnTo>
                  <a:pt x="5353252" y="869502"/>
                </a:lnTo>
                <a:lnTo>
                  <a:pt x="5355503" y="834320"/>
                </a:lnTo>
                <a:lnTo>
                  <a:pt x="5357754" y="516365"/>
                </a:lnTo>
                <a:lnTo>
                  <a:pt x="5360006" y="352750"/>
                </a:lnTo>
                <a:lnTo>
                  <a:pt x="5362257" y="364366"/>
                </a:lnTo>
                <a:lnTo>
                  <a:pt x="5364508" y="343571"/>
                </a:lnTo>
                <a:lnTo>
                  <a:pt x="5366759" y="407267"/>
                </a:lnTo>
                <a:lnTo>
                  <a:pt x="5369010" y="475687"/>
                </a:lnTo>
                <a:lnTo>
                  <a:pt x="5371261" y="535099"/>
                </a:lnTo>
                <a:lnTo>
                  <a:pt x="5373513" y="330773"/>
                </a:lnTo>
                <a:lnTo>
                  <a:pt x="5375764" y="373696"/>
                </a:lnTo>
                <a:lnTo>
                  <a:pt x="5378015" y="435212"/>
                </a:lnTo>
                <a:lnTo>
                  <a:pt x="5380266" y="386385"/>
                </a:lnTo>
                <a:lnTo>
                  <a:pt x="5382517" y="337483"/>
                </a:lnTo>
                <a:lnTo>
                  <a:pt x="5384768" y="424326"/>
                </a:lnTo>
                <a:lnTo>
                  <a:pt x="5387019" y="525319"/>
                </a:lnTo>
                <a:lnTo>
                  <a:pt x="5389271" y="299371"/>
                </a:lnTo>
                <a:lnTo>
                  <a:pt x="5391522" y="257662"/>
                </a:lnTo>
                <a:lnTo>
                  <a:pt x="5393773" y="211980"/>
                </a:lnTo>
                <a:lnTo>
                  <a:pt x="5396024" y="298104"/>
                </a:lnTo>
                <a:lnTo>
                  <a:pt x="5398275" y="335336"/>
                </a:lnTo>
                <a:lnTo>
                  <a:pt x="5400526" y="521497"/>
                </a:lnTo>
                <a:lnTo>
                  <a:pt x="5402778" y="560930"/>
                </a:lnTo>
                <a:lnTo>
                  <a:pt x="5405029" y="295109"/>
                </a:lnTo>
                <a:lnTo>
                  <a:pt x="5407280" y="265703"/>
                </a:lnTo>
                <a:lnTo>
                  <a:pt x="5409531" y="265971"/>
                </a:lnTo>
                <a:lnTo>
                  <a:pt x="5411782" y="184539"/>
                </a:lnTo>
                <a:lnTo>
                  <a:pt x="5414033" y="100992"/>
                </a:lnTo>
                <a:lnTo>
                  <a:pt x="5416285" y="399977"/>
                </a:lnTo>
                <a:lnTo>
                  <a:pt x="5418536" y="416274"/>
                </a:lnTo>
                <a:lnTo>
                  <a:pt x="5420787" y="101722"/>
                </a:lnTo>
                <a:lnTo>
                  <a:pt x="5423038" y="50587"/>
                </a:lnTo>
                <a:lnTo>
                  <a:pt x="5425289" y="271404"/>
                </a:lnTo>
                <a:lnTo>
                  <a:pt x="5427540" y="298276"/>
                </a:lnTo>
                <a:lnTo>
                  <a:pt x="5429791" y="559105"/>
                </a:lnTo>
                <a:lnTo>
                  <a:pt x="5432043" y="569991"/>
                </a:lnTo>
                <a:lnTo>
                  <a:pt x="5434294" y="618260"/>
                </a:lnTo>
                <a:lnTo>
                  <a:pt x="5436545" y="274399"/>
                </a:lnTo>
                <a:lnTo>
                  <a:pt x="5438796" y="298447"/>
                </a:lnTo>
                <a:lnTo>
                  <a:pt x="5441047" y="339899"/>
                </a:lnTo>
                <a:lnTo>
                  <a:pt x="5443298" y="273261"/>
                </a:lnTo>
                <a:lnTo>
                  <a:pt x="5445550" y="223822"/>
                </a:lnTo>
                <a:lnTo>
                  <a:pt x="5447801" y="331546"/>
                </a:lnTo>
                <a:lnTo>
                  <a:pt x="5450052" y="434772"/>
                </a:lnTo>
                <a:lnTo>
                  <a:pt x="5452303" y="242664"/>
                </a:lnTo>
                <a:lnTo>
                  <a:pt x="5454554" y="5013"/>
                </a:lnTo>
                <a:lnTo>
                  <a:pt x="5456805" y="32035"/>
                </a:lnTo>
                <a:lnTo>
                  <a:pt x="5459057" y="71458"/>
                </a:lnTo>
                <a:lnTo>
                  <a:pt x="5461308" y="232915"/>
                </a:lnTo>
                <a:lnTo>
                  <a:pt x="5463559" y="334821"/>
                </a:lnTo>
                <a:lnTo>
                  <a:pt x="5465810" y="467377"/>
                </a:lnTo>
                <a:lnTo>
                  <a:pt x="5468061" y="542947"/>
                </a:lnTo>
                <a:lnTo>
                  <a:pt x="5470312" y="14837"/>
                </a:lnTo>
                <a:lnTo>
                  <a:pt x="5472563" y="97074"/>
                </a:lnTo>
                <a:lnTo>
                  <a:pt x="5474815" y="238058"/>
                </a:lnTo>
                <a:lnTo>
                  <a:pt x="5477066" y="55644"/>
                </a:lnTo>
                <a:lnTo>
                  <a:pt x="5479317" y="177217"/>
                </a:lnTo>
                <a:lnTo>
                  <a:pt x="5481568" y="352932"/>
                </a:lnTo>
                <a:lnTo>
                  <a:pt x="5483819" y="79735"/>
                </a:lnTo>
                <a:lnTo>
                  <a:pt x="5486070" y="1470"/>
                </a:lnTo>
                <a:lnTo>
                  <a:pt x="5488322" y="0"/>
                </a:lnTo>
                <a:lnTo>
                  <a:pt x="5490573" y="33657"/>
                </a:lnTo>
                <a:lnTo>
                  <a:pt x="5492824" y="108379"/>
                </a:lnTo>
                <a:lnTo>
                  <a:pt x="5495075" y="426044"/>
                </a:lnTo>
                <a:lnTo>
                  <a:pt x="5497326" y="450382"/>
                </a:lnTo>
                <a:lnTo>
                  <a:pt x="5499577" y="60056"/>
                </a:lnTo>
                <a:lnTo>
                  <a:pt x="5501828" y="227902"/>
                </a:lnTo>
                <a:lnTo>
                  <a:pt x="5504080" y="73616"/>
                </a:lnTo>
                <a:lnTo>
                  <a:pt x="5508582" y="46389"/>
                </a:lnTo>
                <a:lnTo>
                  <a:pt x="5510833" y="382682"/>
                </a:lnTo>
                <a:lnTo>
                  <a:pt x="5513084" y="497395"/>
                </a:lnTo>
                <a:lnTo>
                  <a:pt x="5515335" y="109055"/>
                </a:lnTo>
                <a:lnTo>
                  <a:pt x="5517587" y="223661"/>
                </a:lnTo>
                <a:lnTo>
                  <a:pt x="5519838" y="232991"/>
                </a:lnTo>
                <a:lnTo>
                  <a:pt x="5522089" y="221095"/>
                </a:lnTo>
                <a:lnTo>
                  <a:pt x="5524340" y="665842"/>
                </a:lnTo>
                <a:lnTo>
                  <a:pt x="5526591" y="1062384"/>
                </a:lnTo>
                <a:lnTo>
                  <a:pt x="5528842" y="579493"/>
                </a:lnTo>
                <a:lnTo>
                  <a:pt x="5531094" y="715291"/>
                </a:lnTo>
                <a:lnTo>
                  <a:pt x="5533345" y="110826"/>
                </a:lnTo>
                <a:lnTo>
                  <a:pt x="5535596" y="547875"/>
                </a:lnTo>
                <a:lnTo>
                  <a:pt x="5537847" y="328562"/>
                </a:lnTo>
                <a:lnTo>
                  <a:pt x="5540098" y="378065"/>
                </a:lnTo>
                <a:lnTo>
                  <a:pt x="5542349" y="519210"/>
                </a:lnTo>
                <a:lnTo>
                  <a:pt x="5544600" y="641535"/>
                </a:lnTo>
                <a:lnTo>
                  <a:pt x="5546852" y="139040"/>
                </a:lnTo>
                <a:lnTo>
                  <a:pt x="5549103" y="626172"/>
                </a:lnTo>
                <a:lnTo>
                  <a:pt x="5553605" y="38359"/>
                </a:lnTo>
                <a:lnTo>
                  <a:pt x="5555856" y="163486"/>
                </a:lnTo>
                <a:lnTo>
                  <a:pt x="5558107" y="224853"/>
                </a:lnTo>
                <a:lnTo>
                  <a:pt x="5560359" y="302044"/>
                </a:lnTo>
                <a:lnTo>
                  <a:pt x="5562610" y="71039"/>
                </a:lnTo>
                <a:lnTo>
                  <a:pt x="5567112" y="115142"/>
                </a:lnTo>
                <a:lnTo>
                  <a:pt x="5569363" y="316645"/>
                </a:lnTo>
                <a:lnTo>
                  <a:pt x="5571614" y="254323"/>
                </a:lnTo>
                <a:lnTo>
                  <a:pt x="5573866" y="560651"/>
                </a:lnTo>
                <a:lnTo>
                  <a:pt x="5576117" y="993416"/>
                </a:lnTo>
                <a:lnTo>
                  <a:pt x="5578368" y="185302"/>
                </a:lnTo>
                <a:lnTo>
                  <a:pt x="5585121" y="89580"/>
                </a:lnTo>
                <a:lnTo>
                  <a:pt x="5589624" y="187116"/>
                </a:lnTo>
                <a:lnTo>
                  <a:pt x="5591875" y="286874"/>
                </a:lnTo>
                <a:lnTo>
                  <a:pt x="5594126" y="270824"/>
                </a:lnTo>
                <a:lnTo>
                  <a:pt x="5596377" y="824991"/>
                </a:lnTo>
                <a:lnTo>
                  <a:pt x="5598628" y="568628"/>
                </a:lnTo>
                <a:lnTo>
                  <a:pt x="5600879" y="461236"/>
                </a:lnTo>
                <a:lnTo>
                  <a:pt x="5603131" y="209082"/>
                </a:lnTo>
                <a:lnTo>
                  <a:pt x="5605382" y="477104"/>
                </a:lnTo>
                <a:lnTo>
                  <a:pt x="5607633" y="550602"/>
                </a:lnTo>
                <a:lnTo>
                  <a:pt x="5609884" y="584034"/>
                </a:lnTo>
                <a:lnTo>
                  <a:pt x="5612135" y="849458"/>
                </a:lnTo>
                <a:lnTo>
                  <a:pt x="5614386" y="554016"/>
                </a:lnTo>
                <a:lnTo>
                  <a:pt x="5616638" y="482536"/>
                </a:lnTo>
                <a:lnTo>
                  <a:pt x="5618889" y="305898"/>
                </a:lnTo>
                <a:lnTo>
                  <a:pt x="5621140" y="376133"/>
                </a:lnTo>
                <a:lnTo>
                  <a:pt x="5623391" y="494024"/>
                </a:lnTo>
                <a:lnTo>
                  <a:pt x="5625642" y="243404"/>
                </a:lnTo>
                <a:lnTo>
                  <a:pt x="5627893" y="208480"/>
                </a:lnTo>
                <a:lnTo>
                  <a:pt x="5630144" y="273970"/>
                </a:lnTo>
                <a:lnTo>
                  <a:pt x="5632396" y="97149"/>
                </a:lnTo>
                <a:lnTo>
                  <a:pt x="5634647" y="183616"/>
                </a:lnTo>
                <a:lnTo>
                  <a:pt x="5636898" y="607449"/>
                </a:lnTo>
                <a:lnTo>
                  <a:pt x="5639149" y="693433"/>
                </a:lnTo>
                <a:lnTo>
                  <a:pt x="5641400" y="302398"/>
                </a:lnTo>
                <a:lnTo>
                  <a:pt x="5643651" y="348692"/>
                </a:lnTo>
                <a:lnTo>
                  <a:pt x="5645903" y="122980"/>
                </a:lnTo>
                <a:lnTo>
                  <a:pt x="5648154" y="81464"/>
                </a:lnTo>
                <a:lnTo>
                  <a:pt x="5650405" y="228589"/>
                </a:lnTo>
                <a:lnTo>
                  <a:pt x="5652656" y="474968"/>
                </a:lnTo>
                <a:lnTo>
                  <a:pt x="5654907" y="490502"/>
                </a:lnTo>
                <a:lnTo>
                  <a:pt x="5657158" y="474764"/>
                </a:lnTo>
                <a:lnTo>
                  <a:pt x="5659410" y="514991"/>
                </a:lnTo>
                <a:lnTo>
                  <a:pt x="5661661" y="290696"/>
                </a:lnTo>
                <a:lnTo>
                  <a:pt x="5668414" y="120972"/>
                </a:lnTo>
                <a:lnTo>
                  <a:pt x="5670665" y="329678"/>
                </a:lnTo>
                <a:lnTo>
                  <a:pt x="5677419" y="351762"/>
                </a:lnTo>
                <a:lnTo>
                  <a:pt x="5679670" y="418497"/>
                </a:lnTo>
                <a:lnTo>
                  <a:pt x="5681921" y="235471"/>
                </a:lnTo>
                <a:lnTo>
                  <a:pt x="5684172" y="509612"/>
                </a:lnTo>
                <a:lnTo>
                  <a:pt x="5686423" y="938963"/>
                </a:lnTo>
                <a:lnTo>
                  <a:pt x="5688675" y="567479"/>
                </a:lnTo>
                <a:lnTo>
                  <a:pt x="5690926" y="412055"/>
                </a:lnTo>
                <a:lnTo>
                  <a:pt x="5693177" y="191443"/>
                </a:lnTo>
                <a:lnTo>
                  <a:pt x="5695428" y="306456"/>
                </a:lnTo>
                <a:lnTo>
                  <a:pt x="5697679" y="620010"/>
                </a:lnTo>
                <a:lnTo>
                  <a:pt x="5704433" y="785343"/>
                </a:lnTo>
                <a:lnTo>
                  <a:pt x="5706684" y="290406"/>
                </a:lnTo>
                <a:lnTo>
                  <a:pt x="5711186" y="10252"/>
                </a:lnTo>
                <a:lnTo>
                  <a:pt x="5715688" y="315228"/>
                </a:lnTo>
                <a:lnTo>
                  <a:pt x="5717940" y="436265"/>
                </a:lnTo>
                <a:lnTo>
                  <a:pt x="5722442" y="185409"/>
                </a:lnTo>
                <a:lnTo>
                  <a:pt x="5724693" y="262793"/>
                </a:lnTo>
                <a:lnTo>
                  <a:pt x="5726944" y="256427"/>
                </a:lnTo>
                <a:lnTo>
                  <a:pt x="5729195" y="438455"/>
                </a:lnTo>
                <a:lnTo>
                  <a:pt x="5731447" y="773501"/>
                </a:lnTo>
                <a:lnTo>
                  <a:pt x="5733698" y="617702"/>
                </a:lnTo>
                <a:lnTo>
                  <a:pt x="5735949" y="510428"/>
                </a:lnTo>
                <a:lnTo>
                  <a:pt x="5740451" y="495699"/>
                </a:lnTo>
                <a:lnTo>
                  <a:pt x="5742702" y="170722"/>
                </a:lnTo>
                <a:lnTo>
                  <a:pt x="5744954" y="176348"/>
                </a:lnTo>
                <a:lnTo>
                  <a:pt x="5747205" y="497395"/>
                </a:lnTo>
                <a:lnTo>
                  <a:pt x="5749456" y="853055"/>
                </a:lnTo>
                <a:lnTo>
                  <a:pt x="5751707" y="308035"/>
                </a:lnTo>
                <a:lnTo>
                  <a:pt x="5756209" y="1049286"/>
                </a:lnTo>
                <a:lnTo>
                  <a:pt x="5758460" y="229952"/>
                </a:lnTo>
                <a:lnTo>
                  <a:pt x="5760712" y="431090"/>
                </a:lnTo>
                <a:lnTo>
                  <a:pt x="5762963" y="630241"/>
                </a:lnTo>
                <a:lnTo>
                  <a:pt x="5765214" y="311653"/>
                </a:lnTo>
                <a:lnTo>
                  <a:pt x="5767465" y="382070"/>
                </a:lnTo>
                <a:lnTo>
                  <a:pt x="5769716" y="828233"/>
                </a:lnTo>
                <a:lnTo>
                  <a:pt x="5771967" y="686401"/>
                </a:lnTo>
                <a:lnTo>
                  <a:pt x="5776470" y="430875"/>
                </a:lnTo>
                <a:lnTo>
                  <a:pt x="5778721" y="665777"/>
                </a:lnTo>
                <a:lnTo>
                  <a:pt x="5783223" y="876824"/>
                </a:lnTo>
                <a:lnTo>
                  <a:pt x="5785474" y="546061"/>
                </a:lnTo>
                <a:lnTo>
                  <a:pt x="5787726" y="552481"/>
                </a:lnTo>
                <a:lnTo>
                  <a:pt x="5789977" y="613343"/>
                </a:lnTo>
                <a:lnTo>
                  <a:pt x="5792228" y="126469"/>
                </a:lnTo>
                <a:lnTo>
                  <a:pt x="5794479" y="289934"/>
                </a:lnTo>
                <a:lnTo>
                  <a:pt x="5796730" y="328497"/>
                </a:lnTo>
                <a:lnTo>
                  <a:pt x="5801232" y="93842"/>
                </a:lnTo>
                <a:lnTo>
                  <a:pt x="5807986" y="3575"/>
                </a:lnTo>
                <a:lnTo>
                  <a:pt x="5810237" y="452315"/>
                </a:lnTo>
                <a:lnTo>
                  <a:pt x="5812488" y="803938"/>
                </a:lnTo>
                <a:lnTo>
                  <a:pt x="5814739" y="418421"/>
                </a:lnTo>
                <a:lnTo>
                  <a:pt x="5816991" y="166256"/>
                </a:lnTo>
                <a:lnTo>
                  <a:pt x="5819242" y="349593"/>
                </a:lnTo>
                <a:lnTo>
                  <a:pt x="5821493" y="175167"/>
                </a:lnTo>
                <a:lnTo>
                  <a:pt x="5823744" y="287679"/>
                </a:lnTo>
                <a:lnTo>
                  <a:pt x="5825995" y="423800"/>
                </a:lnTo>
                <a:lnTo>
                  <a:pt x="5828246" y="513198"/>
                </a:lnTo>
                <a:lnTo>
                  <a:pt x="5830497" y="582048"/>
                </a:lnTo>
                <a:lnTo>
                  <a:pt x="5832749" y="331149"/>
                </a:lnTo>
                <a:lnTo>
                  <a:pt x="5835000" y="394824"/>
                </a:lnTo>
                <a:lnTo>
                  <a:pt x="5837251" y="569229"/>
                </a:lnTo>
                <a:lnTo>
                  <a:pt x="5839502" y="644799"/>
                </a:lnTo>
                <a:lnTo>
                  <a:pt x="5844004" y="994962"/>
                </a:lnTo>
                <a:lnTo>
                  <a:pt x="5846256" y="893336"/>
                </a:lnTo>
                <a:lnTo>
                  <a:pt x="5848507" y="512887"/>
                </a:lnTo>
                <a:lnTo>
                  <a:pt x="5850758" y="547725"/>
                </a:lnTo>
                <a:lnTo>
                  <a:pt x="5853009" y="452207"/>
                </a:lnTo>
                <a:lnTo>
                  <a:pt x="5855260" y="490137"/>
                </a:lnTo>
                <a:lnTo>
                  <a:pt x="5857511" y="706541"/>
                </a:lnTo>
                <a:lnTo>
                  <a:pt x="5859763" y="710879"/>
                </a:lnTo>
                <a:lnTo>
                  <a:pt x="5862014" y="521604"/>
                </a:lnTo>
                <a:lnTo>
                  <a:pt x="5864265" y="652593"/>
                </a:lnTo>
                <a:lnTo>
                  <a:pt x="5866516" y="542078"/>
                </a:lnTo>
                <a:lnTo>
                  <a:pt x="5868767" y="603144"/>
                </a:lnTo>
                <a:lnTo>
                  <a:pt x="5871018" y="500852"/>
                </a:lnTo>
                <a:lnTo>
                  <a:pt x="5873269" y="682847"/>
                </a:lnTo>
                <a:lnTo>
                  <a:pt x="5875521" y="686648"/>
                </a:lnTo>
                <a:lnTo>
                  <a:pt x="5877772" y="572707"/>
                </a:lnTo>
                <a:lnTo>
                  <a:pt x="5880023" y="567855"/>
                </a:lnTo>
                <a:lnTo>
                  <a:pt x="5882274" y="577936"/>
                </a:lnTo>
                <a:lnTo>
                  <a:pt x="5884525" y="679723"/>
                </a:lnTo>
                <a:lnTo>
                  <a:pt x="5886776" y="535690"/>
                </a:lnTo>
                <a:lnTo>
                  <a:pt x="5889028" y="654247"/>
                </a:lnTo>
                <a:lnTo>
                  <a:pt x="5895781" y="909611"/>
                </a:lnTo>
                <a:lnTo>
                  <a:pt x="5898032" y="821212"/>
                </a:lnTo>
                <a:lnTo>
                  <a:pt x="5900283" y="969282"/>
                </a:lnTo>
                <a:lnTo>
                  <a:pt x="5902535" y="1037176"/>
                </a:lnTo>
                <a:lnTo>
                  <a:pt x="5909288" y="720724"/>
                </a:lnTo>
                <a:lnTo>
                  <a:pt x="5911539" y="774371"/>
                </a:lnTo>
                <a:lnTo>
                  <a:pt x="5916041" y="878531"/>
                </a:lnTo>
                <a:lnTo>
                  <a:pt x="5918293" y="1067591"/>
                </a:lnTo>
                <a:lnTo>
                  <a:pt x="5925046" y="894517"/>
                </a:lnTo>
                <a:lnTo>
                  <a:pt x="5927297" y="548949"/>
                </a:lnTo>
                <a:lnTo>
                  <a:pt x="5929548" y="647827"/>
                </a:lnTo>
                <a:lnTo>
                  <a:pt x="5931800" y="691801"/>
                </a:lnTo>
                <a:lnTo>
                  <a:pt x="5934051" y="671725"/>
                </a:lnTo>
                <a:lnTo>
                  <a:pt x="5936302" y="799579"/>
                </a:lnTo>
                <a:lnTo>
                  <a:pt x="5938553" y="854848"/>
                </a:lnTo>
                <a:lnTo>
                  <a:pt x="5940804" y="885198"/>
                </a:lnTo>
                <a:lnTo>
                  <a:pt x="5943055" y="776658"/>
                </a:lnTo>
                <a:lnTo>
                  <a:pt x="5945307" y="681473"/>
                </a:lnTo>
                <a:lnTo>
                  <a:pt x="5947558" y="626559"/>
                </a:lnTo>
                <a:lnTo>
                  <a:pt x="5949809" y="690234"/>
                </a:lnTo>
                <a:lnTo>
                  <a:pt x="5952060" y="814169"/>
                </a:lnTo>
                <a:lnTo>
                  <a:pt x="5954311" y="1010196"/>
                </a:lnTo>
                <a:lnTo>
                  <a:pt x="5956562" y="737762"/>
                </a:lnTo>
                <a:lnTo>
                  <a:pt x="5958813" y="844863"/>
                </a:lnTo>
                <a:lnTo>
                  <a:pt x="5961065" y="628770"/>
                </a:lnTo>
                <a:lnTo>
                  <a:pt x="5963316" y="634482"/>
                </a:lnTo>
                <a:lnTo>
                  <a:pt x="5965567" y="627611"/>
                </a:lnTo>
                <a:lnTo>
                  <a:pt x="5967818" y="729420"/>
                </a:lnTo>
                <a:lnTo>
                  <a:pt x="5970069" y="738459"/>
                </a:lnTo>
                <a:lnTo>
                  <a:pt x="5972320" y="573019"/>
                </a:lnTo>
                <a:lnTo>
                  <a:pt x="5974572" y="635083"/>
                </a:lnTo>
                <a:lnTo>
                  <a:pt x="5976823" y="613847"/>
                </a:lnTo>
                <a:lnTo>
                  <a:pt x="5979074" y="564269"/>
                </a:lnTo>
                <a:lnTo>
                  <a:pt x="5981325" y="560136"/>
                </a:lnTo>
                <a:lnTo>
                  <a:pt x="5983576" y="649931"/>
                </a:lnTo>
                <a:lnTo>
                  <a:pt x="5985827" y="757290"/>
                </a:lnTo>
                <a:lnTo>
                  <a:pt x="5988079" y="639313"/>
                </a:lnTo>
                <a:lnTo>
                  <a:pt x="5990330" y="644799"/>
                </a:lnTo>
                <a:lnTo>
                  <a:pt x="5992581" y="665605"/>
                </a:lnTo>
                <a:lnTo>
                  <a:pt x="5994832" y="664746"/>
                </a:lnTo>
                <a:lnTo>
                  <a:pt x="5997083" y="845153"/>
                </a:lnTo>
                <a:lnTo>
                  <a:pt x="5999334" y="827718"/>
                </a:lnTo>
                <a:lnTo>
                  <a:pt x="6001585" y="902934"/>
                </a:lnTo>
                <a:lnTo>
                  <a:pt x="6008339" y="822962"/>
                </a:lnTo>
                <a:lnTo>
                  <a:pt x="6010590" y="704180"/>
                </a:lnTo>
                <a:lnTo>
                  <a:pt x="6012841" y="595188"/>
                </a:lnTo>
                <a:lnTo>
                  <a:pt x="6015092" y="892885"/>
                </a:lnTo>
                <a:lnTo>
                  <a:pt x="6017344" y="812881"/>
                </a:lnTo>
                <a:lnTo>
                  <a:pt x="6019595" y="605184"/>
                </a:lnTo>
                <a:lnTo>
                  <a:pt x="6021846" y="612516"/>
                </a:lnTo>
                <a:lnTo>
                  <a:pt x="6024097" y="1060795"/>
                </a:lnTo>
                <a:lnTo>
                  <a:pt x="6026348" y="739469"/>
                </a:lnTo>
                <a:lnTo>
                  <a:pt x="6028599" y="668515"/>
                </a:lnTo>
                <a:lnTo>
                  <a:pt x="6030851" y="698973"/>
                </a:lnTo>
                <a:lnTo>
                  <a:pt x="6033102" y="931534"/>
                </a:lnTo>
                <a:lnTo>
                  <a:pt x="6035353" y="575971"/>
                </a:lnTo>
                <a:lnTo>
                  <a:pt x="6037604" y="416693"/>
                </a:lnTo>
                <a:lnTo>
                  <a:pt x="6039855" y="700003"/>
                </a:lnTo>
                <a:lnTo>
                  <a:pt x="6042106" y="551075"/>
                </a:lnTo>
                <a:lnTo>
                  <a:pt x="6044357" y="562916"/>
                </a:lnTo>
                <a:lnTo>
                  <a:pt x="6046609" y="748079"/>
                </a:lnTo>
                <a:lnTo>
                  <a:pt x="6051111" y="706155"/>
                </a:lnTo>
                <a:lnTo>
                  <a:pt x="6053362" y="660517"/>
                </a:lnTo>
                <a:lnTo>
                  <a:pt x="6055613" y="664510"/>
                </a:lnTo>
                <a:lnTo>
                  <a:pt x="6057864" y="693454"/>
                </a:lnTo>
                <a:lnTo>
                  <a:pt x="6060116" y="610358"/>
                </a:lnTo>
                <a:lnTo>
                  <a:pt x="6062367" y="758847"/>
                </a:lnTo>
                <a:lnTo>
                  <a:pt x="6064618" y="805935"/>
                </a:lnTo>
                <a:lnTo>
                  <a:pt x="6066869" y="524342"/>
                </a:lnTo>
                <a:lnTo>
                  <a:pt x="6069120" y="601727"/>
                </a:lnTo>
                <a:lnTo>
                  <a:pt x="6071371" y="684243"/>
                </a:lnTo>
                <a:lnTo>
                  <a:pt x="6073623" y="669127"/>
                </a:lnTo>
                <a:lnTo>
                  <a:pt x="6075874" y="674538"/>
                </a:lnTo>
                <a:lnTo>
                  <a:pt x="6078125" y="772095"/>
                </a:lnTo>
                <a:lnTo>
                  <a:pt x="6080376" y="1160564"/>
                </a:lnTo>
                <a:lnTo>
                  <a:pt x="6082627" y="806214"/>
                </a:lnTo>
                <a:lnTo>
                  <a:pt x="6084878" y="600567"/>
                </a:lnTo>
                <a:lnTo>
                  <a:pt x="6087129" y="641181"/>
                </a:lnTo>
                <a:lnTo>
                  <a:pt x="6091632" y="794522"/>
                </a:lnTo>
                <a:lnTo>
                  <a:pt x="6093883" y="945051"/>
                </a:lnTo>
                <a:lnTo>
                  <a:pt x="6096134" y="1153639"/>
                </a:lnTo>
                <a:lnTo>
                  <a:pt x="6098385" y="766233"/>
                </a:lnTo>
                <a:lnTo>
                  <a:pt x="6100636" y="712403"/>
                </a:lnTo>
                <a:lnTo>
                  <a:pt x="6102888" y="739780"/>
                </a:lnTo>
                <a:lnTo>
                  <a:pt x="6105139" y="777130"/>
                </a:lnTo>
                <a:lnTo>
                  <a:pt x="6107390" y="748004"/>
                </a:lnTo>
                <a:lnTo>
                  <a:pt x="6111892" y="1137353"/>
                </a:lnTo>
                <a:lnTo>
                  <a:pt x="6114143" y="908849"/>
                </a:lnTo>
                <a:lnTo>
                  <a:pt x="6116395" y="566158"/>
                </a:lnTo>
                <a:lnTo>
                  <a:pt x="6118646" y="583315"/>
                </a:lnTo>
                <a:lnTo>
                  <a:pt x="6120897" y="724782"/>
                </a:lnTo>
                <a:lnTo>
                  <a:pt x="6123148" y="644756"/>
                </a:lnTo>
                <a:lnTo>
                  <a:pt x="6125399" y="929258"/>
                </a:lnTo>
                <a:lnTo>
                  <a:pt x="6127650" y="914475"/>
                </a:lnTo>
                <a:lnTo>
                  <a:pt x="6129901" y="643693"/>
                </a:lnTo>
                <a:lnTo>
                  <a:pt x="6132153" y="627686"/>
                </a:lnTo>
                <a:lnTo>
                  <a:pt x="6134404" y="655546"/>
                </a:lnTo>
                <a:lnTo>
                  <a:pt x="6136655" y="779438"/>
                </a:lnTo>
                <a:lnTo>
                  <a:pt x="6138906" y="720262"/>
                </a:lnTo>
                <a:lnTo>
                  <a:pt x="6141157" y="902075"/>
                </a:lnTo>
                <a:lnTo>
                  <a:pt x="6143408" y="1178053"/>
                </a:lnTo>
                <a:lnTo>
                  <a:pt x="6145660" y="828834"/>
                </a:lnTo>
                <a:lnTo>
                  <a:pt x="6147911" y="673099"/>
                </a:lnTo>
                <a:lnTo>
                  <a:pt x="6150162" y="723418"/>
                </a:lnTo>
                <a:lnTo>
                  <a:pt x="6152413" y="803057"/>
                </a:lnTo>
                <a:lnTo>
                  <a:pt x="6154664" y="597497"/>
                </a:lnTo>
                <a:lnTo>
                  <a:pt x="6156915" y="860344"/>
                </a:lnTo>
                <a:lnTo>
                  <a:pt x="6161418" y="867763"/>
                </a:lnTo>
                <a:lnTo>
                  <a:pt x="6163669" y="857735"/>
                </a:lnTo>
                <a:lnTo>
                  <a:pt x="6165920" y="823960"/>
                </a:lnTo>
                <a:lnTo>
                  <a:pt x="6168171" y="841481"/>
                </a:lnTo>
                <a:lnTo>
                  <a:pt x="6170422" y="808533"/>
                </a:lnTo>
                <a:lnTo>
                  <a:pt x="6172673" y="950268"/>
                </a:lnTo>
                <a:lnTo>
                  <a:pt x="6174925" y="1081601"/>
                </a:lnTo>
                <a:lnTo>
                  <a:pt x="6177176" y="797432"/>
                </a:lnTo>
                <a:lnTo>
                  <a:pt x="6179427" y="753747"/>
                </a:lnTo>
                <a:lnTo>
                  <a:pt x="6181678" y="648567"/>
                </a:lnTo>
                <a:lnTo>
                  <a:pt x="6183929" y="534080"/>
                </a:lnTo>
                <a:lnTo>
                  <a:pt x="6186180" y="551311"/>
                </a:lnTo>
                <a:lnTo>
                  <a:pt x="6188432" y="757451"/>
                </a:lnTo>
                <a:lnTo>
                  <a:pt x="6190683" y="799429"/>
                </a:lnTo>
                <a:lnTo>
                  <a:pt x="6192934" y="646345"/>
                </a:lnTo>
                <a:lnTo>
                  <a:pt x="6195185" y="611936"/>
                </a:lnTo>
                <a:lnTo>
                  <a:pt x="6197436" y="534831"/>
                </a:lnTo>
                <a:lnTo>
                  <a:pt x="6199687" y="585075"/>
                </a:lnTo>
                <a:lnTo>
                  <a:pt x="6201938" y="562551"/>
                </a:lnTo>
                <a:lnTo>
                  <a:pt x="6204190" y="813074"/>
                </a:lnTo>
                <a:lnTo>
                  <a:pt x="6206441" y="904737"/>
                </a:lnTo>
                <a:lnTo>
                  <a:pt x="6208692" y="618850"/>
                </a:lnTo>
                <a:lnTo>
                  <a:pt x="6210943" y="516344"/>
                </a:lnTo>
                <a:lnTo>
                  <a:pt x="6213194" y="412259"/>
                </a:lnTo>
                <a:lnTo>
                  <a:pt x="6215445" y="422888"/>
                </a:lnTo>
                <a:lnTo>
                  <a:pt x="6217697" y="570421"/>
                </a:lnTo>
                <a:lnTo>
                  <a:pt x="6219948" y="785268"/>
                </a:lnTo>
                <a:lnTo>
                  <a:pt x="6222199" y="890351"/>
                </a:lnTo>
                <a:lnTo>
                  <a:pt x="6224450" y="544654"/>
                </a:lnTo>
                <a:lnTo>
                  <a:pt x="6226701" y="569744"/>
                </a:lnTo>
                <a:lnTo>
                  <a:pt x="6228952" y="468322"/>
                </a:lnTo>
                <a:lnTo>
                  <a:pt x="6231204" y="566309"/>
                </a:lnTo>
                <a:lnTo>
                  <a:pt x="6233455" y="591109"/>
                </a:lnTo>
                <a:lnTo>
                  <a:pt x="6235706" y="780072"/>
                </a:lnTo>
                <a:lnTo>
                  <a:pt x="6237957" y="811356"/>
                </a:lnTo>
                <a:lnTo>
                  <a:pt x="6240208" y="524503"/>
                </a:lnTo>
                <a:lnTo>
                  <a:pt x="6242459" y="633301"/>
                </a:lnTo>
                <a:lnTo>
                  <a:pt x="6244710" y="664059"/>
                </a:lnTo>
                <a:lnTo>
                  <a:pt x="6246962" y="822532"/>
                </a:lnTo>
                <a:lnTo>
                  <a:pt x="6249213" y="720240"/>
                </a:lnTo>
                <a:lnTo>
                  <a:pt x="6255966" y="654461"/>
                </a:lnTo>
                <a:lnTo>
                  <a:pt x="6258217" y="737064"/>
                </a:lnTo>
                <a:lnTo>
                  <a:pt x="6260469" y="718168"/>
                </a:lnTo>
                <a:lnTo>
                  <a:pt x="6262720" y="931126"/>
                </a:lnTo>
                <a:lnTo>
                  <a:pt x="6264971" y="797496"/>
                </a:lnTo>
                <a:lnTo>
                  <a:pt x="6267222" y="1041459"/>
                </a:lnTo>
                <a:lnTo>
                  <a:pt x="6269473" y="1003744"/>
                </a:lnTo>
                <a:lnTo>
                  <a:pt x="6271724" y="829919"/>
                </a:lnTo>
                <a:lnTo>
                  <a:pt x="6273976" y="691554"/>
                </a:lnTo>
                <a:lnTo>
                  <a:pt x="6276227" y="643049"/>
                </a:lnTo>
                <a:lnTo>
                  <a:pt x="6278478" y="781521"/>
                </a:lnTo>
                <a:lnTo>
                  <a:pt x="6280729" y="755390"/>
                </a:lnTo>
                <a:lnTo>
                  <a:pt x="6282980" y="885080"/>
                </a:lnTo>
                <a:lnTo>
                  <a:pt x="6285231" y="927712"/>
                </a:lnTo>
                <a:lnTo>
                  <a:pt x="6287482" y="540693"/>
                </a:lnTo>
                <a:lnTo>
                  <a:pt x="6289734" y="521111"/>
                </a:lnTo>
                <a:lnTo>
                  <a:pt x="6291985" y="407514"/>
                </a:lnTo>
                <a:lnTo>
                  <a:pt x="6294236" y="570689"/>
                </a:lnTo>
                <a:lnTo>
                  <a:pt x="6296487" y="651788"/>
                </a:lnTo>
                <a:lnTo>
                  <a:pt x="6298738" y="849802"/>
                </a:lnTo>
                <a:lnTo>
                  <a:pt x="6300989" y="941358"/>
                </a:lnTo>
                <a:lnTo>
                  <a:pt x="6303241" y="707690"/>
                </a:lnTo>
                <a:lnTo>
                  <a:pt x="6305492" y="804850"/>
                </a:lnTo>
                <a:lnTo>
                  <a:pt x="6307743" y="840902"/>
                </a:lnTo>
                <a:lnTo>
                  <a:pt x="6309994" y="899863"/>
                </a:lnTo>
                <a:lnTo>
                  <a:pt x="6312245" y="881022"/>
                </a:lnTo>
                <a:lnTo>
                  <a:pt x="6314496" y="791076"/>
                </a:lnTo>
                <a:lnTo>
                  <a:pt x="6316748" y="767006"/>
                </a:lnTo>
                <a:lnTo>
                  <a:pt x="6318999" y="544536"/>
                </a:lnTo>
                <a:lnTo>
                  <a:pt x="6321250" y="768370"/>
                </a:lnTo>
                <a:lnTo>
                  <a:pt x="6323501" y="842898"/>
                </a:lnTo>
                <a:lnTo>
                  <a:pt x="6325752" y="743645"/>
                </a:lnTo>
                <a:lnTo>
                  <a:pt x="6328003" y="711748"/>
                </a:lnTo>
                <a:lnTo>
                  <a:pt x="6330254" y="784377"/>
                </a:lnTo>
                <a:lnTo>
                  <a:pt x="6332506" y="1104973"/>
                </a:lnTo>
                <a:lnTo>
                  <a:pt x="6334757" y="502194"/>
                </a:lnTo>
                <a:lnTo>
                  <a:pt x="6337008" y="844423"/>
                </a:lnTo>
                <a:lnTo>
                  <a:pt x="6339259" y="777152"/>
                </a:lnTo>
                <a:lnTo>
                  <a:pt x="6341510" y="589037"/>
                </a:lnTo>
                <a:lnTo>
                  <a:pt x="6343761" y="616961"/>
                </a:lnTo>
                <a:lnTo>
                  <a:pt x="6346013" y="824261"/>
                </a:lnTo>
                <a:lnTo>
                  <a:pt x="6348264" y="953350"/>
                </a:lnTo>
                <a:lnTo>
                  <a:pt x="6350515" y="580072"/>
                </a:lnTo>
                <a:lnTo>
                  <a:pt x="6352766" y="494604"/>
                </a:lnTo>
                <a:lnTo>
                  <a:pt x="6355017" y="512651"/>
                </a:lnTo>
                <a:lnTo>
                  <a:pt x="6357268" y="646077"/>
                </a:lnTo>
                <a:lnTo>
                  <a:pt x="6359520" y="726693"/>
                </a:lnTo>
                <a:lnTo>
                  <a:pt x="6361771" y="1096041"/>
                </a:lnTo>
                <a:lnTo>
                  <a:pt x="6366273" y="1147616"/>
                </a:lnTo>
                <a:lnTo>
                  <a:pt x="6368524" y="620729"/>
                </a:lnTo>
                <a:lnTo>
                  <a:pt x="6370775" y="664285"/>
                </a:lnTo>
                <a:lnTo>
                  <a:pt x="6373026" y="684705"/>
                </a:lnTo>
                <a:lnTo>
                  <a:pt x="6375278" y="591495"/>
                </a:lnTo>
                <a:lnTo>
                  <a:pt x="6377529" y="766448"/>
                </a:lnTo>
                <a:lnTo>
                  <a:pt x="6379780" y="892692"/>
                </a:lnTo>
                <a:lnTo>
                  <a:pt x="6382031" y="567264"/>
                </a:lnTo>
                <a:lnTo>
                  <a:pt x="6384282" y="818796"/>
                </a:lnTo>
                <a:lnTo>
                  <a:pt x="6386533" y="810240"/>
                </a:lnTo>
                <a:lnTo>
                  <a:pt x="6388785" y="932189"/>
                </a:lnTo>
                <a:lnTo>
                  <a:pt x="6391036" y="1047847"/>
                </a:lnTo>
                <a:lnTo>
                  <a:pt x="6395538" y="1146521"/>
                </a:lnTo>
                <a:lnTo>
                  <a:pt x="6397789" y="800771"/>
                </a:lnTo>
                <a:lnTo>
                  <a:pt x="6400040" y="592891"/>
                </a:lnTo>
                <a:lnTo>
                  <a:pt x="6402292" y="700282"/>
                </a:lnTo>
                <a:lnTo>
                  <a:pt x="6404543" y="589413"/>
                </a:lnTo>
                <a:lnTo>
                  <a:pt x="6406794" y="806128"/>
                </a:lnTo>
                <a:lnTo>
                  <a:pt x="6409045" y="864596"/>
                </a:lnTo>
                <a:lnTo>
                  <a:pt x="6411296" y="819655"/>
                </a:lnTo>
                <a:lnTo>
                  <a:pt x="6413547" y="590518"/>
                </a:lnTo>
                <a:lnTo>
                  <a:pt x="6415798" y="510493"/>
                </a:lnTo>
                <a:lnTo>
                  <a:pt x="6418050" y="595865"/>
                </a:lnTo>
                <a:lnTo>
                  <a:pt x="6420301" y="722194"/>
                </a:lnTo>
                <a:lnTo>
                  <a:pt x="6422552" y="786631"/>
                </a:lnTo>
                <a:lnTo>
                  <a:pt x="6427054" y="1159834"/>
                </a:lnTo>
                <a:lnTo>
                  <a:pt x="6429305" y="623445"/>
                </a:lnTo>
                <a:lnTo>
                  <a:pt x="6431557" y="477362"/>
                </a:lnTo>
                <a:lnTo>
                  <a:pt x="6433808" y="479734"/>
                </a:lnTo>
                <a:lnTo>
                  <a:pt x="6436059" y="618550"/>
                </a:lnTo>
                <a:lnTo>
                  <a:pt x="6438310" y="885713"/>
                </a:lnTo>
                <a:lnTo>
                  <a:pt x="6440561" y="1009144"/>
                </a:lnTo>
                <a:lnTo>
                  <a:pt x="6442812" y="1029424"/>
                </a:lnTo>
                <a:lnTo>
                  <a:pt x="6445064" y="719886"/>
                </a:lnTo>
                <a:lnTo>
                  <a:pt x="6447315" y="616811"/>
                </a:lnTo>
                <a:lnTo>
                  <a:pt x="6449566" y="382628"/>
                </a:lnTo>
                <a:lnTo>
                  <a:pt x="6451817" y="616435"/>
                </a:lnTo>
                <a:lnTo>
                  <a:pt x="6454068" y="502913"/>
                </a:lnTo>
                <a:lnTo>
                  <a:pt x="6456319" y="642824"/>
                </a:lnTo>
                <a:lnTo>
                  <a:pt x="6458570" y="661375"/>
                </a:lnTo>
                <a:lnTo>
                  <a:pt x="6460822" y="657929"/>
                </a:lnTo>
                <a:lnTo>
                  <a:pt x="6463073" y="629737"/>
                </a:lnTo>
                <a:lnTo>
                  <a:pt x="6465324" y="504019"/>
                </a:lnTo>
                <a:lnTo>
                  <a:pt x="6467575" y="549271"/>
                </a:lnTo>
                <a:lnTo>
                  <a:pt x="6469826" y="740542"/>
                </a:lnTo>
                <a:lnTo>
                  <a:pt x="6472077" y="735432"/>
                </a:lnTo>
                <a:lnTo>
                  <a:pt x="6474329" y="768413"/>
                </a:lnTo>
                <a:lnTo>
                  <a:pt x="6476580" y="651348"/>
                </a:lnTo>
                <a:lnTo>
                  <a:pt x="6478831" y="519264"/>
                </a:lnTo>
                <a:lnTo>
                  <a:pt x="6481082" y="344945"/>
                </a:lnTo>
                <a:lnTo>
                  <a:pt x="6483333" y="426549"/>
                </a:lnTo>
                <a:lnTo>
                  <a:pt x="6485584" y="594190"/>
                </a:lnTo>
                <a:lnTo>
                  <a:pt x="6487835" y="929183"/>
                </a:lnTo>
                <a:lnTo>
                  <a:pt x="6490087" y="854686"/>
                </a:lnTo>
                <a:lnTo>
                  <a:pt x="6492338" y="399923"/>
                </a:lnTo>
                <a:lnTo>
                  <a:pt x="6494589" y="496676"/>
                </a:lnTo>
                <a:lnTo>
                  <a:pt x="6496840" y="699327"/>
                </a:lnTo>
                <a:lnTo>
                  <a:pt x="6499091" y="931556"/>
                </a:lnTo>
                <a:lnTo>
                  <a:pt x="6501342" y="684340"/>
                </a:lnTo>
                <a:lnTo>
                  <a:pt x="6503594" y="634589"/>
                </a:lnTo>
                <a:lnTo>
                  <a:pt x="6505845" y="623360"/>
                </a:lnTo>
                <a:lnTo>
                  <a:pt x="6508096" y="527176"/>
                </a:lnTo>
                <a:lnTo>
                  <a:pt x="6510347" y="393836"/>
                </a:lnTo>
                <a:lnTo>
                  <a:pt x="6512598" y="481763"/>
                </a:lnTo>
                <a:lnTo>
                  <a:pt x="6514849" y="639635"/>
                </a:lnTo>
                <a:lnTo>
                  <a:pt x="6517101" y="915763"/>
                </a:lnTo>
                <a:lnTo>
                  <a:pt x="6519352" y="1075181"/>
                </a:lnTo>
                <a:lnTo>
                  <a:pt x="6523854" y="1115043"/>
                </a:lnTo>
                <a:lnTo>
                  <a:pt x="6526105" y="681956"/>
                </a:lnTo>
                <a:lnTo>
                  <a:pt x="6528356" y="734884"/>
                </a:lnTo>
                <a:lnTo>
                  <a:pt x="6530607" y="567458"/>
                </a:lnTo>
                <a:lnTo>
                  <a:pt x="6532859" y="775777"/>
                </a:lnTo>
                <a:lnTo>
                  <a:pt x="6535110" y="1118554"/>
                </a:lnTo>
                <a:lnTo>
                  <a:pt x="6539612" y="664832"/>
                </a:lnTo>
                <a:lnTo>
                  <a:pt x="6541863" y="771054"/>
                </a:lnTo>
                <a:lnTo>
                  <a:pt x="6544114" y="681172"/>
                </a:lnTo>
                <a:lnTo>
                  <a:pt x="6546366" y="824400"/>
                </a:lnTo>
                <a:lnTo>
                  <a:pt x="6548617" y="959394"/>
                </a:lnTo>
                <a:lnTo>
                  <a:pt x="6550868" y="992858"/>
                </a:lnTo>
                <a:lnTo>
                  <a:pt x="6553119" y="1034910"/>
                </a:lnTo>
                <a:lnTo>
                  <a:pt x="6555370" y="1085906"/>
                </a:lnTo>
                <a:lnTo>
                  <a:pt x="6559873" y="1014985"/>
                </a:lnTo>
                <a:lnTo>
                  <a:pt x="6562124" y="850628"/>
                </a:lnTo>
                <a:lnTo>
                  <a:pt x="6564375" y="742689"/>
                </a:lnTo>
                <a:lnTo>
                  <a:pt x="6566626" y="833494"/>
                </a:lnTo>
                <a:lnTo>
                  <a:pt x="6568877" y="939812"/>
                </a:lnTo>
                <a:lnTo>
                  <a:pt x="6571128" y="1058315"/>
                </a:lnTo>
                <a:lnTo>
                  <a:pt x="6573379" y="873625"/>
                </a:lnTo>
                <a:lnTo>
                  <a:pt x="6575631" y="816187"/>
                </a:lnTo>
                <a:lnTo>
                  <a:pt x="6577882" y="715570"/>
                </a:lnTo>
                <a:lnTo>
                  <a:pt x="6580133" y="1044294"/>
                </a:lnTo>
                <a:lnTo>
                  <a:pt x="6584635" y="801028"/>
                </a:lnTo>
                <a:lnTo>
                  <a:pt x="6586886" y="734509"/>
                </a:lnTo>
                <a:lnTo>
                  <a:pt x="6589138" y="672938"/>
                </a:lnTo>
                <a:lnTo>
                  <a:pt x="6591389" y="851820"/>
                </a:lnTo>
                <a:lnTo>
                  <a:pt x="6593640" y="783099"/>
                </a:lnTo>
                <a:lnTo>
                  <a:pt x="6595891" y="820428"/>
                </a:lnTo>
                <a:lnTo>
                  <a:pt x="6598142" y="896277"/>
                </a:lnTo>
                <a:lnTo>
                  <a:pt x="6600393" y="1133799"/>
                </a:lnTo>
                <a:lnTo>
                  <a:pt x="6602645" y="746211"/>
                </a:lnTo>
                <a:lnTo>
                  <a:pt x="6604896" y="1115301"/>
                </a:lnTo>
                <a:lnTo>
                  <a:pt x="6607147" y="1073957"/>
                </a:lnTo>
                <a:lnTo>
                  <a:pt x="6609398" y="733585"/>
                </a:lnTo>
                <a:lnTo>
                  <a:pt x="6611649" y="766437"/>
                </a:lnTo>
                <a:lnTo>
                  <a:pt x="6613900" y="896481"/>
                </a:lnTo>
                <a:lnTo>
                  <a:pt x="6616151" y="843800"/>
                </a:lnTo>
                <a:lnTo>
                  <a:pt x="6618403" y="569615"/>
                </a:lnTo>
                <a:lnTo>
                  <a:pt x="6620654" y="645272"/>
                </a:lnTo>
                <a:lnTo>
                  <a:pt x="6622905" y="534359"/>
                </a:lnTo>
                <a:lnTo>
                  <a:pt x="6625156" y="389155"/>
                </a:lnTo>
                <a:lnTo>
                  <a:pt x="6627407" y="422480"/>
                </a:lnTo>
                <a:lnTo>
                  <a:pt x="6629658" y="677415"/>
                </a:lnTo>
                <a:lnTo>
                  <a:pt x="6631910" y="843875"/>
                </a:lnTo>
                <a:lnTo>
                  <a:pt x="6634161" y="751149"/>
                </a:lnTo>
                <a:lnTo>
                  <a:pt x="6636412" y="902612"/>
                </a:lnTo>
                <a:lnTo>
                  <a:pt x="6638663" y="861021"/>
                </a:lnTo>
                <a:lnTo>
                  <a:pt x="6640914" y="871424"/>
                </a:lnTo>
                <a:lnTo>
                  <a:pt x="6643165" y="1137771"/>
                </a:lnTo>
                <a:lnTo>
                  <a:pt x="6649919" y="1004442"/>
                </a:lnTo>
                <a:lnTo>
                  <a:pt x="6652170" y="998838"/>
                </a:lnTo>
                <a:lnTo>
                  <a:pt x="6654421" y="784366"/>
                </a:lnTo>
                <a:lnTo>
                  <a:pt x="6656672" y="765804"/>
                </a:lnTo>
                <a:lnTo>
                  <a:pt x="6658923" y="771805"/>
                </a:lnTo>
                <a:lnTo>
                  <a:pt x="6661175" y="994329"/>
                </a:lnTo>
                <a:lnTo>
                  <a:pt x="6672430" y="748562"/>
                </a:lnTo>
                <a:lnTo>
                  <a:pt x="6674682" y="788607"/>
                </a:lnTo>
                <a:lnTo>
                  <a:pt x="6683686" y="1153650"/>
                </a:lnTo>
                <a:lnTo>
                  <a:pt x="6685937" y="920627"/>
                </a:lnTo>
                <a:lnTo>
                  <a:pt x="6688189" y="978182"/>
                </a:lnTo>
                <a:lnTo>
                  <a:pt x="6690440" y="1090243"/>
                </a:lnTo>
                <a:lnTo>
                  <a:pt x="6697193" y="983110"/>
                </a:lnTo>
                <a:lnTo>
                  <a:pt x="6699444" y="1096073"/>
                </a:lnTo>
                <a:lnTo>
                  <a:pt x="6701695" y="901033"/>
                </a:lnTo>
                <a:lnTo>
                  <a:pt x="6703947" y="726575"/>
                </a:lnTo>
                <a:lnTo>
                  <a:pt x="6706198" y="917298"/>
                </a:lnTo>
                <a:lnTo>
                  <a:pt x="6712951" y="862180"/>
                </a:lnTo>
                <a:lnTo>
                  <a:pt x="6715202" y="783078"/>
                </a:lnTo>
                <a:lnTo>
                  <a:pt x="6717454" y="696460"/>
                </a:lnTo>
                <a:lnTo>
                  <a:pt x="6719705" y="787651"/>
                </a:lnTo>
                <a:lnTo>
                  <a:pt x="6721956" y="931792"/>
                </a:lnTo>
                <a:lnTo>
                  <a:pt x="6724207" y="967575"/>
                </a:lnTo>
                <a:lnTo>
                  <a:pt x="6728709" y="760812"/>
                </a:lnTo>
                <a:lnTo>
                  <a:pt x="6730961" y="1118028"/>
                </a:lnTo>
                <a:lnTo>
                  <a:pt x="6733212" y="1132511"/>
                </a:lnTo>
                <a:lnTo>
                  <a:pt x="6739965" y="937214"/>
                </a:lnTo>
                <a:lnTo>
                  <a:pt x="6744467" y="913412"/>
                </a:lnTo>
                <a:lnTo>
                  <a:pt x="6746719" y="990915"/>
                </a:lnTo>
                <a:lnTo>
                  <a:pt x="6748970" y="1036371"/>
                </a:lnTo>
                <a:lnTo>
                  <a:pt x="6751221" y="977828"/>
                </a:lnTo>
                <a:lnTo>
                  <a:pt x="6753472" y="1069437"/>
                </a:lnTo>
                <a:lnTo>
                  <a:pt x="6764728" y="1122881"/>
                </a:lnTo>
                <a:lnTo>
                  <a:pt x="6766979" y="1144320"/>
                </a:lnTo>
                <a:lnTo>
                  <a:pt x="6769230" y="1161863"/>
                </a:lnTo>
                <a:lnTo>
                  <a:pt x="6775984" y="1116214"/>
                </a:lnTo>
                <a:lnTo>
                  <a:pt x="6778235" y="1068546"/>
                </a:lnTo>
                <a:lnTo>
                  <a:pt x="6780486" y="1115161"/>
                </a:lnTo>
                <a:lnTo>
                  <a:pt x="6784988" y="1136494"/>
                </a:lnTo>
                <a:lnTo>
                  <a:pt x="6793993" y="1110556"/>
                </a:lnTo>
                <a:lnTo>
                  <a:pt x="6796244" y="1033966"/>
                </a:lnTo>
                <a:lnTo>
                  <a:pt x="6798495" y="1111307"/>
                </a:lnTo>
                <a:lnTo>
                  <a:pt x="6800746" y="1120884"/>
                </a:lnTo>
                <a:lnTo>
                  <a:pt x="6802998" y="1179706"/>
                </a:lnTo>
                <a:lnTo>
                  <a:pt x="6814253" y="1064767"/>
                </a:lnTo>
                <a:lnTo>
                  <a:pt x="6816504" y="1001554"/>
                </a:lnTo>
                <a:lnTo>
                  <a:pt x="6830011" y="1001908"/>
                </a:lnTo>
                <a:lnTo>
                  <a:pt x="6839016" y="1060054"/>
                </a:lnTo>
                <a:lnTo>
                  <a:pt x="6841267" y="1071380"/>
                </a:lnTo>
                <a:lnTo>
                  <a:pt x="6843518" y="1123095"/>
                </a:lnTo>
                <a:lnTo>
                  <a:pt x="6854774" y="1037444"/>
                </a:lnTo>
                <a:lnTo>
                  <a:pt x="6857025" y="1157472"/>
                </a:lnTo>
                <a:lnTo>
                  <a:pt x="6859276" y="1163452"/>
                </a:lnTo>
                <a:lnTo>
                  <a:pt x="6861528" y="1103062"/>
                </a:lnTo>
                <a:lnTo>
                  <a:pt x="6863779" y="1104286"/>
                </a:lnTo>
                <a:lnTo>
                  <a:pt x="6866030" y="1150644"/>
                </a:lnTo>
                <a:lnTo>
                  <a:pt x="6872783" y="1143172"/>
                </a:lnTo>
                <a:lnTo>
                  <a:pt x="6875035" y="950322"/>
                </a:lnTo>
                <a:lnTo>
                  <a:pt x="6877286" y="1129966"/>
                </a:lnTo>
                <a:lnTo>
                  <a:pt x="6879537" y="1173833"/>
                </a:lnTo>
                <a:lnTo>
                  <a:pt x="6888542" y="1106755"/>
                </a:lnTo>
                <a:lnTo>
                  <a:pt x="6890793" y="891232"/>
                </a:lnTo>
                <a:lnTo>
                  <a:pt x="6904300" y="1010443"/>
                </a:lnTo>
                <a:lnTo>
                  <a:pt x="6906551" y="1127111"/>
                </a:lnTo>
                <a:lnTo>
                  <a:pt x="6911053" y="1132393"/>
                </a:lnTo>
                <a:lnTo>
                  <a:pt x="6920058" y="986835"/>
                </a:lnTo>
                <a:lnTo>
                  <a:pt x="6922309" y="973995"/>
                </a:lnTo>
                <a:lnTo>
                  <a:pt x="6924560" y="1032924"/>
                </a:lnTo>
                <a:lnTo>
                  <a:pt x="6926811" y="1090963"/>
                </a:lnTo>
                <a:lnTo>
                  <a:pt x="6933565" y="908817"/>
                </a:lnTo>
                <a:lnTo>
                  <a:pt x="6935816" y="772063"/>
                </a:lnTo>
                <a:lnTo>
                  <a:pt x="6938067" y="908935"/>
                </a:lnTo>
                <a:lnTo>
                  <a:pt x="6940318" y="1097061"/>
                </a:lnTo>
                <a:lnTo>
                  <a:pt x="6949323" y="916955"/>
                </a:lnTo>
                <a:lnTo>
                  <a:pt x="6951574" y="837938"/>
                </a:lnTo>
                <a:lnTo>
                  <a:pt x="6953825" y="757677"/>
                </a:lnTo>
                <a:lnTo>
                  <a:pt x="6956076" y="897630"/>
                </a:lnTo>
                <a:lnTo>
                  <a:pt x="6958327" y="947874"/>
                </a:lnTo>
                <a:lnTo>
                  <a:pt x="6960579" y="1096513"/>
                </a:lnTo>
                <a:lnTo>
                  <a:pt x="6965081" y="954917"/>
                </a:lnTo>
                <a:lnTo>
                  <a:pt x="6967332" y="873453"/>
                </a:lnTo>
                <a:lnTo>
                  <a:pt x="6969583" y="800567"/>
                </a:lnTo>
                <a:lnTo>
                  <a:pt x="6971834" y="829425"/>
                </a:lnTo>
                <a:lnTo>
                  <a:pt x="6974086" y="820332"/>
                </a:lnTo>
                <a:lnTo>
                  <a:pt x="6976337" y="1025753"/>
                </a:lnTo>
                <a:lnTo>
                  <a:pt x="6980839" y="1009005"/>
                </a:lnTo>
                <a:lnTo>
                  <a:pt x="6985341" y="882643"/>
                </a:lnTo>
                <a:lnTo>
                  <a:pt x="6987592" y="714422"/>
                </a:lnTo>
                <a:lnTo>
                  <a:pt x="6989844" y="817036"/>
                </a:lnTo>
                <a:lnTo>
                  <a:pt x="6998848" y="895086"/>
                </a:lnTo>
                <a:lnTo>
                  <a:pt x="7001099" y="655159"/>
                </a:lnTo>
                <a:lnTo>
                  <a:pt x="7003351" y="623993"/>
                </a:lnTo>
                <a:lnTo>
                  <a:pt x="7005602" y="773555"/>
                </a:lnTo>
                <a:lnTo>
                  <a:pt x="7007853" y="980136"/>
                </a:lnTo>
                <a:lnTo>
                  <a:pt x="7010104" y="1078810"/>
                </a:lnTo>
                <a:lnTo>
                  <a:pt x="7012355" y="836511"/>
                </a:lnTo>
                <a:lnTo>
                  <a:pt x="7014606" y="769830"/>
                </a:lnTo>
                <a:lnTo>
                  <a:pt x="7016858" y="642384"/>
                </a:lnTo>
                <a:lnTo>
                  <a:pt x="7019109" y="571881"/>
                </a:lnTo>
                <a:lnTo>
                  <a:pt x="7021360" y="748862"/>
                </a:lnTo>
                <a:lnTo>
                  <a:pt x="7023611" y="969529"/>
                </a:lnTo>
                <a:lnTo>
                  <a:pt x="7025862" y="1001307"/>
                </a:lnTo>
                <a:lnTo>
                  <a:pt x="7028113" y="867763"/>
                </a:lnTo>
                <a:lnTo>
                  <a:pt x="7030364" y="899949"/>
                </a:lnTo>
                <a:lnTo>
                  <a:pt x="7032616" y="831969"/>
                </a:lnTo>
                <a:lnTo>
                  <a:pt x="7034867" y="797453"/>
                </a:lnTo>
                <a:lnTo>
                  <a:pt x="7037118" y="914335"/>
                </a:lnTo>
                <a:lnTo>
                  <a:pt x="7039369" y="1059528"/>
                </a:lnTo>
                <a:lnTo>
                  <a:pt x="7043871" y="878853"/>
                </a:lnTo>
                <a:lnTo>
                  <a:pt x="7046123" y="1125339"/>
                </a:lnTo>
                <a:lnTo>
                  <a:pt x="7050625" y="799311"/>
                </a:lnTo>
                <a:lnTo>
                  <a:pt x="7052876" y="724857"/>
                </a:lnTo>
                <a:lnTo>
                  <a:pt x="7055127" y="987629"/>
                </a:lnTo>
                <a:lnTo>
                  <a:pt x="7057378" y="990732"/>
                </a:lnTo>
                <a:lnTo>
                  <a:pt x="7059630" y="770968"/>
                </a:lnTo>
                <a:lnTo>
                  <a:pt x="7061881" y="779352"/>
                </a:lnTo>
                <a:lnTo>
                  <a:pt x="7064132" y="954273"/>
                </a:lnTo>
                <a:lnTo>
                  <a:pt x="7066383" y="859582"/>
                </a:lnTo>
                <a:lnTo>
                  <a:pt x="7068634" y="790035"/>
                </a:lnTo>
                <a:lnTo>
                  <a:pt x="7070885" y="891564"/>
                </a:lnTo>
                <a:lnTo>
                  <a:pt x="7073136" y="981875"/>
                </a:lnTo>
                <a:lnTo>
                  <a:pt x="7075388" y="764279"/>
                </a:lnTo>
                <a:lnTo>
                  <a:pt x="7077639" y="781832"/>
                </a:lnTo>
                <a:lnTo>
                  <a:pt x="7079890" y="792987"/>
                </a:lnTo>
                <a:lnTo>
                  <a:pt x="7082141" y="722871"/>
                </a:lnTo>
                <a:lnTo>
                  <a:pt x="7084392" y="665144"/>
                </a:lnTo>
                <a:lnTo>
                  <a:pt x="7086643" y="896149"/>
                </a:lnTo>
                <a:lnTo>
                  <a:pt x="7088895" y="977989"/>
                </a:lnTo>
                <a:lnTo>
                  <a:pt x="7091146" y="677071"/>
                </a:lnTo>
                <a:lnTo>
                  <a:pt x="7093397" y="624777"/>
                </a:lnTo>
                <a:lnTo>
                  <a:pt x="7095648" y="732082"/>
                </a:lnTo>
                <a:lnTo>
                  <a:pt x="7097899" y="735217"/>
                </a:lnTo>
                <a:lnTo>
                  <a:pt x="7100150" y="897480"/>
                </a:lnTo>
                <a:lnTo>
                  <a:pt x="7102401" y="1103094"/>
                </a:lnTo>
                <a:lnTo>
                  <a:pt x="7106904" y="564795"/>
                </a:lnTo>
                <a:lnTo>
                  <a:pt x="7109155" y="726049"/>
                </a:lnTo>
                <a:lnTo>
                  <a:pt x="7113657" y="523923"/>
                </a:lnTo>
                <a:lnTo>
                  <a:pt x="7115908" y="668375"/>
                </a:lnTo>
                <a:lnTo>
                  <a:pt x="7118160" y="798752"/>
                </a:lnTo>
                <a:lnTo>
                  <a:pt x="7120411" y="845679"/>
                </a:lnTo>
                <a:lnTo>
                  <a:pt x="7122662" y="324761"/>
                </a:lnTo>
                <a:lnTo>
                  <a:pt x="7124913" y="433688"/>
                </a:lnTo>
                <a:lnTo>
                  <a:pt x="7127164" y="433377"/>
                </a:lnTo>
                <a:lnTo>
                  <a:pt x="7129415" y="672627"/>
                </a:lnTo>
                <a:lnTo>
                  <a:pt x="7131667" y="729624"/>
                </a:lnTo>
                <a:lnTo>
                  <a:pt x="7133918" y="856125"/>
                </a:lnTo>
                <a:lnTo>
                  <a:pt x="7136169" y="819526"/>
                </a:lnTo>
                <a:lnTo>
                  <a:pt x="7138420" y="595210"/>
                </a:lnTo>
                <a:lnTo>
                  <a:pt x="7140671" y="748315"/>
                </a:lnTo>
                <a:lnTo>
                  <a:pt x="7142922" y="773287"/>
                </a:lnTo>
                <a:lnTo>
                  <a:pt x="7145173" y="497373"/>
                </a:lnTo>
                <a:lnTo>
                  <a:pt x="7147425" y="485092"/>
                </a:lnTo>
                <a:lnTo>
                  <a:pt x="7149676" y="895869"/>
                </a:lnTo>
                <a:lnTo>
                  <a:pt x="7154178" y="348563"/>
                </a:lnTo>
                <a:lnTo>
                  <a:pt x="7158680" y="340833"/>
                </a:lnTo>
                <a:lnTo>
                  <a:pt x="7160932" y="521476"/>
                </a:lnTo>
                <a:lnTo>
                  <a:pt x="7163183" y="631626"/>
                </a:lnTo>
                <a:lnTo>
                  <a:pt x="7165434" y="775659"/>
                </a:lnTo>
                <a:lnTo>
                  <a:pt x="7167685" y="750462"/>
                </a:lnTo>
                <a:lnTo>
                  <a:pt x="7169936" y="142884"/>
                </a:lnTo>
                <a:lnTo>
                  <a:pt x="7172187" y="343399"/>
                </a:lnTo>
                <a:lnTo>
                  <a:pt x="7174439" y="520799"/>
                </a:lnTo>
                <a:lnTo>
                  <a:pt x="7176690" y="733220"/>
                </a:lnTo>
                <a:lnTo>
                  <a:pt x="7178941" y="651090"/>
                </a:lnTo>
                <a:lnTo>
                  <a:pt x="7181192" y="863426"/>
                </a:lnTo>
                <a:lnTo>
                  <a:pt x="7183443" y="943419"/>
                </a:lnTo>
                <a:lnTo>
                  <a:pt x="7185694" y="499360"/>
                </a:lnTo>
                <a:lnTo>
                  <a:pt x="7187945" y="206709"/>
                </a:lnTo>
                <a:lnTo>
                  <a:pt x="7190197" y="422254"/>
                </a:lnTo>
                <a:lnTo>
                  <a:pt x="7192448" y="660259"/>
                </a:lnTo>
                <a:lnTo>
                  <a:pt x="7194699" y="797818"/>
                </a:lnTo>
                <a:lnTo>
                  <a:pt x="7201452" y="890190"/>
                </a:lnTo>
                <a:lnTo>
                  <a:pt x="7203704" y="829403"/>
                </a:lnTo>
                <a:lnTo>
                  <a:pt x="7205955" y="773448"/>
                </a:lnTo>
                <a:lnTo>
                  <a:pt x="7208206" y="948411"/>
                </a:lnTo>
                <a:lnTo>
                  <a:pt x="7210457" y="687185"/>
                </a:lnTo>
                <a:lnTo>
                  <a:pt x="7212708" y="912338"/>
                </a:lnTo>
                <a:lnTo>
                  <a:pt x="7214959" y="887818"/>
                </a:lnTo>
                <a:lnTo>
                  <a:pt x="7217211" y="508582"/>
                </a:lnTo>
                <a:lnTo>
                  <a:pt x="7219462" y="551654"/>
                </a:lnTo>
                <a:lnTo>
                  <a:pt x="7221713" y="797947"/>
                </a:lnTo>
                <a:lnTo>
                  <a:pt x="7223964" y="662320"/>
                </a:lnTo>
                <a:lnTo>
                  <a:pt x="7226215" y="507723"/>
                </a:lnTo>
                <a:lnTo>
                  <a:pt x="7228466" y="666926"/>
                </a:lnTo>
                <a:lnTo>
                  <a:pt x="7230717" y="929763"/>
                </a:lnTo>
                <a:lnTo>
                  <a:pt x="7232969" y="566931"/>
                </a:lnTo>
                <a:lnTo>
                  <a:pt x="7235220" y="809499"/>
                </a:lnTo>
                <a:lnTo>
                  <a:pt x="7237471" y="876727"/>
                </a:lnTo>
                <a:lnTo>
                  <a:pt x="7239722" y="882450"/>
                </a:lnTo>
                <a:lnTo>
                  <a:pt x="7241973" y="563249"/>
                </a:lnTo>
                <a:lnTo>
                  <a:pt x="7244224" y="929086"/>
                </a:lnTo>
                <a:lnTo>
                  <a:pt x="7248727" y="731137"/>
                </a:lnTo>
                <a:lnTo>
                  <a:pt x="7250978" y="825410"/>
                </a:lnTo>
                <a:lnTo>
                  <a:pt x="7253229" y="945588"/>
                </a:lnTo>
                <a:lnTo>
                  <a:pt x="7255480" y="875890"/>
                </a:lnTo>
                <a:lnTo>
                  <a:pt x="7257731" y="939146"/>
                </a:lnTo>
                <a:lnTo>
                  <a:pt x="7259983" y="917792"/>
                </a:lnTo>
                <a:lnTo>
                  <a:pt x="7264485" y="1114260"/>
                </a:lnTo>
                <a:lnTo>
                  <a:pt x="7266736" y="796176"/>
                </a:lnTo>
                <a:lnTo>
                  <a:pt x="7268987" y="686122"/>
                </a:lnTo>
                <a:lnTo>
                  <a:pt x="7271238" y="720981"/>
                </a:lnTo>
                <a:lnTo>
                  <a:pt x="7273489" y="672498"/>
                </a:lnTo>
                <a:lnTo>
                  <a:pt x="7275741" y="783636"/>
                </a:lnTo>
                <a:lnTo>
                  <a:pt x="7277992" y="772621"/>
                </a:lnTo>
                <a:lnTo>
                  <a:pt x="7280243" y="560683"/>
                </a:lnTo>
                <a:lnTo>
                  <a:pt x="7282494" y="476449"/>
                </a:lnTo>
                <a:lnTo>
                  <a:pt x="7284745" y="556088"/>
                </a:lnTo>
                <a:lnTo>
                  <a:pt x="7286996" y="661676"/>
                </a:lnTo>
                <a:lnTo>
                  <a:pt x="7289248" y="667624"/>
                </a:lnTo>
                <a:lnTo>
                  <a:pt x="7291499" y="777044"/>
                </a:lnTo>
                <a:lnTo>
                  <a:pt x="7296001" y="982992"/>
                </a:lnTo>
                <a:lnTo>
                  <a:pt x="7298252" y="715066"/>
                </a:lnTo>
                <a:lnTo>
                  <a:pt x="7300503" y="780351"/>
                </a:lnTo>
                <a:lnTo>
                  <a:pt x="7302755" y="1037208"/>
                </a:lnTo>
                <a:lnTo>
                  <a:pt x="7305006" y="602435"/>
                </a:lnTo>
                <a:lnTo>
                  <a:pt x="7307257" y="936483"/>
                </a:lnTo>
                <a:lnTo>
                  <a:pt x="7309508" y="944868"/>
                </a:lnTo>
                <a:lnTo>
                  <a:pt x="7311759" y="593020"/>
                </a:lnTo>
                <a:lnTo>
                  <a:pt x="7314010" y="634203"/>
                </a:lnTo>
                <a:lnTo>
                  <a:pt x="7316261" y="509376"/>
                </a:lnTo>
                <a:lnTo>
                  <a:pt x="7318513" y="260067"/>
                </a:lnTo>
                <a:lnTo>
                  <a:pt x="7320764" y="49310"/>
                </a:lnTo>
                <a:lnTo>
                  <a:pt x="7323015" y="509086"/>
                </a:lnTo>
                <a:lnTo>
                  <a:pt x="7325266" y="550409"/>
                </a:lnTo>
                <a:lnTo>
                  <a:pt x="7327517" y="371570"/>
                </a:lnTo>
                <a:lnTo>
                  <a:pt x="7329768" y="333178"/>
                </a:lnTo>
                <a:lnTo>
                  <a:pt x="7334271" y="480282"/>
                </a:lnTo>
                <a:lnTo>
                  <a:pt x="7336522" y="640601"/>
                </a:lnTo>
                <a:lnTo>
                  <a:pt x="7338773" y="521701"/>
                </a:lnTo>
                <a:lnTo>
                  <a:pt x="7341024" y="615640"/>
                </a:lnTo>
                <a:lnTo>
                  <a:pt x="7343275" y="564516"/>
                </a:lnTo>
                <a:lnTo>
                  <a:pt x="7345527" y="143324"/>
                </a:lnTo>
                <a:lnTo>
                  <a:pt x="7352280" y="537043"/>
                </a:lnTo>
                <a:lnTo>
                  <a:pt x="7354531" y="539061"/>
                </a:lnTo>
                <a:lnTo>
                  <a:pt x="7356782" y="604668"/>
                </a:lnTo>
                <a:lnTo>
                  <a:pt x="7359033" y="609274"/>
                </a:lnTo>
                <a:lnTo>
                  <a:pt x="7361285" y="418378"/>
                </a:lnTo>
                <a:lnTo>
                  <a:pt x="7363536" y="427332"/>
                </a:lnTo>
                <a:lnTo>
                  <a:pt x="7365787" y="568349"/>
                </a:lnTo>
                <a:lnTo>
                  <a:pt x="7368038" y="621749"/>
                </a:lnTo>
                <a:lnTo>
                  <a:pt x="7370289" y="879218"/>
                </a:lnTo>
                <a:lnTo>
                  <a:pt x="7372540" y="686326"/>
                </a:lnTo>
                <a:lnTo>
                  <a:pt x="7374792" y="717771"/>
                </a:lnTo>
                <a:lnTo>
                  <a:pt x="7377043" y="1003615"/>
                </a:lnTo>
                <a:lnTo>
                  <a:pt x="7379294" y="586063"/>
                </a:lnTo>
                <a:lnTo>
                  <a:pt x="7381545" y="1090233"/>
                </a:lnTo>
                <a:lnTo>
                  <a:pt x="7383796" y="817207"/>
                </a:lnTo>
                <a:lnTo>
                  <a:pt x="7390550" y="706735"/>
                </a:lnTo>
                <a:lnTo>
                  <a:pt x="7392801" y="526457"/>
                </a:lnTo>
                <a:lnTo>
                  <a:pt x="7395052" y="504384"/>
                </a:lnTo>
                <a:lnTo>
                  <a:pt x="7397303" y="513767"/>
                </a:lnTo>
                <a:lnTo>
                  <a:pt x="7399554" y="470040"/>
                </a:lnTo>
              </a:path>
            </a:pathLst>
          </a:custGeom>
          <a:ln w="317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5" name="tx6">
            <a:extLst>
              <a:ext uri="{FF2B5EF4-FFF2-40B4-BE49-F238E27FC236}">
                <a16:creationId xmlns:a16="http://schemas.microsoft.com/office/drawing/2014/main" id="{DFB17AE6-2D5C-4D09-A225-7121246BA0F6}"/>
              </a:ext>
            </a:extLst>
          </p:cNvPr>
          <p:cNvSpPr/>
          <p:nvPr/>
        </p:nvSpPr>
        <p:spPr>
          <a:xfrm>
            <a:off x="1068494" y="2547626"/>
            <a:ext cx="22602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50</a:t>
            </a:r>
          </a:p>
        </p:txBody>
      </p:sp>
      <p:sp>
        <p:nvSpPr>
          <p:cNvPr id="86" name="tx7">
            <a:extLst>
              <a:ext uri="{FF2B5EF4-FFF2-40B4-BE49-F238E27FC236}">
                <a16:creationId xmlns:a16="http://schemas.microsoft.com/office/drawing/2014/main" id="{4A4C4A50-E62C-4EA7-8DDA-2A8672C82DC7}"/>
              </a:ext>
            </a:extLst>
          </p:cNvPr>
          <p:cNvSpPr/>
          <p:nvPr/>
        </p:nvSpPr>
        <p:spPr>
          <a:xfrm>
            <a:off x="955484" y="2010829"/>
            <a:ext cx="33903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100</a:t>
            </a:r>
          </a:p>
        </p:txBody>
      </p:sp>
      <p:sp>
        <p:nvSpPr>
          <p:cNvPr id="87" name="tx8">
            <a:extLst>
              <a:ext uri="{FF2B5EF4-FFF2-40B4-BE49-F238E27FC236}">
                <a16:creationId xmlns:a16="http://schemas.microsoft.com/office/drawing/2014/main" id="{786503C2-5931-4DE2-915E-03DD4AE132EB}"/>
              </a:ext>
            </a:extLst>
          </p:cNvPr>
          <p:cNvSpPr/>
          <p:nvPr/>
        </p:nvSpPr>
        <p:spPr>
          <a:xfrm>
            <a:off x="955484" y="1474033"/>
            <a:ext cx="33903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150</a:t>
            </a:r>
          </a:p>
        </p:txBody>
      </p:sp>
      <p:sp>
        <p:nvSpPr>
          <p:cNvPr id="88" name="pl9">
            <a:extLst>
              <a:ext uri="{FF2B5EF4-FFF2-40B4-BE49-F238E27FC236}">
                <a16:creationId xmlns:a16="http://schemas.microsoft.com/office/drawing/2014/main" id="{324A6505-3D5E-427C-954A-A0B8C70CDE88}"/>
              </a:ext>
            </a:extLst>
          </p:cNvPr>
          <p:cNvSpPr/>
          <p:nvPr/>
        </p:nvSpPr>
        <p:spPr>
          <a:xfrm>
            <a:off x="1730395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9" name="pl10">
            <a:extLst>
              <a:ext uri="{FF2B5EF4-FFF2-40B4-BE49-F238E27FC236}">
                <a16:creationId xmlns:a16="http://schemas.microsoft.com/office/drawing/2014/main" id="{1CD81DFD-E00C-46F4-82BA-A654422BC14E}"/>
              </a:ext>
            </a:extLst>
          </p:cNvPr>
          <p:cNvSpPr/>
          <p:nvPr/>
        </p:nvSpPr>
        <p:spPr>
          <a:xfrm flipH="1">
            <a:off x="2600038" y="2884170"/>
            <a:ext cx="51722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0" name="pl11">
            <a:extLst>
              <a:ext uri="{FF2B5EF4-FFF2-40B4-BE49-F238E27FC236}">
                <a16:creationId xmlns:a16="http://schemas.microsoft.com/office/drawing/2014/main" id="{DA1DC4D3-E1AE-4C1A-9A86-CE10065B86C8}"/>
              </a:ext>
            </a:extLst>
          </p:cNvPr>
          <p:cNvSpPr/>
          <p:nvPr/>
        </p:nvSpPr>
        <p:spPr>
          <a:xfrm>
            <a:off x="3375991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1" name="pl12">
            <a:extLst>
              <a:ext uri="{FF2B5EF4-FFF2-40B4-BE49-F238E27FC236}">
                <a16:creationId xmlns:a16="http://schemas.microsoft.com/office/drawing/2014/main" id="{9F3FE1DF-7F68-4FF2-8C2F-26EA0C0C9F81}"/>
              </a:ext>
            </a:extLst>
          </p:cNvPr>
          <p:cNvSpPr/>
          <p:nvPr/>
        </p:nvSpPr>
        <p:spPr>
          <a:xfrm>
            <a:off x="4197664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2" name="pl13">
            <a:extLst>
              <a:ext uri="{FF2B5EF4-FFF2-40B4-BE49-F238E27FC236}">
                <a16:creationId xmlns:a16="http://schemas.microsoft.com/office/drawing/2014/main" id="{EADB1CEA-81B8-4CF5-B5AA-0C82B24DFD05}"/>
              </a:ext>
            </a:extLst>
          </p:cNvPr>
          <p:cNvSpPr/>
          <p:nvPr/>
        </p:nvSpPr>
        <p:spPr>
          <a:xfrm>
            <a:off x="5019336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3" name="pl14">
            <a:extLst>
              <a:ext uri="{FF2B5EF4-FFF2-40B4-BE49-F238E27FC236}">
                <a16:creationId xmlns:a16="http://schemas.microsoft.com/office/drawing/2014/main" id="{3016D288-7AFB-4642-A5C3-5E1D3EB624E1}"/>
              </a:ext>
            </a:extLst>
          </p:cNvPr>
          <p:cNvSpPr/>
          <p:nvPr/>
        </p:nvSpPr>
        <p:spPr>
          <a:xfrm>
            <a:off x="5843260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4" name="pl15">
            <a:extLst>
              <a:ext uri="{FF2B5EF4-FFF2-40B4-BE49-F238E27FC236}">
                <a16:creationId xmlns:a16="http://schemas.microsoft.com/office/drawing/2014/main" id="{E8327FCB-5F69-45FB-BBC5-0BCC8B68926B}"/>
              </a:ext>
            </a:extLst>
          </p:cNvPr>
          <p:cNvSpPr/>
          <p:nvPr/>
        </p:nvSpPr>
        <p:spPr>
          <a:xfrm>
            <a:off x="6664933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5" name="pl16">
            <a:extLst>
              <a:ext uri="{FF2B5EF4-FFF2-40B4-BE49-F238E27FC236}">
                <a16:creationId xmlns:a16="http://schemas.microsoft.com/office/drawing/2014/main" id="{D5033AC3-1D60-45FD-9FE9-3C4531C88746}"/>
              </a:ext>
            </a:extLst>
          </p:cNvPr>
          <p:cNvSpPr/>
          <p:nvPr/>
        </p:nvSpPr>
        <p:spPr>
          <a:xfrm>
            <a:off x="7486605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6" name="pl17">
            <a:extLst>
              <a:ext uri="{FF2B5EF4-FFF2-40B4-BE49-F238E27FC236}">
                <a16:creationId xmlns:a16="http://schemas.microsoft.com/office/drawing/2014/main" id="{F428E817-646B-4B32-8AC8-E98EB730BDEF}"/>
              </a:ext>
            </a:extLst>
          </p:cNvPr>
          <p:cNvSpPr/>
          <p:nvPr/>
        </p:nvSpPr>
        <p:spPr>
          <a:xfrm>
            <a:off x="8308278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7" name="pl18">
            <a:extLst>
              <a:ext uri="{FF2B5EF4-FFF2-40B4-BE49-F238E27FC236}">
                <a16:creationId xmlns:a16="http://schemas.microsoft.com/office/drawing/2014/main" id="{0CDA9ACB-902E-428C-B318-D5B33EBEA7CF}"/>
              </a:ext>
            </a:extLst>
          </p:cNvPr>
          <p:cNvSpPr/>
          <p:nvPr/>
        </p:nvSpPr>
        <p:spPr>
          <a:xfrm>
            <a:off x="9132201" y="2884170"/>
            <a:ext cx="45719" cy="210486"/>
          </a:xfrm>
          <a:custGeom>
            <a:avLst/>
            <a:gdLst/>
            <a:ahLst/>
            <a:cxnLst/>
            <a:rect l="0" t="0" r="0" b="0"/>
            <a:pathLst>
              <a:path h="63262">
                <a:moveTo>
                  <a:pt x="0" y="63262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8" name="tx19">
            <a:extLst>
              <a:ext uri="{FF2B5EF4-FFF2-40B4-BE49-F238E27FC236}">
                <a16:creationId xmlns:a16="http://schemas.microsoft.com/office/drawing/2014/main" id="{743A0D5E-A4AD-43E1-B1E7-D96FB6879CCC}"/>
              </a:ext>
            </a:extLst>
          </p:cNvPr>
          <p:cNvSpPr/>
          <p:nvPr/>
        </p:nvSpPr>
        <p:spPr>
          <a:xfrm>
            <a:off x="1550094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2012</a:t>
            </a:r>
          </a:p>
        </p:txBody>
      </p:sp>
      <p:sp>
        <p:nvSpPr>
          <p:cNvPr id="99" name="tx20">
            <a:extLst>
              <a:ext uri="{FF2B5EF4-FFF2-40B4-BE49-F238E27FC236}">
                <a16:creationId xmlns:a16="http://schemas.microsoft.com/office/drawing/2014/main" id="{CB726CFF-1747-4E29-90E5-5897110B14C8}"/>
              </a:ext>
            </a:extLst>
          </p:cNvPr>
          <p:cNvSpPr/>
          <p:nvPr/>
        </p:nvSpPr>
        <p:spPr>
          <a:xfrm>
            <a:off x="2374018" y="3180192"/>
            <a:ext cx="452040" cy="14862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2013</a:t>
            </a:r>
          </a:p>
        </p:txBody>
      </p:sp>
      <p:sp>
        <p:nvSpPr>
          <p:cNvPr id="100" name="tx21">
            <a:extLst>
              <a:ext uri="{FF2B5EF4-FFF2-40B4-BE49-F238E27FC236}">
                <a16:creationId xmlns:a16="http://schemas.microsoft.com/office/drawing/2014/main" id="{13ECF856-2AD6-4A2E-B768-A999D6498EFD}"/>
              </a:ext>
            </a:extLst>
          </p:cNvPr>
          <p:cNvSpPr/>
          <p:nvPr/>
        </p:nvSpPr>
        <p:spPr>
          <a:xfrm>
            <a:off x="3195690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2014</a:t>
            </a:r>
          </a:p>
        </p:txBody>
      </p:sp>
      <p:sp>
        <p:nvSpPr>
          <p:cNvPr id="101" name="tx22">
            <a:extLst>
              <a:ext uri="{FF2B5EF4-FFF2-40B4-BE49-F238E27FC236}">
                <a16:creationId xmlns:a16="http://schemas.microsoft.com/office/drawing/2014/main" id="{AEDE4A27-BE9E-4DC3-985D-94F238271955}"/>
              </a:ext>
            </a:extLst>
          </p:cNvPr>
          <p:cNvSpPr/>
          <p:nvPr/>
        </p:nvSpPr>
        <p:spPr>
          <a:xfrm>
            <a:off x="4017363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2015</a:t>
            </a:r>
          </a:p>
        </p:txBody>
      </p:sp>
      <p:sp>
        <p:nvSpPr>
          <p:cNvPr id="102" name="tx23">
            <a:extLst>
              <a:ext uri="{FF2B5EF4-FFF2-40B4-BE49-F238E27FC236}">
                <a16:creationId xmlns:a16="http://schemas.microsoft.com/office/drawing/2014/main" id="{CAAA005B-C504-44D4-9CAA-E39FFB196A2F}"/>
              </a:ext>
            </a:extLst>
          </p:cNvPr>
          <p:cNvSpPr/>
          <p:nvPr/>
        </p:nvSpPr>
        <p:spPr>
          <a:xfrm>
            <a:off x="4839035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2016</a:t>
            </a:r>
          </a:p>
        </p:txBody>
      </p:sp>
      <p:sp>
        <p:nvSpPr>
          <p:cNvPr id="103" name="tx24">
            <a:extLst>
              <a:ext uri="{FF2B5EF4-FFF2-40B4-BE49-F238E27FC236}">
                <a16:creationId xmlns:a16="http://schemas.microsoft.com/office/drawing/2014/main" id="{8124E9D9-5CC4-4A50-83BD-811F3AD9C3B3}"/>
              </a:ext>
            </a:extLst>
          </p:cNvPr>
          <p:cNvSpPr/>
          <p:nvPr/>
        </p:nvSpPr>
        <p:spPr>
          <a:xfrm>
            <a:off x="5662959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2017</a:t>
            </a:r>
          </a:p>
        </p:txBody>
      </p:sp>
      <p:sp>
        <p:nvSpPr>
          <p:cNvPr id="104" name="tx25">
            <a:extLst>
              <a:ext uri="{FF2B5EF4-FFF2-40B4-BE49-F238E27FC236}">
                <a16:creationId xmlns:a16="http://schemas.microsoft.com/office/drawing/2014/main" id="{3FFDD365-767E-4843-8852-43EB7D5C405A}"/>
              </a:ext>
            </a:extLst>
          </p:cNvPr>
          <p:cNvSpPr/>
          <p:nvPr/>
        </p:nvSpPr>
        <p:spPr>
          <a:xfrm>
            <a:off x="6484631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2018</a:t>
            </a:r>
          </a:p>
        </p:txBody>
      </p:sp>
      <p:sp>
        <p:nvSpPr>
          <p:cNvPr id="105" name="tx26">
            <a:extLst>
              <a:ext uri="{FF2B5EF4-FFF2-40B4-BE49-F238E27FC236}">
                <a16:creationId xmlns:a16="http://schemas.microsoft.com/office/drawing/2014/main" id="{CBB59ADB-0CE3-45EE-8846-E2D82C10FEE5}"/>
              </a:ext>
            </a:extLst>
          </p:cNvPr>
          <p:cNvSpPr/>
          <p:nvPr/>
        </p:nvSpPr>
        <p:spPr>
          <a:xfrm>
            <a:off x="7306304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2019</a:t>
            </a:r>
          </a:p>
        </p:txBody>
      </p:sp>
      <p:sp>
        <p:nvSpPr>
          <p:cNvPr id="106" name="tx27">
            <a:extLst>
              <a:ext uri="{FF2B5EF4-FFF2-40B4-BE49-F238E27FC236}">
                <a16:creationId xmlns:a16="http://schemas.microsoft.com/office/drawing/2014/main" id="{339FAE40-5CE2-482F-BD8E-A29412AAF9DC}"/>
              </a:ext>
            </a:extLst>
          </p:cNvPr>
          <p:cNvSpPr/>
          <p:nvPr/>
        </p:nvSpPr>
        <p:spPr>
          <a:xfrm>
            <a:off x="8127976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2020</a:t>
            </a:r>
          </a:p>
        </p:txBody>
      </p:sp>
      <p:sp>
        <p:nvSpPr>
          <p:cNvPr id="107" name="tx28">
            <a:extLst>
              <a:ext uri="{FF2B5EF4-FFF2-40B4-BE49-F238E27FC236}">
                <a16:creationId xmlns:a16="http://schemas.microsoft.com/office/drawing/2014/main" id="{637D038D-87B4-4359-8423-35539A833F19}"/>
              </a:ext>
            </a:extLst>
          </p:cNvPr>
          <p:cNvSpPr/>
          <p:nvPr/>
        </p:nvSpPr>
        <p:spPr>
          <a:xfrm>
            <a:off x="8951900" y="3180291"/>
            <a:ext cx="45204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2021</a:t>
            </a:r>
          </a:p>
        </p:txBody>
      </p:sp>
      <p:sp>
        <p:nvSpPr>
          <p:cNvPr id="108" name="tx29">
            <a:extLst>
              <a:ext uri="{FF2B5EF4-FFF2-40B4-BE49-F238E27FC236}">
                <a16:creationId xmlns:a16="http://schemas.microsoft.com/office/drawing/2014/main" id="{16A1573D-ACD5-426A-A10E-5F2CB3BFF82F}"/>
              </a:ext>
            </a:extLst>
          </p:cNvPr>
          <p:cNvSpPr/>
          <p:nvPr/>
        </p:nvSpPr>
        <p:spPr>
          <a:xfrm rot="16200000">
            <a:off x="112424" y="1967446"/>
            <a:ext cx="1214313" cy="238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Something</a:t>
            </a:r>
          </a:p>
        </p:txBody>
      </p:sp>
      <p:sp>
        <p:nvSpPr>
          <p:cNvPr id="112" name="blau">
            <a:extLst>
              <a:ext uri="{FF2B5EF4-FFF2-40B4-BE49-F238E27FC236}">
                <a16:creationId xmlns:a16="http://schemas.microsoft.com/office/drawing/2014/main" id="{1B18727E-84CE-4DE1-BAF8-28AEDDBE72BF}"/>
              </a:ext>
            </a:extLst>
          </p:cNvPr>
          <p:cNvSpPr/>
          <p:nvPr/>
        </p:nvSpPr>
        <p:spPr>
          <a:xfrm>
            <a:off x="3131630" y="1448499"/>
            <a:ext cx="290080" cy="1214313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55A940FD-09C2-4F7C-9109-1A6B8084D055}"/>
              </a:ext>
            </a:extLst>
          </p:cNvPr>
          <p:cNvSpPr/>
          <p:nvPr/>
        </p:nvSpPr>
        <p:spPr>
          <a:xfrm>
            <a:off x="1780877" y="1448500"/>
            <a:ext cx="1350753" cy="1214313"/>
          </a:xfrm>
          <a:prstGeom prst="rect">
            <a:avLst/>
          </a:prstGeom>
          <a:solidFill>
            <a:srgbClr val="40E0D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6" name="Freihandform: Form 115">
            <a:extLst>
              <a:ext uri="{FF2B5EF4-FFF2-40B4-BE49-F238E27FC236}">
                <a16:creationId xmlns:a16="http://schemas.microsoft.com/office/drawing/2014/main" id="{97A4D268-3227-440C-A4C9-5E041AC97163}"/>
              </a:ext>
            </a:extLst>
          </p:cNvPr>
          <p:cNvSpPr/>
          <p:nvPr/>
        </p:nvSpPr>
        <p:spPr>
          <a:xfrm rot="5400000">
            <a:off x="2032228" y="1655685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94487C36-B1CA-4016-9A3C-843DEA818DA4}"/>
              </a:ext>
            </a:extLst>
          </p:cNvPr>
          <p:cNvGrpSpPr/>
          <p:nvPr/>
        </p:nvGrpSpPr>
        <p:grpSpPr>
          <a:xfrm>
            <a:off x="2085365" y="2039049"/>
            <a:ext cx="1191305" cy="409296"/>
            <a:chOff x="2931436" y="3931939"/>
            <a:chExt cx="1191305" cy="409296"/>
          </a:xfrm>
        </p:grpSpPr>
        <p:sp>
          <p:nvSpPr>
            <p:cNvPr id="117" name="Rechteck: abgerundete Ecken 116">
              <a:extLst>
                <a:ext uri="{FF2B5EF4-FFF2-40B4-BE49-F238E27FC236}">
                  <a16:creationId xmlns:a16="http://schemas.microsoft.com/office/drawing/2014/main" id="{27F9D0E1-8BFE-448F-948B-98BEC52B373B}"/>
                </a:ext>
              </a:extLst>
            </p:cNvPr>
            <p:cNvSpPr/>
            <p:nvPr/>
          </p:nvSpPr>
          <p:spPr>
            <a:xfrm>
              <a:off x="2931436" y="3931939"/>
              <a:ext cx="1191305" cy="409296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118" name="Textfeld 117">
              <a:extLst>
                <a:ext uri="{FF2B5EF4-FFF2-40B4-BE49-F238E27FC236}">
                  <a16:creationId xmlns:a16="http://schemas.microsoft.com/office/drawing/2014/main" id="{F311F64F-684A-4A72-A12E-112EFDA43C86}"/>
                </a:ext>
              </a:extLst>
            </p:cNvPr>
            <p:cNvSpPr txBox="1"/>
            <p:nvPr/>
          </p:nvSpPr>
          <p:spPr>
            <a:xfrm>
              <a:off x="3131630" y="3967310"/>
              <a:ext cx="778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Model</a:t>
              </a:r>
            </a:p>
          </p:txBody>
        </p:sp>
      </p:grp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1FDD3ADA-72E8-4ECF-AA32-7632EEDD3D88}"/>
              </a:ext>
            </a:extLst>
          </p:cNvPr>
          <p:cNvCxnSpPr>
            <a:cxnSpLocks/>
          </p:cNvCxnSpPr>
          <p:nvPr/>
        </p:nvCxnSpPr>
        <p:spPr>
          <a:xfrm flipV="1">
            <a:off x="2552067" y="2547626"/>
            <a:ext cx="1093412" cy="137593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feld 124">
            <a:extLst>
              <a:ext uri="{FF2B5EF4-FFF2-40B4-BE49-F238E27FC236}">
                <a16:creationId xmlns:a16="http://schemas.microsoft.com/office/drawing/2014/main" id="{2915AAEA-EB52-4966-BC2D-381961FC5AE2}"/>
              </a:ext>
            </a:extLst>
          </p:cNvPr>
          <p:cNvSpPr txBox="1"/>
          <p:nvPr/>
        </p:nvSpPr>
        <p:spPr>
          <a:xfrm>
            <a:off x="2973361" y="3392672"/>
            <a:ext cx="119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Compare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456F8AF4-5FD8-4A2F-8AB5-BEA713383D40}"/>
              </a:ext>
            </a:extLst>
          </p:cNvPr>
          <p:cNvSpPr txBox="1"/>
          <p:nvPr/>
        </p:nvSpPr>
        <p:spPr>
          <a:xfrm>
            <a:off x="2571769" y="1498190"/>
            <a:ext cx="70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Tune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65232853-D274-47A5-9880-7A994995A26D}"/>
              </a:ext>
            </a:extLst>
          </p:cNvPr>
          <p:cNvCxnSpPr>
            <a:cxnSpLocks/>
          </p:cNvCxnSpPr>
          <p:nvPr/>
        </p:nvCxnSpPr>
        <p:spPr>
          <a:xfrm>
            <a:off x="2775311" y="2058099"/>
            <a:ext cx="3563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EC6740FF-D4FC-4D9A-AB60-B6808CEEEEF5}"/>
              </a:ext>
            </a:extLst>
          </p:cNvPr>
          <p:cNvSpPr txBox="1"/>
          <p:nvPr/>
        </p:nvSpPr>
        <p:spPr>
          <a:xfrm>
            <a:off x="3054509" y="2193283"/>
            <a:ext cx="157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RMSE</a:t>
            </a:r>
            <a:r>
              <a:rPr kumimoji="0" lang="de-DE" sz="18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1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= 10.7</a:t>
            </a:r>
            <a:endParaRPr kumimoji="0" lang="de-DE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7FA8A27-580F-4C9F-BD32-8FE84F678A12}"/>
              </a:ext>
            </a:extLst>
          </p:cNvPr>
          <p:cNvSpPr/>
          <p:nvPr/>
        </p:nvSpPr>
        <p:spPr>
          <a:xfrm>
            <a:off x="3419378" y="1445960"/>
            <a:ext cx="1350753" cy="1214313"/>
          </a:xfrm>
          <a:prstGeom prst="rect">
            <a:avLst/>
          </a:prstGeom>
          <a:solidFill>
            <a:srgbClr val="40E0D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6" name="blau">
            <a:extLst>
              <a:ext uri="{FF2B5EF4-FFF2-40B4-BE49-F238E27FC236}">
                <a16:creationId xmlns:a16="http://schemas.microsoft.com/office/drawing/2014/main" id="{37E3C4AE-047C-4163-84E4-805768E9CD87}"/>
              </a:ext>
            </a:extLst>
          </p:cNvPr>
          <p:cNvSpPr/>
          <p:nvPr/>
        </p:nvSpPr>
        <p:spPr>
          <a:xfrm>
            <a:off x="4768719" y="1450405"/>
            <a:ext cx="290080" cy="1214313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F5EBF451-9BBF-48A1-A69A-28978C620DD9}"/>
              </a:ext>
            </a:extLst>
          </p:cNvPr>
          <p:cNvSpPr/>
          <p:nvPr/>
        </p:nvSpPr>
        <p:spPr>
          <a:xfrm rot="5400000">
            <a:off x="3784284" y="1665212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479F8A75-79F0-4013-9745-5EDA72AD1341}"/>
              </a:ext>
            </a:extLst>
          </p:cNvPr>
          <p:cNvCxnSpPr>
            <a:cxnSpLocks/>
          </p:cNvCxnSpPr>
          <p:nvPr/>
        </p:nvCxnSpPr>
        <p:spPr>
          <a:xfrm>
            <a:off x="4470761" y="2058099"/>
            <a:ext cx="3563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A9BE59DA-1810-4289-8674-110DD4D36254}"/>
              </a:ext>
            </a:extLst>
          </p:cNvPr>
          <p:cNvSpPr txBox="1"/>
          <p:nvPr/>
        </p:nvSpPr>
        <p:spPr>
          <a:xfrm>
            <a:off x="4238644" y="1507715"/>
            <a:ext cx="70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Tune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CF965951-CC8F-4FDB-92BD-8C5E8513A0D1}"/>
              </a:ext>
            </a:extLst>
          </p:cNvPr>
          <p:cNvGrpSpPr/>
          <p:nvPr/>
        </p:nvGrpSpPr>
        <p:grpSpPr>
          <a:xfrm>
            <a:off x="4163854" y="1945818"/>
            <a:ext cx="1191305" cy="409296"/>
            <a:chOff x="2931436" y="3931939"/>
            <a:chExt cx="1191305" cy="409296"/>
          </a:xfrm>
        </p:grpSpPr>
        <p:sp>
          <p:nvSpPr>
            <p:cNvPr id="60" name="Rechteck: abgerundete Ecken 59">
              <a:extLst>
                <a:ext uri="{FF2B5EF4-FFF2-40B4-BE49-F238E27FC236}">
                  <a16:creationId xmlns:a16="http://schemas.microsoft.com/office/drawing/2014/main" id="{F87B458B-E2F4-486F-9028-2EC1F51D97F9}"/>
                </a:ext>
              </a:extLst>
            </p:cNvPr>
            <p:cNvSpPr/>
            <p:nvPr/>
          </p:nvSpPr>
          <p:spPr>
            <a:xfrm>
              <a:off x="2931436" y="3931939"/>
              <a:ext cx="1191305" cy="409296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E3E7A196-2F28-49B0-A6B2-E2046C67C3D1}"/>
                </a:ext>
              </a:extLst>
            </p:cNvPr>
            <p:cNvSpPr txBox="1"/>
            <p:nvPr/>
          </p:nvSpPr>
          <p:spPr>
            <a:xfrm>
              <a:off x="3131630" y="3967310"/>
              <a:ext cx="778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Model</a:t>
              </a:r>
            </a:p>
          </p:txBody>
        </p:sp>
      </p:grp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49FAD764-C3E2-4985-AADB-E56387079AA8}"/>
              </a:ext>
            </a:extLst>
          </p:cNvPr>
          <p:cNvCxnSpPr>
            <a:cxnSpLocks/>
          </p:cNvCxnSpPr>
          <p:nvPr/>
        </p:nvCxnSpPr>
        <p:spPr>
          <a:xfrm flipV="1">
            <a:off x="4216838" y="2085094"/>
            <a:ext cx="1317291" cy="168185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945889A7-C0B8-4292-82C5-62BEEBC882E0}"/>
              </a:ext>
            </a:extLst>
          </p:cNvPr>
          <p:cNvSpPr txBox="1"/>
          <p:nvPr/>
        </p:nvSpPr>
        <p:spPr>
          <a:xfrm>
            <a:off x="4544845" y="3392672"/>
            <a:ext cx="119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Compare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C90C38E-F48D-4427-8732-DD29F26AE5E0}"/>
              </a:ext>
            </a:extLst>
          </p:cNvPr>
          <p:cNvSpPr txBox="1"/>
          <p:nvPr/>
        </p:nvSpPr>
        <p:spPr>
          <a:xfrm>
            <a:off x="4482383" y="2080151"/>
            <a:ext cx="157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RMSE</a:t>
            </a:r>
            <a:r>
              <a:rPr kumimoji="0" lang="de-DE" sz="18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2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= 8.60</a:t>
            </a:r>
            <a:endParaRPr kumimoji="0" lang="de-DE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70" name="blau">
            <a:extLst>
              <a:ext uri="{FF2B5EF4-FFF2-40B4-BE49-F238E27FC236}">
                <a16:creationId xmlns:a16="http://schemas.microsoft.com/office/drawing/2014/main" id="{EE25F0CF-1FBE-4385-89A2-6C1680377641}"/>
              </a:ext>
            </a:extLst>
          </p:cNvPr>
          <p:cNvSpPr/>
          <p:nvPr/>
        </p:nvSpPr>
        <p:spPr>
          <a:xfrm>
            <a:off x="6404242" y="1448975"/>
            <a:ext cx="290080" cy="1214313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D77D6E96-E6BE-4557-A0D8-553D4C3F791E}"/>
              </a:ext>
            </a:extLst>
          </p:cNvPr>
          <p:cNvSpPr/>
          <p:nvPr/>
        </p:nvSpPr>
        <p:spPr>
          <a:xfrm>
            <a:off x="5057058" y="1450670"/>
            <a:ext cx="1350753" cy="1214313"/>
          </a:xfrm>
          <a:prstGeom prst="rect">
            <a:avLst/>
          </a:prstGeom>
          <a:solidFill>
            <a:srgbClr val="40E0D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72" name="Freihandform: Form 71">
            <a:extLst>
              <a:ext uri="{FF2B5EF4-FFF2-40B4-BE49-F238E27FC236}">
                <a16:creationId xmlns:a16="http://schemas.microsoft.com/office/drawing/2014/main" id="{B5D68AB1-83B7-4C5D-8B69-947D07671F17}"/>
              </a:ext>
            </a:extLst>
          </p:cNvPr>
          <p:cNvSpPr/>
          <p:nvPr/>
        </p:nvSpPr>
        <p:spPr>
          <a:xfrm rot="5400000">
            <a:off x="5483316" y="1688976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B2C0C56-3019-4845-9C31-1E4CC3A32F69}"/>
              </a:ext>
            </a:extLst>
          </p:cNvPr>
          <p:cNvSpPr txBox="1"/>
          <p:nvPr/>
        </p:nvSpPr>
        <p:spPr>
          <a:xfrm>
            <a:off x="5838844" y="1456915"/>
            <a:ext cx="70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Tune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DA2D8E81-8D37-476C-9E23-F98F21A6EE87}"/>
              </a:ext>
            </a:extLst>
          </p:cNvPr>
          <p:cNvCxnSpPr>
            <a:cxnSpLocks/>
          </p:cNvCxnSpPr>
          <p:nvPr/>
        </p:nvCxnSpPr>
        <p:spPr>
          <a:xfrm>
            <a:off x="6064611" y="2064449"/>
            <a:ext cx="3563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DFF0DD7-61E1-4680-A781-70232EB95B41}"/>
              </a:ext>
            </a:extLst>
          </p:cNvPr>
          <p:cNvGrpSpPr/>
          <p:nvPr/>
        </p:nvGrpSpPr>
        <p:grpSpPr>
          <a:xfrm>
            <a:off x="5546207" y="1921389"/>
            <a:ext cx="1191305" cy="409296"/>
            <a:chOff x="2931436" y="3931939"/>
            <a:chExt cx="1191305" cy="409296"/>
          </a:xfrm>
        </p:grpSpPr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200E0006-FF08-4544-B2FB-79F2F4503AD1}"/>
                </a:ext>
              </a:extLst>
            </p:cNvPr>
            <p:cNvSpPr/>
            <p:nvPr/>
          </p:nvSpPr>
          <p:spPr>
            <a:xfrm>
              <a:off x="2931436" y="3931939"/>
              <a:ext cx="1191305" cy="409296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A52B7908-F8A8-47C8-8F35-F8A3021A3A4B}"/>
                </a:ext>
              </a:extLst>
            </p:cNvPr>
            <p:cNvSpPr txBox="1"/>
            <p:nvPr/>
          </p:nvSpPr>
          <p:spPr>
            <a:xfrm>
              <a:off x="3131630" y="3967310"/>
              <a:ext cx="778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Model</a:t>
              </a:r>
            </a:p>
          </p:txBody>
        </p:sp>
      </p:grp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6B310C13-0416-4606-8458-CC2E6E881968}"/>
              </a:ext>
            </a:extLst>
          </p:cNvPr>
          <p:cNvCxnSpPr>
            <a:cxnSpLocks/>
          </p:cNvCxnSpPr>
          <p:nvPr/>
        </p:nvCxnSpPr>
        <p:spPr>
          <a:xfrm flipV="1">
            <a:off x="5698031" y="2253729"/>
            <a:ext cx="1317291" cy="168185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CA1994E0-4928-4F71-BAD6-0EA22626D03E}"/>
              </a:ext>
            </a:extLst>
          </p:cNvPr>
          <p:cNvSpPr txBox="1"/>
          <p:nvPr/>
        </p:nvSpPr>
        <p:spPr>
          <a:xfrm>
            <a:off x="6033934" y="3447535"/>
            <a:ext cx="119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Compare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3AA21E88-A8FA-4351-90D1-478165EF61C2}"/>
              </a:ext>
            </a:extLst>
          </p:cNvPr>
          <p:cNvSpPr txBox="1"/>
          <p:nvPr/>
        </p:nvSpPr>
        <p:spPr>
          <a:xfrm>
            <a:off x="7387586" y="1647837"/>
            <a:ext cx="157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RMSE</a:t>
            </a:r>
            <a:r>
              <a:rPr kumimoji="0" lang="de-DE" sz="18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3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= 9.41</a:t>
            </a:r>
            <a:endParaRPr kumimoji="0" lang="de-DE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4" name="blau">
            <a:extLst>
              <a:ext uri="{FF2B5EF4-FFF2-40B4-BE49-F238E27FC236}">
                <a16:creationId xmlns:a16="http://schemas.microsoft.com/office/drawing/2014/main" id="{815BE0AE-82E6-4C13-B267-7AC8D5383E62}"/>
              </a:ext>
            </a:extLst>
          </p:cNvPr>
          <p:cNvSpPr/>
          <p:nvPr/>
        </p:nvSpPr>
        <p:spPr>
          <a:xfrm>
            <a:off x="8114594" y="1453415"/>
            <a:ext cx="290080" cy="1214313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E275D73B-A2C4-40BA-96B4-1AAAE8CFD589}"/>
              </a:ext>
            </a:extLst>
          </p:cNvPr>
          <p:cNvSpPr/>
          <p:nvPr/>
        </p:nvSpPr>
        <p:spPr>
          <a:xfrm>
            <a:off x="6763841" y="1453416"/>
            <a:ext cx="1350753" cy="1214313"/>
          </a:xfrm>
          <a:prstGeom prst="rect">
            <a:avLst/>
          </a:prstGeom>
          <a:solidFill>
            <a:srgbClr val="40E0D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20" name="Freihandform: Form 119">
            <a:extLst>
              <a:ext uri="{FF2B5EF4-FFF2-40B4-BE49-F238E27FC236}">
                <a16:creationId xmlns:a16="http://schemas.microsoft.com/office/drawing/2014/main" id="{F82D8F90-9403-47F3-B169-23845753DB6F}"/>
              </a:ext>
            </a:extLst>
          </p:cNvPr>
          <p:cNvSpPr/>
          <p:nvPr/>
        </p:nvSpPr>
        <p:spPr>
          <a:xfrm rot="5400000">
            <a:off x="7009608" y="1688976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0B5EE8F6-46FE-4803-8B7E-3ACA58E6D753}"/>
              </a:ext>
            </a:extLst>
          </p:cNvPr>
          <p:cNvSpPr txBox="1"/>
          <p:nvPr/>
        </p:nvSpPr>
        <p:spPr>
          <a:xfrm>
            <a:off x="7440899" y="1462972"/>
            <a:ext cx="70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Tune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C220D3F3-3DED-4EDF-B465-2966BA69C6D6}"/>
              </a:ext>
            </a:extLst>
          </p:cNvPr>
          <p:cNvGrpSpPr/>
          <p:nvPr/>
        </p:nvGrpSpPr>
        <p:grpSpPr>
          <a:xfrm>
            <a:off x="7686909" y="1848468"/>
            <a:ext cx="1191305" cy="409296"/>
            <a:chOff x="2931436" y="3931939"/>
            <a:chExt cx="1191305" cy="409296"/>
          </a:xfrm>
        </p:grpSpPr>
        <p:sp>
          <p:nvSpPr>
            <p:cNvPr id="127" name="Rechteck: abgerundete Ecken 126">
              <a:extLst>
                <a:ext uri="{FF2B5EF4-FFF2-40B4-BE49-F238E27FC236}">
                  <a16:creationId xmlns:a16="http://schemas.microsoft.com/office/drawing/2014/main" id="{63E44324-FF68-4018-9C16-9F2291F99318}"/>
                </a:ext>
              </a:extLst>
            </p:cNvPr>
            <p:cNvSpPr/>
            <p:nvPr/>
          </p:nvSpPr>
          <p:spPr>
            <a:xfrm>
              <a:off x="2931436" y="3931939"/>
              <a:ext cx="1191305" cy="409296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128" name="Textfeld 127">
              <a:extLst>
                <a:ext uri="{FF2B5EF4-FFF2-40B4-BE49-F238E27FC236}">
                  <a16:creationId xmlns:a16="http://schemas.microsoft.com/office/drawing/2014/main" id="{76CEC3D2-BB1B-4B71-84E5-99E40D278997}"/>
                </a:ext>
              </a:extLst>
            </p:cNvPr>
            <p:cNvSpPr txBox="1"/>
            <p:nvPr/>
          </p:nvSpPr>
          <p:spPr>
            <a:xfrm>
              <a:off x="3131630" y="3967310"/>
              <a:ext cx="778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Model</a:t>
              </a:r>
            </a:p>
          </p:txBody>
        </p:sp>
      </p:grp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B272D319-9DAD-4F3D-AA44-0708E1102CE3}"/>
              </a:ext>
            </a:extLst>
          </p:cNvPr>
          <p:cNvCxnSpPr>
            <a:cxnSpLocks/>
          </p:cNvCxnSpPr>
          <p:nvPr/>
        </p:nvCxnSpPr>
        <p:spPr>
          <a:xfrm flipV="1">
            <a:off x="7865312" y="2010829"/>
            <a:ext cx="1191254" cy="158056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30">
            <a:extLst>
              <a:ext uri="{FF2B5EF4-FFF2-40B4-BE49-F238E27FC236}">
                <a16:creationId xmlns:a16="http://schemas.microsoft.com/office/drawing/2014/main" id="{80FBFEB2-4782-498F-9699-8A11A85FEFCF}"/>
              </a:ext>
            </a:extLst>
          </p:cNvPr>
          <p:cNvSpPr txBox="1"/>
          <p:nvPr/>
        </p:nvSpPr>
        <p:spPr>
          <a:xfrm>
            <a:off x="8083062" y="1951140"/>
            <a:ext cx="157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RMSE</a:t>
            </a:r>
            <a:r>
              <a:rPr kumimoji="0" lang="de-DE" sz="18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4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= 4.32</a:t>
            </a:r>
            <a:endParaRPr kumimoji="0" lang="de-DE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C60765D-59F3-4DD3-887F-5D38BF962373}"/>
              </a:ext>
            </a:extLst>
          </p:cNvPr>
          <p:cNvGrpSpPr/>
          <p:nvPr/>
        </p:nvGrpSpPr>
        <p:grpSpPr>
          <a:xfrm>
            <a:off x="6523827" y="5738548"/>
            <a:ext cx="2880113" cy="739703"/>
            <a:chOff x="6916428" y="5099773"/>
            <a:chExt cx="2880113" cy="739703"/>
          </a:xfrm>
        </p:grpSpPr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D03107EA-B3A0-43B8-90CC-575C17B02171}"/>
                </a:ext>
              </a:extLst>
            </p:cNvPr>
            <p:cNvSpPr txBox="1"/>
            <p:nvPr/>
          </p:nvSpPr>
          <p:spPr>
            <a:xfrm>
              <a:off x="9088948" y="5099773"/>
              <a:ext cx="707593" cy="369332"/>
            </a:xfrm>
            <a:prstGeom prst="rect">
              <a:avLst/>
            </a:prstGeom>
            <a:solidFill>
              <a:srgbClr val="B78462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Test</a:t>
              </a:r>
            </a:p>
          </p:txBody>
        </p:sp>
        <p:sp>
          <p:nvSpPr>
            <p:cNvPr id="133" name="Textfeld 132">
              <a:extLst>
                <a:ext uri="{FF2B5EF4-FFF2-40B4-BE49-F238E27FC236}">
                  <a16:creationId xmlns:a16="http://schemas.microsoft.com/office/drawing/2014/main" id="{571565C3-12FB-40C6-9133-23C79167ED2B}"/>
                </a:ext>
              </a:extLst>
            </p:cNvPr>
            <p:cNvSpPr txBox="1"/>
            <p:nvPr/>
          </p:nvSpPr>
          <p:spPr>
            <a:xfrm>
              <a:off x="8005359" y="5470144"/>
              <a:ext cx="1088931" cy="369332"/>
            </a:xfrm>
            <a:prstGeom prst="rect">
              <a:avLst/>
            </a:prstGeom>
            <a:solidFill>
              <a:srgbClr val="BF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Validate</a:t>
              </a: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134" name="Textfeld 133">
              <a:extLst>
                <a:ext uri="{FF2B5EF4-FFF2-40B4-BE49-F238E27FC236}">
                  <a16:creationId xmlns:a16="http://schemas.microsoft.com/office/drawing/2014/main" id="{BBA3A61B-709F-4910-8761-489AE121E1C8}"/>
                </a:ext>
              </a:extLst>
            </p:cNvPr>
            <p:cNvSpPr txBox="1"/>
            <p:nvPr/>
          </p:nvSpPr>
          <p:spPr>
            <a:xfrm>
              <a:off x="6916428" y="5470144"/>
              <a:ext cx="1088931" cy="369332"/>
            </a:xfrm>
            <a:prstGeom prst="rect">
              <a:avLst/>
            </a:prstGeom>
            <a:solidFill>
              <a:srgbClr val="30A89C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Sub-train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16AAFABC-98B9-4B30-B4BD-B78BB0C47D7F}"/>
                </a:ext>
              </a:extLst>
            </p:cNvPr>
            <p:cNvSpPr txBox="1"/>
            <p:nvPr/>
          </p:nvSpPr>
          <p:spPr>
            <a:xfrm>
              <a:off x="6921770" y="5104690"/>
              <a:ext cx="2167178" cy="369332"/>
            </a:xfrm>
            <a:prstGeom prst="rect">
              <a:avLst/>
            </a:prstGeom>
            <a:solidFill>
              <a:srgbClr val="335593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+mn-cs"/>
                </a:rPr>
                <a:t>Train</a:t>
              </a:r>
            </a:p>
          </p:txBody>
        </p:sp>
      </p:grpSp>
      <p:sp>
        <p:nvSpPr>
          <p:cNvPr id="138" name="Textfeld 137">
            <a:extLst>
              <a:ext uri="{FF2B5EF4-FFF2-40B4-BE49-F238E27FC236}">
                <a16:creationId xmlns:a16="http://schemas.microsoft.com/office/drawing/2014/main" id="{EACABE97-4A17-4FB6-97D2-47A54C11364C}"/>
              </a:ext>
            </a:extLst>
          </p:cNvPr>
          <p:cNvSpPr txBox="1"/>
          <p:nvPr/>
        </p:nvSpPr>
        <p:spPr>
          <a:xfrm>
            <a:off x="604784" y="6235475"/>
            <a:ext cx="267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Average RMSE: 8.25</a:t>
            </a:r>
            <a:endParaRPr kumimoji="0" lang="de-DE" sz="18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B90800D-96C5-4444-A0E2-08AFE2F05774}"/>
              </a:ext>
            </a:extLst>
          </p:cNvPr>
          <p:cNvSpPr txBox="1"/>
          <p:nvPr/>
        </p:nvSpPr>
        <p:spPr>
          <a:xfrm>
            <a:off x="419099" y="428625"/>
            <a:ext cx="7239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ML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9775EC5C-ADFE-496D-82DF-15C05C02EB65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5" name="Foliennummernplatzhalter 3">
            <a:extLst>
              <a:ext uri="{FF2B5EF4-FFF2-40B4-BE49-F238E27FC236}">
                <a16:creationId xmlns:a16="http://schemas.microsoft.com/office/drawing/2014/main" id="{B23D6E0E-CD9A-4BF0-87DB-F362E811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51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10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4206 -0.02453 L -0.06237 0.24468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21" y="1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0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805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6 7.40741E-7 L -0.19843 0.33102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22" y="1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48148E-6 L 0.13386 0.00023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93" y="0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96296E-6 L 0.13373 0.00046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8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23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2800"/>
                            </p:stCondLst>
                            <p:childTnLst>
                              <p:par>
                                <p:cTn id="17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7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4206 -0.02454 L -0.09348 0.23495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84" y="1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6800"/>
                            </p:stCondLst>
                            <p:childTnLst>
                              <p:par>
                                <p:cTn id="1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785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25E-6 -2.59259E-6 L -0.31549 0.41297 " pathEditMode="relative" rAng="0" ptsTypes="AA">
                                      <p:cBhvr>
                                        <p:cTn id="19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2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0100"/>
                            </p:stCondLst>
                            <p:childTnLst>
                              <p:par>
                                <p:cTn id="20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0850"/>
                            </p:stCondLst>
                            <p:childTnLst>
                              <p:par>
                                <p:cTn id="23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73 0.00046 L 0.26888 0.00046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8" y="0"/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86 0.00023 L 0.2694 0.00069 " pathEditMode="relative" rAng="0" ptsTypes="AA">
                                      <p:cBhvr>
                                        <p:cTn id="23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285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3350"/>
                            </p:stCondLst>
                            <p:childTnLst>
                              <p:par>
                                <p:cTn id="24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25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4205 -0.02453 L -0.09284 0.26667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45" y="1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7350"/>
                            </p:stCondLst>
                            <p:childTnLst>
                              <p:par>
                                <p:cTn id="2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8400"/>
                            </p:stCondLst>
                            <p:childTnLst>
                              <p:par>
                                <p:cTn id="2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5E-6 3.7037E-7 L -0.55468 0.5412 " pathEditMode="relative" rAng="0" ptsTypes="AA">
                                      <p:cBhvr>
                                        <p:cTn id="274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34" y="2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30650"/>
                            </p:stCondLst>
                            <p:childTnLst>
                              <p:par>
                                <p:cTn id="27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1150"/>
                            </p:stCondLst>
                            <p:childTnLst>
                              <p:par>
                                <p:cTn id="30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88 0.00046 L 0.41511 0.00185 " pathEditMode="relative" rAng="0" ptsTypes="AA">
                                      <p:cBhvr>
                                        <p:cTn id="30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5" y="69"/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4 0.00069 L 0.40677 0.00069 " pathEditMode="relative" rAng="0" ptsTypes="AA">
                                      <p:cBhvr>
                                        <p:cTn id="30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33150"/>
                            </p:stCondLst>
                            <p:childTnLst>
                              <p:par>
                                <p:cTn id="3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3650"/>
                            </p:stCondLst>
                            <p:childTnLst>
                              <p:par>
                                <p:cTn id="31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320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4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4205 -0.02454 L -0.06992 0.24236 " pathEditMode="relative" rAng="0" ptsTypes="AA">
                                      <p:cBhvr>
                                        <p:cTn id="331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99" y="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37650"/>
                            </p:stCondLst>
                            <p:childTnLst>
                              <p:par>
                                <p:cTn id="3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38150"/>
                            </p:stCondLst>
                            <p:childTnLst>
                              <p:par>
                                <p:cTn id="3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6 -2.59259E-6 L -0.61171 0.56366 " pathEditMode="relative" rAng="0" ptsTypes="AA">
                                      <p:cBhvr>
                                        <p:cTn id="34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86" y="2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40400"/>
                            </p:stCondLst>
                            <p:childTnLst>
                              <p:par>
                                <p:cTn id="34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4090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  <p:bldP spid="3" grpId="1" animBg="1"/>
      <p:bldP spid="3" grpId="2" animBg="1"/>
      <p:bldP spid="3" grpId="3" animBg="1"/>
      <p:bldP spid="3" grpId="4" animBg="1"/>
      <p:bldP spid="45" grpId="0" animBg="1"/>
      <p:bldP spid="45" grpId="1" animBg="1"/>
      <p:bldP spid="45" grpId="2" animBg="1"/>
      <p:bldP spid="45" grpId="3" animBg="1"/>
      <p:bldP spid="45" grpId="4" animBg="1"/>
      <p:bldP spid="84" grpId="0" animBg="1"/>
      <p:bldP spid="85" grpId="0"/>
      <p:bldP spid="86" grpId="0"/>
      <p:bldP spid="87" grpId="0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12" grpId="0" animBg="1"/>
      <p:bldP spid="112" grpId="1" animBg="1"/>
      <p:bldP spid="111" grpId="0" animBg="1"/>
      <p:bldP spid="111" grpId="1" animBg="1"/>
      <p:bldP spid="116" grpId="0" animBg="1"/>
      <p:bldP spid="116" grpId="1" animBg="1"/>
      <p:bldP spid="116" grpId="2" animBg="1"/>
      <p:bldP spid="125" grpId="0"/>
      <p:bldP spid="125" grpId="1"/>
      <p:bldP spid="126" grpId="0"/>
      <p:bldP spid="126" grpId="1"/>
      <p:bldP spid="132" grpId="0"/>
      <p:bldP spid="132" grpId="1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7" grpId="2" animBg="1"/>
      <p:bldP spid="55" grpId="0"/>
      <p:bldP spid="55" grpId="1"/>
      <p:bldP spid="55" grpId="2"/>
      <p:bldP spid="63" grpId="0"/>
      <p:bldP spid="63" grpId="1"/>
      <p:bldP spid="64" grpId="0"/>
      <p:bldP spid="64" grpId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2" grpId="2" animBg="1"/>
      <p:bldP spid="77" grpId="0"/>
      <p:bldP spid="77" grpId="1"/>
      <p:bldP spid="77" grpId="2"/>
      <p:bldP spid="109" grpId="0"/>
      <p:bldP spid="109" grpId="1"/>
      <p:bldP spid="113" grpId="0"/>
      <p:bldP spid="113" grpId="1"/>
      <p:bldP spid="114" grpId="0" animBg="1"/>
      <p:bldP spid="114" grpId="1" animBg="1"/>
      <p:bldP spid="115" grpId="0" animBg="1"/>
      <p:bldP spid="115" grpId="1" animBg="1"/>
      <p:bldP spid="120" grpId="0" animBg="1"/>
      <p:bldP spid="120" grpId="1" animBg="1"/>
      <p:bldP spid="120" grpId="2" animBg="1"/>
      <p:bldP spid="122" grpId="0"/>
      <p:bldP spid="122" grpId="1"/>
      <p:bldP spid="131" grpId="0"/>
      <p:bldP spid="131" grpId="1"/>
      <p:bldP spid="1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F181070C-6DE6-4BD3-A999-89958665AE0D}"/>
              </a:ext>
            </a:extLst>
          </p:cNvPr>
          <p:cNvSpPr txBox="1"/>
          <p:nvPr/>
        </p:nvSpPr>
        <p:spPr>
          <a:xfrm>
            <a:off x="419098" y="886612"/>
            <a:ext cx="4639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Forecasting – Error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quantification</a:t>
            </a:r>
            <a:endParaRPr kumimoji="0" lang="de-DE" sz="20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78" name="pl5">
            <a:extLst>
              <a:ext uri="{FF2B5EF4-FFF2-40B4-BE49-F238E27FC236}">
                <a16:creationId xmlns:a16="http://schemas.microsoft.com/office/drawing/2014/main" id="{CAFB51BF-8948-4342-AFA5-B92F3C68CDCD}"/>
              </a:ext>
            </a:extLst>
          </p:cNvPr>
          <p:cNvSpPr/>
          <p:nvPr/>
        </p:nvSpPr>
        <p:spPr>
          <a:xfrm>
            <a:off x="1599307" y="3345849"/>
            <a:ext cx="0" cy="1371070"/>
          </a:xfrm>
          <a:custGeom>
            <a:avLst/>
            <a:gdLst/>
            <a:ahLst/>
            <a:cxnLst/>
            <a:rect l="0" t="0" r="0" b="0"/>
            <a:pathLst>
              <a:path h="1371070">
                <a:moveTo>
                  <a:pt x="0" y="137107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79" name="pl6">
            <a:extLst>
              <a:ext uri="{FF2B5EF4-FFF2-40B4-BE49-F238E27FC236}">
                <a16:creationId xmlns:a16="http://schemas.microsoft.com/office/drawing/2014/main" id="{F6B24E75-D305-43A2-BB2D-B67F319C1ADB}"/>
              </a:ext>
            </a:extLst>
          </p:cNvPr>
          <p:cNvSpPr/>
          <p:nvPr/>
        </p:nvSpPr>
        <p:spPr>
          <a:xfrm>
            <a:off x="1700020" y="1225723"/>
            <a:ext cx="0" cy="2643500"/>
          </a:xfrm>
          <a:custGeom>
            <a:avLst/>
            <a:gdLst/>
            <a:ahLst/>
            <a:cxnLst/>
            <a:rect l="0" t="0" r="0" b="0"/>
            <a:pathLst>
              <a:path h="2643500">
                <a:moveTo>
                  <a:pt x="0" y="0"/>
                </a:moveTo>
                <a:lnTo>
                  <a:pt x="0" y="264350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0" name="pl7">
            <a:extLst>
              <a:ext uri="{FF2B5EF4-FFF2-40B4-BE49-F238E27FC236}">
                <a16:creationId xmlns:a16="http://schemas.microsoft.com/office/drawing/2014/main" id="{26AA6E7A-8C1C-4636-B8F6-76590F245CAE}"/>
              </a:ext>
            </a:extLst>
          </p:cNvPr>
          <p:cNvSpPr/>
          <p:nvPr/>
        </p:nvSpPr>
        <p:spPr>
          <a:xfrm>
            <a:off x="1800732" y="3885655"/>
            <a:ext cx="0" cy="831264"/>
          </a:xfrm>
          <a:custGeom>
            <a:avLst/>
            <a:gdLst/>
            <a:ahLst/>
            <a:cxnLst/>
            <a:rect l="0" t="0" r="0" b="0"/>
            <a:pathLst>
              <a:path h="831264">
                <a:moveTo>
                  <a:pt x="0" y="83126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1" name="pl8">
            <a:extLst>
              <a:ext uri="{FF2B5EF4-FFF2-40B4-BE49-F238E27FC236}">
                <a16:creationId xmlns:a16="http://schemas.microsoft.com/office/drawing/2014/main" id="{53C09B09-A3F7-4ED7-AF52-00A018CE8421}"/>
              </a:ext>
            </a:extLst>
          </p:cNvPr>
          <p:cNvSpPr/>
          <p:nvPr/>
        </p:nvSpPr>
        <p:spPr>
          <a:xfrm>
            <a:off x="2203582" y="3914625"/>
            <a:ext cx="0" cy="2353936"/>
          </a:xfrm>
          <a:custGeom>
            <a:avLst/>
            <a:gdLst/>
            <a:ahLst/>
            <a:cxnLst/>
            <a:rect l="0" t="0" r="0" b="0"/>
            <a:pathLst>
              <a:path h="2353936">
                <a:moveTo>
                  <a:pt x="0" y="235393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2" name="pl9">
            <a:extLst>
              <a:ext uri="{FF2B5EF4-FFF2-40B4-BE49-F238E27FC236}">
                <a16:creationId xmlns:a16="http://schemas.microsoft.com/office/drawing/2014/main" id="{775F465A-513E-4D8E-B18E-3C7B7D169188}"/>
              </a:ext>
            </a:extLst>
          </p:cNvPr>
          <p:cNvSpPr/>
          <p:nvPr/>
        </p:nvSpPr>
        <p:spPr>
          <a:xfrm>
            <a:off x="2304295" y="3872575"/>
            <a:ext cx="0" cy="2395987"/>
          </a:xfrm>
          <a:custGeom>
            <a:avLst/>
            <a:gdLst/>
            <a:ahLst/>
            <a:cxnLst/>
            <a:rect l="0" t="0" r="0" b="0"/>
            <a:pathLst>
              <a:path h="2395987">
                <a:moveTo>
                  <a:pt x="0" y="239598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3" name="pl10">
            <a:extLst>
              <a:ext uri="{FF2B5EF4-FFF2-40B4-BE49-F238E27FC236}">
                <a16:creationId xmlns:a16="http://schemas.microsoft.com/office/drawing/2014/main" id="{1A859234-CB88-4CDA-82DF-E455559D63DF}"/>
              </a:ext>
            </a:extLst>
          </p:cNvPr>
          <p:cNvSpPr/>
          <p:nvPr/>
        </p:nvSpPr>
        <p:spPr>
          <a:xfrm>
            <a:off x="2405007" y="3388573"/>
            <a:ext cx="0" cy="2104167"/>
          </a:xfrm>
          <a:custGeom>
            <a:avLst/>
            <a:gdLst/>
            <a:ahLst/>
            <a:cxnLst/>
            <a:rect l="0" t="0" r="0" b="0"/>
            <a:pathLst>
              <a:path h="2104167">
                <a:moveTo>
                  <a:pt x="0" y="210416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4" name="pl11">
            <a:extLst>
              <a:ext uri="{FF2B5EF4-FFF2-40B4-BE49-F238E27FC236}">
                <a16:creationId xmlns:a16="http://schemas.microsoft.com/office/drawing/2014/main" id="{714A89D2-C81D-4065-80B6-3A4736AE96A7}"/>
              </a:ext>
            </a:extLst>
          </p:cNvPr>
          <p:cNvSpPr/>
          <p:nvPr/>
        </p:nvSpPr>
        <p:spPr>
          <a:xfrm>
            <a:off x="2505720" y="3763158"/>
            <a:ext cx="0" cy="177940"/>
          </a:xfrm>
          <a:custGeom>
            <a:avLst/>
            <a:gdLst/>
            <a:ahLst/>
            <a:cxnLst/>
            <a:rect l="0" t="0" r="0" b="0"/>
            <a:pathLst>
              <a:path h="177940">
                <a:moveTo>
                  <a:pt x="0" y="17794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5" name="pl12">
            <a:extLst>
              <a:ext uri="{FF2B5EF4-FFF2-40B4-BE49-F238E27FC236}">
                <a16:creationId xmlns:a16="http://schemas.microsoft.com/office/drawing/2014/main" id="{57F49451-AC3C-4A5E-9CDC-5027F1325B5E}"/>
              </a:ext>
            </a:extLst>
          </p:cNvPr>
          <p:cNvSpPr/>
          <p:nvPr/>
        </p:nvSpPr>
        <p:spPr>
          <a:xfrm>
            <a:off x="2606432" y="3953624"/>
            <a:ext cx="0" cy="2314937"/>
          </a:xfrm>
          <a:custGeom>
            <a:avLst/>
            <a:gdLst/>
            <a:ahLst/>
            <a:cxnLst/>
            <a:rect l="0" t="0" r="0" b="0"/>
            <a:pathLst>
              <a:path h="2314937">
                <a:moveTo>
                  <a:pt x="0" y="2314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6" name="pl13">
            <a:extLst>
              <a:ext uri="{FF2B5EF4-FFF2-40B4-BE49-F238E27FC236}">
                <a16:creationId xmlns:a16="http://schemas.microsoft.com/office/drawing/2014/main" id="{35A672AD-F314-4D65-8CB3-CB9628C1CE91}"/>
              </a:ext>
            </a:extLst>
          </p:cNvPr>
          <p:cNvSpPr/>
          <p:nvPr/>
        </p:nvSpPr>
        <p:spPr>
          <a:xfrm>
            <a:off x="2908570" y="3553187"/>
            <a:ext cx="0" cy="368316"/>
          </a:xfrm>
          <a:custGeom>
            <a:avLst/>
            <a:gdLst/>
            <a:ahLst/>
            <a:cxnLst/>
            <a:rect l="0" t="0" r="0" b="0"/>
            <a:pathLst>
              <a:path h="368316">
                <a:moveTo>
                  <a:pt x="0" y="0"/>
                </a:moveTo>
                <a:lnTo>
                  <a:pt x="0" y="36831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7" name="pl14">
            <a:extLst>
              <a:ext uri="{FF2B5EF4-FFF2-40B4-BE49-F238E27FC236}">
                <a16:creationId xmlns:a16="http://schemas.microsoft.com/office/drawing/2014/main" id="{DC519B95-08AE-4EF6-8BE4-7E7DB64C08D8}"/>
              </a:ext>
            </a:extLst>
          </p:cNvPr>
          <p:cNvSpPr/>
          <p:nvPr/>
        </p:nvSpPr>
        <p:spPr>
          <a:xfrm>
            <a:off x="3009282" y="2389455"/>
            <a:ext cx="0" cy="675506"/>
          </a:xfrm>
          <a:custGeom>
            <a:avLst/>
            <a:gdLst/>
            <a:ahLst/>
            <a:cxnLst/>
            <a:rect l="0" t="0" r="0" b="0"/>
            <a:pathLst>
              <a:path h="675506">
                <a:moveTo>
                  <a:pt x="0" y="0"/>
                </a:moveTo>
                <a:lnTo>
                  <a:pt x="0" y="67550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8" name="pl15">
            <a:extLst>
              <a:ext uri="{FF2B5EF4-FFF2-40B4-BE49-F238E27FC236}">
                <a16:creationId xmlns:a16="http://schemas.microsoft.com/office/drawing/2014/main" id="{89EB3F42-A546-4CF7-87A9-B71DFA6A9754}"/>
              </a:ext>
            </a:extLst>
          </p:cNvPr>
          <p:cNvSpPr/>
          <p:nvPr/>
        </p:nvSpPr>
        <p:spPr>
          <a:xfrm>
            <a:off x="3109995" y="3486812"/>
            <a:ext cx="0" cy="2781750"/>
          </a:xfrm>
          <a:custGeom>
            <a:avLst/>
            <a:gdLst/>
            <a:ahLst/>
            <a:cxnLst/>
            <a:rect l="0" t="0" r="0" b="0"/>
            <a:pathLst>
              <a:path h="2781750">
                <a:moveTo>
                  <a:pt x="0" y="278175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89" name="pl16">
            <a:extLst>
              <a:ext uri="{FF2B5EF4-FFF2-40B4-BE49-F238E27FC236}">
                <a16:creationId xmlns:a16="http://schemas.microsoft.com/office/drawing/2014/main" id="{B6F3AAE9-73B8-4E23-8BEA-557E724BEB67}"/>
              </a:ext>
            </a:extLst>
          </p:cNvPr>
          <p:cNvSpPr/>
          <p:nvPr/>
        </p:nvSpPr>
        <p:spPr>
          <a:xfrm>
            <a:off x="3210707" y="3870105"/>
            <a:ext cx="0" cy="2398457"/>
          </a:xfrm>
          <a:custGeom>
            <a:avLst/>
            <a:gdLst/>
            <a:ahLst/>
            <a:cxnLst/>
            <a:rect l="0" t="0" r="0" b="0"/>
            <a:pathLst>
              <a:path h="2398457">
                <a:moveTo>
                  <a:pt x="0" y="239845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0" name="pl17">
            <a:extLst>
              <a:ext uri="{FF2B5EF4-FFF2-40B4-BE49-F238E27FC236}">
                <a16:creationId xmlns:a16="http://schemas.microsoft.com/office/drawing/2014/main" id="{DBB2CA86-3887-4AB0-B5AC-E80BD0EE2B1B}"/>
              </a:ext>
            </a:extLst>
          </p:cNvPr>
          <p:cNvSpPr/>
          <p:nvPr/>
        </p:nvSpPr>
        <p:spPr>
          <a:xfrm>
            <a:off x="3714270" y="4543581"/>
            <a:ext cx="0" cy="949159"/>
          </a:xfrm>
          <a:custGeom>
            <a:avLst/>
            <a:gdLst/>
            <a:ahLst/>
            <a:cxnLst/>
            <a:rect l="0" t="0" r="0" b="0"/>
            <a:pathLst>
              <a:path h="949159">
                <a:moveTo>
                  <a:pt x="0" y="94915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1" name="pl18">
            <a:extLst>
              <a:ext uri="{FF2B5EF4-FFF2-40B4-BE49-F238E27FC236}">
                <a16:creationId xmlns:a16="http://schemas.microsoft.com/office/drawing/2014/main" id="{8358B888-D800-4C45-9103-91A111C54B06}"/>
              </a:ext>
            </a:extLst>
          </p:cNvPr>
          <p:cNvSpPr/>
          <p:nvPr/>
        </p:nvSpPr>
        <p:spPr>
          <a:xfrm>
            <a:off x="3814982" y="4592725"/>
            <a:ext cx="0" cy="1287926"/>
          </a:xfrm>
          <a:custGeom>
            <a:avLst/>
            <a:gdLst/>
            <a:ahLst/>
            <a:cxnLst/>
            <a:rect l="0" t="0" r="0" b="0"/>
            <a:pathLst>
              <a:path h="1287926">
                <a:moveTo>
                  <a:pt x="0" y="128792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2" name="pl19">
            <a:extLst>
              <a:ext uri="{FF2B5EF4-FFF2-40B4-BE49-F238E27FC236}">
                <a16:creationId xmlns:a16="http://schemas.microsoft.com/office/drawing/2014/main" id="{52D75A08-F532-4E30-BA52-18C206FD759D}"/>
              </a:ext>
            </a:extLst>
          </p:cNvPr>
          <p:cNvSpPr/>
          <p:nvPr/>
        </p:nvSpPr>
        <p:spPr>
          <a:xfrm>
            <a:off x="3915695" y="4347118"/>
            <a:ext cx="0" cy="757712"/>
          </a:xfrm>
          <a:custGeom>
            <a:avLst/>
            <a:gdLst/>
            <a:ahLst/>
            <a:cxnLst/>
            <a:rect l="0" t="0" r="0" b="0"/>
            <a:pathLst>
              <a:path h="757712">
                <a:moveTo>
                  <a:pt x="0" y="75771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3" name="pl20">
            <a:extLst>
              <a:ext uri="{FF2B5EF4-FFF2-40B4-BE49-F238E27FC236}">
                <a16:creationId xmlns:a16="http://schemas.microsoft.com/office/drawing/2014/main" id="{EFEA4097-5279-4739-B62B-845D9E5D1523}"/>
              </a:ext>
            </a:extLst>
          </p:cNvPr>
          <p:cNvSpPr/>
          <p:nvPr/>
        </p:nvSpPr>
        <p:spPr>
          <a:xfrm>
            <a:off x="4016407" y="4954499"/>
            <a:ext cx="0" cy="1314062"/>
          </a:xfrm>
          <a:custGeom>
            <a:avLst/>
            <a:gdLst/>
            <a:ahLst/>
            <a:cxnLst/>
            <a:rect l="0" t="0" r="0" b="0"/>
            <a:pathLst>
              <a:path h="1314062">
                <a:moveTo>
                  <a:pt x="0" y="131406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4" name="pl21">
            <a:extLst>
              <a:ext uri="{FF2B5EF4-FFF2-40B4-BE49-F238E27FC236}">
                <a16:creationId xmlns:a16="http://schemas.microsoft.com/office/drawing/2014/main" id="{48D019C3-431F-4901-AB1D-A2165DB0D4C2}"/>
              </a:ext>
            </a:extLst>
          </p:cNvPr>
          <p:cNvSpPr/>
          <p:nvPr/>
        </p:nvSpPr>
        <p:spPr>
          <a:xfrm>
            <a:off x="4318545" y="2389455"/>
            <a:ext cx="0" cy="2436406"/>
          </a:xfrm>
          <a:custGeom>
            <a:avLst/>
            <a:gdLst/>
            <a:ahLst/>
            <a:cxnLst/>
            <a:rect l="0" t="0" r="0" b="0"/>
            <a:pathLst>
              <a:path h="2436406">
                <a:moveTo>
                  <a:pt x="0" y="0"/>
                </a:moveTo>
                <a:lnTo>
                  <a:pt x="0" y="243640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5" name="pl22">
            <a:extLst>
              <a:ext uri="{FF2B5EF4-FFF2-40B4-BE49-F238E27FC236}">
                <a16:creationId xmlns:a16="http://schemas.microsoft.com/office/drawing/2014/main" id="{B73F039C-6DB9-4549-B04F-EABCCD1A7563}"/>
              </a:ext>
            </a:extLst>
          </p:cNvPr>
          <p:cNvSpPr/>
          <p:nvPr/>
        </p:nvSpPr>
        <p:spPr>
          <a:xfrm>
            <a:off x="4419257" y="4999390"/>
            <a:ext cx="0" cy="881260"/>
          </a:xfrm>
          <a:custGeom>
            <a:avLst/>
            <a:gdLst/>
            <a:ahLst/>
            <a:cxnLst/>
            <a:rect l="0" t="0" r="0" b="0"/>
            <a:pathLst>
              <a:path h="881260">
                <a:moveTo>
                  <a:pt x="0" y="88126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6" name="pl23">
            <a:extLst>
              <a:ext uri="{FF2B5EF4-FFF2-40B4-BE49-F238E27FC236}">
                <a16:creationId xmlns:a16="http://schemas.microsoft.com/office/drawing/2014/main" id="{36689F25-1FCE-4A2A-BBF1-C3178ADC6BE7}"/>
              </a:ext>
            </a:extLst>
          </p:cNvPr>
          <p:cNvSpPr/>
          <p:nvPr/>
        </p:nvSpPr>
        <p:spPr>
          <a:xfrm>
            <a:off x="4519970" y="2777366"/>
            <a:ext cx="0" cy="2378162"/>
          </a:xfrm>
          <a:custGeom>
            <a:avLst/>
            <a:gdLst/>
            <a:ahLst/>
            <a:cxnLst/>
            <a:rect l="0" t="0" r="0" b="0"/>
            <a:pathLst>
              <a:path h="2378162">
                <a:moveTo>
                  <a:pt x="0" y="0"/>
                </a:moveTo>
                <a:lnTo>
                  <a:pt x="0" y="2378162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7" name="pl24">
            <a:extLst>
              <a:ext uri="{FF2B5EF4-FFF2-40B4-BE49-F238E27FC236}">
                <a16:creationId xmlns:a16="http://schemas.microsoft.com/office/drawing/2014/main" id="{049DE6B4-F490-4B07-8F72-1B913D38AB91}"/>
              </a:ext>
            </a:extLst>
          </p:cNvPr>
          <p:cNvSpPr/>
          <p:nvPr/>
        </p:nvSpPr>
        <p:spPr>
          <a:xfrm>
            <a:off x="5023532" y="5679843"/>
            <a:ext cx="0" cy="588719"/>
          </a:xfrm>
          <a:custGeom>
            <a:avLst/>
            <a:gdLst/>
            <a:ahLst/>
            <a:cxnLst/>
            <a:rect l="0" t="0" r="0" b="0"/>
            <a:pathLst>
              <a:path h="588719">
                <a:moveTo>
                  <a:pt x="0" y="58871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8" name="pl25">
            <a:extLst>
              <a:ext uri="{FF2B5EF4-FFF2-40B4-BE49-F238E27FC236}">
                <a16:creationId xmlns:a16="http://schemas.microsoft.com/office/drawing/2014/main" id="{251848B9-E5E9-46B3-AB0F-9329F1ECAF47}"/>
              </a:ext>
            </a:extLst>
          </p:cNvPr>
          <p:cNvSpPr/>
          <p:nvPr/>
        </p:nvSpPr>
        <p:spPr>
          <a:xfrm>
            <a:off x="5124245" y="3553187"/>
            <a:ext cx="0" cy="1597788"/>
          </a:xfrm>
          <a:custGeom>
            <a:avLst/>
            <a:gdLst/>
            <a:ahLst/>
            <a:cxnLst/>
            <a:rect l="0" t="0" r="0" b="0"/>
            <a:pathLst>
              <a:path h="1597788">
                <a:moveTo>
                  <a:pt x="0" y="0"/>
                </a:moveTo>
                <a:lnTo>
                  <a:pt x="0" y="1597788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99" name="pl26">
            <a:extLst>
              <a:ext uri="{FF2B5EF4-FFF2-40B4-BE49-F238E27FC236}">
                <a16:creationId xmlns:a16="http://schemas.microsoft.com/office/drawing/2014/main" id="{5A20A2C9-F63D-470C-865D-0AAB804DC961}"/>
              </a:ext>
            </a:extLst>
          </p:cNvPr>
          <p:cNvSpPr/>
          <p:nvPr/>
        </p:nvSpPr>
        <p:spPr>
          <a:xfrm>
            <a:off x="5224957" y="5417602"/>
            <a:ext cx="0" cy="463048"/>
          </a:xfrm>
          <a:custGeom>
            <a:avLst/>
            <a:gdLst/>
            <a:ahLst/>
            <a:cxnLst/>
            <a:rect l="0" t="0" r="0" b="0"/>
            <a:pathLst>
              <a:path h="463048">
                <a:moveTo>
                  <a:pt x="0" y="46304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0" name="pl27">
            <a:extLst>
              <a:ext uri="{FF2B5EF4-FFF2-40B4-BE49-F238E27FC236}">
                <a16:creationId xmlns:a16="http://schemas.microsoft.com/office/drawing/2014/main" id="{AD6DA1B1-0422-47BB-BA44-70F42BEB80F2}"/>
              </a:ext>
            </a:extLst>
          </p:cNvPr>
          <p:cNvSpPr/>
          <p:nvPr/>
        </p:nvSpPr>
        <p:spPr>
          <a:xfrm>
            <a:off x="5325670" y="5833545"/>
            <a:ext cx="0" cy="47106"/>
          </a:xfrm>
          <a:custGeom>
            <a:avLst/>
            <a:gdLst/>
            <a:ahLst/>
            <a:cxnLst/>
            <a:rect l="0" t="0" r="0" b="0"/>
            <a:pathLst>
              <a:path h="47106">
                <a:moveTo>
                  <a:pt x="0" y="4710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1" name="pl28">
            <a:extLst>
              <a:ext uri="{FF2B5EF4-FFF2-40B4-BE49-F238E27FC236}">
                <a16:creationId xmlns:a16="http://schemas.microsoft.com/office/drawing/2014/main" id="{2B8A0499-5C10-46DE-B92A-9286F0926860}"/>
              </a:ext>
            </a:extLst>
          </p:cNvPr>
          <p:cNvSpPr/>
          <p:nvPr/>
        </p:nvSpPr>
        <p:spPr>
          <a:xfrm>
            <a:off x="5426382" y="5707924"/>
            <a:ext cx="0" cy="560637"/>
          </a:xfrm>
          <a:custGeom>
            <a:avLst/>
            <a:gdLst/>
            <a:ahLst/>
            <a:cxnLst/>
            <a:rect l="0" t="0" r="0" b="0"/>
            <a:pathLst>
              <a:path h="560637">
                <a:moveTo>
                  <a:pt x="0" y="5606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2" name="pl29">
            <a:extLst>
              <a:ext uri="{FF2B5EF4-FFF2-40B4-BE49-F238E27FC236}">
                <a16:creationId xmlns:a16="http://schemas.microsoft.com/office/drawing/2014/main" id="{D1FD0826-AC33-474C-A83A-F484366DF274}"/>
              </a:ext>
            </a:extLst>
          </p:cNvPr>
          <p:cNvSpPr/>
          <p:nvPr/>
        </p:nvSpPr>
        <p:spPr>
          <a:xfrm>
            <a:off x="5728520" y="3553187"/>
            <a:ext cx="0" cy="1818451"/>
          </a:xfrm>
          <a:custGeom>
            <a:avLst/>
            <a:gdLst/>
            <a:ahLst/>
            <a:cxnLst/>
            <a:rect l="0" t="0" r="0" b="0"/>
            <a:pathLst>
              <a:path h="1818451">
                <a:moveTo>
                  <a:pt x="0" y="0"/>
                </a:moveTo>
                <a:lnTo>
                  <a:pt x="0" y="1818451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3" name="pl30">
            <a:extLst>
              <a:ext uri="{FF2B5EF4-FFF2-40B4-BE49-F238E27FC236}">
                <a16:creationId xmlns:a16="http://schemas.microsoft.com/office/drawing/2014/main" id="{C1B2A5CE-45A7-4DB2-B66F-626DE87C1FFF}"/>
              </a:ext>
            </a:extLst>
          </p:cNvPr>
          <p:cNvSpPr/>
          <p:nvPr/>
        </p:nvSpPr>
        <p:spPr>
          <a:xfrm>
            <a:off x="5829232" y="3941098"/>
            <a:ext cx="0" cy="1993807"/>
          </a:xfrm>
          <a:custGeom>
            <a:avLst/>
            <a:gdLst/>
            <a:ahLst/>
            <a:cxnLst/>
            <a:rect l="0" t="0" r="0" b="0"/>
            <a:pathLst>
              <a:path h="1993807">
                <a:moveTo>
                  <a:pt x="0" y="0"/>
                </a:moveTo>
                <a:lnTo>
                  <a:pt x="0" y="1993807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4" name="pl31">
            <a:extLst>
              <a:ext uri="{FF2B5EF4-FFF2-40B4-BE49-F238E27FC236}">
                <a16:creationId xmlns:a16="http://schemas.microsoft.com/office/drawing/2014/main" id="{51915038-14F6-40FB-83B3-1B6896AA3903}"/>
              </a:ext>
            </a:extLst>
          </p:cNvPr>
          <p:cNvSpPr/>
          <p:nvPr/>
        </p:nvSpPr>
        <p:spPr>
          <a:xfrm>
            <a:off x="5929945" y="5687933"/>
            <a:ext cx="0" cy="580628"/>
          </a:xfrm>
          <a:custGeom>
            <a:avLst/>
            <a:gdLst/>
            <a:ahLst/>
            <a:cxnLst/>
            <a:rect l="0" t="0" r="0" b="0"/>
            <a:pathLst>
              <a:path h="580628">
                <a:moveTo>
                  <a:pt x="0" y="58062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5" name="pl32">
            <a:extLst>
              <a:ext uri="{FF2B5EF4-FFF2-40B4-BE49-F238E27FC236}">
                <a16:creationId xmlns:a16="http://schemas.microsoft.com/office/drawing/2014/main" id="{A89BC6F9-5B2B-4AE9-A649-86E01FE752FF}"/>
              </a:ext>
            </a:extLst>
          </p:cNvPr>
          <p:cNvSpPr/>
          <p:nvPr/>
        </p:nvSpPr>
        <p:spPr>
          <a:xfrm>
            <a:off x="6030657" y="5563682"/>
            <a:ext cx="0" cy="704879"/>
          </a:xfrm>
          <a:custGeom>
            <a:avLst/>
            <a:gdLst/>
            <a:ahLst/>
            <a:cxnLst/>
            <a:rect l="0" t="0" r="0" b="0"/>
            <a:pathLst>
              <a:path h="704879">
                <a:moveTo>
                  <a:pt x="0" y="70487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6" name="pl33">
            <a:extLst>
              <a:ext uri="{FF2B5EF4-FFF2-40B4-BE49-F238E27FC236}">
                <a16:creationId xmlns:a16="http://schemas.microsoft.com/office/drawing/2014/main" id="{E60F8123-964C-478C-8B43-5B3BDEDDF309}"/>
              </a:ext>
            </a:extLst>
          </p:cNvPr>
          <p:cNvSpPr/>
          <p:nvPr/>
        </p:nvSpPr>
        <p:spPr>
          <a:xfrm>
            <a:off x="6131370" y="3165276"/>
            <a:ext cx="0" cy="2923516"/>
          </a:xfrm>
          <a:custGeom>
            <a:avLst/>
            <a:gdLst/>
            <a:ahLst/>
            <a:cxnLst/>
            <a:rect l="0" t="0" r="0" b="0"/>
            <a:pathLst>
              <a:path h="2923516">
                <a:moveTo>
                  <a:pt x="0" y="0"/>
                </a:moveTo>
                <a:lnTo>
                  <a:pt x="0" y="292351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7" name="pl34">
            <a:extLst>
              <a:ext uri="{FF2B5EF4-FFF2-40B4-BE49-F238E27FC236}">
                <a16:creationId xmlns:a16="http://schemas.microsoft.com/office/drawing/2014/main" id="{1E229523-8435-4AF3-8A58-7F05F6809B3E}"/>
              </a:ext>
            </a:extLst>
          </p:cNvPr>
          <p:cNvSpPr/>
          <p:nvPr/>
        </p:nvSpPr>
        <p:spPr>
          <a:xfrm>
            <a:off x="6433507" y="4653217"/>
            <a:ext cx="0" cy="1615345"/>
          </a:xfrm>
          <a:custGeom>
            <a:avLst/>
            <a:gdLst/>
            <a:ahLst/>
            <a:cxnLst/>
            <a:rect l="0" t="0" r="0" b="0"/>
            <a:pathLst>
              <a:path h="1615345">
                <a:moveTo>
                  <a:pt x="0" y="161534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8" name="pl35">
            <a:extLst>
              <a:ext uri="{FF2B5EF4-FFF2-40B4-BE49-F238E27FC236}">
                <a16:creationId xmlns:a16="http://schemas.microsoft.com/office/drawing/2014/main" id="{565E1570-A15C-4162-9D29-D4134F983FF0}"/>
              </a:ext>
            </a:extLst>
          </p:cNvPr>
          <p:cNvSpPr/>
          <p:nvPr/>
        </p:nvSpPr>
        <p:spPr>
          <a:xfrm>
            <a:off x="6534219" y="5104830"/>
            <a:ext cx="0" cy="783547"/>
          </a:xfrm>
          <a:custGeom>
            <a:avLst/>
            <a:gdLst/>
            <a:ahLst/>
            <a:cxnLst/>
            <a:rect l="0" t="0" r="0" b="0"/>
            <a:pathLst>
              <a:path h="783547">
                <a:moveTo>
                  <a:pt x="0" y="0"/>
                </a:moveTo>
                <a:lnTo>
                  <a:pt x="0" y="783547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09" name="pl36">
            <a:extLst>
              <a:ext uri="{FF2B5EF4-FFF2-40B4-BE49-F238E27FC236}">
                <a16:creationId xmlns:a16="http://schemas.microsoft.com/office/drawing/2014/main" id="{E10A910A-51DA-4EA5-B525-FF2325999D9E}"/>
              </a:ext>
            </a:extLst>
          </p:cNvPr>
          <p:cNvSpPr/>
          <p:nvPr/>
        </p:nvSpPr>
        <p:spPr>
          <a:xfrm>
            <a:off x="6634932" y="5256862"/>
            <a:ext cx="0" cy="235878"/>
          </a:xfrm>
          <a:custGeom>
            <a:avLst/>
            <a:gdLst/>
            <a:ahLst/>
            <a:cxnLst/>
            <a:rect l="0" t="0" r="0" b="0"/>
            <a:pathLst>
              <a:path h="235878">
                <a:moveTo>
                  <a:pt x="0" y="23587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0" name="pl37">
            <a:extLst>
              <a:ext uri="{FF2B5EF4-FFF2-40B4-BE49-F238E27FC236}">
                <a16:creationId xmlns:a16="http://schemas.microsoft.com/office/drawing/2014/main" id="{0036ACC9-14B0-4CAC-A078-A5B75375B5C1}"/>
              </a:ext>
            </a:extLst>
          </p:cNvPr>
          <p:cNvSpPr/>
          <p:nvPr/>
        </p:nvSpPr>
        <p:spPr>
          <a:xfrm>
            <a:off x="6735644" y="5104830"/>
            <a:ext cx="0" cy="1094784"/>
          </a:xfrm>
          <a:custGeom>
            <a:avLst/>
            <a:gdLst/>
            <a:ahLst/>
            <a:cxnLst/>
            <a:rect l="0" t="0" r="0" b="0"/>
            <a:pathLst>
              <a:path h="1094784">
                <a:moveTo>
                  <a:pt x="0" y="0"/>
                </a:moveTo>
                <a:lnTo>
                  <a:pt x="0" y="1094784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1" name="pl38">
            <a:extLst>
              <a:ext uri="{FF2B5EF4-FFF2-40B4-BE49-F238E27FC236}">
                <a16:creationId xmlns:a16="http://schemas.microsoft.com/office/drawing/2014/main" id="{00EE9F41-74E7-4A0B-BF60-3BC287B35BAC}"/>
              </a:ext>
            </a:extLst>
          </p:cNvPr>
          <p:cNvSpPr/>
          <p:nvPr/>
        </p:nvSpPr>
        <p:spPr>
          <a:xfrm>
            <a:off x="6836357" y="5985447"/>
            <a:ext cx="0" cy="283115"/>
          </a:xfrm>
          <a:custGeom>
            <a:avLst/>
            <a:gdLst/>
            <a:ahLst/>
            <a:cxnLst/>
            <a:rect l="0" t="0" r="0" b="0"/>
            <a:pathLst>
              <a:path h="283115">
                <a:moveTo>
                  <a:pt x="0" y="28311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2" name="pl39">
            <a:extLst>
              <a:ext uri="{FF2B5EF4-FFF2-40B4-BE49-F238E27FC236}">
                <a16:creationId xmlns:a16="http://schemas.microsoft.com/office/drawing/2014/main" id="{32BBAB2D-450A-4C69-9BBA-7B72B9ADFBF9}"/>
              </a:ext>
            </a:extLst>
          </p:cNvPr>
          <p:cNvSpPr/>
          <p:nvPr/>
        </p:nvSpPr>
        <p:spPr>
          <a:xfrm>
            <a:off x="7138494" y="6227287"/>
            <a:ext cx="0" cy="41275"/>
          </a:xfrm>
          <a:custGeom>
            <a:avLst/>
            <a:gdLst/>
            <a:ahLst/>
            <a:cxnLst/>
            <a:rect l="0" t="0" r="0" b="0"/>
            <a:pathLst>
              <a:path h="41275">
                <a:moveTo>
                  <a:pt x="0" y="4127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3" name="pl40">
            <a:extLst>
              <a:ext uri="{FF2B5EF4-FFF2-40B4-BE49-F238E27FC236}">
                <a16:creationId xmlns:a16="http://schemas.microsoft.com/office/drawing/2014/main" id="{F9E2B094-6BF4-46CD-8C5A-7D3A27F0410B}"/>
              </a:ext>
            </a:extLst>
          </p:cNvPr>
          <p:cNvSpPr/>
          <p:nvPr/>
        </p:nvSpPr>
        <p:spPr>
          <a:xfrm>
            <a:off x="7239207" y="1225723"/>
            <a:ext cx="0" cy="4651274"/>
          </a:xfrm>
          <a:custGeom>
            <a:avLst/>
            <a:gdLst/>
            <a:ahLst/>
            <a:cxnLst/>
            <a:rect l="0" t="0" r="0" b="0"/>
            <a:pathLst>
              <a:path h="4651274">
                <a:moveTo>
                  <a:pt x="0" y="0"/>
                </a:moveTo>
                <a:lnTo>
                  <a:pt x="0" y="4651274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4" name="pl41">
            <a:extLst>
              <a:ext uri="{FF2B5EF4-FFF2-40B4-BE49-F238E27FC236}">
                <a16:creationId xmlns:a16="http://schemas.microsoft.com/office/drawing/2014/main" id="{497BC40D-DA3E-4718-B38E-2E31D483B9A1}"/>
              </a:ext>
            </a:extLst>
          </p:cNvPr>
          <p:cNvSpPr/>
          <p:nvPr/>
        </p:nvSpPr>
        <p:spPr>
          <a:xfrm>
            <a:off x="7339919" y="6123791"/>
            <a:ext cx="0" cy="144770"/>
          </a:xfrm>
          <a:custGeom>
            <a:avLst/>
            <a:gdLst/>
            <a:ahLst/>
            <a:cxnLst/>
            <a:rect l="0" t="0" r="0" b="0"/>
            <a:pathLst>
              <a:path h="144770">
                <a:moveTo>
                  <a:pt x="0" y="14477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5" name="pl42">
            <a:extLst>
              <a:ext uri="{FF2B5EF4-FFF2-40B4-BE49-F238E27FC236}">
                <a16:creationId xmlns:a16="http://schemas.microsoft.com/office/drawing/2014/main" id="{A197BC70-4B55-44E1-8722-E76C411BF563}"/>
              </a:ext>
            </a:extLst>
          </p:cNvPr>
          <p:cNvSpPr/>
          <p:nvPr/>
        </p:nvSpPr>
        <p:spPr>
          <a:xfrm>
            <a:off x="7843482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6" name="pl43">
            <a:extLst>
              <a:ext uri="{FF2B5EF4-FFF2-40B4-BE49-F238E27FC236}">
                <a16:creationId xmlns:a16="http://schemas.microsoft.com/office/drawing/2014/main" id="{11FC3486-125C-44B1-BA24-FDB2BED07A21}"/>
              </a:ext>
            </a:extLst>
          </p:cNvPr>
          <p:cNvSpPr/>
          <p:nvPr/>
        </p:nvSpPr>
        <p:spPr>
          <a:xfrm>
            <a:off x="7944194" y="5492740"/>
            <a:ext cx="0" cy="630876"/>
          </a:xfrm>
          <a:custGeom>
            <a:avLst/>
            <a:gdLst/>
            <a:ahLst/>
            <a:cxnLst/>
            <a:rect l="0" t="0" r="0" b="0"/>
            <a:pathLst>
              <a:path h="630876">
                <a:moveTo>
                  <a:pt x="0" y="0"/>
                </a:moveTo>
                <a:lnTo>
                  <a:pt x="0" y="63087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7" name="pl44">
            <a:extLst>
              <a:ext uri="{FF2B5EF4-FFF2-40B4-BE49-F238E27FC236}">
                <a16:creationId xmlns:a16="http://schemas.microsoft.com/office/drawing/2014/main" id="{DE5A38E5-0FF1-4635-AF76-99E0C6C7BE1D}"/>
              </a:ext>
            </a:extLst>
          </p:cNvPr>
          <p:cNvSpPr/>
          <p:nvPr/>
        </p:nvSpPr>
        <p:spPr>
          <a:xfrm>
            <a:off x="8044907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8" name="pl45">
            <a:extLst>
              <a:ext uri="{FF2B5EF4-FFF2-40B4-BE49-F238E27FC236}">
                <a16:creationId xmlns:a16="http://schemas.microsoft.com/office/drawing/2014/main" id="{3DD5EA69-6AB5-4F4B-AF3C-36BAD8E22F2F}"/>
              </a:ext>
            </a:extLst>
          </p:cNvPr>
          <p:cNvSpPr/>
          <p:nvPr/>
        </p:nvSpPr>
        <p:spPr>
          <a:xfrm>
            <a:off x="8145619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19" name="pl46">
            <a:extLst>
              <a:ext uri="{FF2B5EF4-FFF2-40B4-BE49-F238E27FC236}">
                <a16:creationId xmlns:a16="http://schemas.microsoft.com/office/drawing/2014/main" id="{7A12A1F9-B5CC-44D2-A463-A3C0929C30A5}"/>
              </a:ext>
            </a:extLst>
          </p:cNvPr>
          <p:cNvSpPr/>
          <p:nvPr/>
        </p:nvSpPr>
        <p:spPr>
          <a:xfrm>
            <a:off x="8246332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0" name="pl47">
            <a:extLst>
              <a:ext uri="{FF2B5EF4-FFF2-40B4-BE49-F238E27FC236}">
                <a16:creationId xmlns:a16="http://schemas.microsoft.com/office/drawing/2014/main" id="{BD569EFB-4B64-4D6F-B962-9299CBE9BA91}"/>
              </a:ext>
            </a:extLst>
          </p:cNvPr>
          <p:cNvSpPr/>
          <p:nvPr/>
        </p:nvSpPr>
        <p:spPr>
          <a:xfrm>
            <a:off x="8649182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1" name="pl48">
            <a:extLst>
              <a:ext uri="{FF2B5EF4-FFF2-40B4-BE49-F238E27FC236}">
                <a16:creationId xmlns:a16="http://schemas.microsoft.com/office/drawing/2014/main" id="{AE6476F5-6E39-4ED1-86F0-7F30BA89FD44}"/>
              </a:ext>
            </a:extLst>
          </p:cNvPr>
          <p:cNvSpPr/>
          <p:nvPr/>
        </p:nvSpPr>
        <p:spPr>
          <a:xfrm>
            <a:off x="8749894" y="5104830"/>
            <a:ext cx="0" cy="795249"/>
          </a:xfrm>
          <a:custGeom>
            <a:avLst/>
            <a:gdLst/>
            <a:ahLst/>
            <a:cxnLst/>
            <a:rect l="0" t="0" r="0" b="0"/>
            <a:pathLst>
              <a:path h="795249">
                <a:moveTo>
                  <a:pt x="0" y="0"/>
                </a:moveTo>
                <a:lnTo>
                  <a:pt x="0" y="795249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2" name="pl49">
            <a:extLst>
              <a:ext uri="{FF2B5EF4-FFF2-40B4-BE49-F238E27FC236}">
                <a16:creationId xmlns:a16="http://schemas.microsoft.com/office/drawing/2014/main" id="{CED19367-0C6B-4CC8-B039-83EC86BC8316}"/>
              </a:ext>
            </a:extLst>
          </p:cNvPr>
          <p:cNvSpPr/>
          <p:nvPr/>
        </p:nvSpPr>
        <p:spPr>
          <a:xfrm>
            <a:off x="8850607" y="5697075"/>
            <a:ext cx="0" cy="571487"/>
          </a:xfrm>
          <a:custGeom>
            <a:avLst/>
            <a:gdLst/>
            <a:ahLst/>
            <a:cxnLst/>
            <a:rect l="0" t="0" r="0" b="0"/>
            <a:pathLst>
              <a:path h="571487">
                <a:moveTo>
                  <a:pt x="0" y="57148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3" name="pl50">
            <a:extLst>
              <a:ext uri="{FF2B5EF4-FFF2-40B4-BE49-F238E27FC236}">
                <a16:creationId xmlns:a16="http://schemas.microsoft.com/office/drawing/2014/main" id="{57ABA0DF-D3A3-4437-B8D1-6B8BFFE0B7DC}"/>
              </a:ext>
            </a:extLst>
          </p:cNvPr>
          <p:cNvSpPr/>
          <p:nvPr/>
        </p:nvSpPr>
        <p:spPr>
          <a:xfrm>
            <a:off x="8951319" y="626856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4" name="pl51">
            <a:extLst>
              <a:ext uri="{FF2B5EF4-FFF2-40B4-BE49-F238E27FC236}">
                <a16:creationId xmlns:a16="http://schemas.microsoft.com/office/drawing/2014/main" id="{3C47CF94-8133-4776-9DC0-EBB07CDFC50B}"/>
              </a:ext>
            </a:extLst>
          </p:cNvPr>
          <p:cNvSpPr/>
          <p:nvPr/>
        </p:nvSpPr>
        <p:spPr>
          <a:xfrm>
            <a:off x="9253457" y="1613634"/>
            <a:ext cx="0" cy="4185028"/>
          </a:xfrm>
          <a:custGeom>
            <a:avLst/>
            <a:gdLst/>
            <a:ahLst/>
            <a:cxnLst/>
            <a:rect l="0" t="0" r="0" b="0"/>
            <a:pathLst>
              <a:path h="4185028">
                <a:moveTo>
                  <a:pt x="0" y="0"/>
                </a:moveTo>
                <a:lnTo>
                  <a:pt x="0" y="4185028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5" name="pl52">
            <a:extLst>
              <a:ext uri="{FF2B5EF4-FFF2-40B4-BE49-F238E27FC236}">
                <a16:creationId xmlns:a16="http://schemas.microsoft.com/office/drawing/2014/main" id="{13A12703-CEA3-493B-BB78-D687B61027FC}"/>
              </a:ext>
            </a:extLst>
          </p:cNvPr>
          <p:cNvSpPr/>
          <p:nvPr/>
        </p:nvSpPr>
        <p:spPr>
          <a:xfrm>
            <a:off x="9354169" y="5677834"/>
            <a:ext cx="0" cy="202817"/>
          </a:xfrm>
          <a:custGeom>
            <a:avLst/>
            <a:gdLst/>
            <a:ahLst/>
            <a:cxnLst/>
            <a:rect l="0" t="0" r="0" b="0"/>
            <a:pathLst>
              <a:path h="202817">
                <a:moveTo>
                  <a:pt x="0" y="20281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6" name="pl53">
            <a:extLst>
              <a:ext uri="{FF2B5EF4-FFF2-40B4-BE49-F238E27FC236}">
                <a16:creationId xmlns:a16="http://schemas.microsoft.com/office/drawing/2014/main" id="{B5404405-A72C-4B4C-9544-59FE5CD5A057}"/>
              </a:ext>
            </a:extLst>
          </p:cNvPr>
          <p:cNvSpPr/>
          <p:nvPr/>
        </p:nvSpPr>
        <p:spPr>
          <a:xfrm>
            <a:off x="9454882" y="3165276"/>
            <a:ext cx="0" cy="2066296"/>
          </a:xfrm>
          <a:custGeom>
            <a:avLst/>
            <a:gdLst/>
            <a:ahLst/>
            <a:cxnLst/>
            <a:rect l="0" t="0" r="0" b="0"/>
            <a:pathLst>
              <a:path h="2066296">
                <a:moveTo>
                  <a:pt x="0" y="0"/>
                </a:moveTo>
                <a:lnTo>
                  <a:pt x="0" y="206629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7" name="pl54">
            <a:extLst>
              <a:ext uri="{FF2B5EF4-FFF2-40B4-BE49-F238E27FC236}">
                <a16:creationId xmlns:a16="http://schemas.microsoft.com/office/drawing/2014/main" id="{E26A35CE-3E7F-4092-B9D4-8B58051C0430}"/>
              </a:ext>
            </a:extLst>
          </p:cNvPr>
          <p:cNvSpPr/>
          <p:nvPr/>
        </p:nvSpPr>
        <p:spPr>
          <a:xfrm>
            <a:off x="9555594" y="5880651"/>
            <a:ext cx="0" cy="61786"/>
          </a:xfrm>
          <a:custGeom>
            <a:avLst/>
            <a:gdLst/>
            <a:ahLst/>
            <a:cxnLst/>
            <a:rect l="0" t="0" r="0" b="0"/>
            <a:pathLst>
              <a:path h="61786">
                <a:moveTo>
                  <a:pt x="0" y="0"/>
                </a:moveTo>
                <a:lnTo>
                  <a:pt x="0" y="61786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8" name="pl55">
            <a:extLst>
              <a:ext uri="{FF2B5EF4-FFF2-40B4-BE49-F238E27FC236}">
                <a16:creationId xmlns:a16="http://schemas.microsoft.com/office/drawing/2014/main" id="{0DD4D89D-8FFE-4205-8209-128B342D83E9}"/>
              </a:ext>
            </a:extLst>
          </p:cNvPr>
          <p:cNvSpPr/>
          <p:nvPr/>
        </p:nvSpPr>
        <p:spPr>
          <a:xfrm>
            <a:off x="9656307" y="5104830"/>
            <a:ext cx="0" cy="629573"/>
          </a:xfrm>
          <a:custGeom>
            <a:avLst/>
            <a:gdLst/>
            <a:ahLst/>
            <a:cxnLst/>
            <a:rect l="0" t="0" r="0" b="0"/>
            <a:pathLst>
              <a:path h="629573">
                <a:moveTo>
                  <a:pt x="0" y="0"/>
                </a:moveTo>
                <a:lnTo>
                  <a:pt x="0" y="629573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29" name="pl56">
            <a:extLst>
              <a:ext uri="{FF2B5EF4-FFF2-40B4-BE49-F238E27FC236}">
                <a16:creationId xmlns:a16="http://schemas.microsoft.com/office/drawing/2014/main" id="{175A7626-75AF-487E-A15F-8E2C3BD19DAD}"/>
              </a:ext>
            </a:extLst>
          </p:cNvPr>
          <p:cNvSpPr/>
          <p:nvPr/>
        </p:nvSpPr>
        <p:spPr>
          <a:xfrm>
            <a:off x="9958444" y="3165276"/>
            <a:ext cx="0" cy="1886533"/>
          </a:xfrm>
          <a:custGeom>
            <a:avLst/>
            <a:gdLst/>
            <a:ahLst/>
            <a:cxnLst/>
            <a:rect l="0" t="0" r="0" b="0"/>
            <a:pathLst>
              <a:path h="1886533">
                <a:moveTo>
                  <a:pt x="0" y="0"/>
                </a:moveTo>
                <a:lnTo>
                  <a:pt x="0" y="1886533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0" name="pl57">
            <a:extLst>
              <a:ext uri="{FF2B5EF4-FFF2-40B4-BE49-F238E27FC236}">
                <a16:creationId xmlns:a16="http://schemas.microsoft.com/office/drawing/2014/main" id="{5996143B-3845-48C5-8B61-589FB2063B7D}"/>
              </a:ext>
            </a:extLst>
          </p:cNvPr>
          <p:cNvSpPr/>
          <p:nvPr/>
        </p:nvSpPr>
        <p:spPr>
          <a:xfrm>
            <a:off x="10059157" y="4373625"/>
            <a:ext cx="0" cy="1894937"/>
          </a:xfrm>
          <a:custGeom>
            <a:avLst/>
            <a:gdLst/>
            <a:ahLst/>
            <a:cxnLst/>
            <a:rect l="0" t="0" r="0" b="0"/>
            <a:pathLst>
              <a:path h="1894937">
                <a:moveTo>
                  <a:pt x="0" y="1894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1" name="pl58">
            <a:extLst>
              <a:ext uri="{FF2B5EF4-FFF2-40B4-BE49-F238E27FC236}">
                <a16:creationId xmlns:a16="http://schemas.microsoft.com/office/drawing/2014/main" id="{E8A57836-6745-49F6-81D5-90009C87E66A}"/>
              </a:ext>
            </a:extLst>
          </p:cNvPr>
          <p:cNvSpPr/>
          <p:nvPr/>
        </p:nvSpPr>
        <p:spPr>
          <a:xfrm>
            <a:off x="10159869" y="2777366"/>
            <a:ext cx="0" cy="2004149"/>
          </a:xfrm>
          <a:custGeom>
            <a:avLst/>
            <a:gdLst/>
            <a:ahLst/>
            <a:cxnLst/>
            <a:rect l="0" t="0" r="0" b="0"/>
            <a:pathLst>
              <a:path h="2004149">
                <a:moveTo>
                  <a:pt x="0" y="0"/>
                </a:moveTo>
                <a:lnTo>
                  <a:pt x="0" y="2004149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2" name="pl59">
            <a:extLst>
              <a:ext uri="{FF2B5EF4-FFF2-40B4-BE49-F238E27FC236}">
                <a16:creationId xmlns:a16="http://schemas.microsoft.com/office/drawing/2014/main" id="{8F700413-9612-4805-B30F-1440D9564C3D}"/>
              </a:ext>
            </a:extLst>
          </p:cNvPr>
          <p:cNvSpPr/>
          <p:nvPr/>
        </p:nvSpPr>
        <p:spPr>
          <a:xfrm>
            <a:off x="10260582" y="4515486"/>
            <a:ext cx="0" cy="1753075"/>
          </a:xfrm>
          <a:custGeom>
            <a:avLst/>
            <a:gdLst/>
            <a:ahLst/>
            <a:cxnLst/>
            <a:rect l="0" t="0" r="0" b="0"/>
            <a:pathLst>
              <a:path h="1753075">
                <a:moveTo>
                  <a:pt x="0" y="175307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3" name="pl60">
            <a:extLst>
              <a:ext uri="{FF2B5EF4-FFF2-40B4-BE49-F238E27FC236}">
                <a16:creationId xmlns:a16="http://schemas.microsoft.com/office/drawing/2014/main" id="{FD58D98A-92AB-43F4-A7E8-262AADC8463A}"/>
              </a:ext>
            </a:extLst>
          </p:cNvPr>
          <p:cNvSpPr/>
          <p:nvPr/>
        </p:nvSpPr>
        <p:spPr>
          <a:xfrm>
            <a:off x="10361294" y="5071429"/>
            <a:ext cx="0" cy="1197132"/>
          </a:xfrm>
          <a:custGeom>
            <a:avLst/>
            <a:gdLst/>
            <a:ahLst/>
            <a:cxnLst/>
            <a:rect l="0" t="0" r="0" b="0"/>
            <a:pathLst>
              <a:path h="1197132">
                <a:moveTo>
                  <a:pt x="0" y="119713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4" name="pl61">
            <a:extLst>
              <a:ext uri="{FF2B5EF4-FFF2-40B4-BE49-F238E27FC236}">
                <a16:creationId xmlns:a16="http://schemas.microsoft.com/office/drawing/2014/main" id="{8ACABFE4-472B-495B-8B8B-D2F2151F6F88}"/>
              </a:ext>
            </a:extLst>
          </p:cNvPr>
          <p:cNvSpPr/>
          <p:nvPr/>
        </p:nvSpPr>
        <p:spPr>
          <a:xfrm>
            <a:off x="10663432" y="4698504"/>
            <a:ext cx="0" cy="794236"/>
          </a:xfrm>
          <a:custGeom>
            <a:avLst/>
            <a:gdLst/>
            <a:ahLst/>
            <a:cxnLst/>
            <a:rect l="0" t="0" r="0" b="0"/>
            <a:pathLst>
              <a:path h="794236">
                <a:moveTo>
                  <a:pt x="0" y="79423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5" name="pl62">
            <a:extLst>
              <a:ext uri="{FF2B5EF4-FFF2-40B4-BE49-F238E27FC236}">
                <a16:creationId xmlns:a16="http://schemas.microsoft.com/office/drawing/2014/main" id="{3C7D5538-9AE2-40F1-ADF5-0BB6B33AB5F2}"/>
              </a:ext>
            </a:extLst>
          </p:cNvPr>
          <p:cNvSpPr/>
          <p:nvPr/>
        </p:nvSpPr>
        <p:spPr>
          <a:xfrm>
            <a:off x="10764144" y="3879265"/>
            <a:ext cx="0" cy="1613475"/>
          </a:xfrm>
          <a:custGeom>
            <a:avLst/>
            <a:gdLst/>
            <a:ahLst/>
            <a:cxnLst/>
            <a:rect l="0" t="0" r="0" b="0"/>
            <a:pathLst>
              <a:path h="1613475">
                <a:moveTo>
                  <a:pt x="0" y="161347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FFFF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6" name="pt63">
            <a:extLst>
              <a:ext uri="{FF2B5EF4-FFF2-40B4-BE49-F238E27FC236}">
                <a16:creationId xmlns:a16="http://schemas.microsoft.com/office/drawing/2014/main" id="{ADF7796B-A146-40C5-B0B0-09FC1C6B232E}"/>
              </a:ext>
            </a:extLst>
          </p:cNvPr>
          <p:cNvSpPr/>
          <p:nvPr/>
        </p:nvSpPr>
        <p:spPr>
          <a:xfrm>
            <a:off x="1554156" y="4671767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7" name="pt64">
            <a:extLst>
              <a:ext uri="{FF2B5EF4-FFF2-40B4-BE49-F238E27FC236}">
                <a16:creationId xmlns:a16="http://schemas.microsoft.com/office/drawing/2014/main" id="{26E5359D-B348-435C-8416-F5A23C9E4F87}"/>
              </a:ext>
            </a:extLst>
          </p:cNvPr>
          <p:cNvSpPr/>
          <p:nvPr/>
        </p:nvSpPr>
        <p:spPr>
          <a:xfrm>
            <a:off x="1654868" y="1180571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8" name="pt65">
            <a:extLst>
              <a:ext uri="{FF2B5EF4-FFF2-40B4-BE49-F238E27FC236}">
                <a16:creationId xmlns:a16="http://schemas.microsoft.com/office/drawing/2014/main" id="{600EE6FE-80E0-4252-A981-27444C010BDD}"/>
              </a:ext>
            </a:extLst>
          </p:cNvPr>
          <p:cNvSpPr/>
          <p:nvPr/>
        </p:nvSpPr>
        <p:spPr>
          <a:xfrm>
            <a:off x="1755580" y="4671767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39" name="pt66">
            <a:extLst>
              <a:ext uri="{FF2B5EF4-FFF2-40B4-BE49-F238E27FC236}">
                <a16:creationId xmlns:a16="http://schemas.microsoft.com/office/drawing/2014/main" id="{AC052781-F41D-4DFC-8446-BC953AF659BA}"/>
              </a:ext>
            </a:extLst>
          </p:cNvPr>
          <p:cNvSpPr/>
          <p:nvPr/>
        </p:nvSpPr>
        <p:spPr>
          <a:xfrm>
            <a:off x="2158430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0" name="pt67">
            <a:extLst>
              <a:ext uri="{FF2B5EF4-FFF2-40B4-BE49-F238E27FC236}">
                <a16:creationId xmlns:a16="http://schemas.microsoft.com/office/drawing/2014/main" id="{BD8354C6-87CA-4A8E-9504-51A6CBE12602}"/>
              </a:ext>
            </a:extLst>
          </p:cNvPr>
          <p:cNvSpPr/>
          <p:nvPr/>
        </p:nvSpPr>
        <p:spPr>
          <a:xfrm>
            <a:off x="2259143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1" name="pt68">
            <a:extLst>
              <a:ext uri="{FF2B5EF4-FFF2-40B4-BE49-F238E27FC236}">
                <a16:creationId xmlns:a16="http://schemas.microsoft.com/office/drawing/2014/main" id="{6BED0629-D674-482E-A0F5-49269E93DB21}"/>
              </a:ext>
            </a:extLst>
          </p:cNvPr>
          <p:cNvSpPr/>
          <p:nvPr/>
        </p:nvSpPr>
        <p:spPr>
          <a:xfrm>
            <a:off x="2359855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2" name="pt69">
            <a:extLst>
              <a:ext uri="{FF2B5EF4-FFF2-40B4-BE49-F238E27FC236}">
                <a16:creationId xmlns:a16="http://schemas.microsoft.com/office/drawing/2014/main" id="{30F0713D-68AA-4A41-ACCB-49264B55D20C}"/>
              </a:ext>
            </a:extLst>
          </p:cNvPr>
          <p:cNvSpPr/>
          <p:nvPr/>
        </p:nvSpPr>
        <p:spPr>
          <a:xfrm>
            <a:off x="2460568" y="3895946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3" name="pt70">
            <a:extLst>
              <a:ext uri="{FF2B5EF4-FFF2-40B4-BE49-F238E27FC236}">
                <a16:creationId xmlns:a16="http://schemas.microsoft.com/office/drawing/2014/main" id="{458DB1D8-8762-468D-9270-0FD9FA7099CC}"/>
              </a:ext>
            </a:extLst>
          </p:cNvPr>
          <p:cNvSpPr/>
          <p:nvPr/>
        </p:nvSpPr>
        <p:spPr>
          <a:xfrm>
            <a:off x="2561280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4" name="pt71">
            <a:extLst>
              <a:ext uri="{FF2B5EF4-FFF2-40B4-BE49-F238E27FC236}">
                <a16:creationId xmlns:a16="http://schemas.microsoft.com/office/drawing/2014/main" id="{EC051526-2A98-41B3-92D1-F445D1D8DD84}"/>
              </a:ext>
            </a:extLst>
          </p:cNvPr>
          <p:cNvSpPr/>
          <p:nvPr/>
        </p:nvSpPr>
        <p:spPr>
          <a:xfrm>
            <a:off x="2863418" y="350803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5" name="pt72">
            <a:extLst>
              <a:ext uri="{FF2B5EF4-FFF2-40B4-BE49-F238E27FC236}">
                <a16:creationId xmlns:a16="http://schemas.microsoft.com/office/drawing/2014/main" id="{6B62B928-0F9E-4003-A86B-2347B7324CB4}"/>
              </a:ext>
            </a:extLst>
          </p:cNvPr>
          <p:cNvSpPr/>
          <p:nvPr/>
        </p:nvSpPr>
        <p:spPr>
          <a:xfrm>
            <a:off x="2964130" y="2344303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6" name="pt73">
            <a:extLst>
              <a:ext uri="{FF2B5EF4-FFF2-40B4-BE49-F238E27FC236}">
                <a16:creationId xmlns:a16="http://schemas.microsoft.com/office/drawing/2014/main" id="{12C4B26F-BD66-48EE-8D48-F3F588725FDC}"/>
              </a:ext>
            </a:extLst>
          </p:cNvPr>
          <p:cNvSpPr/>
          <p:nvPr/>
        </p:nvSpPr>
        <p:spPr>
          <a:xfrm>
            <a:off x="3064843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7" name="pt74">
            <a:extLst>
              <a:ext uri="{FF2B5EF4-FFF2-40B4-BE49-F238E27FC236}">
                <a16:creationId xmlns:a16="http://schemas.microsoft.com/office/drawing/2014/main" id="{3563B3B7-2B10-4A2C-A1AF-A523C5368879}"/>
              </a:ext>
            </a:extLst>
          </p:cNvPr>
          <p:cNvSpPr/>
          <p:nvPr/>
        </p:nvSpPr>
        <p:spPr>
          <a:xfrm>
            <a:off x="316555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8" name="pt75">
            <a:extLst>
              <a:ext uri="{FF2B5EF4-FFF2-40B4-BE49-F238E27FC236}">
                <a16:creationId xmlns:a16="http://schemas.microsoft.com/office/drawing/2014/main" id="{31B663AB-1426-4AE6-B63C-8C0163C0240D}"/>
              </a:ext>
            </a:extLst>
          </p:cNvPr>
          <p:cNvSpPr/>
          <p:nvPr/>
        </p:nvSpPr>
        <p:spPr>
          <a:xfrm>
            <a:off x="3669118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49" name="pt76">
            <a:extLst>
              <a:ext uri="{FF2B5EF4-FFF2-40B4-BE49-F238E27FC236}">
                <a16:creationId xmlns:a16="http://schemas.microsoft.com/office/drawing/2014/main" id="{25C14BE4-8DB9-4177-961A-AD48B9FA3CB8}"/>
              </a:ext>
            </a:extLst>
          </p:cNvPr>
          <p:cNvSpPr/>
          <p:nvPr/>
        </p:nvSpPr>
        <p:spPr>
          <a:xfrm>
            <a:off x="3769830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0" name="pt77">
            <a:extLst>
              <a:ext uri="{FF2B5EF4-FFF2-40B4-BE49-F238E27FC236}">
                <a16:creationId xmlns:a16="http://schemas.microsoft.com/office/drawing/2014/main" id="{D9269817-927F-47B6-BCEC-77C3EE5DC257}"/>
              </a:ext>
            </a:extLst>
          </p:cNvPr>
          <p:cNvSpPr/>
          <p:nvPr/>
        </p:nvSpPr>
        <p:spPr>
          <a:xfrm>
            <a:off x="3870543" y="5059678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1" name="pt78">
            <a:extLst>
              <a:ext uri="{FF2B5EF4-FFF2-40B4-BE49-F238E27FC236}">
                <a16:creationId xmlns:a16="http://schemas.microsoft.com/office/drawing/2014/main" id="{12E834BE-4136-4A38-A293-6A6AD8484CD0}"/>
              </a:ext>
            </a:extLst>
          </p:cNvPr>
          <p:cNvSpPr/>
          <p:nvPr/>
        </p:nvSpPr>
        <p:spPr>
          <a:xfrm>
            <a:off x="397125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2" name="pt79">
            <a:extLst>
              <a:ext uri="{FF2B5EF4-FFF2-40B4-BE49-F238E27FC236}">
                <a16:creationId xmlns:a16="http://schemas.microsoft.com/office/drawing/2014/main" id="{67AC5B44-D10B-46ED-B484-F33668C1B5A7}"/>
              </a:ext>
            </a:extLst>
          </p:cNvPr>
          <p:cNvSpPr/>
          <p:nvPr/>
        </p:nvSpPr>
        <p:spPr>
          <a:xfrm>
            <a:off x="4273393" y="2344303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3" name="pt80">
            <a:extLst>
              <a:ext uri="{FF2B5EF4-FFF2-40B4-BE49-F238E27FC236}">
                <a16:creationId xmlns:a16="http://schemas.microsoft.com/office/drawing/2014/main" id="{CA5C25E9-0C99-4126-BA01-9A21FBA9E105}"/>
              </a:ext>
            </a:extLst>
          </p:cNvPr>
          <p:cNvSpPr/>
          <p:nvPr/>
        </p:nvSpPr>
        <p:spPr>
          <a:xfrm>
            <a:off x="4374105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4" name="pt81">
            <a:extLst>
              <a:ext uri="{FF2B5EF4-FFF2-40B4-BE49-F238E27FC236}">
                <a16:creationId xmlns:a16="http://schemas.microsoft.com/office/drawing/2014/main" id="{61EDB0DA-5D3A-4A52-B9AD-24878F972277}"/>
              </a:ext>
            </a:extLst>
          </p:cNvPr>
          <p:cNvSpPr/>
          <p:nvPr/>
        </p:nvSpPr>
        <p:spPr>
          <a:xfrm>
            <a:off x="4474818" y="2732214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5" name="pt82">
            <a:extLst>
              <a:ext uri="{FF2B5EF4-FFF2-40B4-BE49-F238E27FC236}">
                <a16:creationId xmlns:a16="http://schemas.microsoft.com/office/drawing/2014/main" id="{3486DFB6-2C58-42A2-9425-0BF29F5D0261}"/>
              </a:ext>
            </a:extLst>
          </p:cNvPr>
          <p:cNvSpPr/>
          <p:nvPr/>
        </p:nvSpPr>
        <p:spPr>
          <a:xfrm>
            <a:off x="4978380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6" name="pt83">
            <a:extLst>
              <a:ext uri="{FF2B5EF4-FFF2-40B4-BE49-F238E27FC236}">
                <a16:creationId xmlns:a16="http://schemas.microsoft.com/office/drawing/2014/main" id="{79B2BCB3-5901-4D89-B79A-45AF1E5066AF}"/>
              </a:ext>
            </a:extLst>
          </p:cNvPr>
          <p:cNvSpPr/>
          <p:nvPr/>
        </p:nvSpPr>
        <p:spPr>
          <a:xfrm>
            <a:off x="5079093" y="350803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7" name="pt84">
            <a:extLst>
              <a:ext uri="{FF2B5EF4-FFF2-40B4-BE49-F238E27FC236}">
                <a16:creationId xmlns:a16="http://schemas.microsoft.com/office/drawing/2014/main" id="{47E14ACB-99B1-4308-B4E5-06EF37642FB8}"/>
              </a:ext>
            </a:extLst>
          </p:cNvPr>
          <p:cNvSpPr/>
          <p:nvPr/>
        </p:nvSpPr>
        <p:spPr>
          <a:xfrm>
            <a:off x="5179805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8" name="pt85">
            <a:extLst>
              <a:ext uri="{FF2B5EF4-FFF2-40B4-BE49-F238E27FC236}">
                <a16:creationId xmlns:a16="http://schemas.microsoft.com/office/drawing/2014/main" id="{E23BEE7E-C367-4990-A345-5079B8D5C5E5}"/>
              </a:ext>
            </a:extLst>
          </p:cNvPr>
          <p:cNvSpPr/>
          <p:nvPr/>
        </p:nvSpPr>
        <p:spPr>
          <a:xfrm>
            <a:off x="5280518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59" name="pt86">
            <a:extLst>
              <a:ext uri="{FF2B5EF4-FFF2-40B4-BE49-F238E27FC236}">
                <a16:creationId xmlns:a16="http://schemas.microsoft.com/office/drawing/2014/main" id="{26CAF154-6DDC-4ED6-9A1B-4F42793E4A82}"/>
              </a:ext>
            </a:extLst>
          </p:cNvPr>
          <p:cNvSpPr/>
          <p:nvPr/>
        </p:nvSpPr>
        <p:spPr>
          <a:xfrm>
            <a:off x="5381230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0" name="pt87">
            <a:extLst>
              <a:ext uri="{FF2B5EF4-FFF2-40B4-BE49-F238E27FC236}">
                <a16:creationId xmlns:a16="http://schemas.microsoft.com/office/drawing/2014/main" id="{E3C4E908-CE1B-4766-A544-EEC30A536B00}"/>
              </a:ext>
            </a:extLst>
          </p:cNvPr>
          <p:cNvSpPr/>
          <p:nvPr/>
        </p:nvSpPr>
        <p:spPr>
          <a:xfrm>
            <a:off x="5683368" y="350803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1" name="pt88">
            <a:extLst>
              <a:ext uri="{FF2B5EF4-FFF2-40B4-BE49-F238E27FC236}">
                <a16:creationId xmlns:a16="http://schemas.microsoft.com/office/drawing/2014/main" id="{5AFE0AF5-9DFF-4D26-85A7-22A620FE0F32}"/>
              </a:ext>
            </a:extLst>
          </p:cNvPr>
          <p:cNvSpPr/>
          <p:nvPr/>
        </p:nvSpPr>
        <p:spPr>
          <a:xfrm>
            <a:off x="5784080" y="3895946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2" name="pt89">
            <a:extLst>
              <a:ext uri="{FF2B5EF4-FFF2-40B4-BE49-F238E27FC236}">
                <a16:creationId xmlns:a16="http://schemas.microsoft.com/office/drawing/2014/main" id="{C05D7982-CB1A-4387-A74D-AD76C6FC7133}"/>
              </a:ext>
            </a:extLst>
          </p:cNvPr>
          <p:cNvSpPr/>
          <p:nvPr/>
        </p:nvSpPr>
        <p:spPr>
          <a:xfrm>
            <a:off x="5884793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3" name="pt90">
            <a:extLst>
              <a:ext uri="{FF2B5EF4-FFF2-40B4-BE49-F238E27FC236}">
                <a16:creationId xmlns:a16="http://schemas.microsoft.com/office/drawing/2014/main" id="{21A7BF12-9408-443B-8786-78162AFB0677}"/>
              </a:ext>
            </a:extLst>
          </p:cNvPr>
          <p:cNvSpPr/>
          <p:nvPr/>
        </p:nvSpPr>
        <p:spPr>
          <a:xfrm>
            <a:off x="598550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4" name="pt91">
            <a:extLst>
              <a:ext uri="{FF2B5EF4-FFF2-40B4-BE49-F238E27FC236}">
                <a16:creationId xmlns:a16="http://schemas.microsoft.com/office/drawing/2014/main" id="{275086AA-ED36-489A-B73F-A3697128C62B}"/>
              </a:ext>
            </a:extLst>
          </p:cNvPr>
          <p:cNvSpPr/>
          <p:nvPr/>
        </p:nvSpPr>
        <p:spPr>
          <a:xfrm>
            <a:off x="6086218" y="312012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5" name="pt92">
            <a:extLst>
              <a:ext uri="{FF2B5EF4-FFF2-40B4-BE49-F238E27FC236}">
                <a16:creationId xmlns:a16="http://schemas.microsoft.com/office/drawing/2014/main" id="{F8BE8C8B-0DDE-41E2-BB73-F61767404E42}"/>
              </a:ext>
            </a:extLst>
          </p:cNvPr>
          <p:cNvSpPr/>
          <p:nvPr/>
        </p:nvSpPr>
        <p:spPr>
          <a:xfrm>
            <a:off x="638835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6" name="pt93">
            <a:extLst>
              <a:ext uri="{FF2B5EF4-FFF2-40B4-BE49-F238E27FC236}">
                <a16:creationId xmlns:a16="http://schemas.microsoft.com/office/drawing/2014/main" id="{78EA0BF0-57D4-4CF9-9D04-D1D4B912670C}"/>
              </a:ext>
            </a:extLst>
          </p:cNvPr>
          <p:cNvSpPr/>
          <p:nvPr/>
        </p:nvSpPr>
        <p:spPr>
          <a:xfrm>
            <a:off x="6489068" y="5059678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7" name="pt94">
            <a:extLst>
              <a:ext uri="{FF2B5EF4-FFF2-40B4-BE49-F238E27FC236}">
                <a16:creationId xmlns:a16="http://schemas.microsoft.com/office/drawing/2014/main" id="{BB445CB0-3EFB-465F-8A5E-FBAAF95C6E6A}"/>
              </a:ext>
            </a:extLst>
          </p:cNvPr>
          <p:cNvSpPr/>
          <p:nvPr/>
        </p:nvSpPr>
        <p:spPr>
          <a:xfrm>
            <a:off x="6589780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8" name="pt95">
            <a:extLst>
              <a:ext uri="{FF2B5EF4-FFF2-40B4-BE49-F238E27FC236}">
                <a16:creationId xmlns:a16="http://schemas.microsoft.com/office/drawing/2014/main" id="{509BA6D6-75B8-47C4-AE99-3DC78B1B8283}"/>
              </a:ext>
            </a:extLst>
          </p:cNvPr>
          <p:cNvSpPr/>
          <p:nvPr/>
        </p:nvSpPr>
        <p:spPr>
          <a:xfrm>
            <a:off x="6690493" y="5059678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69" name="pt96">
            <a:extLst>
              <a:ext uri="{FF2B5EF4-FFF2-40B4-BE49-F238E27FC236}">
                <a16:creationId xmlns:a16="http://schemas.microsoft.com/office/drawing/2014/main" id="{C324F02C-882A-4D2B-9594-BBC37656C868}"/>
              </a:ext>
            </a:extLst>
          </p:cNvPr>
          <p:cNvSpPr/>
          <p:nvPr/>
        </p:nvSpPr>
        <p:spPr>
          <a:xfrm>
            <a:off x="679120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70" name="pt97">
            <a:extLst>
              <a:ext uri="{FF2B5EF4-FFF2-40B4-BE49-F238E27FC236}">
                <a16:creationId xmlns:a16="http://schemas.microsoft.com/office/drawing/2014/main" id="{1780F171-AE1D-43F1-9179-2E57D3BC7B0D}"/>
              </a:ext>
            </a:extLst>
          </p:cNvPr>
          <p:cNvSpPr/>
          <p:nvPr/>
        </p:nvSpPr>
        <p:spPr>
          <a:xfrm>
            <a:off x="7093343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71" name="pt98">
            <a:extLst>
              <a:ext uri="{FF2B5EF4-FFF2-40B4-BE49-F238E27FC236}">
                <a16:creationId xmlns:a16="http://schemas.microsoft.com/office/drawing/2014/main" id="{2B0BF8E4-7630-4DDE-93DC-A33CEE98405E}"/>
              </a:ext>
            </a:extLst>
          </p:cNvPr>
          <p:cNvSpPr/>
          <p:nvPr/>
        </p:nvSpPr>
        <p:spPr>
          <a:xfrm>
            <a:off x="7194055" y="1180571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72" name="pt99">
            <a:extLst>
              <a:ext uri="{FF2B5EF4-FFF2-40B4-BE49-F238E27FC236}">
                <a16:creationId xmlns:a16="http://schemas.microsoft.com/office/drawing/2014/main" id="{9A6DB8AC-4761-48D8-AF27-2E4F91074D38}"/>
              </a:ext>
            </a:extLst>
          </p:cNvPr>
          <p:cNvSpPr/>
          <p:nvPr/>
        </p:nvSpPr>
        <p:spPr>
          <a:xfrm>
            <a:off x="7294768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74" name="pt101">
            <a:extLst>
              <a:ext uri="{FF2B5EF4-FFF2-40B4-BE49-F238E27FC236}">
                <a16:creationId xmlns:a16="http://schemas.microsoft.com/office/drawing/2014/main" id="{01C8F2A0-4309-4BAB-947B-7E1C80BABF43}"/>
              </a:ext>
            </a:extLst>
          </p:cNvPr>
          <p:cNvSpPr/>
          <p:nvPr/>
        </p:nvSpPr>
        <p:spPr>
          <a:xfrm>
            <a:off x="7899042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79" name="pt106">
            <a:extLst>
              <a:ext uri="{FF2B5EF4-FFF2-40B4-BE49-F238E27FC236}">
                <a16:creationId xmlns:a16="http://schemas.microsoft.com/office/drawing/2014/main" id="{45BB5C8A-E72D-4CEF-BEA6-752BC8F2158B}"/>
              </a:ext>
            </a:extLst>
          </p:cNvPr>
          <p:cNvSpPr/>
          <p:nvPr/>
        </p:nvSpPr>
        <p:spPr>
          <a:xfrm>
            <a:off x="8704742" y="5059678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0" name="pt107">
            <a:extLst>
              <a:ext uri="{FF2B5EF4-FFF2-40B4-BE49-F238E27FC236}">
                <a16:creationId xmlns:a16="http://schemas.microsoft.com/office/drawing/2014/main" id="{75843AD3-ED74-40F7-B2A5-6EC16E0F6895}"/>
              </a:ext>
            </a:extLst>
          </p:cNvPr>
          <p:cNvSpPr/>
          <p:nvPr/>
        </p:nvSpPr>
        <p:spPr>
          <a:xfrm>
            <a:off x="880545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2" name="pt109">
            <a:extLst>
              <a:ext uri="{FF2B5EF4-FFF2-40B4-BE49-F238E27FC236}">
                <a16:creationId xmlns:a16="http://schemas.microsoft.com/office/drawing/2014/main" id="{8ECDE4C1-7663-4009-8375-F04180607A9C}"/>
              </a:ext>
            </a:extLst>
          </p:cNvPr>
          <p:cNvSpPr/>
          <p:nvPr/>
        </p:nvSpPr>
        <p:spPr>
          <a:xfrm>
            <a:off x="9208305" y="1568482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3" name="pt110">
            <a:extLst>
              <a:ext uri="{FF2B5EF4-FFF2-40B4-BE49-F238E27FC236}">
                <a16:creationId xmlns:a16="http://schemas.microsoft.com/office/drawing/2014/main" id="{36969490-9485-48E7-846C-189A14E0CEBD}"/>
              </a:ext>
            </a:extLst>
          </p:cNvPr>
          <p:cNvSpPr/>
          <p:nvPr/>
        </p:nvSpPr>
        <p:spPr>
          <a:xfrm>
            <a:off x="9309017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4" name="pt111">
            <a:extLst>
              <a:ext uri="{FF2B5EF4-FFF2-40B4-BE49-F238E27FC236}">
                <a16:creationId xmlns:a16="http://schemas.microsoft.com/office/drawing/2014/main" id="{3F1209FC-93BC-443E-9851-E4E199A99BBF}"/>
              </a:ext>
            </a:extLst>
          </p:cNvPr>
          <p:cNvSpPr/>
          <p:nvPr/>
        </p:nvSpPr>
        <p:spPr>
          <a:xfrm>
            <a:off x="9409730" y="312012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5" name="pt112">
            <a:extLst>
              <a:ext uri="{FF2B5EF4-FFF2-40B4-BE49-F238E27FC236}">
                <a16:creationId xmlns:a16="http://schemas.microsoft.com/office/drawing/2014/main" id="{9AD4D3DD-70A4-4B3C-ACCB-071C3733A65B}"/>
              </a:ext>
            </a:extLst>
          </p:cNvPr>
          <p:cNvSpPr/>
          <p:nvPr/>
        </p:nvSpPr>
        <p:spPr>
          <a:xfrm>
            <a:off x="9510442" y="583549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6" name="pt113">
            <a:extLst>
              <a:ext uri="{FF2B5EF4-FFF2-40B4-BE49-F238E27FC236}">
                <a16:creationId xmlns:a16="http://schemas.microsoft.com/office/drawing/2014/main" id="{37589182-F91A-4EBF-8B28-A30ACE704417}"/>
              </a:ext>
            </a:extLst>
          </p:cNvPr>
          <p:cNvSpPr/>
          <p:nvPr/>
        </p:nvSpPr>
        <p:spPr>
          <a:xfrm>
            <a:off x="9611155" y="5059678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7" name="pt114">
            <a:extLst>
              <a:ext uri="{FF2B5EF4-FFF2-40B4-BE49-F238E27FC236}">
                <a16:creationId xmlns:a16="http://schemas.microsoft.com/office/drawing/2014/main" id="{D7A4AAA4-1F52-4FB6-9B22-5CC43433DCB0}"/>
              </a:ext>
            </a:extLst>
          </p:cNvPr>
          <p:cNvSpPr/>
          <p:nvPr/>
        </p:nvSpPr>
        <p:spPr>
          <a:xfrm>
            <a:off x="9913292" y="3120125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8" name="pt115">
            <a:extLst>
              <a:ext uri="{FF2B5EF4-FFF2-40B4-BE49-F238E27FC236}">
                <a16:creationId xmlns:a16="http://schemas.microsoft.com/office/drawing/2014/main" id="{323B458C-44DE-40BD-B52F-D887D8DD566D}"/>
              </a:ext>
            </a:extLst>
          </p:cNvPr>
          <p:cNvSpPr/>
          <p:nvPr/>
        </p:nvSpPr>
        <p:spPr>
          <a:xfrm>
            <a:off x="10014005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89" name="pt116">
            <a:extLst>
              <a:ext uri="{FF2B5EF4-FFF2-40B4-BE49-F238E27FC236}">
                <a16:creationId xmlns:a16="http://schemas.microsoft.com/office/drawing/2014/main" id="{C3C6726B-8DDD-4C8B-9124-4C5026C9F283}"/>
              </a:ext>
            </a:extLst>
          </p:cNvPr>
          <p:cNvSpPr/>
          <p:nvPr/>
        </p:nvSpPr>
        <p:spPr>
          <a:xfrm>
            <a:off x="10114717" y="2732214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0" name="pt117">
            <a:extLst>
              <a:ext uri="{FF2B5EF4-FFF2-40B4-BE49-F238E27FC236}">
                <a16:creationId xmlns:a16="http://schemas.microsoft.com/office/drawing/2014/main" id="{3212861B-3F5E-4B53-903B-57D9F9843B15}"/>
              </a:ext>
            </a:extLst>
          </p:cNvPr>
          <p:cNvSpPr/>
          <p:nvPr/>
        </p:nvSpPr>
        <p:spPr>
          <a:xfrm>
            <a:off x="10215430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1" name="pt118">
            <a:extLst>
              <a:ext uri="{FF2B5EF4-FFF2-40B4-BE49-F238E27FC236}">
                <a16:creationId xmlns:a16="http://schemas.microsoft.com/office/drawing/2014/main" id="{BAA57932-A5F5-46BF-AF9B-F96B98BB959B}"/>
              </a:ext>
            </a:extLst>
          </p:cNvPr>
          <p:cNvSpPr/>
          <p:nvPr/>
        </p:nvSpPr>
        <p:spPr>
          <a:xfrm>
            <a:off x="10316142" y="6223410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2" name="pt119">
            <a:extLst>
              <a:ext uri="{FF2B5EF4-FFF2-40B4-BE49-F238E27FC236}">
                <a16:creationId xmlns:a16="http://schemas.microsoft.com/office/drawing/2014/main" id="{EEE2A319-B5DD-4C30-B9B7-1ACDAFDC0154}"/>
              </a:ext>
            </a:extLst>
          </p:cNvPr>
          <p:cNvSpPr/>
          <p:nvPr/>
        </p:nvSpPr>
        <p:spPr>
          <a:xfrm>
            <a:off x="10618280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3" name="pt120">
            <a:extLst>
              <a:ext uri="{FF2B5EF4-FFF2-40B4-BE49-F238E27FC236}">
                <a16:creationId xmlns:a16="http://schemas.microsoft.com/office/drawing/2014/main" id="{AEDEC5AC-25FF-428A-AFF4-AA8A8C979958}"/>
              </a:ext>
            </a:extLst>
          </p:cNvPr>
          <p:cNvSpPr/>
          <p:nvPr/>
        </p:nvSpPr>
        <p:spPr>
          <a:xfrm>
            <a:off x="10718992" y="5447589"/>
            <a:ext cx="90303" cy="90303"/>
          </a:xfrm>
          <a:prstGeom prst="ellipse">
            <a:avLst/>
          </a:prstGeom>
          <a:solidFill>
            <a:schemeClr val="bg1"/>
          </a:solidFill>
          <a:ln w="900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4" name="pl121">
            <a:extLst>
              <a:ext uri="{FF2B5EF4-FFF2-40B4-BE49-F238E27FC236}">
                <a16:creationId xmlns:a16="http://schemas.microsoft.com/office/drawing/2014/main" id="{B15AA1A7-B602-40A1-B53B-8559DE3250BD}"/>
              </a:ext>
            </a:extLst>
          </p:cNvPr>
          <p:cNvSpPr/>
          <p:nvPr/>
        </p:nvSpPr>
        <p:spPr>
          <a:xfrm>
            <a:off x="1599307" y="1225723"/>
            <a:ext cx="9164836" cy="5042838"/>
          </a:xfrm>
          <a:custGeom>
            <a:avLst/>
            <a:gdLst/>
            <a:ahLst/>
            <a:cxnLst/>
            <a:rect l="0" t="0" r="0" b="0"/>
            <a:pathLst>
              <a:path w="9164836" h="5042838">
                <a:moveTo>
                  <a:pt x="0" y="3491196"/>
                </a:moveTo>
                <a:lnTo>
                  <a:pt x="100712" y="0"/>
                </a:lnTo>
                <a:lnTo>
                  <a:pt x="201424" y="3491196"/>
                </a:lnTo>
                <a:lnTo>
                  <a:pt x="604274" y="5042838"/>
                </a:lnTo>
                <a:lnTo>
                  <a:pt x="704987" y="5042838"/>
                </a:lnTo>
                <a:lnTo>
                  <a:pt x="805699" y="4267017"/>
                </a:lnTo>
                <a:lnTo>
                  <a:pt x="906412" y="2715374"/>
                </a:lnTo>
                <a:lnTo>
                  <a:pt x="1007124" y="5042838"/>
                </a:lnTo>
                <a:lnTo>
                  <a:pt x="1309262" y="2327464"/>
                </a:lnTo>
                <a:lnTo>
                  <a:pt x="1409974" y="1163732"/>
                </a:lnTo>
                <a:lnTo>
                  <a:pt x="1510687" y="5042838"/>
                </a:lnTo>
                <a:lnTo>
                  <a:pt x="1611399" y="5042838"/>
                </a:lnTo>
                <a:lnTo>
                  <a:pt x="2114962" y="4267017"/>
                </a:lnTo>
                <a:lnTo>
                  <a:pt x="2215674" y="4654928"/>
                </a:lnTo>
                <a:lnTo>
                  <a:pt x="2316387" y="3879106"/>
                </a:lnTo>
                <a:lnTo>
                  <a:pt x="2417099" y="5042838"/>
                </a:lnTo>
                <a:lnTo>
                  <a:pt x="2719237" y="1163732"/>
                </a:lnTo>
                <a:lnTo>
                  <a:pt x="2819949" y="4654928"/>
                </a:lnTo>
                <a:lnTo>
                  <a:pt x="2920662" y="1551642"/>
                </a:lnTo>
                <a:lnTo>
                  <a:pt x="3424224" y="5042838"/>
                </a:lnTo>
                <a:lnTo>
                  <a:pt x="3524937" y="2327464"/>
                </a:lnTo>
                <a:lnTo>
                  <a:pt x="3625649" y="4654928"/>
                </a:lnTo>
                <a:lnTo>
                  <a:pt x="3726362" y="4654928"/>
                </a:lnTo>
                <a:lnTo>
                  <a:pt x="3827074" y="5042838"/>
                </a:lnTo>
                <a:lnTo>
                  <a:pt x="4129212" y="2327464"/>
                </a:lnTo>
                <a:lnTo>
                  <a:pt x="4229924" y="2715374"/>
                </a:lnTo>
                <a:lnTo>
                  <a:pt x="4330637" y="5042838"/>
                </a:lnTo>
                <a:lnTo>
                  <a:pt x="4431349" y="5042838"/>
                </a:lnTo>
                <a:lnTo>
                  <a:pt x="4532062" y="1939553"/>
                </a:lnTo>
                <a:lnTo>
                  <a:pt x="4834199" y="5042838"/>
                </a:lnTo>
                <a:lnTo>
                  <a:pt x="4934912" y="3879106"/>
                </a:lnTo>
                <a:lnTo>
                  <a:pt x="5035624" y="4267017"/>
                </a:lnTo>
                <a:lnTo>
                  <a:pt x="5136337" y="3879106"/>
                </a:lnTo>
                <a:lnTo>
                  <a:pt x="5237049" y="5042838"/>
                </a:lnTo>
                <a:lnTo>
                  <a:pt x="5539187" y="5042838"/>
                </a:lnTo>
                <a:lnTo>
                  <a:pt x="5639899" y="0"/>
                </a:lnTo>
                <a:lnTo>
                  <a:pt x="5740612" y="5042838"/>
                </a:lnTo>
                <a:lnTo>
                  <a:pt x="6244174" y="5042838"/>
                </a:lnTo>
                <a:lnTo>
                  <a:pt x="6344886" y="4267017"/>
                </a:lnTo>
                <a:lnTo>
                  <a:pt x="6445599" y="5042838"/>
                </a:lnTo>
                <a:lnTo>
                  <a:pt x="6546311" y="5042838"/>
                </a:lnTo>
                <a:lnTo>
                  <a:pt x="6647024" y="5042838"/>
                </a:lnTo>
                <a:lnTo>
                  <a:pt x="7049874" y="5042838"/>
                </a:lnTo>
                <a:lnTo>
                  <a:pt x="7150586" y="3879106"/>
                </a:lnTo>
                <a:lnTo>
                  <a:pt x="7251299" y="5042838"/>
                </a:lnTo>
                <a:lnTo>
                  <a:pt x="7352011" y="5042838"/>
                </a:lnTo>
                <a:lnTo>
                  <a:pt x="7654149" y="387910"/>
                </a:lnTo>
                <a:lnTo>
                  <a:pt x="7754861" y="4654928"/>
                </a:lnTo>
                <a:lnTo>
                  <a:pt x="7855574" y="1939553"/>
                </a:lnTo>
                <a:lnTo>
                  <a:pt x="7956286" y="4654928"/>
                </a:lnTo>
                <a:lnTo>
                  <a:pt x="8056999" y="3879106"/>
                </a:lnTo>
                <a:lnTo>
                  <a:pt x="8359136" y="1939553"/>
                </a:lnTo>
                <a:lnTo>
                  <a:pt x="8459849" y="5042838"/>
                </a:lnTo>
                <a:lnTo>
                  <a:pt x="8560561" y="1551642"/>
                </a:lnTo>
                <a:lnTo>
                  <a:pt x="8661274" y="5042838"/>
                </a:lnTo>
                <a:lnTo>
                  <a:pt x="8761986" y="5042838"/>
                </a:lnTo>
                <a:lnTo>
                  <a:pt x="9064124" y="4267017"/>
                </a:lnTo>
                <a:lnTo>
                  <a:pt x="9164836" y="4267017"/>
                </a:lnTo>
              </a:path>
            </a:pathLst>
          </a:custGeom>
          <a:ln w="12700" cap="flat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5" name="pt122">
            <a:extLst>
              <a:ext uri="{FF2B5EF4-FFF2-40B4-BE49-F238E27FC236}">
                <a16:creationId xmlns:a16="http://schemas.microsoft.com/office/drawing/2014/main" id="{6DAE384B-4AD7-419C-95D3-1968DD2900BC}"/>
              </a:ext>
            </a:extLst>
          </p:cNvPr>
          <p:cNvSpPr/>
          <p:nvPr/>
        </p:nvSpPr>
        <p:spPr>
          <a:xfrm>
            <a:off x="1554156" y="3300697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6" name="pt123">
            <a:extLst>
              <a:ext uri="{FF2B5EF4-FFF2-40B4-BE49-F238E27FC236}">
                <a16:creationId xmlns:a16="http://schemas.microsoft.com/office/drawing/2014/main" id="{B383CB5F-8732-4B35-9262-84AD29DCC259}"/>
              </a:ext>
            </a:extLst>
          </p:cNvPr>
          <p:cNvSpPr/>
          <p:nvPr/>
        </p:nvSpPr>
        <p:spPr>
          <a:xfrm>
            <a:off x="1654868" y="382407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7" name="pt124">
            <a:extLst>
              <a:ext uri="{FF2B5EF4-FFF2-40B4-BE49-F238E27FC236}">
                <a16:creationId xmlns:a16="http://schemas.microsoft.com/office/drawing/2014/main" id="{6334983E-0B67-4F8B-B144-853BC42594D9}"/>
              </a:ext>
            </a:extLst>
          </p:cNvPr>
          <p:cNvSpPr/>
          <p:nvPr/>
        </p:nvSpPr>
        <p:spPr>
          <a:xfrm>
            <a:off x="1755580" y="384050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8" name="pt125">
            <a:extLst>
              <a:ext uri="{FF2B5EF4-FFF2-40B4-BE49-F238E27FC236}">
                <a16:creationId xmlns:a16="http://schemas.microsoft.com/office/drawing/2014/main" id="{4240AE0B-A795-418D-978A-1A5254BF8430}"/>
              </a:ext>
            </a:extLst>
          </p:cNvPr>
          <p:cNvSpPr/>
          <p:nvPr/>
        </p:nvSpPr>
        <p:spPr>
          <a:xfrm>
            <a:off x="2158430" y="3869474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99" name="pt126">
            <a:extLst>
              <a:ext uri="{FF2B5EF4-FFF2-40B4-BE49-F238E27FC236}">
                <a16:creationId xmlns:a16="http://schemas.microsoft.com/office/drawing/2014/main" id="{916AF874-0373-4984-A654-0747AF04182A}"/>
              </a:ext>
            </a:extLst>
          </p:cNvPr>
          <p:cNvSpPr/>
          <p:nvPr/>
        </p:nvSpPr>
        <p:spPr>
          <a:xfrm>
            <a:off x="2259143" y="382742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0" name="pt127">
            <a:extLst>
              <a:ext uri="{FF2B5EF4-FFF2-40B4-BE49-F238E27FC236}">
                <a16:creationId xmlns:a16="http://schemas.microsoft.com/office/drawing/2014/main" id="{2FC1EC21-B29D-4970-B3B7-B4D03375E9CC}"/>
              </a:ext>
            </a:extLst>
          </p:cNvPr>
          <p:cNvSpPr/>
          <p:nvPr/>
        </p:nvSpPr>
        <p:spPr>
          <a:xfrm>
            <a:off x="2359855" y="334342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1" name="pt128">
            <a:extLst>
              <a:ext uri="{FF2B5EF4-FFF2-40B4-BE49-F238E27FC236}">
                <a16:creationId xmlns:a16="http://schemas.microsoft.com/office/drawing/2014/main" id="{63C18895-8841-4DA2-BB34-E07D4FC0B86D}"/>
              </a:ext>
            </a:extLst>
          </p:cNvPr>
          <p:cNvSpPr/>
          <p:nvPr/>
        </p:nvSpPr>
        <p:spPr>
          <a:xfrm>
            <a:off x="2460568" y="3718006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2" name="pt129">
            <a:extLst>
              <a:ext uri="{FF2B5EF4-FFF2-40B4-BE49-F238E27FC236}">
                <a16:creationId xmlns:a16="http://schemas.microsoft.com/office/drawing/2014/main" id="{B0447B9A-7DB7-4160-ADAA-80A465844D9A}"/>
              </a:ext>
            </a:extLst>
          </p:cNvPr>
          <p:cNvSpPr/>
          <p:nvPr/>
        </p:nvSpPr>
        <p:spPr>
          <a:xfrm>
            <a:off x="2561280" y="390847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3" name="pt130">
            <a:extLst>
              <a:ext uri="{FF2B5EF4-FFF2-40B4-BE49-F238E27FC236}">
                <a16:creationId xmlns:a16="http://schemas.microsoft.com/office/drawing/2014/main" id="{C0BD65E0-A9EE-4A70-9BE0-BF4FEF487810}"/>
              </a:ext>
            </a:extLst>
          </p:cNvPr>
          <p:cNvSpPr/>
          <p:nvPr/>
        </p:nvSpPr>
        <p:spPr>
          <a:xfrm>
            <a:off x="2863418" y="387635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4" name="pt131">
            <a:extLst>
              <a:ext uri="{FF2B5EF4-FFF2-40B4-BE49-F238E27FC236}">
                <a16:creationId xmlns:a16="http://schemas.microsoft.com/office/drawing/2014/main" id="{C57E20E3-8667-480B-89BD-1D3C2D5B0AAE}"/>
              </a:ext>
            </a:extLst>
          </p:cNvPr>
          <p:cNvSpPr/>
          <p:nvPr/>
        </p:nvSpPr>
        <p:spPr>
          <a:xfrm>
            <a:off x="2964130" y="301981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5" name="pt132">
            <a:extLst>
              <a:ext uri="{FF2B5EF4-FFF2-40B4-BE49-F238E27FC236}">
                <a16:creationId xmlns:a16="http://schemas.microsoft.com/office/drawing/2014/main" id="{03F5FA1E-A546-4B78-8527-1CB753BE8242}"/>
              </a:ext>
            </a:extLst>
          </p:cNvPr>
          <p:cNvSpPr/>
          <p:nvPr/>
        </p:nvSpPr>
        <p:spPr>
          <a:xfrm>
            <a:off x="3064843" y="344166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6" name="pt133">
            <a:extLst>
              <a:ext uri="{FF2B5EF4-FFF2-40B4-BE49-F238E27FC236}">
                <a16:creationId xmlns:a16="http://schemas.microsoft.com/office/drawing/2014/main" id="{8B2013A9-CA87-465E-9D34-104D7A4344D7}"/>
              </a:ext>
            </a:extLst>
          </p:cNvPr>
          <p:cNvSpPr/>
          <p:nvPr/>
        </p:nvSpPr>
        <p:spPr>
          <a:xfrm>
            <a:off x="3165555" y="382495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7" name="pt134">
            <a:extLst>
              <a:ext uri="{FF2B5EF4-FFF2-40B4-BE49-F238E27FC236}">
                <a16:creationId xmlns:a16="http://schemas.microsoft.com/office/drawing/2014/main" id="{58515CD0-E9C0-4E6C-BD76-13DA18537B3B}"/>
              </a:ext>
            </a:extLst>
          </p:cNvPr>
          <p:cNvSpPr/>
          <p:nvPr/>
        </p:nvSpPr>
        <p:spPr>
          <a:xfrm>
            <a:off x="3669118" y="449843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8" name="pt135">
            <a:extLst>
              <a:ext uri="{FF2B5EF4-FFF2-40B4-BE49-F238E27FC236}">
                <a16:creationId xmlns:a16="http://schemas.microsoft.com/office/drawing/2014/main" id="{32101EA4-5F8F-482B-9705-51077BD2CBEB}"/>
              </a:ext>
            </a:extLst>
          </p:cNvPr>
          <p:cNvSpPr/>
          <p:nvPr/>
        </p:nvSpPr>
        <p:spPr>
          <a:xfrm>
            <a:off x="3769830" y="454757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09" name="pt136">
            <a:extLst>
              <a:ext uri="{FF2B5EF4-FFF2-40B4-BE49-F238E27FC236}">
                <a16:creationId xmlns:a16="http://schemas.microsoft.com/office/drawing/2014/main" id="{C5191C74-18F5-4883-84C5-0F3482BA42B8}"/>
              </a:ext>
            </a:extLst>
          </p:cNvPr>
          <p:cNvSpPr/>
          <p:nvPr/>
        </p:nvSpPr>
        <p:spPr>
          <a:xfrm>
            <a:off x="3870543" y="4301966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0" name="pt137">
            <a:extLst>
              <a:ext uri="{FF2B5EF4-FFF2-40B4-BE49-F238E27FC236}">
                <a16:creationId xmlns:a16="http://schemas.microsoft.com/office/drawing/2014/main" id="{305AEDCF-7DBB-4507-9ADE-FDE8CE3D4D08}"/>
              </a:ext>
            </a:extLst>
          </p:cNvPr>
          <p:cNvSpPr/>
          <p:nvPr/>
        </p:nvSpPr>
        <p:spPr>
          <a:xfrm>
            <a:off x="3971255" y="4909347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1" name="pt138">
            <a:extLst>
              <a:ext uri="{FF2B5EF4-FFF2-40B4-BE49-F238E27FC236}">
                <a16:creationId xmlns:a16="http://schemas.microsoft.com/office/drawing/2014/main" id="{E9984DBC-634F-4E83-ABA0-2DF1F1DBB69B}"/>
              </a:ext>
            </a:extLst>
          </p:cNvPr>
          <p:cNvSpPr/>
          <p:nvPr/>
        </p:nvSpPr>
        <p:spPr>
          <a:xfrm>
            <a:off x="4273393" y="4780709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2" name="pt139">
            <a:extLst>
              <a:ext uri="{FF2B5EF4-FFF2-40B4-BE49-F238E27FC236}">
                <a16:creationId xmlns:a16="http://schemas.microsoft.com/office/drawing/2014/main" id="{C2C14F81-6C7D-4E92-9B8C-7B869EF10209}"/>
              </a:ext>
            </a:extLst>
          </p:cNvPr>
          <p:cNvSpPr/>
          <p:nvPr/>
        </p:nvSpPr>
        <p:spPr>
          <a:xfrm>
            <a:off x="4374105" y="4954238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3" name="pt140">
            <a:extLst>
              <a:ext uri="{FF2B5EF4-FFF2-40B4-BE49-F238E27FC236}">
                <a16:creationId xmlns:a16="http://schemas.microsoft.com/office/drawing/2014/main" id="{C7372113-4D49-4E7E-B238-81FCA9DD8E92}"/>
              </a:ext>
            </a:extLst>
          </p:cNvPr>
          <p:cNvSpPr/>
          <p:nvPr/>
        </p:nvSpPr>
        <p:spPr>
          <a:xfrm>
            <a:off x="4474818" y="5110377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4" name="pt141">
            <a:extLst>
              <a:ext uri="{FF2B5EF4-FFF2-40B4-BE49-F238E27FC236}">
                <a16:creationId xmlns:a16="http://schemas.microsoft.com/office/drawing/2014/main" id="{4C9A3B8C-F18A-447E-9DF5-CB375B9155DD}"/>
              </a:ext>
            </a:extLst>
          </p:cNvPr>
          <p:cNvSpPr/>
          <p:nvPr/>
        </p:nvSpPr>
        <p:spPr>
          <a:xfrm>
            <a:off x="4978380" y="563469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5" name="pt142">
            <a:extLst>
              <a:ext uri="{FF2B5EF4-FFF2-40B4-BE49-F238E27FC236}">
                <a16:creationId xmlns:a16="http://schemas.microsoft.com/office/drawing/2014/main" id="{C49B7861-85F9-4F49-AC9D-4A1ACFEAE404}"/>
              </a:ext>
            </a:extLst>
          </p:cNvPr>
          <p:cNvSpPr/>
          <p:nvPr/>
        </p:nvSpPr>
        <p:spPr>
          <a:xfrm>
            <a:off x="5079093" y="5105824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6" name="pt143">
            <a:extLst>
              <a:ext uri="{FF2B5EF4-FFF2-40B4-BE49-F238E27FC236}">
                <a16:creationId xmlns:a16="http://schemas.microsoft.com/office/drawing/2014/main" id="{54BD7A99-6B0F-423B-87CF-5EB98E454650}"/>
              </a:ext>
            </a:extLst>
          </p:cNvPr>
          <p:cNvSpPr/>
          <p:nvPr/>
        </p:nvSpPr>
        <p:spPr>
          <a:xfrm>
            <a:off x="5179805" y="537245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7" name="pt144">
            <a:extLst>
              <a:ext uri="{FF2B5EF4-FFF2-40B4-BE49-F238E27FC236}">
                <a16:creationId xmlns:a16="http://schemas.microsoft.com/office/drawing/2014/main" id="{B99470C4-0295-4688-A05E-F9B8DF88DC69}"/>
              </a:ext>
            </a:extLst>
          </p:cNvPr>
          <p:cNvSpPr/>
          <p:nvPr/>
        </p:nvSpPr>
        <p:spPr>
          <a:xfrm>
            <a:off x="5280518" y="578839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8" name="pt145">
            <a:extLst>
              <a:ext uri="{FF2B5EF4-FFF2-40B4-BE49-F238E27FC236}">
                <a16:creationId xmlns:a16="http://schemas.microsoft.com/office/drawing/2014/main" id="{7F27FB40-5D36-4562-BA18-A54212FBD555}"/>
              </a:ext>
            </a:extLst>
          </p:cNvPr>
          <p:cNvSpPr/>
          <p:nvPr/>
        </p:nvSpPr>
        <p:spPr>
          <a:xfrm>
            <a:off x="5381230" y="566277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19" name="pt146">
            <a:extLst>
              <a:ext uri="{FF2B5EF4-FFF2-40B4-BE49-F238E27FC236}">
                <a16:creationId xmlns:a16="http://schemas.microsoft.com/office/drawing/2014/main" id="{35DAA2CC-611E-4F1E-92FA-6ABA9D4BF14D}"/>
              </a:ext>
            </a:extLst>
          </p:cNvPr>
          <p:cNvSpPr/>
          <p:nvPr/>
        </p:nvSpPr>
        <p:spPr>
          <a:xfrm>
            <a:off x="5683368" y="5326487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0" name="pt147">
            <a:extLst>
              <a:ext uri="{FF2B5EF4-FFF2-40B4-BE49-F238E27FC236}">
                <a16:creationId xmlns:a16="http://schemas.microsoft.com/office/drawing/2014/main" id="{7CBF367F-10A9-4F88-8784-13BD7C50818A}"/>
              </a:ext>
            </a:extLst>
          </p:cNvPr>
          <p:cNvSpPr/>
          <p:nvPr/>
        </p:nvSpPr>
        <p:spPr>
          <a:xfrm>
            <a:off x="5784080" y="588975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1" name="pt148">
            <a:extLst>
              <a:ext uri="{FF2B5EF4-FFF2-40B4-BE49-F238E27FC236}">
                <a16:creationId xmlns:a16="http://schemas.microsoft.com/office/drawing/2014/main" id="{A9B45E26-96C4-4AA8-B901-7B58EE645A39}"/>
              </a:ext>
            </a:extLst>
          </p:cNvPr>
          <p:cNvSpPr/>
          <p:nvPr/>
        </p:nvSpPr>
        <p:spPr>
          <a:xfrm>
            <a:off x="5884793" y="564278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2" name="pt149">
            <a:extLst>
              <a:ext uri="{FF2B5EF4-FFF2-40B4-BE49-F238E27FC236}">
                <a16:creationId xmlns:a16="http://schemas.microsoft.com/office/drawing/2014/main" id="{848E01CF-B87F-444D-BDF3-16F8F24F9EFB}"/>
              </a:ext>
            </a:extLst>
          </p:cNvPr>
          <p:cNvSpPr/>
          <p:nvPr/>
        </p:nvSpPr>
        <p:spPr>
          <a:xfrm>
            <a:off x="5985505" y="551853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3" name="pt150">
            <a:extLst>
              <a:ext uri="{FF2B5EF4-FFF2-40B4-BE49-F238E27FC236}">
                <a16:creationId xmlns:a16="http://schemas.microsoft.com/office/drawing/2014/main" id="{B1E24F66-78DB-4B0A-AD88-95F0897E85BA}"/>
              </a:ext>
            </a:extLst>
          </p:cNvPr>
          <p:cNvSpPr/>
          <p:nvPr/>
        </p:nvSpPr>
        <p:spPr>
          <a:xfrm>
            <a:off x="6086218" y="604364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4" name="pt151">
            <a:extLst>
              <a:ext uri="{FF2B5EF4-FFF2-40B4-BE49-F238E27FC236}">
                <a16:creationId xmlns:a16="http://schemas.microsoft.com/office/drawing/2014/main" id="{9A2C45CC-42CD-4F36-9231-21072B0D659B}"/>
              </a:ext>
            </a:extLst>
          </p:cNvPr>
          <p:cNvSpPr/>
          <p:nvPr/>
        </p:nvSpPr>
        <p:spPr>
          <a:xfrm>
            <a:off x="6388355" y="4608065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5" name="pt152">
            <a:extLst>
              <a:ext uri="{FF2B5EF4-FFF2-40B4-BE49-F238E27FC236}">
                <a16:creationId xmlns:a16="http://schemas.microsoft.com/office/drawing/2014/main" id="{F32C4B96-40F6-4C07-9245-96BB125DE5C2}"/>
              </a:ext>
            </a:extLst>
          </p:cNvPr>
          <p:cNvSpPr/>
          <p:nvPr/>
        </p:nvSpPr>
        <p:spPr>
          <a:xfrm>
            <a:off x="6489068" y="5843226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6" name="pt153">
            <a:extLst>
              <a:ext uri="{FF2B5EF4-FFF2-40B4-BE49-F238E27FC236}">
                <a16:creationId xmlns:a16="http://schemas.microsoft.com/office/drawing/2014/main" id="{F16F0B44-D8F9-4CBF-BF04-38A357C5AB23}"/>
              </a:ext>
            </a:extLst>
          </p:cNvPr>
          <p:cNvSpPr/>
          <p:nvPr/>
        </p:nvSpPr>
        <p:spPr>
          <a:xfrm>
            <a:off x="6589780" y="521171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7" name="pt154">
            <a:extLst>
              <a:ext uri="{FF2B5EF4-FFF2-40B4-BE49-F238E27FC236}">
                <a16:creationId xmlns:a16="http://schemas.microsoft.com/office/drawing/2014/main" id="{CA2CD3DF-7895-44DF-8BEA-EF11FD4FD240}"/>
              </a:ext>
            </a:extLst>
          </p:cNvPr>
          <p:cNvSpPr/>
          <p:nvPr/>
        </p:nvSpPr>
        <p:spPr>
          <a:xfrm>
            <a:off x="6690493" y="615446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8" name="pt155">
            <a:extLst>
              <a:ext uri="{FF2B5EF4-FFF2-40B4-BE49-F238E27FC236}">
                <a16:creationId xmlns:a16="http://schemas.microsoft.com/office/drawing/2014/main" id="{98ED1911-A178-4F66-862B-3D38EFEE24D6}"/>
              </a:ext>
            </a:extLst>
          </p:cNvPr>
          <p:cNvSpPr/>
          <p:nvPr/>
        </p:nvSpPr>
        <p:spPr>
          <a:xfrm>
            <a:off x="6791205" y="5940295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29" name="pt156">
            <a:extLst>
              <a:ext uri="{FF2B5EF4-FFF2-40B4-BE49-F238E27FC236}">
                <a16:creationId xmlns:a16="http://schemas.microsoft.com/office/drawing/2014/main" id="{BAE12D88-937D-4DAF-949A-8DD818E4012F}"/>
              </a:ext>
            </a:extLst>
          </p:cNvPr>
          <p:cNvSpPr/>
          <p:nvPr/>
        </p:nvSpPr>
        <p:spPr>
          <a:xfrm>
            <a:off x="7093343" y="6182135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30" name="pt157">
            <a:extLst>
              <a:ext uri="{FF2B5EF4-FFF2-40B4-BE49-F238E27FC236}">
                <a16:creationId xmlns:a16="http://schemas.microsoft.com/office/drawing/2014/main" id="{7B997BCA-8BC8-49E0-B0AA-0447BA62E10F}"/>
              </a:ext>
            </a:extLst>
          </p:cNvPr>
          <p:cNvSpPr/>
          <p:nvPr/>
        </p:nvSpPr>
        <p:spPr>
          <a:xfrm>
            <a:off x="7194055" y="5831846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31" name="pt158">
            <a:extLst>
              <a:ext uri="{FF2B5EF4-FFF2-40B4-BE49-F238E27FC236}">
                <a16:creationId xmlns:a16="http://schemas.microsoft.com/office/drawing/2014/main" id="{ED4903D7-7C78-4513-9173-77B2E87892EA}"/>
              </a:ext>
            </a:extLst>
          </p:cNvPr>
          <p:cNvSpPr/>
          <p:nvPr/>
        </p:nvSpPr>
        <p:spPr>
          <a:xfrm>
            <a:off x="7294768" y="6078640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33" name="pt160">
            <a:extLst>
              <a:ext uri="{FF2B5EF4-FFF2-40B4-BE49-F238E27FC236}">
                <a16:creationId xmlns:a16="http://schemas.microsoft.com/office/drawing/2014/main" id="{5B2CE609-42FC-4864-88B2-034BC2EE1009}"/>
              </a:ext>
            </a:extLst>
          </p:cNvPr>
          <p:cNvSpPr/>
          <p:nvPr/>
        </p:nvSpPr>
        <p:spPr>
          <a:xfrm>
            <a:off x="7899042" y="6078465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38" name="pt165">
            <a:extLst>
              <a:ext uri="{FF2B5EF4-FFF2-40B4-BE49-F238E27FC236}">
                <a16:creationId xmlns:a16="http://schemas.microsoft.com/office/drawing/2014/main" id="{675C0BEC-083F-4605-9B67-56E58EC2658E}"/>
              </a:ext>
            </a:extLst>
          </p:cNvPr>
          <p:cNvSpPr/>
          <p:nvPr/>
        </p:nvSpPr>
        <p:spPr>
          <a:xfrm>
            <a:off x="8704742" y="5854927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39" name="pt166">
            <a:extLst>
              <a:ext uri="{FF2B5EF4-FFF2-40B4-BE49-F238E27FC236}">
                <a16:creationId xmlns:a16="http://schemas.microsoft.com/office/drawing/2014/main" id="{1762979F-A725-45BC-9984-AECF47FCD317}"/>
              </a:ext>
            </a:extLst>
          </p:cNvPr>
          <p:cNvSpPr/>
          <p:nvPr/>
        </p:nvSpPr>
        <p:spPr>
          <a:xfrm>
            <a:off x="8805455" y="565192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0" name="pt167">
            <a:extLst>
              <a:ext uri="{FF2B5EF4-FFF2-40B4-BE49-F238E27FC236}">
                <a16:creationId xmlns:a16="http://schemas.microsoft.com/office/drawing/2014/main" id="{B94D3DD9-41EA-4067-9DD7-848BE42C86E4}"/>
              </a:ext>
            </a:extLst>
          </p:cNvPr>
          <p:cNvSpPr/>
          <p:nvPr/>
        </p:nvSpPr>
        <p:spPr>
          <a:xfrm>
            <a:off x="8906167" y="622187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1" name="pt168">
            <a:extLst>
              <a:ext uri="{FF2B5EF4-FFF2-40B4-BE49-F238E27FC236}">
                <a16:creationId xmlns:a16="http://schemas.microsoft.com/office/drawing/2014/main" id="{779B5FB4-850C-4969-80FE-551293730E31}"/>
              </a:ext>
            </a:extLst>
          </p:cNvPr>
          <p:cNvSpPr/>
          <p:nvPr/>
        </p:nvSpPr>
        <p:spPr>
          <a:xfrm>
            <a:off x="9208305" y="575351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2" name="pt169">
            <a:extLst>
              <a:ext uri="{FF2B5EF4-FFF2-40B4-BE49-F238E27FC236}">
                <a16:creationId xmlns:a16="http://schemas.microsoft.com/office/drawing/2014/main" id="{F7307B35-C366-4B69-B8EA-74A942906EAD}"/>
              </a:ext>
            </a:extLst>
          </p:cNvPr>
          <p:cNvSpPr/>
          <p:nvPr/>
        </p:nvSpPr>
        <p:spPr>
          <a:xfrm>
            <a:off x="9309017" y="563268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3" name="pt170">
            <a:extLst>
              <a:ext uri="{FF2B5EF4-FFF2-40B4-BE49-F238E27FC236}">
                <a16:creationId xmlns:a16="http://schemas.microsoft.com/office/drawing/2014/main" id="{DE4B24B2-AF3C-4927-A00F-0B0530BAC475}"/>
              </a:ext>
            </a:extLst>
          </p:cNvPr>
          <p:cNvSpPr/>
          <p:nvPr/>
        </p:nvSpPr>
        <p:spPr>
          <a:xfrm>
            <a:off x="9409730" y="5186421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4" name="pt171">
            <a:extLst>
              <a:ext uri="{FF2B5EF4-FFF2-40B4-BE49-F238E27FC236}">
                <a16:creationId xmlns:a16="http://schemas.microsoft.com/office/drawing/2014/main" id="{B57B2560-310A-425E-B6F0-A2D81A414E0C}"/>
              </a:ext>
            </a:extLst>
          </p:cNvPr>
          <p:cNvSpPr/>
          <p:nvPr/>
        </p:nvSpPr>
        <p:spPr>
          <a:xfrm>
            <a:off x="9510442" y="5897285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5" name="pt172">
            <a:extLst>
              <a:ext uri="{FF2B5EF4-FFF2-40B4-BE49-F238E27FC236}">
                <a16:creationId xmlns:a16="http://schemas.microsoft.com/office/drawing/2014/main" id="{31A77015-1CB0-45D5-8B55-D46BAAF2B520}"/>
              </a:ext>
            </a:extLst>
          </p:cNvPr>
          <p:cNvSpPr/>
          <p:nvPr/>
        </p:nvSpPr>
        <p:spPr>
          <a:xfrm>
            <a:off x="9611155" y="568925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6" name="pt173">
            <a:extLst>
              <a:ext uri="{FF2B5EF4-FFF2-40B4-BE49-F238E27FC236}">
                <a16:creationId xmlns:a16="http://schemas.microsoft.com/office/drawing/2014/main" id="{3647E5A3-0CC1-49DA-9CD9-2EA0E5E7F3FB}"/>
              </a:ext>
            </a:extLst>
          </p:cNvPr>
          <p:cNvSpPr/>
          <p:nvPr/>
        </p:nvSpPr>
        <p:spPr>
          <a:xfrm>
            <a:off x="9913292" y="5006658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7" name="pt174">
            <a:extLst>
              <a:ext uri="{FF2B5EF4-FFF2-40B4-BE49-F238E27FC236}">
                <a16:creationId xmlns:a16="http://schemas.microsoft.com/office/drawing/2014/main" id="{8038FDD8-78D6-4261-9F6F-0E9177615AA7}"/>
              </a:ext>
            </a:extLst>
          </p:cNvPr>
          <p:cNvSpPr/>
          <p:nvPr/>
        </p:nvSpPr>
        <p:spPr>
          <a:xfrm>
            <a:off x="10014005" y="432847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8" name="pt175">
            <a:extLst>
              <a:ext uri="{FF2B5EF4-FFF2-40B4-BE49-F238E27FC236}">
                <a16:creationId xmlns:a16="http://schemas.microsoft.com/office/drawing/2014/main" id="{13356B6B-6762-400D-8315-5ED2829566F9}"/>
              </a:ext>
            </a:extLst>
          </p:cNvPr>
          <p:cNvSpPr/>
          <p:nvPr/>
        </p:nvSpPr>
        <p:spPr>
          <a:xfrm>
            <a:off x="10114717" y="473636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49" name="pt176">
            <a:extLst>
              <a:ext uri="{FF2B5EF4-FFF2-40B4-BE49-F238E27FC236}">
                <a16:creationId xmlns:a16="http://schemas.microsoft.com/office/drawing/2014/main" id="{E284DEDF-F92A-4EA2-AA44-AF4C83E788C0}"/>
              </a:ext>
            </a:extLst>
          </p:cNvPr>
          <p:cNvSpPr/>
          <p:nvPr/>
        </p:nvSpPr>
        <p:spPr>
          <a:xfrm>
            <a:off x="10215430" y="4470334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0" name="pt177">
            <a:extLst>
              <a:ext uri="{FF2B5EF4-FFF2-40B4-BE49-F238E27FC236}">
                <a16:creationId xmlns:a16="http://schemas.microsoft.com/office/drawing/2014/main" id="{91888461-1009-47E3-9C0F-92A62A66971F}"/>
              </a:ext>
            </a:extLst>
          </p:cNvPr>
          <p:cNvSpPr/>
          <p:nvPr/>
        </p:nvSpPr>
        <p:spPr>
          <a:xfrm>
            <a:off x="10316142" y="5026278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1" name="pt178">
            <a:extLst>
              <a:ext uri="{FF2B5EF4-FFF2-40B4-BE49-F238E27FC236}">
                <a16:creationId xmlns:a16="http://schemas.microsoft.com/office/drawing/2014/main" id="{5A7977DA-FDAA-4594-B002-D4387AD43FD0}"/>
              </a:ext>
            </a:extLst>
          </p:cNvPr>
          <p:cNvSpPr/>
          <p:nvPr/>
        </p:nvSpPr>
        <p:spPr>
          <a:xfrm>
            <a:off x="10618280" y="4653352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2" name="pt179">
            <a:extLst>
              <a:ext uri="{FF2B5EF4-FFF2-40B4-BE49-F238E27FC236}">
                <a16:creationId xmlns:a16="http://schemas.microsoft.com/office/drawing/2014/main" id="{A7BCC662-81E6-4D99-AF54-3CA6F5B8A197}"/>
              </a:ext>
            </a:extLst>
          </p:cNvPr>
          <p:cNvSpPr/>
          <p:nvPr/>
        </p:nvSpPr>
        <p:spPr>
          <a:xfrm>
            <a:off x="10718992" y="3834113"/>
            <a:ext cx="90303" cy="90303"/>
          </a:xfrm>
          <a:prstGeom prst="ellipse">
            <a:avLst/>
          </a:prstGeom>
          <a:solidFill>
            <a:srgbClr val="F732DE"/>
          </a:solidFill>
          <a:ln w="9000" cap="rnd">
            <a:solidFill>
              <a:srgbClr val="F732DE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3" name="pl180">
            <a:extLst>
              <a:ext uri="{FF2B5EF4-FFF2-40B4-BE49-F238E27FC236}">
                <a16:creationId xmlns:a16="http://schemas.microsoft.com/office/drawing/2014/main" id="{BE026BF6-42D6-4470-BAFB-6D3BE597709D}"/>
              </a:ext>
            </a:extLst>
          </p:cNvPr>
          <p:cNvSpPr/>
          <p:nvPr/>
        </p:nvSpPr>
        <p:spPr>
          <a:xfrm>
            <a:off x="1599307" y="3064961"/>
            <a:ext cx="9164836" cy="3203600"/>
          </a:xfrm>
          <a:custGeom>
            <a:avLst/>
            <a:gdLst/>
            <a:ahLst/>
            <a:cxnLst/>
            <a:rect l="0" t="0" r="0" b="0"/>
            <a:pathLst>
              <a:path w="9164836" h="3203600">
                <a:moveTo>
                  <a:pt x="0" y="280887"/>
                </a:moveTo>
                <a:lnTo>
                  <a:pt x="100712" y="804262"/>
                </a:lnTo>
                <a:lnTo>
                  <a:pt x="201424" y="820693"/>
                </a:lnTo>
                <a:lnTo>
                  <a:pt x="604274" y="849663"/>
                </a:lnTo>
                <a:lnTo>
                  <a:pt x="704987" y="807613"/>
                </a:lnTo>
                <a:lnTo>
                  <a:pt x="805699" y="323611"/>
                </a:lnTo>
                <a:lnTo>
                  <a:pt x="906412" y="698196"/>
                </a:lnTo>
                <a:lnTo>
                  <a:pt x="1007124" y="888662"/>
                </a:lnTo>
                <a:lnTo>
                  <a:pt x="1309262" y="856542"/>
                </a:lnTo>
                <a:lnTo>
                  <a:pt x="1409974" y="0"/>
                </a:lnTo>
                <a:lnTo>
                  <a:pt x="1510687" y="421850"/>
                </a:lnTo>
                <a:lnTo>
                  <a:pt x="1611399" y="805143"/>
                </a:lnTo>
                <a:lnTo>
                  <a:pt x="2114962" y="1478620"/>
                </a:lnTo>
                <a:lnTo>
                  <a:pt x="2215674" y="1527763"/>
                </a:lnTo>
                <a:lnTo>
                  <a:pt x="2316387" y="1282156"/>
                </a:lnTo>
                <a:lnTo>
                  <a:pt x="2417099" y="1889537"/>
                </a:lnTo>
                <a:lnTo>
                  <a:pt x="2719237" y="1760899"/>
                </a:lnTo>
                <a:lnTo>
                  <a:pt x="2819949" y="1934428"/>
                </a:lnTo>
                <a:lnTo>
                  <a:pt x="2920662" y="2090567"/>
                </a:lnTo>
                <a:lnTo>
                  <a:pt x="3424224" y="2614881"/>
                </a:lnTo>
                <a:lnTo>
                  <a:pt x="3524937" y="2086014"/>
                </a:lnTo>
                <a:lnTo>
                  <a:pt x="3625649" y="2352640"/>
                </a:lnTo>
                <a:lnTo>
                  <a:pt x="3726362" y="2768583"/>
                </a:lnTo>
                <a:lnTo>
                  <a:pt x="3827074" y="2642962"/>
                </a:lnTo>
                <a:lnTo>
                  <a:pt x="4129212" y="2306676"/>
                </a:lnTo>
                <a:lnTo>
                  <a:pt x="4229924" y="2869943"/>
                </a:lnTo>
                <a:lnTo>
                  <a:pt x="4330637" y="2622971"/>
                </a:lnTo>
                <a:lnTo>
                  <a:pt x="4431349" y="2498720"/>
                </a:lnTo>
                <a:lnTo>
                  <a:pt x="4532062" y="3023831"/>
                </a:lnTo>
                <a:lnTo>
                  <a:pt x="4834199" y="1588255"/>
                </a:lnTo>
                <a:lnTo>
                  <a:pt x="4934912" y="2823416"/>
                </a:lnTo>
                <a:lnTo>
                  <a:pt x="5035624" y="2191900"/>
                </a:lnTo>
                <a:lnTo>
                  <a:pt x="5136337" y="3134652"/>
                </a:lnTo>
                <a:lnTo>
                  <a:pt x="5237049" y="2920485"/>
                </a:lnTo>
                <a:lnTo>
                  <a:pt x="5539187" y="3162325"/>
                </a:lnTo>
                <a:lnTo>
                  <a:pt x="5639899" y="2812036"/>
                </a:lnTo>
                <a:lnTo>
                  <a:pt x="5740612" y="3058830"/>
                </a:lnTo>
                <a:lnTo>
                  <a:pt x="6244174" y="3203600"/>
                </a:lnTo>
                <a:lnTo>
                  <a:pt x="6344886" y="3058655"/>
                </a:lnTo>
                <a:lnTo>
                  <a:pt x="6445599" y="3203600"/>
                </a:lnTo>
                <a:lnTo>
                  <a:pt x="6546311" y="3203600"/>
                </a:lnTo>
                <a:lnTo>
                  <a:pt x="6647024" y="3203600"/>
                </a:lnTo>
                <a:lnTo>
                  <a:pt x="7049874" y="3203600"/>
                </a:lnTo>
                <a:lnTo>
                  <a:pt x="7150586" y="2835117"/>
                </a:lnTo>
                <a:lnTo>
                  <a:pt x="7251299" y="2632113"/>
                </a:lnTo>
                <a:lnTo>
                  <a:pt x="7352011" y="3203600"/>
                </a:lnTo>
                <a:lnTo>
                  <a:pt x="7654149" y="2733701"/>
                </a:lnTo>
                <a:lnTo>
                  <a:pt x="7754861" y="2612872"/>
                </a:lnTo>
                <a:lnTo>
                  <a:pt x="7855574" y="2166610"/>
                </a:lnTo>
                <a:lnTo>
                  <a:pt x="7956286" y="2877475"/>
                </a:lnTo>
                <a:lnTo>
                  <a:pt x="8056999" y="2669442"/>
                </a:lnTo>
                <a:lnTo>
                  <a:pt x="8359136" y="1986848"/>
                </a:lnTo>
                <a:lnTo>
                  <a:pt x="8459849" y="1308663"/>
                </a:lnTo>
                <a:lnTo>
                  <a:pt x="8560561" y="1716553"/>
                </a:lnTo>
                <a:lnTo>
                  <a:pt x="8661274" y="1450524"/>
                </a:lnTo>
                <a:lnTo>
                  <a:pt x="8761986" y="2006467"/>
                </a:lnTo>
                <a:lnTo>
                  <a:pt x="9064124" y="1633542"/>
                </a:lnTo>
                <a:lnTo>
                  <a:pt x="9164836" y="814303"/>
                </a:lnTo>
              </a:path>
            </a:pathLst>
          </a:custGeom>
          <a:ln w="19050" cap="flat">
            <a:solidFill>
              <a:srgbClr val="F732DE"/>
            </a:solidFill>
            <a:prstDash val="solid"/>
            <a:round/>
          </a:ln>
          <a:effectLst>
            <a:glow rad="101600">
              <a:srgbClr val="F732DE">
                <a:alpha val="55000"/>
              </a:srgbClr>
            </a:glo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54" name="tx181">
            <a:extLst>
              <a:ext uri="{FF2B5EF4-FFF2-40B4-BE49-F238E27FC236}">
                <a16:creationId xmlns:a16="http://schemas.microsoft.com/office/drawing/2014/main" id="{6737544F-8CE4-4319-A6E7-C03B7F80AA6C}"/>
              </a:ext>
            </a:extLst>
          </p:cNvPr>
          <p:cNvSpPr/>
          <p:nvPr/>
        </p:nvSpPr>
        <p:spPr>
          <a:xfrm>
            <a:off x="914182" y="6192759"/>
            <a:ext cx="11301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455" name="tx182">
            <a:extLst>
              <a:ext uri="{FF2B5EF4-FFF2-40B4-BE49-F238E27FC236}">
                <a16:creationId xmlns:a16="http://schemas.microsoft.com/office/drawing/2014/main" id="{BC2CE1F6-B50E-430D-B59B-500CAFDBCF94}"/>
              </a:ext>
            </a:extLst>
          </p:cNvPr>
          <p:cNvSpPr/>
          <p:nvPr/>
        </p:nvSpPr>
        <p:spPr>
          <a:xfrm>
            <a:off x="801172" y="4951445"/>
            <a:ext cx="22602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</a:t>
            </a:r>
          </a:p>
        </p:txBody>
      </p:sp>
      <p:sp>
        <p:nvSpPr>
          <p:cNvPr id="456" name="tx183">
            <a:extLst>
              <a:ext uri="{FF2B5EF4-FFF2-40B4-BE49-F238E27FC236}">
                <a16:creationId xmlns:a16="http://schemas.microsoft.com/office/drawing/2014/main" id="{CA02C3B0-7F00-4152-A3E2-A90D548A826A}"/>
              </a:ext>
            </a:extLst>
          </p:cNvPr>
          <p:cNvSpPr/>
          <p:nvPr/>
        </p:nvSpPr>
        <p:spPr>
          <a:xfrm>
            <a:off x="801172" y="3710130"/>
            <a:ext cx="22602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</a:t>
            </a:r>
          </a:p>
        </p:txBody>
      </p:sp>
      <p:sp>
        <p:nvSpPr>
          <p:cNvPr id="457" name="tx184">
            <a:extLst>
              <a:ext uri="{FF2B5EF4-FFF2-40B4-BE49-F238E27FC236}">
                <a16:creationId xmlns:a16="http://schemas.microsoft.com/office/drawing/2014/main" id="{F00BF7F9-523C-451D-94A3-1CE684DF344D}"/>
              </a:ext>
            </a:extLst>
          </p:cNvPr>
          <p:cNvSpPr/>
          <p:nvPr/>
        </p:nvSpPr>
        <p:spPr>
          <a:xfrm>
            <a:off x="801172" y="2468717"/>
            <a:ext cx="226020" cy="14862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30</a:t>
            </a:r>
          </a:p>
        </p:txBody>
      </p:sp>
      <p:sp>
        <p:nvSpPr>
          <p:cNvPr id="458" name="tx185">
            <a:extLst>
              <a:ext uri="{FF2B5EF4-FFF2-40B4-BE49-F238E27FC236}">
                <a16:creationId xmlns:a16="http://schemas.microsoft.com/office/drawing/2014/main" id="{90DB9452-E41A-4FC6-A145-A3191AC01BCF}"/>
              </a:ext>
            </a:extLst>
          </p:cNvPr>
          <p:cNvSpPr/>
          <p:nvPr/>
        </p:nvSpPr>
        <p:spPr>
          <a:xfrm>
            <a:off x="801172" y="1303702"/>
            <a:ext cx="22602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40</a:t>
            </a:r>
          </a:p>
        </p:txBody>
      </p:sp>
      <p:sp>
        <p:nvSpPr>
          <p:cNvPr id="459" name="tx186">
            <a:extLst>
              <a:ext uri="{FF2B5EF4-FFF2-40B4-BE49-F238E27FC236}">
                <a16:creationId xmlns:a16="http://schemas.microsoft.com/office/drawing/2014/main" id="{1910F600-FCB0-43DB-A954-4624B6C523FC}"/>
              </a:ext>
            </a:extLst>
          </p:cNvPr>
          <p:cNvSpPr/>
          <p:nvPr/>
        </p:nvSpPr>
        <p:spPr>
          <a:xfrm>
            <a:off x="1299964" y="6593599"/>
            <a:ext cx="598685" cy="1864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Apr 25</a:t>
            </a:r>
          </a:p>
        </p:txBody>
      </p:sp>
      <p:sp>
        <p:nvSpPr>
          <p:cNvPr id="460" name="tx187">
            <a:extLst>
              <a:ext uri="{FF2B5EF4-FFF2-40B4-BE49-F238E27FC236}">
                <a16:creationId xmlns:a16="http://schemas.microsoft.com/office/drawing/2014/main" id="{9A061723-45E6-461A-BEDF-7D14849FA07D}"/>
              </a:ext>
            </a:extLst>
          </p:cNvPr>
          <p:cNvSpPr/>
          <p:nvPr/>
        </p:nvSpPr>
        <p:spPr>
          <a:xfrm>
            <a:off x="4315733" y="6631501"/>
            <a:ext cx="609897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Ma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y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 25</a:t>
            </a:r>
          </a:p>
        </p:txBody>
      </p:sp>
      <p:sp>
        <p:nvSpPr>
          <p:cNvPr id="461" name="tx188">
            <a:extLst>
              <a:ext uri="{FF2B5EF4-FFF2-40B4-BE49-F238E27FC236}">
                <a16:creationId xmlns:a16="http://schemas.microsoft.com/office/drawing/2014/main" id="{9B8B0A9D-2C43-4295-A74F-87E5B80211F4}"/>
              </a:ext>
            </a:extLst>
          </p:cNvPr>
          <p:cNvSpPr/>
          <p:nvPr/>
        </p:nvSpPr>
        <p:spPr>
          <a:xfrm>
            <a:off x="7437721" y="6631501"/>
            <a:ext cx="610096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Jun 25</a:t>
            </a:r>
          </a:p>
        </p:txBody>
      </p:sp>
      <p:sp>
        <p:nvSpPr>
          <p:cNvPr id="462" name="tx189">
            <a:extLst>
              <a:ext uri="{FF2B5EF4-FFF2-40B4-BE49-F238E27FC236}">
                <a16:creationId xmlns:a16="http://schemas.microsoft.com/office/drawing/2014/main" id="{D6F51B86-5A29-4691-BF73-D38C2BEB4FEC}"/>
              </a:ext>
            </a:extLst>
          </p:cNvPr>
          <p:cNvSpPr/>
          <p:nvPr/>
        </p:nvSpPr>
        <p:spPr>
          <a:xfrm>
            <a:off x="10493029" y="6631501"/>
            <a:ext cx="542230" cy="1485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Jul 25</a:t>
            </a:r>
          </a:p>
        </p:txBody>
      </p:sp>
      <p:sp>
        <p:nvSpPr>
          <p:cNvPr id="463" name="tx190">
            <a:extLst>
              <a:ext uri="{FF2B5EF4-FFF2-40B4-BE49-F238E27FC236}">
                <a16:creationId xmlns:a16="http://schemas.microsoft.com/office/drawing/2014/main" id="{8FE6D9D7-46AF-443A-8D6A-3F15BC4AC6BF}"/>
              </a:ext>
            </a:extLst>
          </p:cNvPr>
          <p:cNvSpPr/>
          <p:nvPr/>
        </p:nvSpPr>
        <p:spPr>
          <a:xfrm rot="16200000">
            <a:off x="-89652" y="3361352"/>
            <a:ext cx="1312942" cy="2352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Something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D14E2DEF-0FD9-4D4C-815A-D7A1ADD7382A}"/>
                  </a:ext>
                </a:extLst>
              </p:cNvPr>
              <p:cNvSpPr txBox="1"/>
              <p:nvPr/>
            </p:nvSpPr>
            <p:spPr>
              <a:xfrm>
                <a:off x="8793836" y="143768"/>
                <a:ext cx="3078144" cy="1094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itchFamily="2" charset="0"/>
                    <a:ea typeface="Roboto" pitchFamily="2" charset="0"/>
                    <a:cs typeface="+mn-cs"/>
                  </a:rPr>
                  <a:t>RMSE =</a:t>
                </a:r>
                <a:r>
                  <a:rPr kumimoji="0" lang="de-DE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itchFamily="2" charset="0"/>
                    <a:ea typeface="Roboto" pitchFamily="2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de-DE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0" lang="de-DE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de-DE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𝛴</m:t>
                            </m:r>
                            <m:sSup>
                              <m:sSupPr>
                                <m:ctrlPr>
                                  <a:rPr kumimoji="0" lang="de-DE" sz="3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0" lang="de-DE" sz="32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de-DE" sz="3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white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de-DE" sz="3200" b="0" i="1" u="none" strike="noStrike" kern="120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white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de-DE" sz="3200" b="0" i="1" u="none" strike="noStrike" kern="120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white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de-DE" sz="3200" b="0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FF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de-DE" sz="3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white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kumimoji="0" lang="de-DE" sz="3200" b="0" i="1" u="none" strike="noStrike" kern="1200" cap="none" spc="0" normalizeH="0" baseline="0" noProof="0" dirty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732DE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0" lang="de-DE" sz="3200" b="0" i="1" u="none" strike="noStrike" kern="1200" cap="none" spc="0" normalizeH="0" baseline="0" noProof="0" dirty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732DE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kumimoji="0" lang="de-DE" sz="3200" b="0" i="1" u="none" strike="noStrike" kern="120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white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kumimoji="0" lang="de-DE" sz="32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0" lang="de-DE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kumimoji="0" lang="de-DE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D14E2DEF-0FD9-4D4C-815A-D7A1ADD73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836" y="143768"/>
                <a:ext cx="3078144" cy="1094467"/>
              </a:xfrm>
              <a:prstGeom prst="rect">
                <a:avLst/>
              </a:prstGeom>
              <a:blipFill>
                <a:blip r:embed="rId2"/>
                <a:stretch>
                  <a:fillRect l="-21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feld 180">
            <a:extLst>
              <a:ext uri="{FF2B5EF4-FFF2-40B4-BE49-F238E27FC236}">
                <a16:creationId xmlns:a16="http://schemas.microsoft.com/office/drawing/2014/main" id="{A429148E-65A2-4A8D-B047-542951EB96AA}"/>
              </a:ext>
            </a:extLst>
          </p:cNvPr>
          <p:cNvSpPr txBox="1"/>
          <p:nvPr/>
        </p:nvSpPr>
        <p:spPr>
          <a:xfrm>
            <a:off x="419099" y="428625"/>
            <a:ext cx="8010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265C4506-B44D-4E6A-990D-D696404C0DE1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82" name="Foliennummernplatzhalter 3">
            <a:extLst>
              <a:ext uri="{FF2B5EF4-FFF2-40B4-BE49-F238E27FC236}">
                <a16:creationId xmlns:a16="http://schemas.microsoft.com/office/drawing/2014/main" id="{2745B02C-5D66-4061-90B7-FC3043FC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79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4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6" dur="7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9" dur="75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2" dur="7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5" dur="7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8" dur="7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1" dur="75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4" dur="7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7" dur="7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0" dur="75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3" dur="7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6" dur="75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9" dur="7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2" dur="7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5" dur="7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8" dur="7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1" dur="7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4" dur="7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7" dur="7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0" dur="7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3" dur="75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6" dur="7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9" dur="7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2" dur="7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5" dur="75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8" dur="7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1" dur="7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4" dur="7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7" dur="7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0" dur="7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3" dur="7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6" dur="7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9" dur="7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2" dur="7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5" dur="7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8" dur="7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1" dur="7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4" dur="7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7" dur="75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0" dur="75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3" dur="7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6" dur="7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9" dur="7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2" dur="7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5" dur="7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8" dur="75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1" dur="75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500"/>
                            </p:stCondLst>
                            <p:childTnLst>
                              <p:par>
                                <p:cTn id="4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6" dur="7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9" dur="75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2" dur="7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5" dur="75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6" grpId="0" animBg="1"/>
      <p:bldP spid="321" grpId="0" animBg="1"/>
      <p:bldP spid="322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4" grpId="0" animBg="1"/>
      <p:bldP spid="379" grpId="0" animBg="1"/>
      <p:bldP spid="380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4" grpId="1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21" grpId="0" animBg="1"/>
      <p:bldP spid="422" grpId="0" animBg="1"/>
      <p:bldP spid="423" grpId="0" animBg="1"/>
      <p:bldP spid="424" grpId="0" animBg="1"/>
      <p:bldP spid="425" grpId="0" animBg="1"/>
      <p:bldP spid="426" grpId="0" animBg="1"/>
      <p:bldP spid="427" grpId="0" animBg="1"/>
      <p:bldP spid="428" grpId="0" animBg="1"/>
      <p:bldP spid="429" grpId="0" animBg="1"/>
      <p:bldP spid="430" grpId="0" animBg="1"/>
      <p:bldP spid="431" grpId="0" animBg="1"/>
      <p:bldP spid="433" grpId="0" animBg="1"/>
      <p:bldP spid="438" grpId="0" animBg="1"/>
      <p:bldP spid="439" grpId="0" animBg="1"/>
      <p:bldP spid="440" grpId="0" animBg="1"/>
      <p:bldP spid="441" grpId="0" animBg="1"/>
      <p:bldP spid="442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  <p:bldP spid="453" grpId="0" animBg="1"/>
      <p:bldP spid="45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A1B7AB53-B65E-47D3-8E9F-D5AF1B0835BF}"/>
              </a:ext>
            </a:extLst>
          </p:cNvPr>
          <p:cNvSpPr txBox="1"/>
          <p:nvPr/>
        </p:nvSpPr>
        <p:spPr>
          <a:xfrm>
            <a:off x="419099" y="428625"/>
            <a:ext cx="8319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A26B274-DF6C-419F-96F7-C374E081BC95}"/>
              </a:ext>
            </a:extLst>
          </p:cNvPr>
          <p:cNvSpPr txBox="1"/>
          <p:nvPr/>
        </p:nvSpPr>
        <p:spPr>
          <a:xfrm>
            <a:off x="437294" y="975564"/>
            <a:ext cx="9956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t>The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t>data</a:t>
            </a: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t>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t>set</a:t>
            </a: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t>: </a:t>
            </a:r>
            <a:r>
              <a:rPr lang="de-DE" sz="2000" b="1" u="sng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Daily Barbecue </a:t>
            </a:r>
            <a:r>
              <a:rPr lang="de-DE" sz="2000" b="1" u="sng" err="1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sauce</a:t>
            </a:r>
            <a:r>
              <a:rPr lang="de-DE" sz="2000" b="1" u="sng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 u="sng" err="1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sales</a:t>
            </a:r>
            <a:r>
              <a:rPr lang="de-DE" sz="2000" b="1" u="sng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u="sng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2021-01-03 to 2026-07-29)</a:t>
            </a:r>
            <a:endParaRPr kumimoji="0" lang="de-DE" sz="20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70" name="pl18">
            <a:extLst>
              <a:ext uri="{FF2B5EF4-FFF2-40B4-BE49-F238E27FC236}">
                <a16:creationId xmlns:a16="http://schemas.microsoft.com/office/drawing/2014/main" id="{86A40A80-7F71-49C8-BB84-46EFFA235206}"/>
              </a:ext>
            </a:extLst>
          </p:cNvPr>
          <p:cNvSpPr/>
          <p:nvPr/>
        </p:nvSpPr>
        <p:spPr>
          <a:xfrm>
            <a:off x="1657501" y="2113440"/>
            <a:ext cx="7753977" cy="3729525"/>
          </a:xfrm>
          <a:custGeom>
            <a:avLst/>
            <a:gdLst/>
            <a:ahLst/>
            <a:cxnLst/>
            <a:rect l="0" t="0" r="0" b="0"/>
            <a:pathLst>
              <a:path w="7753977" h="3729525">
                <a:moveTo>
                  <a:pt x="0" y="3543146"/>
                </a:moveTo>
                <a:lnTo>
                  <a:pt x="11442" y="3319493"/>
                </a:lnTo>
                <a:lnTo>
                  <a:pt x="15256" y="3571921"/>
                </a:lnTo>
                <a:lnTo>
                  <a:pt x="19070" y="3496715"/>
                </a:lnTo>
                <a:lnTo>
                  <a:pt x="22884" y="3156003"/>
                </a:lnTo>
                <a:lnTo>
                  <a:pt x="26698" y="3068373"/>
                </a:lnTo>
                <a:lnTo>
                  <a:pt x="38140" y="3318839"/>
                </a:lnTo>
                <a:lnTo>
                  <a:pt x="41954" y="3530721"/>
                </a:lnTo>
                <a:lnTo>
                  <a:pt x="45768" y="3560803"/>
                </a:lnTo>
                <a:lnTo>
                  <a:pt x="49582" y="3676554"/>
                </a:lnTo>
                <a:lnTo>
                  <a:pt x="53396" y="3042214"/>
                </a:lnTo>
                <a:lnTo>
                  <a:pt x="64838" y="3658897"/>
                </a:lnTo>
                <a:lnTo>
                  <a:pt x="68653" y="3719715"/>
                </a:lnTo>
                <a:lnTo>
                  <a:pt x="72467" y="3581730"/>
                </a:lnTo>
                <a:lnTo>
                  <a:pt x="76281" y="3547070"/>
                </a:lnTo>
                <a:lnTo>
                  <a:pt x="80095" y="3552956"/>
                </a:lnTo>
                <a:lnTo>
                  <a:pt x="91537" y="3659551"/>
                </a:lnTo>
                <a:lnTo>
                  <a:pt x="95351" y="3619006"/>
                </a:lnTo>
                <a:lnTo>
                  <a:pt x="99165" y="3359384"/>
                </a:lnTo>
                <a:lnTo>
                  <a:pt x="102979" y="3199164"/>
                </a:lnTo>
                <a:lnTo>
                  <a:pt x="106793" y="3681786"/>
                </a:lnTo>
                <a:lnTo>
                  <a:pt x="118235" y="3713830"/>
                </a:lnTo>
                <a:lnTo>
                  <a:pt x="122049" y="3642548"/>
                </a:lnTo>
                <a:lnTo>
                  <a:pt x="125863" y="3539877"/>
                </a:lnTo>
                <a:lnTo>
                  <a:pt x="129677" y="1940948"/>
                </a:lnTo>
                <a:lnTo>
                  <a:pt x="133491" y="3664129"/>
                </a:lnTo>
                <a:lnTo>
                  <a:pt x="144934" y="3310991"/>
                </a:lnTo>
                <a:lnTo>
                  <a:pt x="148748" y="3648434"/>
                </a:lnTo>
                <a:lnTo>
                  <a:pt x="152562" y="3476443"/>
                </a:lnTo>
                <a:lnTo>
                  <a:pt x="156376" y="3487560"/>
                </a:lnTo>
                <a:lnTo>
                  <a:pt x="160190" y="3326032"/>
                </a:lnTo>
                <a:lnTo>
                  <a:pt x="171632" y="3558187"/>
                </a:lnTo>
                <a:lnTo>
                  <a:pt x="175446" y="3719061"/>
                </a:lnTo>
                <a:lnTo>
                  <a:pt x="179260" y="3637316"/>
                </a:lnTo>
                <a:lnTo>
                  <a:pt x="183074" y="3598733"/>
                </a:lnTo>
                <a:lnTo>
                  <a:pt x="186888" y="3333226"/>
                </a:lnTo>
                <a:lnTo>
                  <a:pt x="198330" y="3003631"/>
                </a:lnTo>
                <a:lnTo>
                  <a:pt x="202145" y="3649088"/>
                </a:lnTo>
                <a:lnTo>
                  <a:pt x="205959" y="3671322"/>
                </a:lnTo>
                <a:lnTo>
                  <a:pt x="209773" y="3623583"/>
                </a:lnTo>
                <a:lnTo>
                  <a:pt x="213587" y="3478404"/>
                </a:lnTo>
                <a:lnTo>
                  <a:pt x="221215" y="3663475"/>
                </a:lnTo>
                <a:lnTo>
                  <a:pt x="225029" y="3719061"/>
                </a:lnTo>
                <a:lnTo>
                  <a:pt x="228843" y="3147502"/>
                </a:lnTo>
                <a:lnTo>
                  <a:pt x="232657" y="3420856"/>
                </a:lnTo>
                <a:lnTo>
                  <a:pt x="236471" y="3181507"/>
                </a:lnTo>
                <a:lnTo>
                  <a:pt x="247913" y="1587157"/>
                </a:lnTo>
                <a:lnTo>
                  <a:pt x="251727" y="3521566"/>
                </a:lnTo>
                <a:lnTo>
                  <a:pt x="255541" y="3496061"/>
                </a:lnTo>
                <a:lnTo>
                  <a:pt x="259355" y="3657589"/>
                </a:lnTo>
                <a:lnTo>
                  <a:pt x="263169" y="3430666"/>
                </a:lnTo>
                <a:lnTo>
                  <a:pt x="274612" y="3119381"/>
                </a:lnTo>
                <a:lnTo>
                  <a:pt x="278426" y="3662167"/>
                </a:lnTo>
                <a:lnTo>
                  <a:pt x="282240" y="3636662"/>
                </a:lnTo>
                <a:lnTo>
                  <a:pt x="286054" y="3523528"/>
                </a:lnTo>
                <a:lnTo>
                  <a:pt x="289868" y="3616390"/>
                </a:lnTo>
                <a:lnTo>
                  <a:pt x="301310" y="3503255"/>
                </a:lnTo>
                <a:lnTo>
                  <a:pt x="305124" y="3306413"/>
                </a:lnTo>
                <a:lnTo>
                  <a:pt x="308938" y="1391623"/>
                </a:lnTo>
                <a:lnTo>
                  <a:pt x="312752" y="2944774"/>
                </a:lnTo>
                <a:lnTo>
                  <a:pt x="316566" y="471504"/>
                </a:lnTo>
                <a:lnTo>
                  <a:pt x="320380" y="3729525"/>
                </a:lnTo>
                <a:lnTo>
                  <a:pt x="328008" y="3628161"/>
                </a:lnTo>
                <a:lnTo>
                  <a:pt x="331822" y="3550340"/>
                </a:lnTo>
                <a:lnTo>
                  <a:pt x="335636" y="3244941"/>
                </a:lnTo>
                <a:lnTo>
                  <a:pt x="339451" y="3560803"/>
                </a:lnTo>
                <a:lnTo>
                  <a:pt x="343265" y="3627507"/>
                </a:lnTo>
                <a:lnTo>
                  <a:pt x="354707" y="2995783"/>
                </a:lnTo>
                <a:lnTo>
                  <a:pt x="358521" y="3471865"/>
                </a:lnTo>
                <a:lnTo>
                  <a:pt x="362335" y="3456824"/>
                </a:lnTo>
                <a:lnTo>
                  <a:pt x="366149" y="3545762"/>
                </a:lnTo>
                <a:lnTo>
                  <a:pt x="373777" y="3729525"/>
                </a:lnTo>
                <a:lnTo>
                  <a:pt x="385219" y="3656935"/>
                </a:lnTo>
                <a:lnTo>
                  <a:pt x="389033" y="3199164"/>
                </a:lnTo>
                <a:lnTo>
                  <a:pt x="392847" y="3373771"/>
                </a:lnTo>
                <a:lnTo>
                  <a:pt x="396661" y="3566035"/>
                </a:lnTo>
                <a:lnTo>
                  <a:pt x="408104" y="3396660"/>
                </a:lnTo>
                <a:lnTo>
                  <a:pt x="411918" y="3259982"/>
                </a:lnTo>
                <a:lnTo>
                  <a:pt x="415732" y="3303144"/>
                </a:lnTo>
                <a:lnTo>
                  <a:pt x="419546" y="3558187"/>
                </a:lnTo>
                <a:lnTo>
                  <a:pt x="423360" y="3717099"/>
                </a:lnTo>
                <a:lnTo>
                  <a:pt x="434802" y="3545762"/>
                </a:lnTo>
                <a:lnTo>
                  <a:pt x="438616" y="3263906"/>
                </a:lnTo>
                <a:lnTo>
                  <a:pt x="442430" y="2027271"/>
                </a:lnTo>
                <a:lnTo>
                  <a:pt x="446244" y="3499985"/>
                </a:lnTo>
                <a:lnTo>
                  <a:pt x="461500" y="3343035"/>
                </a:lnTo>
                <a:lnTo>
                  <a:pt x="469128" y="3437205"/>
                </a:lnTo>
                <a:lnTo>
                  <a:pt x="472943" y="3640586"/>
                </a:lnTo>
                <a:lnTo>
                  <a:pt x="476757" y="3263906"/>
                </a:lnTo>
                <a:lnTo>
                  <a:pt x="488199" y="3390120"/>
                </a:lnTo>
                <a:lnTo>
                  <a:pt x="492013" y="3569305"/>
                </a:lnTo>
                <a:lnTo>
                  <a:pt x="495827" y="3196548"/>
                </a:lnTo>
                <a:lnTo>
                  <a:pt x="499641" y="3403853"/>
                </a:lnTo>
                <a:lnTo>
                  <a:pt x="503455" y="3318839"/>
                </a:lnTo>
                <a:lnTo>
                  <a:pt x="514897" y="3570613"/>
                </a:lnTo>
                <a:lnTo>
                  <a:pt x="518711" y="3420856"/>
                </a:lnTo>
                <a:lnTo>
                  <a:pt x="522525" y="3430666"/>
                </a:lnTo>
                <a:lnTo>
                  <a:pt x="530153" y="3619660"/>
                </a:lnTo>
                <a:lnTo>
                  <a:pt x="541596" y="3691595"/>
                </a:lnTo>
                <a:lnTo>
                  <a:pt x="545410" y="3610504"/>
                </a:lnTo>
                <a:lnTo>
                  <a:pt x="549224" y="3424780"/>
                </a:lnTo>
                <a:lnTo>
                  <a:pt x="553038" y="3396006"/>
                </a:lnTo>
                <a:lnTo>
                  <a:pt x="556852" y="2723082"/>
                </a:lnTo>
                <a:lnTo>
                  <a:pt x="572108" y="3367886"/>
                </a:lnTo>
                <a:lnTo>
                  <a:pt x="575922" y="3540531"/>
                </a:lnTo>
                <a:lnTo>
                  <a:pt x="579736" y="3425434"/>
                </a:lnTo>
                <a:lnTo>
                  <a:pt x="583550" y="3443745"/>
                </a:lnTo>
                <a:lnTo>
                  <a:pt x="594992" y="2737470"/>
                </a:lnTo>
                <a:lnTo>
                  <a:pt x="598806" y="3547724"/>
                </a:lnTo>
                <a:lnTo>
                  <a:pt x="602620" y="3049408"/>
                </a:lnTo>
                <a:lnTo>
                  <a:pt x="606435" y="3439821"/>
                </a:lnTo>
                <a:lnTo>
                  <a:pt x="610249" y="3059217"/>
                </a:lnTo>
                <a:lnTo>
                  <a:pt x="621691" y="3342381"/>
                </a:lnTo>
                <a:lnTo>
                  <a:pt x="625505" y="3621621"/>
                </a:lnTo>
                <a:lnTo>
                  <a:pt x="629319" y="3109572"/>
                </a:lnTo>
                <a:lnTo>
                  <a:pt x="633133" y="3226630"/>
                </a:lnTo>
                <a:lnTo>
                  <a:pt x="636947" y="3425434"/>
                </a:lnTo>
                <a:lnTo>
                  <a:pt x="648389" y="3320147"/>
                </a:lnTo>
                <a:lnTo>
                  <a:pt x="652203" y="3547070"/>
                </a:lnTo>
                <a:lnTo>
                  <a:pt x="656017" y="2721775"/>
                </a:lnTo>
                <a:lnTo>
                  <a:pt x="659831" y="2779323"/>
                </a:lnTo>
                <a:lnTo>
                  <a:pt x="663645" y="3418240"/>
                </a:lnTo>
                <a:lnTo>
                  <a:pt x="675088" y="1316418"/>
                </a:lnTo>
                <a:lnTo>
                  <a:pt x="678902" y="940392"/>
                </a:lnTo>
                <a:lnTo>
                  <a:pt x="686530" y="1319688"/>
                </a:lnTo>
                <a:lnTo>
                  <a:pt x="690344" y="3688325"/>
                </a:lnTo>
                <a:lnTo>
                  <a:pt x="701786" y="3578460"/>
                </a:lnTo>
                <a:lnTo>
                  <a:pt x="705600" y="3583692"/>
                </a:lnTo>
                <a:lnTo>
                  <a:pt x="709414" y="3592193"/>
                </a:lnTo>
                <a:lnTo>
                  <a:pt x="713228" y="3490830"/>
                </a:lnTo>
                <a:lnTo>
                  <a:pt x="717042" y="3585000"/>
                </a:lnTo>
                <a:lnTo>
                  <a:pt x="728484" y="3729525"/>
                </a:lnTo>
                <a:lnTo>
                  <a:pt x="732298" y="3652357"/>
                </a:lnTo>
                <a:lnTo>
                  <a:pt x="755183" y="3687671"/>
                </a:lnTo>
                <a:lnTo>
                  <a:pt x="758997" y="1701599"/>
                </a:lnTo>
                <a:lnTo>
                  <a:pt x="762811" y="3698788"/>
                </a:lnTo>
                <a:lnTo>
                  <a:pt x="766625" y="3672630"/>
                </a:lnTo>
                <a:lnTo>
                  <a:pt x="770439" y="2882648"/>
                </a:lnTo>
                <a:lnTo>
                  <a:pt x="781881" y="3619006"/>
                </a:lnTo>
                <a:lnTo>
                  <a:pt x="785695" y="3713176"/>
                </a:lnTo>
                <a:lnTo>
                  <a:pt x="789509" y="3716445"/>
                </a:lnTo>
                <a:lnTo>
                  <a:pt x="793323" y="3650396"/>
                </a:lnTo>
                <a:lnTo>
                  <a:pt x="797137" y="3699442"/>
                </a:lnTo>
                <a:lnTo>
                  <a:pt x="808580" y="3701404"/>
                </a:lnTo>
                <a:lnTo>
                  <a:pt x="812394" y="3729525"/>
                </a:lnTo>
                <a:lnTo>
                  <a:pt x="816208" y="3242325"/>
                </a:lnTo>
                <a:lnTo>
                  <a:pt x="820022" y="3713830"/>
                </a:lnTo>
                <a:lnTo>
                  <a:pt x="823836" y="3635355"/>
                </a:lnTo>
                <a:lnTo>
                  <a:pt x="835278" y="3632739"/>
                </a:lnTo>
                <a:lnTo>
                  <a:pt x="839092" y="3715137"/>
                </a:lnTo>
                <a:lnTo>
                  <a:pt x="842906" y="3649088"/>
                </a:lnTo>
                <a:lnTo>
                  <a:pt x="846720" y="3670014"/>
                </a:lnTo>
                <a:lnTo>
                  <a:pt x="850534" y="3729525"/>
                </a:lnTo>
                <a:lnTo>
                  <a:pt x="861976" y="3729525"/>
                </a:lnTo>
                <a:lnTo>
                  <a:pt x="865790" y="3655627"/>
                </a:lnTo>
                <a:lnTo>
                  <a:pt x="869604" y="3609850"/>
                </a:lnTo>
                <a:lnTo>
                  <a:pt x="873418" y="3722331"/>
                </a:lnTo>
                <a:lnTo>
                  <a:pt x="877233" y="3679170"/>
                </a:lnTo>
                <a:lnTo>
                  <a:pt x="888675" y="3244941"/>
                </a:lnTo>
                <a:lnTo>
                  <a:pt x="892489" y="3709906"/>
                </a:lnTo>
                <a:lnTo>
                  <a:pt x="896303" y="3490830"/>
                </a:lnTo>
                <a:lnTo>
                  <a:pt x="900117" y="3671976"/>
                </a:lnTo>
                <a:lnTo>
                  <a:pt x="903931" y="3290718"/>
                </a:lnTo>
                <a:lnTo>
                  <a:pt x="915373" y="3390774"/>
                </a:lnTo>
                <a:lnTo>
                  <a:pt x="919187" y="3700096"/>
                </a:lnTo>
                <a:lnTo>
                  <a:pt x="923001" y="3626199"/>
                </a:lnTo>
                <a:lnTo>
                  <a:pt x="926815" y="3717753"/>
                </a:lnTo>
                <a:lnTo>
                  <a:pt x="930629" y="3721677"/>
                </a:lnTo>
                <a:lnTo>
                  <a:pt x="942072" y="3722331"/>
                </a:lnTo>
                <a:lnTo>
                  <a:pt x="945886" y="3715791"/>
                </a:lnTo>
                <a:lnTo>
                  <a:pt x="949700" y="3713830"/>
                </a:lnTo>
                <a:lnTo>
                  <a:pt x="953514" y="3605272"/>
                </a:lnTo>
                <a:lnTo>
                  <a:pt x="957328" y="3706636"/>
                </a:lnTo>
                <a:lnTo>
                  <a:pt x="968770" y="3622929"/>
                </a:lnTo>
                <a:lnTo>
                  <a:pt x="972584" y="3707290"/>
                </a:lnTo>
                <a:lnTo>
                  <a:pt x="976398" y="3698788"/>
                </a:lnTo>
                <a:lnTo>
                  <a:pt x="980212" y="3696173"/>
                </a:lnTo>
                <a:lnTo>
                  <a:pt x="984026" y="2900305"/>
                </a:lnTo>
                <a:lnTo>
                  <a:pt x="995468" y="3689633"/>
                </a:lnTo>
                <a:lnTo>
                  <a:pt x="999282" y="3729525"/>
                </a:lnTo>
                <a:lnTo>
                  <a:pt x="1003096" y="3688979"/>
                </a:lnTo>
                <a:lnTo>
                  <a:pt x="1006910" y="3719715"/>
                </a:lnTo>
                <a:lnTo>
                  <a:pt x="1010725" y="3696827"/>
                </a:lnTo>
                <a:lnTo>
                  <a:pt x="1022167" y="3729525"/>
                </a:lnTo>
                <a:lnTo>
                  <a:pt x="1025981" y="3679824"/>
                </a:lnTo>
                <a:lnTo>
                  <a:pt x="1029795" y="3720369"/>
                </a:lnTo>
                <a:lnTo>
                  <a:pt x="1033609" y="3603311"/>
                </a:lnTo>
                <a:lnTo>
                  <a:pt x="1037423" y="2728968"/>
                </a:lnTo>
                <a:lnTo>
                  <a:pt x="1048865" y="3713830"/>
                </a:lnTo>
                <a:lnTo>
                  <a:pt x="1052679" y="3701404"/>
                </a:lnTo>
                <a:lnTo>
                  <a:pt x="1056493" y="3662167"/>
                </a:lnTo>
                <a:lnTo>
                  <a:pt x="1060307" y="3662167"/>
                </a:lnTo>
                <a:lnTo>
                  <a:pt x="1064121" y="3679824"/>
                </a:lnTo>
                <a:lnTo>
                  <a:pt x="1075563" y="3665437"/>
                </a:lnTo>
                <a:lnTo>
                  <a:pt x="1079378" y="3721023"/>
                </a:lnTo>
                <a:lnTo>
                  <a:pt x="1083192" y="3689633"/>
                </a:lnTo>
                <a:lnTo>
                  <a:pt x="1087006" y="3704020"/>
                </a:lnTo>
                <a:lnTo>
                  <a:pt x="1090820" y="3718407"/>
                </a:lnTo>
                <a:lnTo>
                  <a:pt x="1102262" y="3708598"/>
                </a:lnTo>
                <a:lnTo>
                  <a:pt x="1106076" y="3729525"/>
                </a:lnTo>
                <a:lnTo>
                  <a:pt x="1109890" y="3694865"/>
                </a:lnTo>
                <a:lnTo>
                  <a:pt x="1113704" y="3654319"/>
                </a:lnTo>
                <a:lnTo>
                  <a:pt x="1117518" y="2960469"/>
                </a:lnTo>
                <a:lnTo>
                  <a:pt x="1128960" y="2430763"/>
                </a:lnTo>
                <a:lnTo>
                  <a:pt x="1132774" y="3399276"/>
                </a:lnTo>
                <a:lnTo>
                  <a:pt x="1136588" y="3650396"/>
                </a:lnTo>
                <a:lnTo>
                  <a:pt x="1140402" y="3713176"/>
                </a:lnTo>
                <a:lnTo>
                  <a:pt x="1144217" y="3706636"/>
                </a:lnTo>
                <a:lnTo>
                  <a:pt x="1155659" y="3711868"/>
                </a:lnTo>
                <a:lnTo>
                  <a:pt x="1159473" y="3698788"/>
                </a:lnTo>
                <a:lnTo>
                  <a:pt x="1163287" y="3706636"/>
                </a:lnTo>
                <a:lnTo>
                  <a:pt x="1167101" y="3729525"/>
                </a:lnTo>
                <a:lnTo>
                  <a:pt x="1170915" y="3669360"/>
                </a:lnTo>
                <a:lnTo>
                  <a:pt x="1182357" y="3715791"/>
                </a:lnTo>
                <a:lnTo>
                  <a:pt x="1186171" y="3685709"/>
                </a:lnTo>
                <a:lnTo>
                  <a:pt x="1189985" y="3677862"/>
                </a:lnTo>
                <a:lnTo>
                  <a:pt x="1193799" y="2938235"/>
                </a:lnTo>
                <a:lnTo>
                  <a:pt x="1197613" y="3715791"/>
                </a:lnTo>
                <a:lnTo>
                  <a:pt x="1209055" y="3704674"/>
                </a:lnTo>
                <a:lnTo>
                  <a:pt x="1212870" y="3729525"/>
                </a:lnTo>
                <a:lnTo>
                  <a:pt x="1216684" y="3688979"/>
                </a:lnTo>
                <a:lnTo>
                  <a:pt x="1220498" y="3681132"/>
                </a:lnTo>
                <a:lnTo>
                  <a:pt x="1224312" y="3714483"/>
                </a:lnTo>
                <a:lnTo>
                  <a:pt x="1235754" y="3722331"/>
                </a:lnTo>
                <a:lnTo>
                  <a:pt x="1239568" y="3707290"/>
                </a:lnTo>
                <a:lnTo>
                  <a:pt x="1243382" y="3694865"/>
                </a:lnTo>
                <a:lnTo>
                  <a:pt x="1247196" y="3668706"/>
                </a:lnTo>
                <a:lnTo>
                  <a:pt x="1251010" y="1676095"/>
                </a:lnTo>
                <a:lnTo>
                  <a:pt x="1262452" y="2531473"/>
                </a:lnTo>
                <a:lnTo>
                  <a:pt x="1266266" y="3369847"/>
                </a:lnTo>
                <a:lnTo>
                  <a:pt x="1270080" y="3696173"/>
                </a:lnTo>
                <a:lnTo>
                  <a:pt x="1273894" y="3672630"/>
                </a:lnTo>
                <a:lnTo>
                  <a:pt x="1277709" y="3704674"/>
                </a:lnTo>
                <a:lnTo>
                  <a:pt x="1289151" y="3729525"/>
                </a:lnTo>
                <a:lnTo>
                  <a:pt x="1292965" y="3371809"/>
                </a:lnTo>
                <a:lnTo>
                  <a:pt x="1296779" y="3668052"/>
                </a:lnTo>
                <a:lnTo>
                  <a:pt x="1300593" y="3669360"/>
                </a:lnTo>
                <a:lnTo>
                  <a:pt x="1304407" y="3707944"/>
                </a:lnTo>
                <a:lnTo>
                  <a:pt x="1315849" y="3700750"/>
                </a:lnTo>
                <a:lnTo>
                  <a:pt x="1319663" y="3622929"/>
                </a:lnTo>
                <a:lnTo>
                  <a:pt x="1323477" y="3659551"/>
                </a:lnTo>
                <a:lnTo>
                  <a:pt x="1327291" y="3721677"/>
                </a:lnTo>
                <a:lnTo>
                  <a:pt x="1331105" y="3312953"/>
                </a:lnTo>
                <a:lnTo>
                  <a:pt x="1342547" y="2136482"/>
                </a:lnTo>
                <a:lnTo>
                  <a:pt x="1346362" y="3722985"/>
                </a:lnTo>
                <a:lnTo>
                  <a:pt x="1350176" y="3703366"/>
                </a:lnTo>
                <a:lnTo>
                  <a:pt x="1369246" y="3494753"/>
                </a:lnTo>
                <a:lnTo>
                  <a:pt x="1373060" y="3729525"/>
                </a:lnTo>
                <a:lnTo>
                  <a:pt x="1395944" y="3729525"/>
                </a:lnTo>
                <a:lnTo>
                  <a:pt x="1399758" y="3729525"/>
                </a:lnTo>
                <a:lnTo>
                  <a:pt x="1403572" y="3703366"/>
                </a:lnTo>
                <a:lnTo>
                  <a:pt x="1407386" y="2679921"/>
                </a:lnTo>
                <a:lnTo>
                  <a:pt x="1411200" y="3616390"/>
                </a:lnTo>
                <a:lnTo>
                  <a:pt x="1422643" y="3178892"/>
                </a:lnTo>
                <a:lnTo>
                  <a:pt x="1426457" y="3694865"/>
                </a:lnTo>
                <a:lnTo>
                  <a:pt x="1430271" y="3697481"/>
                </a:lnTo>
                <a:lnTo>
                  <a:pt x="1434085" y="3698135"/>
                </a:lnTo>
                <a:lnTo>
                  <a:pt x="1437899" y="3704674"/>
                </a:lnTo>
                <a:lnTo>
                  <a:pt x="1449341" y="2178335"/>
                </a:lnTo>
                <a:lnTo>
                  <a:pt x="1453155" y="3687671"/>
                </a:lnTo>
                <a:lnTo>
                  <a:pt x="1456969" y="3696827"/>
                </a:lnTo>
                <a:lnTo>
                  <a:pt x="1460783" y="3688979"/>
                </a:lnTo>
                <a:lnTo>
                  <a:pt x="1464597" y="3677208"/>
                </a:lnTo>
                <a:lnTo>
                  <a:pt x="1476039" y="3668052"/>
                </a:lnTo>
                <a:lnTo>
                  <a:pt x="1479854" y="3722985"/>
                </a:lnTo>
                <a:lnTo>
                  <a:pt x="1483668" y="3673938"/>
                </a:lnTo>
                <a:lnTo>
                  <a:pt x="1487482" y="3660205"/>
                </a:lnTo>
                <a:lnTo>
                  <a:pt x="1491296" y="1884054"/>
                </a:lnTo>
                <a:lnTo>
                  <a:pt x="1502738" y="3719715"/>
                </a:lnTo>
                <a:lnTo>
                  <a:pt x="1506552" y="3698788"/>
                </a:lnTo>
                <a:lnTo>
                  <a:pt x="1510366" y="3721023"/>
                </a:lnTo>
                <a:lnTo>
                  <a:pt x="1514180" y="3282871"/>
                </a:lnTo>
                <a:lnTo>
                  <a:pt x="1517994" y="3729525"/>
                </a:lnTo>
                <a:lnTo>
                  <a:pt x="1529436" y="3706636"/>
                </a:lnTo>
                <a:lnTo>
                  <a:pt x="1533250" y="3729525"/>
                </a:lnTo>
                <a:lnTo>
                  <a:pt x="1537064" y="3645818"/>
                </a:lnTo>
                <a:lnTo>
                  <a:pt x="1540878" y="3714483"/>
                </a:lnTo>
                <a:lnTo>
                  <a:pt x="1544692" y="3698135"/>
                </a:lnTo>
                <a:lnTo>
                  <a:pt x="1556135" y="3729525"/>
                </a:lnTo>
                <a:lnTo>
                  <a:pt x="1559949" y="3721677"/>
                </a:lnTo>
                <a:lnTo>
                  <a:pt x="1563763" y="3688325"/>
                </a:lnTo>
                <a:lnTo>
                  <a:pt x="1567577" y="3665437"/>
                </a:lnTo>
                <a:lnTo>
                  <a:pt x="1571391" y="3698135"/>
                </a:lnTo>
                <a:lnTo>
                  <a:pt x="1582833" y="671615"/>
                </a:lnTo>
                <a:lnTo>
                  <a:pt x="1586647" y="3729525"/>
                </a:lnTo>
                <a:lnTo>
                  <a:pt x="1590461" y="3654319"/>
                </a:lnTo>
                <a:lnTo>
                  <a:pt x="1594275" y="3692249"/>
                </a:lnTo>
                <a:lnTo>
                  <a:pt x="1598089" y="3729525"/>
                </a:lnTo>
                <a:lnTo>
                  <a:pt x="1609531" y="3694211"/>
                </a:lnTo>
                <a:lnTo>
                  <a:pt x="1613345" y="3729525"/>
                </a:lnTo>
                <a:lnTo>
                  <a:pt x="1617160" y="1632934"/>
                </a:lnTo>
                <a:lnTo>
                  <a:pt x="1620974" y="3387504"/>
                </a:lnTo>
                <a:lnTo>
                  <a:pt x="1624788" y="3700096"/>
                </a:lnTo>
                <a:lnTo>
                  <a:pt x="1636230" y="2258118"/>
                </a:lnTo>
                <a:lnTo>
                  <a:pt x="1640044" y="3729525"/>
                </a:lnTo>
                <a:lnTo>
                  <a:pt x="1643858" y="2846681"/>
                </a:lnTo>
                <a:lnTo>
                  <a:pt x="1647672" y="3632739"/>
                </a:lnTo>
                <a:lnTo>
                  <a:pt x="1651486" y="3637970"/>
                </a:lnTo>
                <a:lnTo>
                  <a:pt x="1662928" y="300820"/>
                </a:lnTo>
                <a:lnTo>
                  <a:pt x="1666742" y="3698135"/>
                </a:lnTo>
                <a:lnTo>
                  <a:pt x="1670556" y="3677208"/>
                </a:lnTo>
                <a:lnTo>
                  <a:pt x="1674370" y="2101822"/>
                </a:lnTo>
                <a:lnTo>
                  <a:pt x="1678184" y="3636008"/>
                </a:lnTo>
                <a:lnTo>
                  <a:pt x="1689627" y="3699442"/>
                </a:lnTo>
                <a:lnTo>
                  <a:pt x="1693441" y="1564922"/>
                </a:lnTo>
                <a:lnTo>
                  <a:pt x="1697255" y="3436551"/>
                </a:lnTo>
                <a:lnTo>
                  <a:pt x="1701069" y="3140962"/>
                </a:lnTo>
                <a:lnTo>
                  <a:pt x="1704883" y="3694865"/>
                </a:lnTo>
                <a:lnTo>
                  <a:pt x="1708697" y="3729525"/>
                </a:lnTo>
                <a:lnTo>
                  <a:pt x="1716325" y="3721677"/>
                </a:lnTo>
                <a:lnTo>
                  <a:pt x="1720139" y="2453652"/>
                </a:lnTo>
                <a:lnTo>
                  <a:pt x="1723953" y="3692249"/>
                </a:lnTo>
                <a:lnTo>
                  <a:pt x="1727767" y="3710560"/>
                </a:lnTo>
                <a:lnTo>
                  <a:pt x="1746837" y="3729525"/>
                </a:lnTo>
                <a:lnTo>
                  <a:pt x="1750652" y="2512508"/>
                </a:lnTo>
                <a:lnTo>
                  <a:pt x="1754466" y="3689633"/>
                </a:lnTo>
                <a:lnTo>
                  <a:pt x="1758280" y="3639278"/>
                </a:lnTo>
                <a:lnTo>
                  <a:pt x="1762094" y="3729525"/>
                </a:lnTo>
                <a:lnTo>
                  <a:pt x="1769722" y="3653665"/>
                </a:lnTo>
                <a:lnTo>
                  <a:pt x="1773536" y="2966355"/>
                </a:lnTo>
                <a:lnTo>
                  <a:pt x="1777350" y="3638624"/>
                </a:lnTo>
                <a:lnTo>
                  <a:pt x="1781164" y="3592193"/>
                </a:lnTo>
                <a:lnTo>
                  <a:pt x="1784978" y="3391428"/>
                </a:lnTo>
                <a:lnTo>
                  <a:pt x="1796420" y="3696173"/>
                </a:lnTo>
                <a:lnTo>
                  <a:pt x="1800234" y="3721677"/>
                </a:lnTo>
                <a:lnTo>
                  <a:pt x="1807862" y="3707290"/>
                </a:lnTo>
                <a:lnTo>
                  <a:pt x="1811676" y="3715791"/>
                </a:lnTo>
                <a:lnTo>
                  <a:pt x="1823119" y="3650396"/>
                </a:lnTo>
                <a:lnTo>
                  <a:pt x="1826933" y="3594809"/>
                </a:lnTo>
                <a:lnTo>
                  <a:pt x="1830747" y="2993167"/>
                </a:lnTo>
                <a:lnTo>
                  <a:pt x="1834561" y="1867705"/>
                </a:lnTo>
                <a:lnTo>
                  <a:pt x="1838375" y="3263906"/>
                </a:lnTo>
                <a:lnTo>
                  <a:pt x="1849817" y="3374425"/>
                </a:lnTo>
                <a:lnTo>
                  <a:pt x="1853631" y="3715137"/>
                </a:lnTo>
                <a:lnTo>
                  <a:pt x="1857445" y="3729525"/>
                </a:lnTo>
                <a:lnTo>
                  <a:pt x="1861259" y="3686363"/>
                </a:lnTo>
                <a:lnTo>
                  <a:pt x="1865073" y="3690287"/>
                </a:lnTo>
                <a:lnTo>
                  <a:pt x="1876515" y="3602657"/>
                </a:lnTo>
                <a:lnTo>
                  <a:pt x="1880329" y="3715791"/>
                </a:lnTo>
                <a:lnTo>
                  <a:pt x="1884144" y="3688979"/>
                </a:lnTo>
                <a:lnTo>
                  <a:pt x="1891772" y="1519799"/>
                </a:lnTo>
                <a:lnTo>
                  <a:pt x="1903214" y="3667398"/>
                </a:lnTo>
                <a:lnTo>
                  <a:pt x="1907028" y="3688979"/>
                </a:lnTo>
                <a:lnTo>
                  <a:pt x="1910842" y="3618352"/>
                </a:lnTo>
                <a:lnTo>
                  <a:pt x="1914656" y="3660859"/>
                </a:lnTo>
                <a:lnTo>
                  <a:pt x="1918470" y="3713830"/>
                </a:lnTo>
                <a:lnTo>
                  <a:pt x="1933726" y="3729525"/>
                </a:lnTo>
                <a:lnTo>
                  <a:pt x="1937540" y="3688979"/>
                </a:lnTo>
                <a:lnTo>
                  <a:pt x="1941354" y="3533991"/>
                </a:lnTo>
                <a:lnTo>
                  <a:pt x="1945168" y="2864337"/>
                </a:lnTo>
                <a:lnTo>
                  <a:pt x="1956611" y="3729525"/>
                </a:lnTo>
                <a:lnTo>
                  <a:pt x="1960425" y="3707290"/>
                </a:lnTo>
                <a:lnTo>
                  <a:pt x="1964239" y="3706636"/>
                </a:lnTo>
                <a:lnTo>
                  <a:pt x="1968053" y="3628161"/>
                </a:lnTo>
                <a:lnTo>
                  <a:pt x="1971867" y="3664783"/>
                </a:lnTo>
                <a:lnTo>
                  <a:pt x="1983309" y="1653860"/>
                </a:lnTo>
                <a:lnTo>
                  <a:pt x="1987123" y="2991859"/>
                </a:lnTo>
                <a:lnTo>
                  <a:pt x="1990937" y="3660859"/>
                </a:lnTo>
                <a:lnTo>
                  <a:pt x="1994751" y="3565381"/>
                </a:lnTo>
                <a:lnTo>
                  <a:pt x="1998565" y="3697481"/>
                </a:lnTo>
                <a:lnTo>
                  <a:pt x="2010007" y="3647126"/>
                </a:lnTo>
                <a:lnTo>
                  <a:pt x="2013821" y="3666091"/>
                </a:lnTo>
                <a:lnTo>
                  <a:pt x="2017636" y="3628815"/>
                </a:lnTo>
                <a:lnTo>
                  <a:pt x="2021450" y="3520912"/>
                </a:lnTo>
                <a:lnTo>
                  <a:pt x="2025264" y="3676554"/>
                </a:lnTo>
                <a:lnTo>
                  <a:pt x="2036706" y="3675900"/>
                </a:lnTo>
                <a:lnTo>
                  <a:pt x="2040520" y="3600041"/>
                </a:lnTo>
                <a:lnTo>
                  <a:pt x="2044334" y="3525489"/>
                </a:lnTo>
                <a:lnTo>
                  <a:pt x="2048148" y="2099860"/>
                </a:lnTo>
                <a:lnTo>
                  <a:pt x="2051962" y="2641992"/>
                </a:lnTo>
                <a:lnTo>
                  <a:pt x="2063404" y="1850048"/>
                </a:lnTo>
                <a:lnTo>
                  <a:pt x="2067218" y="3682440"/>
                </a:lnTo>
                <a:lnTo>
                  <a:pt x="2074846" y="3689633"/>
                </a:lnTo>
                <a:lnTo>
                  <a:pt x="2078660" y="2099860"/>
                </a:lnTo>
                <a:lnTo>
                  <a:pt x="2090103" y="3716445"/>
                </a:lnTo>
                <a:lnTo>
                  <a:pt x="2093917" y="3672630"/>
                </a:lnTo>
                <a:lnTo>
                  <a:pt x="2097731" y="3632085"/>
                </a:lnTo>
                <a:lnTo>
                  <a:pt x="2101545" y="3452900"/>
                </a:lnTo>
                <a:lnTo>
                  <a:pt x="2105359" y="3660859"/>
                </a:lnTo>
                <a:lnTo>
                  <a:pt x="2116801" y="3685055"/>
                </a:lnTo>
                <a:lnTo>
                  <a:pt x="2120615" y="3729525"/>
                </a:lnTo>
                <a:lnTo>
                  <a:pt x="2124429" y="3720369"/>
                </a:lnTo>
                <a:lnTo>
                  <a:pt x="2128243" y="3553610"/>
                </a:lnTo>
                <a:lnTo>
                  <a:pt x="2132057" y="3697481"/>
                </a:lnTo>
                <a:lnTo>
                  <a:pt x="2143499" y="3698788"/>
                </a:lnTo>
                <a:lnTo>
                  <a:pt x="2147313" y="3711214"/>
                </a:lnTo>
                <a:lnTo>
                  <a:pt x="2151127" y="3711868"/>
                </a:lnTo>
                <a:lnTo>
                  <a:pt x="2154942" y="3594155"/>
                </a:lnTo>
                <a:lnTo>
                  <a:pt x="2158756" y="3705328"/>
                </a:lnTo>
                <a:lnTo>
                  <a:pt x="2170198" y="3424780"/>
                </a:lnTo>
                <a:lnTo>
                  <a:pt x="2174012" y="2978780"/>
                </a:lnTo>
                <a:lnTo>
                  <a:pt x="2177826" y="3682440"/>
                </a:lnTo>
                <a:lnTo>
                  <a:pt x="2181640" y="3685055"/>
                </a:lnTo>
                <a:lnTo>
                  <a:pt x="2185454" y="3679170"/>
                </a:lnTo>
                <a:lnTo>
                  <a:pt x="2196896" y="3705328"/>
                </a:lnTo>
                <a:lnTo>
                  <a:pt x="2200710" y="3695519"/>
                </a:lnTo>
                <a:lnTo>
                  <a:pt x="2204524" y="3650396"/>
                </a:lnTo>
                <a:lnTo>
                  <a:pt x="2208338" y="3521566"/>
                </a:lnTo>
                <a:lnTo>
                  <a:pt x="2212152" y="3648434"/>
                </a:lnTo>
                <a:lnTo>
                  <a:pt x="2223595" y="3271100"/>
                </a:lnTo>
                <a:lnTo>
                  <a:pt x="2227409" y="3713176"/>
                </a:lnTo>
                <a:lnTo>
                  <a:pt x="2231223" y="3667398"/>
                </a:lnTo>
                <a:lnTo>
                  <a:pt x="2235037" y="3698788"/>
                </a:lnTo>
                <a:lnTo>
                  <a:pt x="2238851" y="3719715"/>
                </a:lnTo>
                <a:lnTo>
                  <a:pt x="2250293" y="3720369"/>
                </a:lnTo>
                <a:lnTo>
                  <a:pt x="2254107" y="3566035"/>
                </a:lnTo>
                <a:lnTo>
                  <a:pt x="2257921" y="3663475"/>
                </a:lnTo>
                <a:lnTo>
                  <a:pt x="2261735" y="3685709"/>
                </a:lnTo>
                <a:lnTo>
                  <a:pt x="2265549" y="3702058"/>
                </a:lnTo>
                <a:lnTo>
                  <a:pt x="2276991" y="3694865"/>
                </a:lnTo>
                <a:lnTo>
                  <a:pt x="2280805" y="3729525"/>
                </a:lnTo>
                <a:lnTo>
                  <a:pt x="2284619" y="3661513"/>
                </a:lnTo>
                <a:lnTo>
                  <a:pt x="2288434" y="3632739"/>
                </a:lnTo>
                <a:lnTo>
                  <a:pt x="2292248" y="3649742"/>
                </a:lnTo>
                <a:lnTo>
                  <a:pt x="2303690" y="3679170"/>
                </a:lnTo>
                <a:lnTo>
                  <a:pt x="2307504" y="3168428"/>
                </a:lnTo>
                <a:lnTo>
                  <a:pt x="2311318" y="3634047"/>
                </a:lnTo>
                <a:lnTo>
                  <a:pt x="2315132" y="3630123"/>
                </a:lnTo>
                <a:lnTo>
                  <a:pt x="2318946" y="3712522"/>
                </a:lnTo>
                <a:lnTo>
                  <a:pt x="2330388" y="1531570"/>
                </a:lnTo>
                <a:lnTo>
                  <a:pt x="2334202" y="3588269"/>
                </a:lnTo>
                <a:lnTo>
                  <a:pt x="2338016" y="3713176"/>
                </a:lnTo>
                <a:lnTo>
                  <a:pt x="2341830" y="3696827"/>
                </a:lnTo>
                <a:lnTo>
                  <a:pt x="2345644" y="3692903"/>
                </a:lnTo>
                <a:lnTo>
                  <a:pt x="2357087" y="3246903"/>
                </a:lnTo>
                <a:lnTo>
                  <a:pt x="2360901" y="3721023"/>
                </a:lnTo>
                <a:lnTo>
                  <a:pt x="2364715" y="3306413"/>
                </a:lnTo>
                <a:lnTo>
                  <a:pt x="2368529" y="3520258"/>
                </a:lnTo>
                <a:lnTo>
                  <a:pt x="2372343" y="3646472"/>
                </a:lnTo>
                <a:lnTo>
                  <a:pt x="2383785" y="3729525"/>
                </a:lnTo>
                <a:lnTo>
                  <a:pt x="2387599" y="3729525"/>
                </a:lnTo>
                <a:lnTo>
                  <a:pt x="2391413" y="3649088"/>
                </a:lnTo>
                <a:lnTo>
                  <a:pt x="2395227" y="3683093"/>
                </a:lnTo>
                <a:lnTo>
                  <a:pt x="2399041" y="3685055"/>
                </a:lnTo>
                <a:lnTo>
                  <a:pt x="2410483" y="3393390"/>
                </a:lnTo>
                <a:lnTo>
                  <a:pt x="2414297" y="3458132"/>
                </a:lnTo>
                <a:lnTo>
                  <a:pt x="2418111" y="3707290"/>
                </a:lnTo>
                <a:lnTo>
                  <a:pt x="2421926" y="3716445"/>
                </a:lnTo>
                <a:lnTo>
                  <a:pt x="2425740" y="3717753"/>
                </a:lnTo>
                <a:lnTo>
                  <a:pt x="2437182" y="3729525"/>
                </a:lnTo>
                <a:lnTo>
                  <a:pt x="2440996" y="3630777"/>
                </a:lnTo>
                <a:lnTo>
                  <a:pt x="2444810" y="3695519"/>
                </a:lnTo>
                <a:lnTo>
                  <a:pt x="2448624" y="3589577"/>
                </a:lnTo>
                <a:lnTo>
                  <a:pt x="2452438" y="3729525"/>
                </a:lnTo>
                <a:lnTo>
                  <a:pt x="2463880" y="3662167"/>
                </a:lnTo>
                <a:lnTo>
                  <a:pt x="2467694" y="3711868"/>
                </a:lnTo>
                <a:lnTo>
                  <a:pt x="2471508" y="3718407"/>
                </a:lnTo>
                <a:lnTo>
                  <a:pt x="2475322" y="3723639"/>
                </a:lnTo>
                <a:lnTo>
                  <a:pt x="2479136" y="3034367"/>
                </a:lnTo>
                <a:lnTo>
                  <a:pt x="2490579" y="3689633"/>
                </a:lnTo>
                <a:lnTo>
                  <a:pt x="2494393" y="3729525"/>
                </a:lnTo>
                <a:lnTo>
                  <a:pt x="2498207" y="3719715"/>
                </a:lnTo>
                <a:lnTo>
                  <a:pt x="2502021" y="3634047"/>
                </a:lnTo>
                <a:lnTo>
                  <a:pt x="2505835" y="3648434"/>
                </a:lnTo>
                <a:lnTo>
                  <a:pt x="2517277" y="3581076"/>
                </a:lnTo>
                <a:lnTo>
                  <a:pt x="2521091" y="3718407"/>
                </a:lnTo>
                <a:lnTo>
                  <a:pt x="2524905" y="3708598"/>
                </a:lnTo>
                <a:lnTo>
                  <a:pt x="2528719" y="3197202"/>
                </a:lnTo>
                <a:lnTo>
                  <a:pt x="2532533" y="3276985"/>
                </a:lnTo>
                <a:lnTo>
                  <a:pt x="2543975" y="3729525"/>
                </a:lnTo>
                <a:lnTo>
                  <a:pt x="2547789" y="3717753"/>
                </a:lnTo>
                <a:lnTo>
                  <a:pt x="2551603" y="3668706"/>
                </a:lnTo>
                <a:lnTo>
                  <a:pt x="2555418" y="1759148"/>
                </a:lnTo>
                <a:lnTo>
                  <a:pt x="2559232" y="3722331"/>
                </a:lnTo>
                <a:lnTo>
                  <a:pt x="2570674" y="3719715"/>
                </a:lnTo>
                <a:lnTo>
                  <a:pt x="2574488" y="3348267"/>
                </a:lnTo>
                <a:lnTo>
                  <a:pt x="2578302" y="3407123"/>
                </a:lnTo>
                <a:lnTo>
                  <a:pt x="2582116" y="3585000"/>
                </a:lnTo>
                <a:lnTo>
                  <a:pt x="2585930" y="3675900"/>
                </a:lnTo>
                <a:lnTo>
                  <a:pt x="2597372" y="1818658"/>
                </a:lnTo>
                <a:lnTo>
                  <a:pt x="2601186" y="3420202"/>
                </a:lnTo>
                <a:lnTo>
                  <a:pt x="2605000" y="3696173"/>
                </a:lnTo>
                <a:lnTo>
                  <a:pt x="2608814" y="3647780"/>
                </a:lnTo>
                <a:lnTo>
                  <a:pt x="2612628" y="1527646"/>
                </a:lnTo>
                <a:lnTo>
                  <a:pt x="2624071" y="3729525"/>
                </a:lnTo>
                <a:lnTo>
                  <a:pt x="2627885" y="3708598"/>
                </a:lnTo>
                <a:lnTo>
                  <a:pt x="2631699" y="3637316"/>
                </a:lnTo>
                <a:lnTo>
                  <a:pt x="2635513" y="3271754"/>
                </a:lnTo>
                <a:lnTo>
                  <a:pt x="2639327" y="3682440"/>
                </a:lnTo>
                <a:lnTo>
                  <a:pt x="2650769" y="3705328"/>
                </a:lnTo>
                <a:lnTo>
                  <a:pt x="2654583" y="3698135"/>
                </a:lnTo>
                <a:lnTo>
                  <a:pt x="2658397" y="3699442"/>
                </a:lnTo>
                <a:lnTo>
                  <a:pt x="2662211" y="3690287"/>
                </a:lnTo>
                <a:lnTo>
                  <a:pt x="2666025" y="3465325"/>
                </a:lnTo>
                <a:lnTo>
                  <a:pt x="2677467" y="3567997"/>
                </a:lnTo>
                <a:lnTo>
                  <a:pt x="2681281" y="3721677"/>
                </a:lnTo>
                <a:lnTo>
                  <a:pt x="2685095" y="3681132"/>
                </a:lnTo>
                <a:lnTo>
                  <a:pt x="2688909" y="3700750"/>
                </a:lnTo>
                <a:lnTo>
                  <a:pt x="2692724" y="3326686"/>
                </a:lnTo>
                <a:lnTo>
                  <a:pt x="2704166" y="3614428"/>
                </a:lnTo>
                <a:lnTo>
                  <a:pt x="2707980" y="3729525"/>
                </a:lnTo>
                <a:lnTo>
                  <a:pt x="2711794" y="3690287"/>
                </a:lnTo>
                <a:lnTo>
                  <a:pt x="2715608" y="3447668"/>
                </a:lnTo>
                <a:lnTo>
                  <a:pt x="2719422" y="3690287"/>
                </a:lnTo>
                <a:lnTo>
                  <a:pt x="2730864" y="3553610"/>
                </a:lnTo>
                <a:lnTo>
                  <a:pt x="2734678" y="2787824"/>
                </a:lnTo>
                <a:lnTo>
                  <a:pt x="2738492" y="3683747"/>
                </a:lnTo>
                <a:lnTo>
                  <a:pt x="2742306" y="2944120"/>
                </a:lnTo>
                <a:lnTo>
                  <a:pt x="2757563" y="3289410"/>
                </a:lnTo>
                <a:lnTo>
                  <a:pt x="2761377" y="3683093"/>
                </a:lnTo>
                <a:lnTo>
                  <a:pt x="2765191" y="3729525"/>
                </a:lnTo>
                <a:lnTo>
                  <a:pt x="2788075" y="3729525"/>
                </a:lnTo>
                <a:lnTo>
                  <a:pt x="2791889" y="3271100"/>
                </a:lnTo>
                <a:lnTo>
                  <a:pt x="2795703" y="3664129"/>
                </a:lnTo>
                <a:lnTo>
                  <a:pt x="2799517" y="3716445"/>
                </a:lnTo>
                <a:lnTo>
                  <a:pt x="2810959" y="3661513"/>
                </a:lnTo>
                <a:lnTo>
                  <a:pt x="2814773" y="3686363"/>
                </a:lnTo>
                <a:lnTo>
                  <a:pt x="2818587" y="3697481"/>
                </a:lnTo>
                <a:lnTo>
                  <a:pt x="2822401" y="3671322"/>
                </a:lnTo>
                <a:lnTo>
                  <a:pt x="2826216" y="3689633"/>
                </a:lnTo>
                <a:lnTo>
                  <a:pt x="2837658" y="3729525"/>
                </a:lnTo>
                <a:lnTo>
                  <a:pt x="2841472" y="3688979"/>
                </a:lnTo>
                <a:lnTo>
                  <a:pt x="2845286" y="3707290"/>
                </a:lnTo>
                <a:lnTo>
                  <a:pt x="2849100" y="3679824"/>
                </a:lnTo>
                <a:lnTo>
                  <a:pt x="2852914" y="3722331"/>
                </a:lnTo>
                <a:lnTo>
                  <a:pt x="2864356" y="3632739"/>
                </a:lnTo>
                <a:lnTo>
                  <a:pt x="2868170" y="3435243"/>
                </a:lnTo>
                <a:lnTo>
                  <a:pt x="2871984" y="3683747"/>
                </a:lnTo>
                <a:lnTo>
                  <a:pt x="2875798" y="3463363"/>
                </a:lnTo>
                <a:lnTo>
                  <a:pt x="2879612" y="3395352"/>
                </a:lnTo>
                <a:lnTo>
                  <a:pt x="2891055" y="3722331"/>
                </a:lnTo>
                <a:lnTo>
                  <a:pt x="2894869" y="3716445"/>
                </a:lnTo>
                <a:lnTo>
                  <a:pt x="2898683" y="3697481"/>
                </a:lnTo>
                <a:lnTo>
                  <a:pt x="2902497" y="3702712"/>
                </a:lnTo>
                <a:lnTo>
                  <a:pt x="2906311" y="3709906"/>
                </a:lnTo>
                <a:lnTo>
                  <a:pt x="2917753" y="3588923"/>
                </a:lnTo>
                <a:lnTo>
                  <a:pt x="2921567" y="1593042"/>
                </a:lnTo>
                <a:lnTo>
                  <a:pt x="2925381" y="3290064"/>
                </a:lnTo>
                <a:lnTo>
                  <a:pt x="2929195" y="3626199"/>
                </a:lnTo>
                <a:lnTo>
                  <a:pt x="2933009" y="3706636"/>
                </a:lnTo>
                <a:lnTo>
                  <a:pt x="2944451" y="3613120"/>
                </a:lnTo>
                <a:lnTo>
                  <a:pt x="2948265" y="3443091"/>
                </a:lnTo>
                <a:lnTo>
                  <a:pt x="2952079" y="3701404"/>
                </a:lnTo>
                <a:lnTo>
                  <a:pt x="2955893" y="3229900"/>
                </a:lnTo>
                <a:lnTo>
                  <a:pt x="2959708" y="3729525"/>
                </a:lnTo>
                <a:lnTo>
                  <a:pt x="2971150" y="3711214"/>
                </a:lnTo>
                <a:lnTo>
                  <a:pt x="2974964" y="3660205"/>
                </a:lnTo>
                <a:lnTo>
                  <a:pt x="2978778" y="3578460"/>
                </a:lnTo>
                <a:lnTo>
                  <a:pt x="2982592" y="1937678"/>
                </a:lnTo>
                <a:lnTo>
                  <a:pt x="2986406" y="3656281"/>
                </a:lnTo>
                <a:lnTo>
                  <a:pt x="2997848" y="3729525"/>
                </a:lnTo>
                <a:lnTo>
                  <a:pt x="3001662" y="3709906"/>
                </a:lnTo>
                <a:lnTo>
                  <a:pt x="3005476" y="2835563"/>
                </a:lnTo>
                <a:lnTo>
                  <a:pt x="3009290" y="1837623"/>
                </a:lnTo>
                <a:lnTo>
                  <a:pt x="3013104" y="3642548"/>
                </a:lnTo>
                <a:lnTo>
                  <a:pt x="3024546" y="3650396"/>
                </a:lnTo>
                <a:lnTo>
                  <a:pt x="3028361" y="3404507"/>
                </a:lnTo>
                <a:lnTo>
                  <a:pt x="3032175" y="3635355"/>
                </a:lnTo>
                <a:lnTo>
                  <a:pt x="3035989" y="3707944"/>
                </a:lnTo>
                <a:lnTo>
                  <a:pt x="3039803" y="3093877"/>
                </a:lnTo>
                <a:lnTo>
                  <a:pt x="3051245" y="3722985"/>
                </a:lnTo>
                <a:lnTo>
                  <a:pt x="3055059" y="3657589"/>
                </a:lnTo>
                <a:lnTo>
                  <a:pt x="3058873" y="3485598"/>
                </a:lnTo>
                <a:lnTo>
                  <a:pt x="3062687" y="3648434"/>
                </a:lnTo>
                <a:lnTo>
                  <a:pt x="3066501" y="3387504"/>
                </a:lnTo>
                <a:lnTo>
                  <a:pt x="3077943" y="3671976"/>
                </a:lnTo>
                <a:lnTo>
                  <a:pt x="3081757" y="3717753"/>
                </a:lnTo>
                <a:lnTo>
                  <a:pt x="3085571" y="3599387"/>
                </a:lnTo>
                <a:lnTo>
                  <a:pt x="3089385" y="3228592"/>
                </a:lnTo>
                <a:lnTo>
                  <a:pt x="3093200" y="2628258"/>
                </a:lnTo>
                <a:lnTo>
                  <a:pt x="3104642" y="3729525"/>
                </a:lnTo>
                <a:lnTo>
                  <a:pt x="3108456" y="3267830"/>
                </a:lnTo>
                <a:lnTo>
                  <a:pt x="3112270" y="3638624"/>
                </a:lnTo>
                <a:lnTo>
                  <a:pt x="3116084" y="3654973"/>
                </a:lnTo>
                <a:lnTo>
                  <a:pt x="3119898" y="3627507"/>
                </a:lnTo>
                <a:lnTo>
                  <a:pt x="3131340" y="3729525"/>
                </a:lnTo>
                <a:lnTo>
                  <a:pt x="3135154" y="3710560"/>
                </a:lnTo>
                <a:lnTo>
                  <a:pt x="3138968" y="3026519"/>
                </a:lnTo>
                <a:lnTo>
                  <a:pt x="3142782" y="2748587"/>
                </a:lnTo>
                <a:lnTo>
                  <a:pt x="3146596" y="3286795"/>
                </a:lnTo>
                <a:lnTo>
                  <a:pt x="3165667" y="3339765"/>
                </a:lnTo>
                <a:lnTo>
                  <a:pt x="3169481" y="3675900"/>
                </a:lnTo>
                <a:lnTo>
                  <a:pt x="3188551" y="3105648"/>
                </a:lnTo>
                <a:lnTo>
                  <a:pt x="3192365" y="3662821"/>
                </a:lnTo>
                <a:lnTo>
                  <a:pt x="3196179" y="3552302"/>
                </a:lnTo>
                <a:lnTo>
                  <a:pt x="3199993" y="2940197"/>
                </a:lnTo>
                <a:lnTo>
                  <a:pt x="3211435" y="2881340"/>
                </a:lnTo>
                <a:lnTo>
                  <a:pt x="3215249" y="3649742"/>
                </a:lnTo>
                <a:lnTo>
                  <a:pt x="3219063" y="3641894"/>
                </a:lnTo>
                <a:lnTo>
                  <a:pt x="3222877" y="3705328"/>
                </a:lnTo>
                <a:lnTo>
                  <a:pt x="3226691" y="3628815"/>
                </a:lnTo>
                <a:lnTo>
                  <a:pt x="3238134" y="3707944"/>
                </a:lnTo>
                <a:lnTo>
                  <a:pt x="3241948" y="3712522"/>
                </a:lnTo>
                <a:lnTo>
                  <a:pt x="3245762" y="3590231"/>
                </a:lnTo>
                <a:lnTo>
                  <a:pt x="3249576" y="3671322"/>
                </a:lnTo>
                <a:lnTo>
                  <a:pt x="3253390" y="1811464"/>
                </a:lnTo>
                <a:lnTo>
                  <a:pt x="3264832" y="3670014"/>
                </a:lnTo>
                <a:lnTo>
                  <a:pt x="3268646" y="2934311"/>
                </a:lnTo>
                <a:lnTo>
                  <a:pt x="3272460" y="3157965"/>
                </a:lnTo>
                <a:lnTo>
                  <a:pt x="3276274" y="3630123"/>
                </a:lnTo>
                <a:lnTo>
                  <a:pt x="3280088" y="3535953"/>
                </a:lnTo>
                <a:lnTo>
                  <a:pt x="3291530" y="3694211"/>
                </a:lnTo>
                <a:lnTo>
                  <a:pt x="3295345" y="3687017"/>
                </a:lnTo>
                <a:lnTo>
                  <a:pt x="3299159" y="3152733"/>
                </a:lnTo>
                <a:lnTo>
                  <a:pt x="3302973" y="3650396"/>
                </a:lnTo>
                <a:lnTo>
                  <a:pt x="3306787" y="3137692"/>
                </a:lnTo>
                <a:lnTo>
                  <a:pt x="3318229" y="3709906"/>
                </a:lnTo>
                <a:lnTo>
                  <a:pt x="3322043" y="3695519"/>
                </a:lnTo>
                <a:lnTo>
                  <a:pt x="3325857" y="2900959"/>
                </a:lnTo>
                <a:lnTo>
                  <a:pt x="3333485" y="3295296"/>
                </a:lnTo>
                <a:lnTo>
                  <a:pt x="3344927" y="3729525"/>
                </a:lnTo>
                <a:lnTo>
                  <a:pt x="3348741" y="910310"/>
                </a:lnTo>
                <a:lnTo>
                  <a:pt x="3352555" y="1930485"/>
                </a:lnTo>
                <a:lnTo>
                  <a:pt x="3356369" y="3407123"/>
                </a:lnTo>
                <a:lnTo>
                  <a:pt x="3360183" y="3694211"/>
                </a:lnTo>
                <a:lnTo>
                  <a:pt x="3375440" y="3710560"/>
                </a:lnTo>
                <a:lnTo>
                  <a:pt x="3379254" y="3688325"/>
                </a:lnTo>
                <a:lnTo>
                  <a:pt x="3383068" y="3290064"/>
                </a:lnTo>
                <a:lnTo>
                  <a:pt x="3386882" y="3729525"/>
                </a:lnTo>
                <a:lnTo>
                  <a:pt x="3398324" y="3623583"/>
                </a:lnTo>
                <a:lnTo>
                  <a:pt x="3402138" y="3492792"/>
                </a:lnTo>
                <a:lnTo>
                  <a:pt x="3405952" y="3729525"/>
                </a:lnTo>
                <a:lnTo>
                  <a:pt x="3409766" y="3729525"/>
                </a:lnTo>
                <a:lnTo>
                  <a:pt x="3413580" y="3720369"/>
                </a:lnTo>
                <a:lnTo>
                  <a:pt x="3425022" y="3707290"/>
                </a:lnTo>
                <a:lnTo>
                  <a:pt x="3428836" y="3708598"/>
                </a:lnTo>
                <a:lnTo>
                  <a:pt x="3432651" y="3656935"/>
                </a:lnTo>
                <a:lnTo>
                  <a:pt x="3436465" y="3690287"/>
                </a:lnTo>
                <a:lnTo>
                  <a:pt x="3440279" y="3084068"/>
                </a:lnTo>
                <a:lnTo>
                  <a:pt x="3451721" y="2009614"/>
                </a:lnTo>
                <a:lnTo>
                  <a:pt x="3455535" y="2890496"/>
                </a:lnTo>
                <a:lnTo>
                  <a:pt x="3463163" y="3621621"/>
                </a:lnTo>
                <a:lnTo>
                  <a:pt x="3466977" y="2050159"/>
                </a:lnTo>
                <a:lnTo>
                  <a:pt x="3478419" y="3712522"/>
                </a:lnTo>
                <a:lnTo>
                  <a:pt x="3482233" y="3400583"/>
                </a:lnTo>
                <a:lnTo>
                  <a:pt x="3486047" y="3722985"/>
                </a:lnTo>
                <a:lnTo>
                  <a:pt x="3489861" y="3698788"/>
                </a:lnTo>
                <a:lnTo>
                  <a:pt x="3493675" y="3707290"/>
                </a:lnTo>
                <a:lnTo>
                  <a:pt x="3505118" y="3719061"/>
                </a:lnTo>
                <a:lnTo>
                  <a:pt x="3508932" y="3698135"/>
                </a:lnTo>
                <a:lnTo>
                  <a:pt x="3512746" y="3729525"/>
                </a:lnTo>
                <a:lnTo>
                  <a:pt x="3516560" y="3720369"/>
                </a:lnTo>
                <a:lnTo>
                  <a:pt x="3520374" y="3710560"/>
                </a:lnTo>
                <a:lnTo>
                  <a:pt x="3531816" y="3720369"/>
                </a:lnTo>
                <a:lnTo>
                  <a:pt x="3535630" y="3705328"/>
                </a:lnTo>
                <a:lnTo>
                  <a:pt x="3539444" y="3611812"/>
                </a:lnTo>
                <a:lnTo>
                  <a:pt x="3543258" y="3699442"/>
                </a:lnTo>
                <a:lnTo>
                  <a:pt x="3547072" y="3605272"/>
                </a:lnTo>
                <a:lnTo>
                  <a:pt x="3558514" y="3722985"/>
                </a:lnTo>
                <a:lnTo>
                  <a:pt x="3562328" y="3729525"/>
                </a:lnTo>
                <a:lnTo>
                  <a:pt x="3566143" y="3719061"/>
                </a:lnTo>
                <a:lnTo>
                  <a:pt x="3569957" y="2986628"/>
                </a:lnTo>
                <a:lnTo>
                  <a:pt x="3573771" y="3385542"/>
                </a:lnTo>
                <a:lnTo>
                  <a:pt x="3585213" y="3702058"/>
                </a:lnTo>
                <a:lnTo>
                  <a:pt x="3589027" y="3634701"/>
                </a:lnTo>
                <a:lnTo>
                  <a:pt x="3592841" y="3694865"/>
                </a:lnTo>
                <a:lnTo>
                  <a:pt x="3596655" y="3694865"/>
                </a:lnTo>
                <a:lnTo>
                  <a:pt x="3600469" y="3703366"/>
                </a:lnTo>
                <a:lnTo>
                  <a:pt x="3611911" y="3684401"/>
                </a:lnTo>
                <a:lnTo>
                  <a:pt x="3615725" y="2431417"/>
                </a:lnTo>
                <a:lnTo>
                  <a:pt x="3619539" y="3698788"/>
                </a:lnTo>
                <a:lnTo>
                  <a:pt x="3623353" y="3630777"/>
                </a:lnTo>
                <a:lnTo>
                  <a:pt x="3627167" y="3671322"/>
                </a:lnTo>
                <a:lnTo>
                  <a:pt x="3638610" y="3704020"/>
                </a:lnTo>
                <a:lnTo>
                  <a:pt x="3642424" y="3712522"/>
                </a:lnTo>
                <a:lnTo>
                  <a:pt x="3646238" y="3702712"/>
                </a:lnTo>
                <a:lnTo>
                  <a:pt x="3650052" y="3706636"/>
                </a:lnTo>
                <a:lnTo>
                  <a:pt x="3653866" y="3679170"/>
                </a:lnTo>
                <a:lnTo>
                  <a:pt x="3665308" y="3688979"/>
                </a:lnTo>
                <a:lnTo>
                  <a:pt x="3669122" y="3712522"/>
                </a:lnTo>
                <a:lnTo>
                  <a:pt x="3672936" y="3419548"/>
                </a:lnTo>
                <a:lnTo>
                  <a:pt x="3676750" y="3656281"/>
                </a:lnTo>
                <a:lnTo>
                  <a:pt x="3680564" y="3704020"/>
                </a:lnTo>
                <a:lnTo>
                  <a:pt x="3692006" y="2128634"/>
                </a:lnTo>
                <a:lnTo>
                  <a:pt x="3695820" y="3487560"/>
                </a:lnTo>
                <a:lnTo>
                  <a:pt x="3699635" y="3695519"/>
                </a:lnTo>
                <a:lnTo>
                  <a:pt x="3703449" y="3637316"/>
                </a:lnTo>
                <a:lnTo>
                  <a:pt x="3707263" y="3719061"/>
                </a:lnTo>
                <a:lnTo>
                  <a:pt x="3718705" y="3694211"/>
                </a:lnTo>
                <a:lnTo>
                  <a:pt x="3722519" y="3710560"/>
                </a:lnTo>
                <a:lnTo>
                  <a:pt x="3726333" y="3303144"/>
                </a:lnTo>
                <a:lnTo>
                  <a:pt x="3730147" y="3658897"/>
                </a:lnTo>
                <a:lnTo>
                  <a:pt x="3733961" y="3157311"/>
                </a:lnTo>
                <a:lnTo>
                  <a:pt x="3745403" y="3718407"/>
                </a:lnTo>
                <a:lnTo>
                  <a:pt x="3749217" y="3086029"/>
                </a:lnTo>
                <a:lnTo>
                  <a:pt x="3753031" y="3645818"/>
                </a:lnTo>
                <a:lnTo>
                  <a:pt x="3756845" y="3687671"/>
                </a:lnTo>
                <a:lnTo>
                  <a:pt x="3760659" y="3673938"/>
                </a:lnTo>
                <a:lnTo>
                  <a:pt x="3772102" y="3729525"/>
                </a:lnTo>
                <a:lnTo>
                  <a:pt x="3775916" y="3638624"/>
                </a:lnTo>
                <a:lnTo>
                  <a:pt x="3779730" y="3636662"/>
                </a:lnTo>
                <a:lnTo>
                  <a:pt x="3783544" y="3686363"/>
                </a:lnTo>
                <a:lnTo>
                  <a:pt x="3787358" y="1670209"/>
                </a:lnTo>
                <a:lnTo>
                  <a:pt x="3798800" y="3675900"/>
                </a:lnTo>
                <a:lnTo>
                  <a:pt x="3802614" y="3706636"/>
                </a:lnTo>
                <a:lnTo>
                  <a:pt x="3806428" y="3686363"/>
                </a:lnTo>
                <a:lnTo>
                  <a:pt x="3810242" y="3690941"/>
                </a:lnTo>
                <a:lnTo>
                  <a:pt x="3814056" y="3465325"/>
                </a:lnTo>
                <a:lnTo>
                  <a:pt x="3829312" y="3673938"/>
                </a:lnTo>
                <a:lnTo>
                  <a:pt x="3833127" y="3311645"/>
                </a:lnTo>
                <a:lnTo>
                  <a:pt x="3836941" y="3710560"/>
                </a:lnTo>
                <a:lnTo>
                  <a:pt x="3840755" y="3669360"/>
                </a:lnTo>
                <a:lnTo>
                  <a:pt x="3852197" y="3707944"/>
                </a:lnTo>
                <a:lnTo>
                  <a:pt x="3856011" y="3729525"/>
                </a:lnTo>
                <a:lnTo>
                  <a:pt x="3859825" y="3721023"/>
                </a:lnTo>
                <a:lnTo>
                  <a:pt x="3863639" y="3675246"/>
                </a:lnTo>
                <a:lnTo>
                  <a:pt x="3867453" y="3722985"/>
                </a:lnTo>
                <a:lnTo>
                  <a:pt x="3878895" y="3719715"/>
                </a:lnTo>
                <a:lnTo>
                  <a:pt x="3882709" y="3694211"/>
                </a:lnTo>
                <a:lnTo>
                  <a:pt x="3886523" y="3673284"/>
                </a:lnTo>
                <a:lnTo>
                  <a:pt x="3890337" y="3711214"/>
                </a:lnTo>
                <a:lnTo>
                  <a:pt x="3894151" y="2441226"/>
                </a:lnTo>
                <a:lnTo>
                  <a:pt x="3905594" y="3729525"/>
                </a:lnTo>
                <a:lnTo>
                  <a:pt x="3909408" y="3441783"/>
                </a:lnTo>
                <a:lnTo>
                  <a:pt x="3913222" y="3721023"/>
                </a:lnTo>
                <a:lnTo>
                  <a:pt x="3917036" y="3707944"/>
                </a:lnTo>
                <a:lnTo>
                  <a:pt x="3920850" y="3279601"/>
                </a:lnTo>
                <a:lnTo>
                  <a:pt x="3936106" y="3721023"/>
                </a:lnTo>
                <a:lnTo>
                  <a:pt x="3939920" y="3687671"/>
                </a:lnTo>
                <a:lnTo>
                  <a:pt x="3943734" y="3709252"/>
                </a:lnTo>
                <a:lnTo>
                  <a:pt x="3947548" y="3301182"/>
                </a:lnTo>
                <a:lnTo>
                  <a:pt x="3958990" y="3729525"/>
                </a:lnTo>
                <a:lnTo>
                  <a:pt x="3962804" y="3715791"/>
                </a:lnTo>
                <a:lnTo>
                  <a:pt x="3966618" y="3722985"/>
                </a:lnTo>
                <a:lnTo>
                  <a:pt x="3970433" y="3702058"/>
                </a:lnTo>
                <a:lnTo>
                  <a:pt x="3974247" y="2906191"/>
                </a:lnTo>
                <a:lnTo>
                  <a:pt x="3985689" y="3685055"/>
                </a:lnTo>
                <a:lnTo>
                  <a:pt x="3989503" y="3679170"/>
                </a:lnTo>
                <a:lnTo>
                  <a:pt x="3993317" y="3711868"/>
                </a:lnTo>
                <a:lnTo>
                  <a:pt x="3997131" y="3719061"/>
                </a:lnTo>
                <a:lnTo>
                  <a:pt x="4000945" y="3711868"/>
                </a:lnTo>
                <a:lnTo>
                  <a:pt x="4012387" y="3705982"/>
                </a:lnTo>
                <a:lnTo>
                  <a:pt x="4016201" y="3335188"/>
                </a:lnTo>
                <a:lnTo>
                  <a:pt x="4020015" y="3712522"/>
                </a:lnTo>
                <a:lnTo>
                  <a:pt x="4023829" y="3711214"/>
                </a:lnTo>
                <a:lnTo>
                  <a:pt x="4027643" y="3306413"/>
                </a:lnTo>
                <a:lnTo>
                  <a:pt x="4039086" y="3715137"/>
                </a:lnTo>
                <a:lnTo>
                  <a:pt x="4042900" y="3717753"/>
                </a:lnTo>
                <a:lnTo>
                  <a:pt x="4046714" y="3696173"/>
                </a:lnTo>
                <a:lnTo>
                  <a:pt x="4050528" y="3658897"/>
                </a:lnTo>
                <a:lnTo>
                  <a:pt x="4054342" y="3271100"/>
                </a:lnTo>
                <a:lnTo>
                  <a:pt x="4065784" y="3729525"/>
                </a:lnTo>
                <a:lnTo>
                  <a:pt x="4069598" y="3663475"/>
                </a:lnTo>
                <a:lnTo>
                  <a:pt x="4073412" y="3654319"/>
                </a:lnTo>
                <a:lnTo>
                  <a:pt x="4077226" y="3700750"/>
                </a:lnTo>
                <a:lnTo>
                  <a:pt x="4081040" y="3698788"/>
                </a:lnTo>
                <a:lnTo>
                  <a:pt x="4092482" y="3712522"/>
                </a:lnTo>
                <a:lnTo>
                  <a:pt x="4096296" y="3649742"/>
                </a:lnTo>
                <a:lnTo>
                  <a:pt x="4103925" y="1969068"/>
                </a:lnTo>
                <a:lnTo>
                  <a:pt x="4107739" y="2316320"/>
                </a:lnTo>
                <a:lnTo>
                  <a:pt x="4119181" y="3294642"/>
                </a:lnTo>
                <a:lnTo>
                  <a:pt x="4122995" y="3698135"/>
                </a:lnTo>
                <a:lnTo>
                  <a:pt x="4126809" y="3631431"/>
                </a:lnTo>
                <a:lnTo>
                  <a:pt x="4130623" y="3671976"/>
                </a:lnTo>
                <a:lnTo>
                  <a:pt x="4134437" y="3715137"/>
                </a:lnTo>
                <a:lnTo>
                  <a:pt x="4149693" y="3711868"/>
                </a:lnTo>
                <a:lnTo>
                  <a:pt x="4176392" y="3665437"/>
                </a:lnTo>
                <a:lnTo>
                  <a:pt x="4180206" y="1753916"/>
                </a:lnTo>
                <a:lnTo>
                  <a:pt x="4184020" y="3587616"/>
                </a:lnTo>
                <a:lnTo>
                  <a:pt x="4187834" y="3711214"/>
                </a:lnTo>
                <a:lnTo>
                  <a:pt x="4199276" y="3660205"/>
                </a:lnTo>
                <a:lnTo>
                  <a:pt x="4203090" y="3688325"/>
                </a:lnTo>
                <a:lnTo>
                  <a:pt x="4206904" y="3722331"/>
                </a:lnTo>
                <a:lnTo>
                  <a:pt x="4210718" y="3700096"/>
                </a:lnTo>
                <a:lnTo>
                  <a:pt x="4214532" y="3404507"/>
                </a:lnTo>
                <a:lnTo>
                  <a:pt x="4225974" y="3694865"/>
                </a:lnTo>
                <a:lnTo>
                  <a:pt x="4229788" y="3713830"/>
                </a:lnTo>
                <a:lnTo>
                  <a:pt x="4233602" y="3674592"/>
                </a:lnTo>
                <a:lnTo>
                  <a:pt x="4237417" y="3697481"/>
                </a:lnTo>
                <a:lnTo>
                  <a:pt x="4241231" y="3721677"/>
                </a:lnTo>
                <a:lnTo>
                  <a:pt x="4252673" y="3721677"/>
                </a:lnTo>
                <a:lnTo>
                  <a:pt x="4256487" y="3671976"/>
                </a:lnTo>
                <a:lnTo>
                  <a:pt x="4260301" y="3721677"/>
                </a:lnTo>
                <a:lnTo>
                  <a:pt x="4264115" y="3656935"/>
                </a:lnTo>
                <a:lnTo>
                  <a:pt x="4267929" y="3718407"/>
                </a:lnTo>
                <a:lnTo>
                  <a:pt x="4279371" y="3684401"/>
                </a:lnTo>
                <a:lnTo>
                  <a:pt x="4283185" y="3660205"/>
                </a:lnTo>
                <a:lnTo>
                  <a:pt x="4286999" y="3608542"/>
                </a:lnTo>
                <a:lnTo>
                  <a:pt x="4290813" y="3403853"/>
                </a:lnTo>
                <a:lnTo>
                  <a:pt x="4294627" y="3372463"/>
                </a:lnTo>
                <a:lnTo>
                  <a:pt x="4306070" y="2170488"/>
                </a:lnTo>
                <a:lnTo>
                  <a:pt x="4309884" y="3675900"/>
                </a:lnTo>
                <a:lnTo>
                  <a:pt x="4313698" y="3685709"/>
                </a:lnTo>
                <a:lnTo>
                  <a:pt x="4317512" y="3729525"/>
                </a:lnTo>
                <a:lnTo>
                  <a:pt x="4321326" y="3707944"/>
                </a:lnTo>
                <a:lnTo>
                  <a:pt x="4332768" y="3729525"/>
                </a:lnTo>
                <a:lnTo>
                  <a:pt x="4336582" y="3713830"/>
                </a:lnTo>
                <a:lnTo>
                  <a:pt x="4340396" y="3668706"/>
                </a:lnTo>
                <a:lnTo>
                  <a:pt x="4344210" y="3719715"/>
                </a:lnTo>
                <a:lnTo>
                  <a:pt x="4348024" y="3729525"/>
                </a:lnTo>
                <a:lnTo>
                  <a:pt x="4359466" y="3707944"/>
                </a:lnTo>
                <a:lnTo>
                  <a:pt x="4363280" y="3729525"/>
                </a:lnTo>
                <a:lnTo>
                  <a:pt x="4367094" y="3382927"/>
                </a:lnTo>
                <a:lnTo>
                  <a:pt x="4370909" y="3664783"/>
                </a:lnTo>
                <a:lnTo>
                  <a:pt x="4374723" y="3476443"/>
                </a:lnTo>
                <a:lnTo>
                  <a:pt x="4386165" y="3674592"/>
                </a:lnTo>
                <a:lnTo>
                  <a:pt x="4389979" y="1472714"/>
                </a:lnTo>
                <a:lnTo>
                  <a:pt x="4397607" y="2010268"/>
                </a:lnTo>
                <a:lnTo>
                  <a:pt x="4401421" y="3650396"/>
                </a:lnTo>
                <a:lnTo>
                  <a:pt x="4405235" y="3716445"/>
                </a:lnTo>
                <a:lnTo>
                  <a:pt x="4416677" y="3722331"/>
                </a:lnTo>
                <a:lnTo>
                  <a:pt x="4420491" y="3001669"/>
                </a:lnTo>
                <a:lnTo>
                  <a:pt x="4424305" y="3634047"/>
                </a:lnTo>
                <a:lnTo>
                  <a:pt x="4428119" y="3729525"/>
                </a:lnTo>
                <a:lnTo>
                  <a:pt x="4431933" y="2322860"/>
                </a:lnTo>
                <a:lnTo>
                  <a:pt x="4443376" y="3729525"/>
                </a:lnTo>
                <a:lnTo>
                  <a:pt x="4447190" y="3467287"/>
                </a:lnTo>
                <a:lnTo>
                  <a:pt x="4451004" y="3673938"/>
                </a:lnTo>
                <a:lnTo>
                  <a:pt x="4454818" y="3671976"/>
                </a:lnTo>
                <a:lnTo>
                  <a:pt x="4458632" y="3186085"/>
                </a:lnTo>
                <a:lnTo>
                  <a:pt x="4470074" y="3704674"/>
                </a:lnTo>
                <a:lnTo>
                  <a:pt x="4473888" y="3659551"/>
                </a:lnTo>
                <a:lnTo>
                  <a:pt x="4477702" y="3421510"/>
                </a:lnTo>
                <a:lnTo>
                  <a:pt x="4481516" y="3674592"/>
                </a:lnTo>
                <a:lnTo>
                  <a:pt x="4485330" y="3677862"/>
                </a:lnTo>
                <a:lnTo>
                  <a:pt x="4496772" y="3324724"/>
                </a:lnTo>
                <a:lnTo>
                  <a:pt x="4500586" y="2884610"/>
                </a:lnTo>
                <a:lnTo>
                  <a:pt x="4504400" y="3635355"/>
                </a:lnTo>
                <a:lnTo>
                  <a:pt x="4508215" y="2233268"/>
                </a:lnTo>
                <a:lnTo>
                  <a:pt x="4512029" y="2218881"/>
                </a:lnTo>
                <a:lnTo>
                  <a:pt x="4523471" y="2156100"/>
                </a:lnTo>
                <a:lnTo>
                  <a:pt x="4527285" y="3705328"/>
                </a:lnTo>
                <a:lnTo>
                  <a:pt x="4531099" y="2997745"/>
                </a:lnTo>
                <a:lnTo>
                  <a:pt x="4553983" y="2775399"/>
                </a:lnTo>
                <a:lnTo>
                  <a:pt x="4561611" y="3361346"/>
                </a:lnTo>
                <a:lnTo>
                  <a:pt x="4565425" y="3681786"/>
                </a:lnTo>
                <a:lnTo>
                  <a:pt x="4576868" y="2847335"/>
                </a:lnTo>
                <a:lnTo>
                  <a:pt x="4580682" y="3729525"/>
                </a:lnTo>
                <a:lnTo>
                  <a:pt x="4584496" y="3662821"/>
                </a:lnTo>
                <a:lnTo>
                  <a:pt x="4588310" y="3508487"/>
                </a:lnTo>
                <a:lnTo>
                  <a:pt x="4592124" y="3719061"/>
                </a:lnTo>
                <a:lnTo>
                  <a:pt x="4603566" y="3419548"/>
                </a:lnTo>
                <a:lnTo>
                  <a:pt x="4607380" y="3675246"/>
                </a:lnTo>
                <a:lnTo>
                  <a:pt x="4611194" y="3729525"/>
                </a:lnTo>
                <a:lnTo>
                  <a:pt x="4615008" y="3692249"/>
                </a:lnTo>
                <a:lnTo>
                  <a:pt x="4618822" y="3626853"/>
                </a:lnTo>
                <a:lnTo>
                  <a:pt x="4626450" y="3729525"/>
                </a:lnTo>
                <a:lnTo>
                  <a:pt x="4637892" y="2253540"/>
                </a:lnTo>
                <a:lnTo>
                  <a:pt x="4641707" y="3627507"/>
                </a:lnTo>
                <a:lnTo>
                  <a:pt x="4645521" y="3374425"/>
                </a:lnTo>
                <a:lnTo>
                  <a:pt x="4656963" y="1524377"/>
                </a:lnTo>
                <a:lnTo>
                  <a:pt x="4660777" y="3707290"/>
                </a:lnTo>
                <a:lnTo>
                  <a:pt x="4664591" y="1041101"/>
                </a:lnTo>
                <a:lnTo>
                  <a:pt x="4668405" y="3151425"/>
                </a:lnTo>
                <a:lnTo>
                  <a:pt x="4672219" y="3209628"/>
                </a:lnTo>
                <a:lnTo>
                  <a:pt x="4683661" y="1774189"/>
                </a:lnTo>
                <a:lnTo>
                  <a:pt x="4687475" y="3692249"/>
                </a:lnTo>
                <a:lnTo>
                  <a:pt x="4691289" y="3713830"/>
                </a:lnTo>
                <a:lnTo>
                  <a:pt x="4698917" y="3676554"/>
                </a:lnTo>
                <a:lnTo>
                  <a:pt x="4710360" y="3691595"/>
                </a:lnTo>
                <a:lnTo>
                  <a:pt x="4714174" y="2163294"/>
                </a:lnTo>
                <a:lnTo>
                  <a:pt x="4717988" y="3681786"/>
                </a:lnTo>
                <a:lnTo>
                  <a:pt x="4721802" y="3564727"/>
                </a:lnTo>
                <a:lnTo>
                  <a:pt x="4725616" y="3545108"/>
                </a:lnTo>
                <a:lnTo>
                  <a:pt x="4740872" y="3682440"/>
                </a:lnTo>
                <a:lnTo>
                  <a:pt x="4744686" y="3412355"/>
                </a:lnTo>
                <a:lnTo>
                  <a:pt x="4748500" y="2303241"/>
                </a:lnTo>
                <a:lnTo>
                  <a:pt x="4752314" y="3647780"/>
                </a:lnTo>
                <a:lnTo>
                  <a:pt x="4763756" y="387143"/>
                </a:lnTo>
                <a:lnTo>
                  <a:pt x="4767570" y="2908153"/>
                </a:lnTo>
                <a:lnTo>
                  <a:pt x="4771384" y="3699442"/>
                </a:lnTo>
                <a:lnTo>
                  <a:pt x="4775199" y="3680478"/>
                </a:lnTo>
                <a:lnTo>
                  <a:pt x="4779013" y="3613774"/>
                </a:lnTo>
                <a:lnTo>
                  <a:pt x="4790455" y="2723082"/>
                </a:lnTo>
                <a:lnTo>
                  <a:pt x="4794269" y="1277834"/>
                </a:lnTo>
                <a:lnTo>
                  <a:pt x="4798083" y="3614428"/>
                </a:lnTo>
                <a:lnTo>
                  <a:pt x="4801897" y="2447766"/>
                </a:lnTo>
                <a:lnTo>
                  <a:pt x="4805711" y="3631431"/>
                </a:lnTo>
                <a:lnTo>
                  <a:pt x="4817153" y="3622275"/>
                </a:lnTo>
                <a:lnTo>
                  <a:pt x="4820967" y="2476540"/>
                </a:lnTo>
                <a:lnTo>
                  <a:pt x="4824781" y="3679824"/>
                </a:lnTo>
                <a:lnTo>
                  <a:pt x="4828595" y="3673284"/>
                </a:lnTo>
                <a:lnTo>
                  <a:pt x="4832409" y="3669360"/>
                </a:lnTo>
                <a:lnTo>
                  <a:pt x="4847666" y="3670014"/>
                </a:lnTo>
                <a:lnTo>
                  <a:pt x="4851480" y="3470557"/>
                </a:lnTo>
                <a:lnTo>
                  <a:pt x="4855294" y="3709252"/>
                </a:lnTo>
                <a:lnTo>
                  <a:pt x="4859108" y="3074912"/>
                </a:lnTo>
                <a:lnTo>
                  <a:pt x="4870550" y="2853220"/>
                </a:lnTo>
                <a:lnTo>
                  <a:pt x="4874364" y="3675246"/>
                </a:lnTo>
                <a:lnTo>
                  <a:pt x="4878178" y="3648434"/>
                </a:lnTo>
                <a:lnTo>
                  <a:pt x="4881992" y="3671322"/>
                </a:lnTo>
                <a:lnTo>
                  <a:pt x="4885806" y="3717099"/>
                </a:lnTo>
                <a:lnTo>
                  <a:pt x="4897248" y="3640586"/>
                </a:lnTo>
                <a:lnTo>
                  <a:pt x="4901062" y="3214859"/>
                </a:lnTo>
                <a:lnTo>
                  <a:pt x="4904876" y="3637970"/>
                </a:lnTo>
                <a:lnTo>
                  <a:pt x="4908691" y="3691595"/>
                </a:lnTo>
                <a:lnTo>
                  <a:pt x="4912505" y="3649742"/>
                </a:lnTo>
                <a:lnTo>
                  <a:pt x="4923947" y="2359482"/>
                </a:lnTo>
                <a:lnTo>
                  <a:pt x="4927761" y="3606580"/>
                </a:lnTo>
                <a:lnTo>
                  <a:pt x="4931575" y="3661513"/>
                </a:lnTo>
                <a:lnTo>
                  <a:pt x="4935389" y="3707944"/>
                </a:lnTo>
                <a:lnTo>
                  <a:pt x="4939203" y="2247655"/>
                </a:lnTo>
                <a:lnTo>
                  <a:pt x="4950645" y="226923"/>
                </a:lnTo>
                <a:lnTo>
                  <a:pt x="4954459" y="3595463"/>
                </a:lnTo>
                <a:lnTo>
                  <a:pt x="4958273" y="3649742"/>
                </a:lnTo>
                <a:lnTo>
                  <a:pt x="4962087" y="3721023"/>
                </a:lnTo>
                <a:lnTo>
                  <a:pt x="4965901" y="3620313"/>
                </a:lnTo>
                <a:lnTo>
                  <a:pt x="4977344" y="3729525"/>
                </a:lnTo>
                <a:lnTo>
                  <a:pt x="4981158" y="3437859"/>
                </a:lnTo>
                <a:lnTo>
                  <a:pt x="4984972" y="3254751"/>
                </a:lnTo>
                <a:lnTo>
                  <a:pt x="4988786" y="3717099"/>
                </a:lnTo>
                <a:lnTo>
                  <a:pt x="4992600" y="3713176"/>
                </a:lnTo>
                <a:lnTo>
                  <a:pt x="5004042" y="3061179"/>
                </a:lnTo>
                <a:lnTo>
                  <a:pt x="5007856" y="3713176"/>
                </a:lnTo>
                <a:lnTo>
                  <a:pt x="5011670" y="3660859"/>
                </a:lnTo>
                <a:lnTo>
                  <a:pt x="5015484" y="3677862"/>
                </a:lnTo>
                <a:lnTo>
                  <a:pt x="5019298" y="3651050"/>
                </a:lnTo>
                <a:lnTo>
                  <a:pt x="5030740" y="3290064"/>
                </a:lnTo>
                <a:lnTo>
                  <a:pt x="5034554" y="3722985"/>
                </a:lnTo>
                <a:lnTo>
                  <a:pt x="5038368" y="3729525"/>
                </a:lnTo>
                <a:lnTo>
                  <a:pt x="5042182" y="3575190"/>
                </a:lnTo>
                <a:lnTo>
                  <a:pt x="5045997" y="1633588"/>
                </a:lnTo>
                <a:lnTo>
                  <a:pt x="5057439" y="3354806"/>
                </a:lnTo>
                <a:lnTo>
                  <a:pt x="5061253" y="3447014"/>
                </a:lnTo>
                <a:lnTo>
                  <a:pt x="5065067" y="3651703"/>
                </a:lnTo>
                <a:lnTo>
                  <a:pt x="5068881" y="3680478"/>
                </a:lnTo>
                <a:lnTo>
                  <a:pt x="5072695" y="347251"/>
                </a:lnTo>
                <a:lnTo>
                  <a:pt x="5084137" y="3729525"/>
                </a:lnTo>
                <a:lnTo>
                  <a:pt x="5087951" y="3385542"/>
                </a:lnTo>
                <a:lnTo>
                  <a:pt x="5091765" y="1429553"/>
                </a:lnTo>
                <a:lnTo>
                  <a:pt x="5095579" y="3716445"/>
                </a:lnTo>
                <a:lnTo>
                  <a:pt x="5099393" y="3691595"/>
                </a:lnTo>
                <a:lnTo>
                  <a:pt x="5110836" y="1360887"/>
                </a:lnTo>
                <a:lnTo>
                  <a:pt x="5114650" y="3641894"/>
                </a:lnTo>
                <a:lnTo>
                  <a:pt x="5118464" y="3673284"/>
                </a:lnTo>
                <a:lnTo>
                  <a:pt x="5122278" y="3673938"/>
                </a:lnTo>
                <a:lnTo>
                  <a:pt x="5126092" y="2663572"/>
                </a:lnTo>
                <a:lnTo>
                  <a:pt x="5137534" y="3698788"/>
                </a:lnTo>
                <a:lnTo>
                  <a:pt x="5141348" y="3647126"/>
                </a:lnTo>
                <a:lnTo>
                  <a:pt x="5145162" y="3348921"/>
                </a:lnTo>
                <a:lnTo>
                  <a:pt x="5148976" y="3679170"/>
                </a:lnTo>
                <a:lnTo>
                  <a:pt x="5152790" y="3278293"/>
                </a:lnTo>
                <a:lnTo>
                  <a:pt x="5164232" y="2931695"/>
                </a:lnTo>
                <a:lnTo>
                  <a:pt x="5168046" y="3685709"/>
                </a:lnTo>
                <a:lnTo>
                  <a:pt x="5171860" y="3687017"/>
                </a:lnTo>
                <a:lnTo>
                  <a:pt x="5175674" y="0"/>
                </a:lnTo>
                <a:lnTo>
                  <a:pt x="5179489" y="3669360"/>
                </a:lnTo>
                <a:lnTo>
                  <a:pt x="5190931" y="2902921"/>
                </a:lnTo>
                <a:lnTo>
                  <a:pt x="5194745" y="3729525"/>
                </a:lnTo>
                <a:lnTo>
                  <a:pt x="5198559" y="3694211"/>
                </a:lnTo>
                <a:lnTo>
                  <a:pt x="5202373" y="3729525"/>
                </a:lnTo>
                <a:lnTo>
                  <a:pt x="5206187" y="3416932"/>
                </a:lnTo>
                <a:lnTo>
                  <a:pt x="5217629" y="3464017"/>
                </a:lnTo>
                <a:lnTo>
                  <a:pt x="5225257" y="3711868"/>
                </a:lnTo>
                <a:lnTo>
                  <a:pt x="5229071" y="3656935"/>
                </a:lnTo>
                <a:lnTo>
                  <a:pt x="5232885" y="3674592"/>
                </a:lnTo>
                <a:lnTo>
                  <a:pt x="5244328" y="3729525"/>
                </a:lnTo>
                <a:lnTo>
                  <a:pt x="5248142" y="3369847"/>
                </a:lnTo>
                <a:lnTo>
                  <a:pt x="5251956" y="3696173"/>
                </a:lnTo>
                <a:lnTo>
                  <a:pt x="5255770" y="3695519"/>
                </a:lnTo>
                <a:lnTo>
                  <a:pt x="5259584" y="3691595"/>
                </a:lnTo>
                <a:lnTo>
                  <a:pt x="5271026" y="3729525"/>
                </a:lnTo>
                <a:lnTo>
                  <a:pt x="5274840" y="3722985"/>
                </a:lnTo>
                <a:lnTo>
                  <a:pt x="5278654" y="3310991"/>
                </a:lnTo>
                <a:lnTo>
                  <a:pt x="5282468" y="3642548"/>
                </a:lnTo>
                <a:lnTo>
                  <a:pt x="5286282" y="3676554"/>
                </a:lnTo>
                <a:lnTo>
                  <a:pt x="5297724" y="3463363"/>
                </a:lnTo>
                <a:lnTo>
                  <a:pt x="5301538" y="3371809"/>
                </a:lnTo>
                <a:lnTo>
                  <a:pt x="5305352" y="3720369"/>
                </a:lnTo>
                <a:lnTo>
                  <a:pt x="5309166" y="2896381"/>
                </a:lnTo>
                <a:lnTo>
                  <a:pt x="5312981" y="3713176"/>
                </a:lnTo>
                <a:lnTo>
                  <a:pt x="5324423" y="3717753"/>
                </a:lnTo>
                <a:lnTo>
                  <a:pt x="5328237" y="3729525"/>
                </a:lnTo>
                <a:lnTo>
                  <a:pt x="5332051" y="3472519"/>
                </a:lnTo>
                <a:lnTo>
                  <a:pt x="5335865" y="3569959"/>
                </a:lnTo>
                <a:lnTo>
                  <a:pt x="5339679" y="3701404"/>
                </a:lnTo>
                <a:lnTo>
                  <a:pt x="5351121" y="3696827"/>
                </a:lnTo>
                <a:lnTo>
                  <a:pt x="5354935" y="3729525"/>
                </a:lnTo>
                <a:lnTo>
                  <a:pt x="5358749" y="3717753"/>
                </a:lnTo>
                <a:lnTo>
                  <a:pt x="5362563" y="3685055"/>
                </a:lnTo>
                <a:lnTo>
                  <a:pt x="5366377" y="3461402"/>
                </a:lnTo>
                <a:lnTo>
                  <a:pt x="5377819" y="3729525"/>
                </a:lnTo>
                <a:lnTo>
                  <a:pt x="5381634" y="3721023"/>
                </a:lnTo>
                <a:lnTo>
                  <a:pt x="5385448" y="1598274"/>
                </a:lnTo>
                <a:lnTo>
                  <a:pt x="5389262" y="3685055"/>
                </a:lnTo>
                <a:lnTo>
                  <a:pt x="5393076" y="3683747"/>
                </a:lnTo>
                <a:lnTo>
                  <a:pt x="5404518" y="3709252"/>
                </a:lnTo>
                <a:lnTo>
                  <a:pt x="5408332" y="3439167"/>
                </a:lnTo>
                <a:lnTo>
                  <a:pt x="5412146" y="3729525"/>
                </a:lnTo>
                <a:lnTo>
                  <a:pt x="5415960" y="3322762"/>
                </a:lnTo>
                <a:lnTo>
                  <a:pt x="5419774" y="3446361"/>
                </a:lnTo>
                <a:lnTo>
                  <a:pt x="5431216" y="3729525"/>
                </a:lnTo>
                <a:lnTo>
                  <a:pt x="5435030" y="3722331"/>
                </a:lnTo>
                <a:lnTo>
                  <a:pt x="5438844" y="3677862"/>
                </a:lnTo>
                <a:lnTo>
                  <a:pt x="5442658" y="3693557"/>
                </a:lnTo>
                <a:lnTo>
                  <a:pt x="5446473" y="3647126"/>
                </a:lnTo>
                <a:lnTo>
                  <a:pt x="5450287" y="3729525"/>
                </a:lnTo>
                <a:lnTo>
                  <a:pt x="5457915" y="3719715"/>
                </a:lnTo>
                <a:lnTo>
                  <a:pt x="5461729" y="3720369"/>
                </a:lnTo>
                <a:lnTo>
                  <a:pt x="5465543" y="3703366"/>
                </a:lnTo>
                <a:lnTo>
                  <a:pt x="5469357" y="3407123"/>
                </a:lnTo>
                <a:lnTo>
                  <a:pt x="5473171" y="3683093"/>
                </a:lnTo>
                <a:lnTo>
                  <a:pt x="5484613" y="3681132"/>
                </a:lnTo>
                <a:lnTo>
                  <a:pt x="5488427" y="3609850"/>
                </a:lnTo>
                <a:lnTo>
                  <a:pt x="5492241" y="3394044"/>
                </a:lnTo>
                <a:lnTo>
                  <a:pt x="5496055" y="3702712"/>
                </a:lnTo>
                <a:lnTo>
                  <a:pt x="5499869" y="3263906"/>
                </a:lnTo>
                <a:lnTo>
                  <a:pt x="5511311" y="2929079"/>
                </a:lnTo>
                <a:lnTo>
                  <a:pt x="5515126" y="3729525"/>
                </a:lnTo>
                <a:lnTo>
                  <a:pt x="5518940" y="3709252"/>
                </a:lnTo>
                <a:lnTo>
                  <a:pt x="5522754" y="3681786"/>
                </a:lnTo>
                <a:lnTo>
                  <a:pt x="5526568" y="3393390"/>
                </a:lnTo>
                <a:lnTo>
                  <a:pt x="5545638" y="3443091"/>
                </a:lnTo>
                <a:lnTo>
                  <a:pt x="5549452" y="3414971"/>
                </a:lnTo>
                <a:lnTo>
                  <a:pt x="5572336" y="3729525"/>
                </a:lnTo>
                <a:lnTo>
                  <a:pt x="5576150" y="3644510"/>
                </a:lnTo>
                <a:lnTo>
                  <a:pt x="5579964" y="2918616"/>
                </a:lnTo>
                <a:lnTo>
                  <a:pt x="5583779" y="3729525"/>
                </a:lnTo>
                <a:lnTo>
                  <a:pt x="5591407" y="3711214"/>
                </a:lnTo>
                <a:lnTo>
                  <a:pt x="5595221" y="3386196"/>
                </a:lnTo>
                <a:lnTo>
                  <a:pt x="5599035" y="3695519"/>
                </a:lnTo>
                <a:lnTo>
                  <a:pt x="5602849" y="3673284"/>
                </a:lnTo>
                <a:lnTo>
                  <a:pt x="5606663" y="3651703"/>
                </a:lnTo>
                <a:lnTo>
                  <a:pt x="5618105" y="3435243"/>
                </a:lnTo>
                <a:lnTo>
                  <a:pt x="5621919" y="3667398"/>
                </a:lnTo>
                <a:lnTo>
                  <a:pt x="5625733" y="3729525"/>
                </a:lnTo>
                <a:lnTo>
                  <a:pt x="5629547" y="3683747"/>
                </a:lnTo>
                <a:lnTo>
                  <a:pt x="5633361" y="3468595"/>
                </a:lnTo>
                <a:lnTo>
                  <a:pt x="5644803" y="2184875"/>
                </a:lnTo>
                <a:lnTo>
                  <a:pt x="5648618" y="3729525"/>
                </a:lnTo>
                <a:lnTo>
                  <a:pt x="5652432" y="3729525"/>
                </a:lnTo>
                <a:lnTo>
                  <a:pt x="5656246" y="3702058"/>
                </a:lnTo>
                <a:lnTo>
                  <a:pt x="5660060" y="3630123"/>
                </a:lnTo>
                <a:lnTo>
                  <a:pt x="5671502" y="3297912"/>
                </a:lnTo>
                <a:lnTo>
                  <a:pt x="5675316" y="3729525"/>
                </a:lnTo>
                <a:lnTo>
                  <a:pt x="5679130" y="3729525"/>
                </a:lnTo>
                <a:lnTo>
                  <a:pt x="5682944" y="1526339"/>
                </a:lnTo>
                <a:lnTo>
                  <a:pt x="5686758" y="3643202"/>
                </a:lnTo>
                <a:lnTo>
                  <a:pt x="5698200" y="3435243"/>
                </a:lnTo>
                <a:lnTo>
                  <a:pt x="5702014" y="3717753"/>
                </a:lnTo>
                <a:lnTo>
                  <a:pt x="5705828" y="1899749"/>
                </a:lnTo>
                <a:lnTo>
                  <a:pt x="5709642" y="2037080"/>
                </a:lnTo>
                <a:lnTo>
                  <a:pt x="5713456" y="3718407"/>
                </a:lnTo>
                <a:lnTo>
                  <a:pt x="5724899" y="3676554"/>
                </a:lnTo>
                <a:lnTo>
                  <a:pt x="5728713" y="3719061"/>
                </a:lnTo>
                <a:lnTo>
                  <a:pt x="5732527" y="3711214"/>
                </a:lnTo>
                <a:lnTo>
                  <a:pt x="5736341" y="3372463"/>
                </a:lnTo>
                <a:lnTo>
                  <a:pt x="5740155" y="2121441"/>
                </a:lnTo>
                <a:lnTo>
                  <a:pt x="5751597" y="3115458"/>
                </a:lnTo>
                <a:lnTo>
                  <a:pt x="5755411" y="3656935"/>
                </a:lnTo>
                <a:lnTo>
                  <a:pt x="5759225" y="3623583"/>
                </a:lnTo>
                <a:lnTo>
                  <a:pt x="5763039" y="3480366"/>
                </a:lnTo>
                <a:lnTo>
                  <a:pt x="5766853" y="3669360"/>
                </a:lnTo>
                <a:lnTo>
                  <a:pt x="5778295" y="3719061"/>
                </a:lnTo>
                <a:lnTo>
                  <a:pt x="5782110" y="3729525"/>
                </a:lnTo>
                <a:lnTo>
                  <a:pt x="5785924" y="3722985"/>
                </a:lnTo>
                <a:lnTo>
                  <a:pt x="5785924" y="3292026"/>
                </a:lnTo>
                <a:lnTo>
                  <a:pt x="5789738" y="3496715"/>
                </a:lnTo>
                <a:lnTo>
                  <a:pt x="5801180" y="3677208"/>
                </a:lnTo>
                <a:lnTo>
                  <a:pt x="5804994" y="3709252"/>
                </a:lnTo>
                <a:lnTo>
                  <a:pt x="5808808" y="2056045"/>
                </a:lnTo>
                <a:lnTo>
                  <a:pt x="5812622" y="3691595"/>
                </a:lnTo>
                <a:lnTo>
                  <a:pt x="5816436" y="3127883"/>
                </a:lnTo>
                <a:lnTo>
                  <a:pt x="5827878" y="3218783"/>
                </a:lnTo>
                <a:lnTo>
                  <a:pt x="5831692" y="3460748"/>
                </a:lnTo>
                <a:lnTo>
                  <a:pt x="5835506" y="3602003"/>
                </a:lnTo>
                <a:lnTo>
                  <a:pt x="5839320" y="3360038"/>
                </a:lnTo>
                <a:lnTo>
                  <a:pt x="5843134" y="3252135"/>
                </a:lnTo>
                <a:lnTo>
                  <a:pt x="5854577" y="3679824"/>
                </a:lnTo>
                <a:lnTo>
                  <a:pt x="5858391" y="3641240"/>
                </a:lnTo>
                <a:lnTo>
                  <a:pt x="5862205" y="3721023"/>
                </a:lnTo>
                <a:lnTo>
                  <a:pt x="5866019" y="3154695"/>
                </a:lnTo>
                <a:lnTo>
                  <a:pt x="5869833" y="3656281"/>
                </a:lnTo>
                <a:lnTo>
                  <a:pt x="5881275" y="3324070"/>
                </a:lnTo>
                <a:lnTo>
                  <a:pt x="5885089" y="3428704"/>
                </a:lnTo>
                <a:lnTo>
                  <a:pt x="5888903" y="2012884"/>
                </a:lnTo>
                <a:lnTo>
                  <a:pt x="5892717" y="2850604"/>
                </a:lnTo>
                <a:lnTo>
                  <a:pt x="5911787" y="3371155"/>
                </a:lnTo>
                <a:lnTo>
                  <a:pt x="5915601" y="3693557"/>
                </a:lnTo>
                <a:lnTo>
                  <a:pt x="5919416" y="2953276"/>
                </a:lnTo>
                <a:lnTo>
                  <a:pt x="5934672" y="3700096"/>
                </a:lnTo>
                <a:lnTo>
                  <a:pt x="5938486" y="3660205"/>
                </a:lnTo>
                <a:lnTo>
                  <a:pt x="5942300" y="2906845"/>
                </a:lnTo>
                <a:lnTo>
                  <a:pt x="5946114" y="3614428"/>
                </a:lnTo>
                <a:lnTo>
                  <a:pt x="5949928" y="2143675"/>
                </a:lnTo>
                <a:lnTo>
                  <a:pt x="5961370" y="2942159"/>
                </a:lnTo>
                <a:lnTo>
                  <a:pt x="5965184" y="3606580"/>
                </a:lnTo>
                <a:lnTo>
                  <a:pt x="5968998" y="3468595"/>
                </a:lnTo>
                <a:lnTo>
                  <a:pt x="5972812" y="3461402"/>
                </a:lnTo>
                <a:lnTo>
                  <a:pt x="5976626" y="3645164"/>
                </a:lnTo>
                <a:lnTo>
                  <a:pt x="5988069" y="623222"/>
                </a:lnTo>
                <a:lnTo>
                  <a:pt x="5991883" y="3190009"/>
                </a:lnTo>
                <a:lnTo>
                  <a:pt x="5995697" y="3646472"/>
                </a:lnTo>
                <a:lnTo>
                  <a:pt x="5999511" y="3169736"/>
                </a:lnTo>
                <a:lnTo>
                  <a:pt x="6003325" y="2247001"/>
                </a:lnTo>
                <a:lnTo>
                  <a:pt x="6014767" y="3320800"/>
                </a:lnTo>
                <a:lnTo>
                  <a:pt x="6018581" y="3258020"/>
                </a:lnTo>
                <a:lnTo>
                  <a:pt x="6026209" y="3729525"/>
                </a:lnTo>
                <a:lnTo>
                  <a:pt x="6030023" y="3707290"/>
                </a:lnTo>
                <a:lnTo>
                  <a:pt x="6041465" y="3657589"/>
                </a:lnTo>
                <a:lnTo>
                  <a:pt x="6045279" y="2772129"/>
                </a:lnTo>
                <a:lnTo>
                  <a:pt x="6049093" y="2736162"/>
                </a:lnTo>
                <a:lnTo>
                  <a:pt x="6056722" y="3653665"/>
                </a:lnTo>
                <a:lnTo>
                  <a:pt x="6068164" y="3715791"/>
                </a:lnTo>
                <a:lnTo>
                  <a:pt x="6071978" y="2455613"/>
                </a:lnTo>
                <a:lnTo>
                  <a:pt x="6075792" y="3719715"/>
                </a:lnTo>
                <a:lnTo>
                  <a:pt x="6079606" y="3515680"/>
                </a:lnTo>
                <a:lnTo>
                  <a:pt x="6083420" y="1805579"/>
                </a:lnTo>
                <a:lnTo>
                  <a:pt x="6098676" y="1114345"/>
                </a:lnTo>
                <a:lnTo>
                  <a:pt x="6102490" y="3433935"/>
                </a:lnTo>
                <a:lnTo>
                  <a:pt x="6106304" y="3644510"/>
                </a:lnTo>
                <a:lnTo>
                  <a:pt x="6110118" y="3709252"/>
                </a:lnTo>
                <a:lnTo>
                  <a:pt x="6113932" y="3719061"/>
                </a:lnTo>
                <a:lnTo>
                  <a:pt x="6121561" y="3603964"/>
                </a:lnTo>
                <a:lnTo>
                  <a:pt x="6125375" y="2820522"/>
                </a:lnTo>
                <a:lnTo>
                  <a:pt x="6129189" y="3114150"/>
                </a:lnTo>
                <a:lnTo>
                  <a:pt x="6133003" y="3729525"/>
                </a:lnTo>
                <a:lnTo>
                  <a:pt x="6136817" y="3709906"/>
                </a:lnTo>
                <a:lnTo>
                  <a:pt x="6148259" y="2896381"/>
                </a:lnTo>
                <a:lnTo>
                  <a:pt x="6152073" y="3653011"/>
                </a:lnTo>
                <a:lnTo>
                  <a:pt x="6155887" y="3719715"/>
                </a:lnTo>
                <a:lnTo>
                  <a:pt x="6159701" y="3575844"/>
                </a:lnTo>
                <a:lnTo>
                  <a:pt x="6163515" y="3729525"/>
                </a:lnTo>
                <a:lnTo>
                  <a:pt x="6174957" y="3729525"/>
                </a:lnTo>
                <a:lnTo>
                  <a:pt x="6178771" y="3656935"/>
                </a:lnTo>
                <a:lnTo>
                  <a:pt x="6182585" y="3693557"/>
                </a:lnTo>
                <a:lnTo>
                  <a:pt x="6186400" y="3683093"/>
                </a:lnTo>
                <a:lnTo>
                  <a:pt x="6190214" y="2107054"/>
                </a:lnTo>
                <a:lnTo>
                  <a:pt x="6201656" y="3602003"/>
                </a:lnTo>
                <a:lnTo>
                  <a:pt x="6205470" y="3691595"/>
                </a:lnTo>
                <a:lnTo>
                  <a:pt x="6209284" y="3692903"/>
                </a:lnTo>
                <a:lnTo>
                  <a:pt x="6213098" y="3651050"/>
                </a:lnTo>
                <a:lnTo>
                  <a:pt x="6216912" y="3294642"/>
                </a:lnTo>
                <a:lnTo>
                  <a:pt x="6228354" y="2757088"/>
                </a:lnTo>
                <a:lnTo>
                  <a:pt x="6232168" y="3258020"/>
                </a:lnTo>
                <a:lnTo>
                  <a:pt x="6235982" y="3430012"/>
                </a:lnTo>
                <a:lnTo>
                  <a:pt x="6239796" y="3660205"/>
                </a:lnTo>
                <a:lnTo>
                  <a:pt x="6243610" y="3642548"/>
                </a:lnTo>
                <a:lnTo>
                  <a:pt x="6255053" y="2014192"/>
                </a:lnTo>
                <a:lnTo>
                  <a:pt x="6258867" y="3667398"/>
                </a:lnTo>
                <a:lnTo>
                  <a:pt x="6262681" y="3688325"/>
                </a:lnTo>
                <a:lnTo>
                  <a:pt x="6266495" y="3626853"/>
                </a:lnTo>
                <a:lnTo>
                  <a:pt x="6270309" y="2177027"/>
                </a:lnTo>
                <a:lnTo>
                  <a:pt x="6281751" y="3704020"/>
                </a:lnTo>
                <a:lnTo>
                  <a:pt x="6285565" y="1887978"/>
                </a:lnTo>
                <a:lnTo>
                  <a:pt x="6289379" y="2918616"/>
                </a:lnTo>
                <a:lnTo>
                  <a:pt x="6293193" y="3693557"/>
                </a:lnTo>
                <a:lnTo>
                  <a:pt x="6297007" y="3723639"/>
                </a:lnTo>
                <a:lnTo>
                  <a:pt x="6312263" y="3672630"/>
                </a:lnTo>
                <a:lnTo>
                  <a:pt x="6316077" y="3642548"/>
                </a:lnTo>
                <a:lnTo>
                  <a:pt x="6319891" y="3661513"/>
                </a:lnTo>
                <a:lnTo>
                  <a:pt x="6323706" y="3607234"/>
                </a:lnTo>
                <a:lnTo>
                  <a:pt x="6335148" y="2826408"/>
                </a:lnTo>
                <a:lnTo>
                  <a:pt x="6338962" y="3466633"/>
                </a:lnTo>
                <a:lnTo>
                  <a:pt x="6342776" y="3688979"/>
                </a:lnTo>
                <a:lnTo>
                  <a:pt x="6346590" y="3359384"/>
                </a:lnTo>
                <a:lnTo>
                  <a:pt x="6350404" y="3717753"/>
                </a:lnTo>
                <a:lnTo>
                  <a:pt x="6361846" y="3704674"/>
                </a:lnTo>
                <a:lnTo>
                  <a:pt x="6365660" y="3708598"/>
                </a:lnTo>
                <a:lnTo>
                  <a:pt x="6369474" y="3706636"/>
                </a:lnTo>
                <a:lnTo>
                  <a:pt x="6373288" y="3694211"/>
                </a:lnTo>
                <a:lnTo>
                  <a:pt x="6377102" y="3632739"/>
                </a:lnTo>
                <a:lnTo>
                  <a:pt x="6388545" y="3428050"/>
                </a:lnTo>
                <a:lnTo>
                  <a:pt x="6392359" y="3706636"/>
                </a:lnTo>
                <a:lnTo>
                  <a:pt x="6396173" y="3729525"/>
                </a:lnTo>
                <a:lnTo>
                  <a:pt x="6399987" y="3729525"/>
                </a:lnTo>
                <a:lnTo>
                  <a:pt x="6403801" y="3636008"/>
                </a:lnTo>
                <a:lnTo>
                  <a:pt x="6415243" y="3261944"/>
                </a:lnTo>
                <a:lnTo>
                  <a:pt x="6419057" y="3713176"/>
                </a:lnTo>
                <a:lnTo>
                  <a:pt x="6422871" y="3617044"/>
                </a:lnTo>
                <a:lnTo>
                  <a:pt x="6426685" y="3718407"/>
                </a:lnTo>
                <a:lnTo>
                  <a:pt x="6430499" y="2587059"/>
                </a:lnTo>
                <a:lnTo>
                  <a:pt x="6434313" y="3729525"/>
                </a:lnTo>
                <a:lnTo>
                  <a:pt x="6441941" y="3294642"/>
                </a:lnTo>
                <a:lnTo>
                  <a:pt x="6445755" y="3689633"/>
                </a:lnTo>
                <a:lnTo>
                  <a:pt x="6449569" y="3729525"/>
                </a:lnTo>
                <a:lnTo>
                  <a:pt x="6453383" y="3372463"/>
                </a:lnTo>
                <a:lnTo>
                  <a:pt x="6457198" y="1795115"/>
                </a:lnTo>
                <a:lnTo>
                  <a:pt x="6468640" y="3716445"/>
                </a:lnTo>
                <a:lnTo>
                  <a:pt x="6472454" y="3331264"/>
                </a:lnTo>
                <a:lnTo>
                  <a:pt x="6476268" y="3710560"/>
                </a:lnTo>
                <a:lnTo>
                  <a:pt x="6480082" y="3390120"/>
                </a:lnTo>
                <a:lnTo>
                  <a:pt x="6483896" y="3713176"/>
                </a:lnTo>
                <a:lnTo>
                  <a:pt x="6487710" y="3706636"/>
                </a:lnTo>
                <a:lnTo>
                  <a:pt x="6495338" y="3229246"/>
                </a:lnTo>
                <a:lnTo>
                  <a:pt x="6499152" y="3682440"/>
                </a:lnTo>
                <a:lnTo>
                  <a:pt x="6502966" y="3710560"/>
                </a:lnTo>
                <a:lnTo>
                  <a:pt x="6506780" y="3220091"/>
                </a:lnTo>
                <a:lnTo>
                  <a:pt x="6510594" y="1518491"/>
                </a:lnTo>
                <a:lnTo>
                  <a:pt x="6514408" y="3729525"/>
                </a:lnTo>
                <a:lnTo>
                  <a:pt x="6522037" y="3719715"/>
                </a:lnTo>
                <a:lnTo>
                  <a:pt x="6525851" y="3322762"/>
                </a:lnTo>
                <a:lnTo>
                  <a:pt x="6529665" y="3689633"/>
                </a:lnTo>
                <a:lnTo>
                  <a:pt x="6533479" y="3689633"/>
                </a:lnTo>
                <a:lnTo>
                  <a:pt x="6537293" y="3671976"/>
                </a:lnTo>
                <a:lnTo>
                  <a:pt x="6548735" y="3705982"/>
                </a:lnTo>
                <a:lnTo>
                  <a:pt x="6552549" y="3271100"/>
                </a:lnTo>
                <a:lnTo>
                  <a:pt x="6556363" y="3693557"/>
                </a:lnTo>
                <a:lnTo>
                  <a:pt x="6560177" y="3422818"/>
                </a:lnTo>
                <a:lnTo>
                  <a:pt x="6563991" y="3133768"/>
                </a:lnTo>
                <a:lnTo>
                  <a:pt x="6575433" y="3705328"/>
                </a:lnTo>
                <a:lnTo>
                  <a:pt x="6579247" y="3711214"/>
                </a:lnTo>
                <a:lnTo>
                  <a:pt x="6583061" y="3729525"/>
                </a:lnTo>
                <a:lnTo>
                  <a:pt x="6586875" y="1629010"/>
                </a:lnTo>
                <a:lnTo>
                  <a:pt x="6590690" y="3713176"/>
                </a:lnTo>
                <a:lnTo>
                  <a:pt x="6602132" y="3712522"/>
                </a:lnTo>
                <a:lnTo>
                  <a:pt x="6605946" y="3564727"/>
                </a:lnTo>
                <a:lnTo>
                  <a:pt x="6609760" y="3523528"/>
                </a:lnTo>
                <a:lnTo>
                  <a:pt x="6617388" y="3713176"/>
                </a:lnTo>
                <a:lnTo>
                  <a:pt x="6628830" y="3367232"/>
                </a:lnTo>
                <a:lnTo>
                  <a:pt x="6632644" y="3692903"/>
                </a:lnTo>
                <a:lnTo>
                  <a:pt x="6636458" y="3714483"/>
                </a:lnTo>
                <a:lnTo>
                  <a:pt x="6640272" y="2828370"/>
                </a:lnTo>
                <a:lnTo>
                  <a:pt x="6644086" y="3706636"/>
                </a:lnTo>
                <a:lnTo>
                  <a:pt x="6655528" y="3694865"/>
                </a:lnTo>
                <a:lnTo>
                  <a:pt x="6659343" y="3708598"/>
                </a:lnTo>
                <a:lnTo>
                  <a:pt x="6663157" y="3667398"/>
                </a:lnTo>
                <a:lnTo>
                  <a:pt x="6666971" y="3729525"/>
                </a:lnTo>
                <a:lnTo>
                  <a:pt x="6670785" y="3716445"/>
                </a:lnTo>
                <a:lnTo>
                  <a:pt x="6682227" y="2446458"/>
                </a:lnTo>
                <a:lnTo>
                  <a:pt x="6686041" y="3729525"/>
                </a:lnTo>
                <a:lnTo>
                  <a:pt x="6689855" y="2878071"/>
                </a:lnTo>
                <a:lnTo>
                  <a:pt x="6693669" y="3407777"/>
                </a:lnTo>
                <a:lnTo>
                  <a:pt x="6697483" y="3729525"/>
                </a:lnTo>
                <a:lnTo>
                  <a:pt x="6708925" y="3713176"/>
                </a:lnTo>
                <a:lnTo>
                  <a:pt x="6712739" y="2027271"/>
                </a:lnTo>
                <a:lnTo>
                  <a:pt x="6716553" y="3729525"/>
                </a:lnTo>
                <a:lnTo>
                  <a:pt x="6720367" y="3729525"/>
                </a:lnTo>
                <a:lnTo>
                  <a:pt x="6724182" y="3703366"/>
                </a:lnTo>
                <a:lnTo>
                  <a:pt x="6735624" y="3729525"/>
                </a:lnTo>
                <a:lnTo>
                  <a:pt x="6739438" y="2838833"/>
                </a:lnTo>
                <a:lnTo>
                  <a:pt x="6743252" y="3343689"/>
                </a:lnTo>
                <a:lnTo>
                  <a:pt x="6747066" y="2329399"/>
                </a:lnTo>
                <a:lnTo>
                  <a:pt x="6750880" y="3704674"/>
                </a:lnTo>
                <a:lnTo>
                  <a:pt x="6762322" y="3696827"/>
                </a:lnTo>
                <a:lnTo>
                  <a:pt x="6766136" y="3718407"/>
                </a:lnTo>
                <a:lnTo>
                  <a:pt x="6769950" y="3710560"/>
                </a:lnTo>
                <a:lnTo>
                  <a:pt x="6773764" y="3130499"/>
                </a:lnTo>
                <a:lnTo>
                  <a:pt x="6777578" y="3707290"/>
                </a:lnTo>
                <a:lnTo>
                  <a:pt x="6789020" y="3729525"/>
                </a:lnTo>
                <a:lnTo>
                  <a:pt x="6792835" y="3719061"/>
                </a:lnTo>
                <a:lnTo>
                  <a:pt x="6796649" y="3729525"/>
                </a:lnTo>
                <a:lnTo>
                  <a:pt x="6800463" y="3690287"/>
                </a:lnTo>
                <a:lnTo>
                  <a:pt x="6804277" y="3690287"/>
                </a:lnTo>
                <a:lnTo>
                  <a:pt x="6815719" y="3722985"/>
                </a:lnTo>
                <a:lnTo>
                  <a:pt x="6819533" y="3284179"/>
                </a:lnTo>
                <a:lnTo>
                  <a:pt x="6823347" y="3699442"/>
                </a:lnTo>
                <a:lnTo>
                  <a:pt x="6827161" y="3672630"/>
                </a:lnTo>
                <a:lnTo>
                  <a:pt x="6830975" y="3201780"/>
                </a:lnTo>
                <a:lnTo>
                  <a:pt x="6842417" y="3710560"/>
                </a:lnTo>
                <a:lnTo>
                  <a:pt x="6846231" y="3690941"/>
                </a:lnTo>
                <a:lnTo>
                  <a:pt x="6850045" y="3729525"/>
                </a:lnTo>
                <a:lnTo>
                  <a:pt x="6853859" y="3688325"/>
                </a:lnTo>
                <a:lnTo>
                  <a:pt x="6857673" y="3439821"/>
                </a:lnTo>
                <a:lnTo>
                  <a:pt x="6869116" y="3729525"/>
                </a:lnTo>
                <a:lnTo>
                  <a:pt x="6872930" y="3709906"/>
                </a:lnTo>
                <a:lnTo>
                  <a:pt x="6876744" y="3668052"/>
                </a:lnTo>
                <a:lnTo>
                  <a:pt x="6880558" y="3713176"/>
                </a:lnTo>
                <a:lnTo>
                  <a:pt x="6884372" y="3692249"/>
                </a:lnTo>
                <a:lnTo>
                  <a:pt x="6895814" y="3271100"/>
                </a:lnTo>
                <a:lnTo>
                  <a:pt x="6899628" y="2891804"/>
                </a:lnTo>
                <a:lnTo>
                  <a:pt x="6903442" y="3603964"/>
                </a:lnTo>
                <a:lnTo>
                  <a:pt x="6907256" y="3705328"/>
                </a:lnTo>
                <a:lnTo>
                  <a:pt x="6911070" y="3539877"/>
                </a:lnTo>
                <a:lnTo>
                  <a:pt x="6922512" y="3373771"/>
                </a:lnTo>
                <a:lnTo>
                  <a:pt x="6937769" y="3711868"/>
                </a:lnTo>
                <a:lnTo>
                  <a:pt x="6979723" y="3729525"/>
                </a:lnTo>
                <a:lnTo>
                  <a:pt x="6983537" y="2016807"/>
                </a:lnTo>
                <a:lnTo>
                  <a:pt x="6987351" y="3280909"/>
                </a:lnTo>
                <a:lnTo>
                  <a:pt x="6991165" y="3702058"/>
                </a:lnTo>
                <a:lnTo>
                  <a:pt x="7002608" y="3679824"/>
                </a:lnTo>
                <a:lnTo>
                  <a:pt x="7006422" y="2403951"/>
                </a:lnTo>
                <a:lnTo>
                  <a:pt x="7010236" y="3254751"/>
                </a:lnTo>
                <a:lnTo>
                  <a:pt x="7014050" y="3729525"/>
                </a:lnTo>
                <a:lnTo>
                  <a:pt x="7017864" y="3685055"/>
                </a:lnTo>
                <a:lnTo>
                  <a:pt x="7029306" y="3658243"/>
                </a:lnTo>
                <a:lnTo>
                  <a:pt x="7033120" y="3597425"/>
                </a:lnTo>
                <a:lnTo>
                  <a:pt x="7036934" y="3712522"/>
                </a:lnTo>
                <a:lnTo>
                  <a:pt x="7040748" y="3700096"/>
                </a:lnTo>
                <a:lnTo>
                  <a:pt x="7044562" y="3662167"/>
                </a:lnTo>
                <a:lnTo>
                  <a:pt x="7056004" y="2360136"/>
                </a:lnTo>
                <a:lnTo>
                  <a:pt x="7059819" y="3700096"/>
                </a:lnTo>
                <a:lnTo>
                  <a:pt x="7063633" y="2951314"/>
                </a:lnTo>
                <a:lnTo>
                  <a:pt x="7067447" y="3320147"/>
                </a:lnTo>
                <a:lnTo>
                  <a:pt x="7071261" y="3564727"/>
                </a:lnTo>
                <a:lnTo>
                  <a:pt x="7082703" y="3174968"/>
                </a:lnTo>
                <a:lnTo>
                  <a:pt x="7086517" y="3708598"/>
                </a:lnTo>
                <a:lnTo>
                  <a:pt x="7090331" y="3712522"/>
                </a:lnTo>
                <a:lnTo>
                  <a:pt x="7094145" y="3681786"/>
                </a:lnTo>
                <a:lnTo>
                  <a:pt x="7097959" y="3475789"/>
                </a:lnTo>
                <a:lnTo>
                  <a:pt x="7109401" y="3686363"/>
                </a:lnTo>
                <a:lnTo>
                  <a:pt x="7113215" y="3729525"/>
                </a:lnTo>
                <a:lnTo>
                  <a:pt x="7117029" y="3729525"/>
                </a:lnTo>
                <a:lnTo>
                  <a:pt x="7124657" y="2851912"/>
                </a:lnTo>
                <a:lnTo>
                  <a:pt x="7136100" y="3722985"/>
                </a:lnTo>
                <a:lnTo>
                  <a:pt x="7139914" y="3698135"/>
                </a:lnTo>
                <a:lnTo>
                  <a:pt x="7143728" y="3448322"/>
                </a:lnTo>
                <a:lnTo>
                  <a:pt x="7147542" y="2893112"/>
                </a:lnTo>
                <a:lnTo>
                  <a:pt x="7151356" y="2169180"/>
                </a:lnTo>
                <a:lnTo>
                  <a:pt x="7162798" y="3696173"/>
                </a:lnTo>
                <a:lnTo>
                  <a:pt x="7166612" y="3722985"/>
                </a:lnTo>
                <a:lnTo>
                  <a:pt x="7170426" y="3368539"/>
                </a:lnTo>
                <a:lnTo>
                  <a:pt x="7174240" y="3677862"/>
                </a:lnTo>
                <a:lnTo>
                  <a:pt x="7178054" y="3287449"/>
                </a:lnTo>
                <a:lnTo>
                  <a:pt x="7189496" y="3719061"/>
                </a:lnTo>
                <a:lnTo>
                  <a:pt x="7193310" y="1593696"/>
                </a:lnTo>
                <a:lnTo>
                  <a:pt x="7197125" y="3705982"/>
                </a:lnTo>
                <a:lnTo>
                  <a:pt x="7200939" y="3646472"/>
                </a:lnTo>
                <a:lnTo>
                  <a:pt x="7204753" y="2592291"/>
                </a:lnTo>
                <a:lnTo>
                  <a:pt x="7216195" y="3694865"/>
                </a:lnTo>
                <a:lnTo>
                  <a:pt x="7220009" y="3729525"/>
                </a:lnTo>
                <a:lnTo>
                  <a:pt x="7223823" y="3722985"/>
                </a:lnTo>
                <a:lnTo>
                  <a:pt x="7227637" y="3133114"/>
                </a:lnTo>
                <a:lnTo>
                  <a:pt x="7231451" y="3647126"/>
                </a:lnTo>
                <a:lnTo>
                  <a:pt x="7242893" y="3464671"/>
                </a:lnTo>
                <a:lnTo>
                  <a:pt x="7246707" y="2235229"/>
                </a:lnTo>
                <a:lnTo>
                  <a:pt x="7250521" y="3709252"/>
                </a:lnTo>
                <a:lnTo>
                  <a:pt x="7254335" y="3690941"/>
                </a:lnTo>
                <a:lnTo>
                  <a:pt x="7258149" y="3241672"/>
                </a:lnTo>
                <a:lnTo>
                  <a:pt x="7269592" y="2404605"/>
                </a:lnTo>
                <a:lnTo>
                  <a:pt x="7273406" y="1389661"/>
                </a:lnTo>
                <a:lnTo>
                  <a:pt x="7281034" y="3401891"/>
                </a:lnTo>
                <a:lnTo>
                  <a:pt x="7284848" y="3613774"/>
                </a:lnTo>
                <a:lnTo>
                  <a:pt x="7296290" y="3591539"/>
                </a:lnTo>
                <a:lnTo>
                  <a:pt x="7300104" y="1623124"/>
                </a:lnTo>
                <a:lnTo>
                  <a:pt x="7303918" y="3716445"/>
                </a:lnTo>
                <a:lnTo>
                  <a:pt x="7307732" y="3661513"/>
                </a:lnTo>
                <a:lnTo>
                  <a:pt x="7311546" y="3706636"/>
                </a:lnTo>
                <a:lnTo>
                  <a:pt x="7322988" y="1113691"/>
                </a:lnTo>
                <a:lnTo>
                  <a:pt x="7326802" y="3246903"/>
                </a:lnTo>
                <a:lnTo>
                  <a:pt x="7330617" y="3440475"/>
                </a:lnTo>
                <a:lnTo>
                  <a:pt x="7334431" y="2985974"/>
                </a:lnTo>
                <a:lnTo>
                  <a:pt x="7338245" y="2619103"/>
                </a:lnTo>
                <a:lnTo>
                  <a:pt x="7349687" y="3667398"/>
                </a:lnTo>
                <a:lnTo>
                  <a:pt x="7353501" y="3702058"/>
                </a:lnTo>
                <a:lnTo>
                  <a:pt x="7357315" y="3673938"/>
                </a:lnTo>
                <a:lnTo>
                  <a:pt x="7361129" y="3702712"/>
                </a:lnTo>
                <a:lnTo>
                  <a:pt x="7380199" y="1626394"/>
                </a:lnTo>
                <a:lnTo>
                  <a:pt x="7384013" y="3674592"/>
                </a:lnTo>
                <a:lnTo>
                  <a:pt x="7387827" y="3195240"/>
                </a:lnTo>
                <a:lnTo>
                  <a:pt x="7391641" y="3692249"/>
                </a:lnTo>
                <a:lnTo>
                  <a:pt x="7403084" y="3140308"/>
                </a:lnTo>
                <a:lnTo>
                  <a:pt x="7406898" y="3276985"/>
                </a:lnTo>
                <a:lnTo>
                  <a:pt x="7410712" y="1704215"/>
                </a:lnTo>
                <a:lnTo>
                  <a:pt x="7418340" y="3227284"/>
                </a:lnTo>
                <a:lnTo>
                  <a:pt x="7429782" y="3653665"/>
                </a:lnTo>
                <a:lnTo>
                  <a:pt x="7433596" y="3702058"/>
                </a:lnTo>
                <a:lnTo>
                  <a:pt x="7437410" y="3710560"/>
                </a:lnTo>
                <a:lnTo>
                  <a:pt x="7441224" y="2774091"/>
                </a:lnTo>
                <a:lnTo>
                  <a:pt x="7445038" y="3623583"/>
                </a:lnTo>
                <a:lnTo>
                  <a:pt x="7456480" y="3651703"/>
                </a:lnTo>
                <a:lnTo>
                  <a:pt x="7460294" y="3647780"/>
                </a:lnTo>
                <a:lnTo>
                  <a:pt x="7464109" y="3029789"/>
                </a:lnTo>
                <a:lnTo>
                  <a:pt x="7467923" y="3666745"/>
                </a:lnTo>
                <a:lnTo>
                  <a:pt x="7471737" y="1977570"/>
                </a:lnTo>
                <a:lnTo>
                  <a:pt x="7483179" y="2823792"/>
                </a:lnTo>
                <a:lnTo>
                  <a:pt x="7486993" y="3690287"/>
                </a:lnTo>
                <a:lnTo>
                  <a:pt x="7490807" y="3711868"/>
                </a:lnTo>
                <a:lnTo>
                  <a:pt x="7494621" y="3656281"/>
                </a:lnTo>
                <a:lnTo>
                  <a:pt x="7498435" y="3428704"/>
                </a:lnTo>
                <a:lnTo>
                  <a:pt x="7509877" y="3717753"/>
                </a:lnTo>
                <a:lnTo>
                  <a:pt x="7513691" y="1905634"/>
                </a:lnTo>
                <a:lnTo>
                  <a:pt x="7517505" y="3335188"/>
                </a:lnTo>
                <a:lnTo>
                  <a:pt x="7525133" y="3420856"/>
                </a:lnTo>
                <a:lnTo>
                  <a:pt x="7536576" y="1297453"/>
                </a:lnTo>
                <a:lnTo>
                  <a:pt x="7540390" y="3641240"/>
                </a:lnTo>
                <a:lnTo>
                  <a:pt x="7544204" y="3672630"/>
                </a:lnTo>
                <a:lnTo>
                  <a:pt x="7548018" y="3649088"/>
                </a:lnTo>
                <a:lnTo>
                  <a:pt x="7551832" y="3692903"/>
                </a:lnTo>
                <a:lnTo>
                  <a:pt x="7567088" y="3709906"/>
                </a:lnTo>
                <a:lnTo>
                  <a:pt x="7570902" y="3566689"/>
                </a:lnTo>
                <a:lnTo>
                  <a:pt x="7574716" y="3097147"/>
                </a:lnTo>
                <a:lnTo>
                  <a:pt x="7578530" y="3694865"/>
                </a:lnTo>
                <a:lnTo>
                  <a:pt x="7589972" y="2855182"/>
                </a:lnTo>
                <a:lnTo>
                  <a:pt x="7593786" y="3632739"/>
                </a:lnTo>
                <a:lnTo>
                  <a:pt x="7597601" y="3210282"/>
                </a:lnTo>
                <a:lnTo>
                  <a:pt x="7601415" y="3430012"/>
                </a:lnTo>
                <a:lnTo>
                  <a:pt x="7605229" y="3660859"/>
                </a:lnTo>
                <a:lnTo>
                  <a:pt x="7609043" y="3729525"/>
                </a:lnTo>
                <a:lnTo>
                  <a:pt x="7616671" y="3060525"/>
                </a:lnTo>
                <a:lnTo>
                  <a:pt x="7620485" y="3729525"/>
                </a:lnTo>
                <a:lnTo>
                  <a:pt x="7624299" y="3656281"/>
                </a:lnTo>
                <a:lnTo>
                  <a:pt x="7628113" y="3682440"/>
                </a:lnTo>
                <a:lnTo>
                  <a:pt x="7631927" y="3675246"/>
                </a:lnTo>
                <a:lnTo>
                  <a:pt x="7643369" y="553902"/>
                </a:lnTo>
                <a:lnTo>
                  <a:pt x="7647183" y="3108918"/>
                </a:lnTo>
                <a:lnTo>
                  <a:pt x="7650997" y="3671976"/>
                </a:lnTo>
                <a:lnTo>
                  <a:pt x="7654811" y="3705328"/>
                </a:lnTo>
                <a:lnTo>
                  <a:pt x="7658625" y="3660859"/>
                </a:lnTo>
                <a:lnTo>
                  <a:pt x="7670068" y="1444594"/>
                </a:lnTo>
                <a:lnTo>
                  <a:pt x="7673882" y="3718407"/>
                </a:lnTo>
                <a:lnTo>
                  <a:pt x="7677696" y="3441783"/>
                </a:lnTo>
                <a:lnTo>
                  <a:pt x="7681510" y="3597425"/>
                </a:lnTo>
                <a:lnTo>
                  <a:pt x="7685324" y="3484944"/>
                </a:lnTo>
                <a:lnTo>
                  <a:pt x="7696766" y="2951968"/>
                </a:lnTo>
                <a:lnTo>
                  <a:pt x="7700580" y="3702712"/>
                </a:lnTo>
                <a:lnTo>
                  <a:pt x="7704394" y="2139098"/>
                </a:lnTo>
                <a:lnTo>
                  <a:pt x="7708208" y="3293988"/>
                </a:lnTo>
                <a:lnTo>
                  <a:pt x="7712022" y="3474481"/>
                </a:lnTo>
                <a:lnTo>
                  <a:pt x="7723464" y="3675246"/>
                </a:lnTo>
                <a:lnTo>
                  <a:pt x="7727278" y="3705328"/>
                </a:lnTo>
                <a:lnTo>
                  <a:pt x="7731092" y="3729525"/>
                </a:lnTo>
                <a:lnTo>
                  <a:pt x="7734907" y="3541184"/>
                </a:lnTo>
                <a:lnTo>
                  <a:pt x="7738721" y="3721023"/>
                </a:lnTo>
                <a:lnTo>
                  <a:pt x="7750163" y="3720369"/>
                </a:lnTo>
                <a:lnTo>
                  <a:pt x="7753977" y="3706636"/>
                </a:lnTo>
              </a:path>
            </a:pathLst>
          </a:custGeom>
          <a:ln w="3175" cap="flat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 sz="12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B66350D3-44C0-4BFC-B4D9-257F3AED2349}"/>
              </a:ext>
            </a:extLst>
          </p:cNvPr>
          <p:cNvGrpSpPr/>
          <p:nvPr/>
        </p:nvGrpSpPr>
        <p:grpSpPr>
          <a:xfrm>
            <a:off x="534910" y="2348917"/>
            <a:ext cx="8944650" cy="3823154"/>
            <a:chOff x="534910" y="2348917"/>
            <a:chExt cx="8944650" cy="3823154"/>
          </a:xfrm>
        </p:grpSpPr>
        <p:sp>
          <p:nvSpPr>
            <p:cNvPr id="72" name="tx20">
              <a:extLst>
                <a:ext uri="{FF2B5EF4-FFF2-40B4-BE49-F238E27FC236}">
                  <a16:creationId xmlns:a16="http://schemas.microsoft.com/office/drawing/2014/main" id="{719F29B4-748B-4C69-B688-D80E029BF4AD}"/>
                </a:ext>
              </a:extLst>
            </p:cNvPr>
            <p:cNvSpPr/>
            <p:nvPr/>
          </p:nvSpPr>
          <p:spPr>
            <a:xfrm>
              <a:off x="1145017" y="58012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0</a:t>
              </a:r>
            </a:p>
          </p:txBody>
        </p:sp>
        <p:sp>
          <p:nvSpPr>
            <p:cNvPr id="73" name="tx21">
              <a:extLst>
                <a:ext uri="{FF2B5EF4-FFF2-40B4-BE49-F238E27FC236}">
                  <a16:creationId xmlns:a16="http://schemas.microsoft.com/office/drawing/2014/main" id="{21255084-3100-4F5D-9598-37AED6A8A0DB}"/>
                </a:ext>
              </a:extLst>
            </p:cNvPr>
            <p:cNvSpPr/>
            <p:nvPr/>
          </p:nvSpPr>
          <p:spPr>
            <a:xfrm>
              <a:off x="958550" y="4493356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2000</a:t>
              </a:r>
            </a:p>
          </p:txBody>
        </p:sp>
        <p:sp>
          <p:nvSpPr>
            <p:cNvPr id="74" name="tx22">
              <a:extLst>
                <a:ext uri="{FF2B5EF4-FFF2-40B4-BE49-F238E27FC236}">
                  <a16:creationId xmlns:a16="http://schemas.microsoft.com/office/drawing/2014/main" id="{7779C5EB-3AB7-45AE-B32A-AED9D4C4952F}"/>
                </a:ext>
              </a:extLst>
            </p:cNvPr>
            <p:cNvSpPr/>
            <p:nvPr/>
          </p:nvSpPr>
          <p:spPr>
            <a:xfrm>
              <a:off x="958550" y="3185439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4000</a:t>
              </a:r>
            </a:p>
          </p:txBody>
        </p:sp>
        <p:sp>
          <p:nvSpPr>
            <p:cNvPr id="78" name="pl26">
              <a:extLst>
                <a:ext uri="{FF2B5EF4-FFF2-40B4-BE49-F238E27FC236}">
                  <a16:creationId xmlns:a16="http://schemas.microsoft.com/office/drawing/2014/main" id="{3C3AAF56-08BB-43F9-B60E-83AC9FE205CF}"/>
                </a:ext>
              </a:extLst>
            </p:cNvPr>
            <p:cNvSpPr/>
            <p:nvPr/>
          </p:nvSpPr>
          <p:spPr>
            <a:xfrm>
              <a:off x="3041845" y="602944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400"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79" name="pl27">
              <a:extLst>
                <a:ext uri="{FF2B5EF4-FFF2-40B4-BE49-F238E27FC236}">
                  <a16:creationId xmlns:a16="http://schemas.microsoft.com/office/drawing/2014/main" id="{75DC2F57-E42B-49C4-B008-152C6F0AF90C}"/>
                </a:ext>
              </a:extLst>
            </p:cNvPr>
            <p:cNvSpPr/>
            <p:nvPr/>
          </p:nvSpPr>
          <p:spPr>
            <a:xfrm>
              <a:off x="5826106" y="602944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400"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0" name="pl28">
              <a:extLst>
                <a:ext uri="{FF2B5EF4-FFF2-40B4-BE49-F238E27FC236}">
                  <a16:creationId xmlns:a16="http://schemas.microsoft.com/office/drawing/2014/main" id="{B37275BA-04AF-4088-B7A2-DAA66A1E316B}"/>
                </a:ext>
              </a:extLst>
            </p:cNvPr>
            <p:cNvSpPr/>
            <p:nvPr/>
          </p:nvSpPr>
          <p:spPr>
            <a:xfrm>
              <a:off x="8614182" y="602944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400"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1" name="tx29">
              <a:extLst>
                <a:ext uri="{FF2B5EF4-FFF2-40B4-BE49-F238E27FC236}">
                  <a16:creationId xmlns:a16="http://schemas.microsoft.com/office/drawing/2014/main" id="{FE7FC3BC-4EFB-4586-947A-86B2C089C264}"/>
                </a:ext>
              </a:extLst>
            </p:cNvPr>
            <p:cNvSpPr/>
            <p:nvPr/>
          </p:nvSpPr>
          <p:spPr>
            <a:xfrm>
              <a:off x="2917534" y="6090380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2022</a:t>
              </a:r>
            </a:p>
          </p:txBody>
        </p:sp>
        <p:sp>
          <p:nvSpPr>
            <p:cNvPr id="82" name="tx30">
              <a:extLst>
                <a:ext uri="{FF2B5EF4-FFF2-40B4-BE49-F238E27FC236}">
                  <a16:creationId xmlns:a16="http://schemas.microsoft.com/office/drawing/2014/main" id="{D085C3D2-8CA9-478A-A1AC-9A1F738BA707}"/>
                </a:ext>
              </a:extLst>
            </p:cNvPr>
            <p:cNvSpPr/>
            <p:nvPr/>
          </p:nvSpPr>
          <p:spPr>
            <a:xfrm>
              <a:off x="5701795" y="6090380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2024</a:t>
              </a:r>
            </a:p>
          </p:txBody>
        </p:sp>
        <p:sp>
          <p:nvSpPr>
            <p:cNvPr id="83" name="tx31">
              <a:extLst>
                <a:ext uri="{FF2B5EF4-FFF2-40B4-BE49-F238E27FC236}">
                  <a16:creationId xmlns:a16="http://schemas.microsoft.com/office/drawing/2014/main" id="{D6A2579A-E51F-44F0-BF9F-7498BB80208F}"/>
                </a:ext>
              </a:extLst>
            </p:cNvPr>
            <p:cNvSpPr/>
            <p:nvPr/>
          </p:nvSpPr>
          <p:spPr>
            <a:xfrm>
              <a:off x="8489871" y="6090380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2026</a:t>
              </a:r>
            </a:p>
          </p:txBody>
        </p:sp>
        <p:sp>
          <p:nvSpPr>
            <p:cNvPr id="85" name="tx33">
              <a:extLst>
                <a:ext uri="{FF2B5EF4-FFF2-40B4-BE49-F238E27FC236}">
                  <a16:creationId xmlns:a16="http://schemas.microsoft.com/office/drawing/2014/main" id="{312B53AE-2791-4E36-9A5D-A5224374CE45}"/>
                </a:ext>
              </a:extLst>
            </p:cNvPr>
            <p:cNvSpPr/>
            <p:nvPr/>
          </p:nvSpPr>
          <p:spPr>
            <a:xfrm rot="16200000">
              <a:off x="351622" y="3928509"/>
              <a:ext cx="465962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2000" err="1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Arial"/>
                </a:rPr>
                <a:t>Bottles</a:t>
              </a:r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endParaRPr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7438A18A-7508-4C98-A639-1E64CC2115AD}"/>
                </a:ext>
              </a:extLst>
            </p:cNvPr>
            <p:cNvCxnSpPr>
              <a:cxnSpLocks/>
            </p:cNvCxnSpPr>
            <p:nvPr/>
          </p:nvCxnSpPr>
          <p:spPr>
            <a:xfrm>
              <a:off x="1602013" y="5882964"/>
              <a:ext cx="78775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5CCF0DB3-1B61-4B6D-AF69-05781642DB7E}"/>
                </a:ext>
              </a:extLst>
            </p:cNvPr>
            <p:cNvCxnSpPr>
              <a:cxnSpLocks/>
            </p:cNvCxnSpPr>
            <p:nvPr/>
          </p:nvCxnSpPr>
          <p:spPr>
            <a:xfrm>
              <a:off x="1594871" y="2348917"/>
              <a:ext cx="0" cy="353351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feld 91">
            <a:extLst>
              <a:ext uri="{FF2B5EF4-FFF2-40B4-BE49-F238E27FC236}">
                <a16:creationId xmlns:a16="http://schemas.microsoft.com/office/drawing/2014/main" id="{3DBE62E5-747A-4B48-B149-832003542EB5}"/>
              </a:ext>
            </a:extLst>
          </p:cNvPr>
          <p:cNvSpPr txBox="1"/>
          <p:nvPr/>
        </p:nvSpPr>
        <p:spPr>
          <a:xfrm>
            <a:off x="9682729" y="4395568"/>
            <a:ext cx="91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glow rad="431800">
                    <a:srgbClr val="D729E9"/>
                  </a:glow>
                </a:effectLst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  <a:endParaRPr kumimoji="0" lang="de-DE" sz="4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glow rad="431800">
                  <a:srgbClr val="D729E9"/>
                </a:glow>
              </a:effectLst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82907A4-1FD1-4D16-AF0F-C7334EA52B7A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8AFACF7C-C3FA-4965-BAC7-3BE88BA0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98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0" grpId="0" animBg="1"/>
      <p:bldP spid="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DCC4E19-D509-4853-A2E7-A5691DBD7993}"/>
              </a:ext>
            </a:extLst>
          </p:cNvPr>
          <p:cNvSpPr txBox="1"/>
          <p:nvPr/>
        </p:nvSpPr>
        <p:spPr>
          <a:xfrm>
            <a:off x="417890" y="842192"/>
            <a:ext cx="796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Exogeneous</a:t>
            </a: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1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features</a:t>
            </a:r>
            <a:r>
              <a:rPr kumimoji="0" lang="de-DE" sz="20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: Climate </a:t>
            </a:r>
            <a:r>
              <a:rPr kumimoji="0" lang="de-DE" sz="20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91452BFB-B497-4F62-ACC1-CEE5372A9C9E}"/>
              </a:ext>
            </a:extLst>
          </p:cNvPr>
          <p:cNvGrpSpPr/>
          <p:nvPr/>
        </p:nvGrpSpPr>
        <p:grpSpPr>
          <a:xfrm>
            <a:off x="1063018" y="1398485"/>
            <a:ext cx="5080364" cy="1879614"/>
            <a:chOff x="1063018" y="1148227"/>
            <a:chExt cx="5080364" cy="1879614"/>
          </a:xfrm>
        </p:grpSpPr>
        <p:sp>
          <p:nvSpPr>
            <p:cNvPr id="8" name="pl5">
              <a:extLst>
                <a:ext uri="{FF2B5EF4-FFF2-40B4-BE49-F238E27FC236}">
                  <a16:creationId xmlns:a16="http://schemas.microsoft.com/office/drawing/2014/main" id="{DE1457B9-4C5D-4D17-B2BE-9A1DD4683565}"/>
                </a:ext>
              </a:extLst>
            </p:cNvPr>
            <p:cNvSpPr/>
            <p:nvPr/>
          </p:nvSpPr>
          <p:spPr>
            <a:xfrm>
              <a:off x="1063018" y="1261981"/>
              <a:ext cx="5080364" cy="1527686"/>
            </a:xfrm>
            <a:custGeom>
              <a:avLst/>
              <a:gdLst/>
              <a:ahLst/>
              <a:cxnLst/>
              <a:rect l="0" t="0" r="0" b="0"/>
              <a:pathLst>
                <a:path w="9103321" h="2747387">
                  <a:moveTo>
                    <a:pt x="0" y="1774054"/>
                  </a:moveTo>
                  <a:lnTo>
                    <a:pt x="13426" y="1947464"/>
                  </a:lnTo>
                  <a:lnTo>
                    <a:pt x="17902" y="1881137"/>
                  </a:lnTo>
                  <a:lnTo>
                    <a:pt x="22377" y="1703731"/>
                  </a:lnTo>
                  <a:lnTo>
                    <a:pt x="26853" y="1460798"/>
                  </a:lnTo>
                  <a:lnTo>
                    <a:pt x="31329" y="1552697"/>
                  </a:lnTo>
                  <a:lnTo>
                    <a:pt x="44755" y="1775652"/>
                  </a:lnTo>
                  <a:lnTo>
                    <a:pt x="49231" y="1586260"/>
                  </a:lnTo>
                  <a:lnTo>
                    <a:pt x="53706" y="1475182"/>
                  </a:lnTo>
                  <a:lnTo>
                    <a:pt x="58182" y="1622221"/>
                  </a:lnTo>
                  <a:lnTo>
                    <a:pt x="62658" y="1718915"/>
                  </a:lnTo>
                  <a:lnTo>
                    <a:pt x="76084" y="2017787"/>
                  </a:lnTo>
                  <a:lnTo>
                    <a:pt x="80560" y="2152839"/>
                  </a:lnTo>
                  <a:lnTo>
                    <a:pt x="85035" y="2167223"/>
                  </a:lnTo>
                  <a:lnTo>
                    <a:pt x="89511" y="2084114"/>
                  </a:lnTo>
                  <a:lnTo>
                    <a:pt x="93987" y="2184005"/>
                  </a:lnTo>
                  <a:lnTo>
                    <a:pt x="107413" y="1732500"/>
                  </a:lnTo>
                  <a:lnTo>
                    <a:pt x="111889" y="1790037"/>
                  </a:lnTo>
                  <a:lnTo>
                    <a:pt x="116364" y="1891525"/>
                  </a:lnTo>
                  <a:lnTo>
                    <a:pt x="120840" y="1663775"/>
                  </a:lnTo>
                  <a:lnTo>
                    <a:pt x="125316" y="1299375"/>
                  </a:lnTo>
                  <a:lnTo>
                    <a:pt x="138742" y="1524728"/>
                  </a:lnTo>
                  <a:lnTo>
                    <a:pt x="143218" y="1817207"/>
                  </a:lnTo>
                  <a:lnTo>
                    <a:pt x="147694" y="1949861"/>
                  </a:lnTo>
                  <a:lnTo>
                    <a:pt x="152169" y="1981826"/>
                  </a:lnTo>
                  <a:lnTo>
                    <a:pt x="156645" y="1965844"/>
                  </a:lnTo>
                  <a:lnTo>
                    <a:pt x="170071" y="1539911"/>
                  </a:lnTo>
                  <a:lnTo>
                    <a:pt x="174547" y="1834788"/>
                  </a:lnTo>
                  <a:lnTo>
                    <a:pt x="179023" y="1882735"/>
                  </a:lnTo>
                  <a:lnTo>
                    <a:pt x="183498" y="1891525"/>
                  </a:lnTo>
                  <a:lnTo>
                    <a:pt x="187974" y="1742888"/>
                  </a:lnTo>
                  <a:lnTo>
                    <a:pt x="201400" y="1464793"/>
                  </a:lnTo>
                  <a:lnTo>
                    <a:pt x="205876" y="1661378"/>
                  </a:lnTo>
                  <a:lnTo>
                    <a:pt x="210352" y="1782045"/>
                  </a:lnTo>
                  <a:lnTo>
                    <a:pt x="214827" y="1701334"/>
                  </a:lnTo>
                  <a:lnTo>
                    <a:pt x="219303" y="1728504"/>
                  </a:lnTo>
                  <a:lnTo>
                    <a:pt x="232729" y="1666173"/>
                  </a:lnTo>
                  <a:lnTo>
                    <a:pt x="237205" y="1571077"/>
                  </a:lnTo>
                  <a:lnTo>
                    <a:pt x="241681" y="1949861"/>
                  </a:lnTo>
                  <a:lnTo>
                    <a:pt x="246156" y="1980228"/>
                  </a:lnTo>
                  <a:lnTo>
                    <a:pt x="250632" y="1913102"/>
                  </a:lnTo>
                  <a:lnTo>
                    <a:pt x="264058" y="1687749"/>
                  </a:lnTo>
                  <a:lnTo>
                    <a:pt x="268534" y="1812412"/>
                  </a:lnTo>
                  <a:lnTo>
                    <a:pt x="273010" y="1850770"/>
                  </a:lnTo>
                  <a:lnTo>
                    <a:pt x="277485" y="1769259"/>
                  </a:lnTo>
                  <a:lnTo>
                    <a:pt x="281961" y="1750080"/>
                  </a:lnTo>
                  <a:lnTo>
                    <a:pt x="295388" y="1621422"/>
                  </a:lnTo>
                  <a:lnTo>
                    <a:pt x="299863" y="1596649"/>
                  </a:lnTo>
                  <a:lnTo>
                    <a:pt x="304339" y="1272204"/>
                  </a:lnTo>
                  <a:lnTo>
                    <a:pt x="308814" y="1372894"/>
                  </a:lnTo>
                  <a:lnTo>
                    <a:pt x="313290" y="1675762"/>
                  </a:lnTo>
                  <a:lnTo>
                    <a:pt x="326717" y="1418444"/>
                  </a:lnTo>
                  <a:lnTo>
                    <a:pt x="331192" y="1406457"/>
                  </a:lnTo>
                  <a:lnTo>
                    <a:pt x="335668" y="1328143"/>
                  </a:lnTo>
                  <a:lnTo>
                    <a:pt x="340143" y="1333737"/>
                  </a:lnTo>
                  <a:lnTo>
                    <a:pt x="344619" y="1480776"/>
                  </a:lnTo>
                  <a:lnTo>
                    <a:pt x="358046" y="2024979"/>
                  </a:lnTo>
                  <a:lnTo>
                    <a:pt x="362521" y="1955455"/>
                  </a:lnTo>
                  <a:lnTo>
                    <a:pt x="366997" y="1872346"/>
                  </a:lnTo>
                  <a:lnTo>
                    <a:pt x="371472" y="1805220"/>
                  </a:lnTo>
                  <a:lnTo>
                    <a:pt x="375948" y="1474383"/>
                  </a:lnTo>
                  <a:lnTo>
                    <a:pt x="380423" y="1495959"/>
                  </a:lnTo>
                  <a:lnTo>
                    <a:pt x="389375" y="2042560"/>
                  </a:lnTo>
                  <a:lnTo>
                    <a:pt x="393850" y="1978630"/>
                  </a:lnTo>
                  <a:lnTo>
                    <a:pt x="398326" y="1899517"/>
                  </a:lnTo>
                  <a:lnTo>
                    <a:pt x="402801" y="1705330"/>
                  </a:lnTo>
                  <a:lnTo>
                    <a:pt x="407277" y="1631810"/>
                  </a:lnTo>
                  <a:lnTo>
                    <a:pt x="420704" y="1086808"/>
                  </a:lnTo>
                  <a:lnTo>
                    <a:pt x="425179" y="1077218"/>
                  </a:lnTo>
                  <a:lnTo>
                    <a:pt x="429655" y="995708"/>
                  </a:lnTo>
                  <a:lnTo>
                    <a:pt x="434130" y="1125166"/>
                  </a:lnTo>
                  <a:lnTo>
                    <a:pt x="443082" y="1214668"/>
                  </a:lnTo>
                  <a:lnTo>
                    <a:pt x="456508" y="1778849"/>
                  </a:lnTo>
                  <a:lnTo>
                    <a:pt x="460984" y="1484771"/>
                  </a:lnTo>
                  <a:lnTo>
                    <a:pt x="465459" y="1176310"/>
                  </a:lnTo>
                  <a:lnTo>
                    <a:pt x="469935" y="1099594"/>
                  </a:lnTo>
                  <a:lnTo>
                    <a:pt x="483362" y="1263414"/>
                  </a:lnTo>
                  <a:lnTo>
                    <a:pt x="487837" y="1157131"/>
                  </a:lnTo>
                  <a:lnTo>
                    <a:pt x="492313" y="1087607"/>
                  </a:lnTo>
                  <a:lnTo>
                    <a:pt x="496788" y="1070026"/>
                  </a:lnTo>
                  <a:lnTo>
                    <a:pt x="501264" y="1083611"/>
                  </a:lnTo>
                  <a:lnTo>
                    <a:pt x="514691" y="1064432"/>
                  </a:lnTo>
                  <a:lnTo>
                    <a:pt x="519166" y="1075620"/>
                  </a:lnTo>
                  <a:lnTo>
                    <a:pt x="523642" y="1186698"/>
                  </a:lnTo>
                  <a:lnTo>
                    <a:pt x="528117" y="1218663"/>
                  </a:lnTo>
                  <a:lnTo>
                    <a:pt x="546020" y="1311362"/>
                  </a:lnTo>
                  <a:lnTo>
                    <a:pt x="554971" y="1415248"/>
                  </a:lnTo>
                  <a:lnTo>
                    <a:pt x="559446" y="1248231"/>
                  </a:lnTo>
                  <a:lnTo>
                    <a:pt x="563922" y="986917"/>
                  </a:lnTo>
                  <a:lnTo>
                    <a:pt x="577349" y="1526326"/>
                  </a:lnTo>
                  <a:lnTo>
                    <a:pt x="581824" y="1655784"/>
                  </a:lnTo>
                  <a:lnTo>
                    <a:pt x="586300" y="1522330"/>
                  </a:lnTo>
                  <a:lnTo>
                    <a:pt x="590776" y="1454405"/>
                  </a:lnTo>
                  <a:lnTo>
                    <a:pt x="595251" y="1414449"/>
                  </a:lnTo>
                  <a:lnTo>
                    <a:pt x="608678" y="961345"/>
                  </a:lnTo>
                  <a:lnTo>
                    <a:pt x="613153" y="870245"/>
                  </a:lnTo>
                  <a:lnTo>
                    <a:pt x="617629" y="899813"/>
                  </a:lnTo>
                  <a:lnTo>
                    <a:pt x="626580" y="716813"/>
                  </a:lnTo>
                  <a:lnTo>
                    <a:pt x="640007" y="1100393"/>
                  </a:lnTo>
                  <a:lnTo>
                    <a:pt x="644482" y="1069227"/>
                  </a:lnTo>
                  <a:lnTo>
                    <a:pt x="648958" y="939769"/>
                  </a:lnTo>
                  <a:lnTo>
                    <a:pt x="653434" y="1026874"/>
                  </a:lnTo>
                  <a:lnTo>
                    <a:pt x="657909" y="1017284"/>
                  </a:lnTo>
                  <a:lnTo>
                    <a:pt x="675811" y="648089"/>
                  </a:lnTo>
                  <a:lnTo>
                    <a:pt x="680287" y="647290"/>
                  </a:lnTo>
                  <a:lnTo>
                    <a:pt x="684763" y="970136"/>
                  </a:lnTo>
                  <a:lnTo>
                    <a:pt x="689238" y="1217065"/>
                  </a:lnTo>
                  <a:lnTo>
                    <a:pt x="702665" y="1036463"/>
                  </a:lnTo>
                  <a:lnTo>
                    <a:pt x="707140" y="1022878"/>
                  </a:lnTo>
                  <a:lnTo>
                    <a:pt x="711616" y="980524"/>
                  </a:lnTo>
                  <a:lnTo>
                    <a:pt x="716092" y="937372"/>
                  </a:lnTo>
                  <a:lnTo>
                    <a:pt x="720567" y="600141"/>
                  </a:lnTo>
                  <a:lnTo>
                    <a:pt x="733994" y="770355"/>
                  </a:lnTo>
                  <a:lnTo>
                    <a:pt x="738470" y="735193"/>
                  </a:lnTo>
                  <a:lnTo>
                    <a:pt x="742945" y="644892"/>
                  </a:lnTo>
                  <a:lnTo>
                    <a:pt x="747421" y="716014"/>
                  </a:lnTo>
                  <a:lnTo>
                    <a:pt x="751896" y="799123"/>
                  </a:lnTo>
                  <a:lnTo>
                    <a:pt x="765323" y="644093"/>
                  </a:lnTo>
                  <a:lnTo>
                    <a:pt x="769799" y="608932"/>
                  </a:lnTo>
                  <a:lnTo>
                    <a:pt x="774274" y="535412"/>
                  </a:lnTo>
                  <a:lnTo>
                    <a:pt x="778750" y="489063"/>
                  </a:lnTo>
                  <a:lnTo>
                    <a:pt x="783225" y="411548"/>
                  </a:lnTo>
                  <a:lnTo>
                    <a:pt x="796652" y="765560"/>
                  </a:lnTo>
                  <a:lnTo>
                    <a:pt x="801128" y="741586"/>
                  </a:lnTo>
                  <a:lnTo>
                    <a:pt x="810079" y="701630"/>
                  </a:lnTo>
                  <a:lnTo>
                    <a:pt x="814554" y="758368"/>
                  </a:lnTo>
                  <a:lnTo>
                    <a:pt x="827981" y="843874"/>
                  </a:lnTo>
                  <a:lnTo>
                    <a:pt x="832457" y="952555"/>
                  </a:lnTo>
                  <a:lnTo>
                    <a:pt x="836932" y="943765"/>
                  </a:lnTo>
                  <a:lnTo>
                    <a:pt x="841408" y="694438"/>
                  </a:lnTo>
                  <a:lnTo>
                    <a:pt x="845883" y="685648"/>
                  </a:lnTo>
                  <a:lnTo>
                    <a:pt x="859310" y="752774"/>
                  </a:lnTo>
                  <a:lnTo>
                    <a:pt x="863786" y="709621"/>
                  </a:lnTo>
                  <a:lnTo>
                    <a:pt x="890639" y="602539"/>
                  </a:lnTo>
                  <a:lnTo>
                    <a:pt x="895115" y="749578"/>
                  </a:lnTo>
                  <a:lnTo>
                    <a:pt x="899590" y="763163"/>
                  </a:lnTo>
                  <a:lnTo>
                    <a:pt x="904066" y="663272"/>
                  </a:lnTo>
                  <a:lnTo>
                    <a:pt x="908541" y="578565"/>
                  </a:lnTo>
                  <a:lnTo>
                    <a:pt x="921968" y="515434"/>
                  </a:lnTo>
                  <a:lnTo>
                    <a:pt x="926444" y="421937"/>
                  </a:lnTo>
                  <a:lnTo>
                    <a:pt x="930919" y="671263"/>
                  </a:lnTo>
                  <a:lnTo>
                    <a:pt x="935395" y="605735"/>
                  </a:lnTo>
                  <a:lnTo>
                    <a:pt x="939870" y="346020"/>
                  </a:lnTo>
                  <a:lnTo>
                    <a:pt x="953297" y="797525"/>
                  </a:lnTo>
                  <a:lnTo>
                    <a:pt x="957773" y="853464"/>
                  </a:lnTo>
                  <a:lnTo>
                    <a:pt x="962248" y="592949"/>
                  </a:lnTo>
                  <a:lnTo>
                    <a:pt x="966724" y="369994"/>
                  </a:lnTo>
                  <a:lnTo>
                    <a:pt x="971199" y="202178"/>
                  </a:lnTo>
                  <a:lnTo>
                    <a:pt x="984626" y="176606"/>
                  </a:lnTo>
                  <a:lnTo>
                    <a:pt x="989102" y="163820"/>
                  </a:lnTo>
                  <a:lnTo>
                    <a:pt x="993577" y="192588"/>
                  </a:lnTo>
                  <a:lnTo>
                    <a:pt x="998053" y="299671"/>
                  </a:lnTo>
                  <a:lnTo>
                    <a:pt x="1002528" y="389173"/>
                  </a:lnTo>
                  <a:lnTo>
                    <a:pt x="1015955" y="518631"/>
                  </a:lnTo>
                  <a:lnTo>
                    <a:pt x="1020431" y="616923"/>
                  </a:lnTo>
                  <a:lnTo>
                    <a:pt x="1024906" y="544203"/>
                  </a:lnTo>
                  <a:lnTo>
                    <a:pt x="1029382" y="287684"/>
                  </a:lnTo>
                  <a:lnTo>
                    <a:pt x="1033858" y="123065"/>
                  </a:lnTo>
                  <a:lnTo>
                    <a:pt x="1047284" y="832686"/>
                  </a:lnTo>
                  <a:lnTo>
                    <a:pt x="1051760" y="767158"/>
                  </a:lnTo>
                  <a:lnTo>
                    <a:pt x="1056235" y="646491"/>
                  </a:lnTo>
                  <a:lnTo>
                    <a:pt x="1060711" y="819101"/>
                  </a:lnTo>
                  <a:lnTo>
                    <a:pt x="1065187" y="791132"/>
                  </a:lnTo>
                  <a:lnTo>
                    <a:pt x="1078613" y="942966"/>
                  </a:lnTo>
                  <a:lnTo>
                    <a:pt x="1083089" y="1013288"/>
                  </a:lnTo>
                  <a:lnTo>
                    <a:pt x="1087564" y="1016485"/>
                  </a:lnTo>
                  <a:lnTo>
                    <a:pt x="1092040" y="941367"/>
                  </a:lnTo>
                  <a:lnTo>
                    <a:pt x="1096516" y="637700"/>
                  </a:lnTo>
                  <a:lnTo>
                    <a:pt x="1109942" y="1027673"/>
                  </a:lnTo>
                  <a:lnTo>
                    <a:pt x="1114418" y="891022"/>
                  </a:lnTo>
                  <a:lnTo>
                    <a:pt x="1118893" y="736792"/>
                  </a:lnTo>
                  <a:lnTo>
                    <a:pt x="1123369" y="911001"/>
                  </a:lnTo>
                  <a:lnTo>
                    <a:pt x="1127845" y="870245"/>
                  </a:lnTo>
                  <a:lnTo>
                    <a:pt x="1141271" y="558587"/>
                  </a:lnTo>
                  <a:lnTo>
                    <a:pt x="1145747" y="446710"/>
                  </a:lnTo>
                  <a:lnTo>
                    <a:pt x="1150222" y="578565"/>
                  </a:lnTo>
                  <a:lnTo>
                    <a:pt x="1154698" y="936573"/>
                  </a:lnTo>
                  <a:lnTo>
                    <a:pt x="1159174" y="1038860"/>
                  </a:lnTo>
                  <a:lnTo>
                    <a:pt x="1172600" y="882232"/>
                  </a:lnTo>
                  <a:lnTo>
                    <a:pt x="1177076" y="803119"/>
                  </a:lnTo>
                  <a:lnTo>
                    <a:pt x="1181552" y="783940"/>
                  </a:lnTo>
                  <a:lnTo>
                    <a:pt x="1186027" y="855861"/>
                  </a:lnTo>
                  <a:lnTo>
                    <a:pt x="1190503" y="1239440"/>
                  </a:lnTo>
                  <a:lnTo>
                    <a:pt x="1203929" y="1304969"/>
                  </a:lnTo>
                  <a:lnTo>
                    <a:pt x="1208405" y="1231449"/>
                  </a:lnTo>
                  <a:lnTo>
                    <a:pt x="1212881" y="1096397"/>
                  </a:lnTo>
                  <a:lnTo>
                    <a:pt x="1217356" y="1145943"/>
                  </a:lnTo>
                  <a:lnTo>
                    <a:pt x="1221832" y="1036463"/>
                  </a:lnTo>
                  <a:lnTo>
                    <a:pt x="1235258" y="1265012"/>
                  </a:lnTo>
                  <a:lnTo>
                    <a:pt x="1239734" y="1212270"/>
                  </a:lnTo>
                  <a:lnTo>
                    <a:pt x="1244210" y="1237043"/>
                  </a:lnTo>
                  <a:lnTo>
                    <a:pt x="1248685" y="1164323"/>
                  </a:lnTo>
                  <a:lnTo>
                    <a:pt x="1253161" y="1129960"/>
                  </a:lnTo>
                  <a:lnTo>
                    <a:pt x="1266587" y="1562286"/>
                  </a:lnTo>
                  <a:lnTo>
                    <a:pt x="1271063" y="1586260"/>
                  </a:lnTo>
                  <a:lnTo>
                    <a:pt x="1275539" y="1557492"/>
                  </a:lnTo>
                  <a:lnTo>
                    <a:pt x="1280014" y="1489566"/>
                  </a:lnTo>
                  <a:lnTo>
                    <a:pt x="1284490" y="1515138"/>
                  </a:lnTo>
                  <a:lnTo>
                    <a:pt x="1297916" y="1502352"/>
                  </a:lnTo>
                  <a:lnTo>
                    <a:pt x="1302392" y="1481575"/>
                  </a:lnTo>
                  <a:lnTo>
                    <a:pt x="1306868" y="1130760"/>
                  </a:lnTo>
                  <a:lnTo>
                    <a:pt x="1311343" y="975730"/>
                  </a:lnTo>
                  <a:lnTo>
                    <a:pt x="1315819" y="1097996"/>
                  </a:lnTo>
                  <a:lnTo>
                    <a:pt x="1329246" y="1397667"/>
                  </a:lnTo>
                  <a:lnTo>
                    <a:pt x="1333721" y="1449610"/>
                  </a:lnTo>
                  <a:lnTo>
                    <a:pt x="1338197" y="1336934"/>
                  </a:lnTo>
                  <a:lnTo>
                    <a:pt x="1342672" y="1381684"/>
                  </a:lnTo>
                  <a:lnTo>
                    <a:pt x="1347148" y="1183502"/>
                  </a:lnTo>
                  <a:lnTo>
                    <a:pt x="1360575" y="815106"/>
                  </a:lnTo>
                  <a:lnTo>
                    <a:pt x="1365050" y="1300174"/>
                  </a:lnTo>
                  <a:lnTo>
                    <a:pt x="1369526" y="1591854"/>
                  </a:lnTo>
                  <a:lnTo>
                    <a:pt x="1374001" y="1720513"/>
                  </a:lnTo>
                  <a:lnTo>
                    <a:pt x="1378477" y="1688548"/>
                  </a:lnTo>
                  <a:lnTo>
                    <a:pt x="1391904" y="1630212"/>
                  </a:lnTo>
                  <a:lnTo>
                    <a:pt x="1396379" y="1693343"/>
                  </a:lnTo>
                  <a:lnTo>
                    <a:pt x="1400855" y="1627815"/>
                  </a:lnTo>
                  <a:lnTo>
                    <a:pt x="1405330" y="1523928"/>
                  </a:lnTo>
                  <a:lnTo>
                    <a:pt x="1409806" y="1466392"/>
                  </a:lnTo>
                  <a:lnTo>
                    <a:pt x="1423233" y="1392073"/>
                  </a:lnTo>
                  <a:lnTo>
                    <a:pt x="1427708" y="1385680"/>
                  </a:lnTo>
                  <a:lnTo>
                    <a:pt x="1432184" y="1398466"/>
                  </a:lnTo>
                  <a:lnTo>
                    <a:pt x="1436659" y="1531920"/>
                  </a:lnTo>
                  <a:lnTo>
                    <a:pt x="1441135" y="1882735"/>
                  </a:lnTo>
                  <a:lnTo>
                    <a:pt x="1454562" y="1718915"/>
                  </a:lnTo>
                  <a:lnTo>
                    <a:pt x="1459037" y="1840381"/>
                  </a:lnTo>
                  <a:lnTo>
                    <a:pt x="1463513" y="1942669"/>
                  </a:lnTo>
                  <a:lnTo>
                    <a:pt x="1467988" y="1901115"/>
                  </a:lnTo>
                  <a:lnTo>
                    <a:pt x="1472464" y="1951460"/>
                  </a:lnTo>
                  <a:lnTo>
                    <a:pt x="1485891" y="2203184"/>
                  </a:lnTo>
                  <a:lnTo>
                    <a:pt x="1490366" y="2001804"/>
                  </a:lnTo>
                  <a:lnTo>
                    <a:pt x="1494842" y="2109686"/>
                  </a:lnTo>
                  <a:lnTo>
                    <a:pt x="1499317" y="2112883"/>
                  </a:lnTo>
                  <a:lnTo>
                    <a:pt x="1503793" y="1981826"/>
                  </a:lnTo>
                  <a:lnTo>
                    <a:pt x="1517220" y="1857962"/>
                  </a:lnTo>
                  <a:lnTo>
                    <a:pt x="1521695" y="1944268"/>
                  </a:lnTo>
                  <a:lnTo>
                    <a:pt x="1526171" y="2017787"/>
                  </a:lnTo>
                  <a:lnTo>
                    <a:pt x="1530646" y="2124070"/>
                  </a:lnTo>
                  <a:lnTo>
                    <a:pt x="1535122" y="2040162"/>
                  </a:lnTo>
                  <a:lnTo>
                    <a:pt x="1548549" y="1745286"/>
                  </a:lnTo>
                  <a:lnTo>
                    <a:pt x="1553024" y="1707727"/>
                  </a:lnTo>
                  <a:lnTo>
                    <a:pt x="1557500" y="1666972"/>
                  </a:lnTo>
                  <a:lnTo>
                    <a:pt x="1561975" y="1709325"/>
                  </a:lnTo>
                  <a:lnTo>
                    <a:pt x="1566451" y="1801224"/>
                  </a:lnTo>
                  <a:lnTo>
                    <a:pt x="1579878" y="1742888"/>
                  </a:lnTo>
                  <a:lnTo>
                    <a:pt x="1584353" y="1324148"/>
                  </a:lnTo>
                  <a:lnTo>
                    <a:pt x="1588829" y="1407256"/>
                  </a:lnTo>
                  <a:lnTo>
                    <a:pt x="1611207" y="1957853"/>
                  </a:lnTo>
                  <a:lnTo>
                    <a:pt x="1615682" y="1990617"/>
                  </a:lnTo>
                  <a:lnTo>
                    <a:pt x="1642536" y="2105691"/>
                  </a:lnTo>
                  <a:lnTo>
                    <a:pt x="1647011" y="2080119"/>
                  </a:lnTo>
                  <a:lnTo>
                    <a:pt x="1651487" y="2100097"/>
                  </a:lnTo>
                  <a:lnTo>
                    <a:pt x="1655963" y="2120874"/>
                  </a:lnTo>
                  <a:lnTo>
                    <a:pt x="1660438" y="2136856"/>
                  </a:lnTo>
                  <a:lnTo>
                    <a:pt x="1673865" y="2255926"/>
                  </a:lnTo>
                  <a:lnTo>
                    <a:pt x="1678340" y="2018586"/>
                  </a:lnTo>
                  <a:lnTo>
                    <a:pt x="1682816" y="2059341"/>
                  </a:lnTo>
                  <a:lnTo>
                    <a:pt x="1687292" y="2135258"/>
                  </a:lnTo>
                  <a:lnTo>
                    <a:pt x="1691767" y="2252729"/>
                  </a:lnTo>
                  <a:lnTo>
                    <a:pt x="1705194" y="2031372"/>
                  </a:lnTo>
                  <a:lnTo>
                    <a:pt x="1709669" y="1901115"/>
                  </a:lnTo>
                  <a:lnTo>
                    <a:pt x="1714145" y="1707727"/>
                  </a:lnTo>
                  <a:lnTo>
                    <a:pt x="1718621" y="1572675"/>
                  </a:lnTo>
                  <a:lnTo>
                    <a:pt x="1723096" y="1704530"/>
                  </a:lnTo>
                  <a:lnTo>
                    <a:pt x="1736523" y="2191197"/>
                  </a:lnTo>
                  <a:lnTo>
                    <a:pt x="1740998" y="2119276"/>
                  </a:lnTo>
                  <a:lnTo>
                    <a:pt x="1745474" y="2102494"/>
                  </a:lnTo>
                  <a:lnTo>
                    <a:pt x="1749950" y="1909106"/>
                  </a:lnTo>
                  <a:lnTo>
                    <a:pt x="1754425" y="1826796"/>
                  </a:lnTo>
                  <a:lnTo>
                    <a:pt x="1767852" y="2118477"/>
                  </a:lnTo>
                  <a:lnTo>
                    <a:pt x="1772328" y="1822002"/>
                  </a:lnTo>
                  <a:lnTo>
                    <a:pt x="1776803" y="1606238"/>
                  </a:lnTo>
                  <a:lnTo>
                    <a:pt x="1781279" y="1766862"/>
                  </a:lnTo>
                  <a:lnTo>
                    <a:pt x="1785754" y="1827595"/>
                  </a:lnTo>
                  <a:lnTo>
                    <a:pt x="1799181" y="2526829"/>
                  </a:lnTo>
                  <a:lnTo>
                    <a:pt x="1803657" y="2689051"/>
                  </a:lnTo>
                  <a:lnTo>
                    <a:pt x="1808132" y="2721016"/>
                  </a:lnTo>
                  <a:lnTo>
                    <a:pt x="1812608" y="2719418"/>
                  </a:lnTo>
                  <a:lnTo>
                    <a:pt x="1817083" y="2747387"/>
                  </a:lnTo>
                  <a:lnTo>
                    <a:pt x="1830510" y="2327847"/>
                  </a:lnTo>
                  <a:lnTo>
                    <a:pt x="1834986" y="1862757"/>
                  </a:lnTo>
                  <a:lnTo>
                    <a:pt x="1839461" y="1633408"/>
                  </a:lnTo>
                  <a:lnTo>
                    <a:pt x="1843937" y="1642199"/>
                  </a:lnTo>
                  <a:lnTo>
                    <a:pt x="1848412" y="1625417"/>
                  </a:lnTo>
                  <a:lnTo>
                    <a:pt x="1861839" y="1549500"/>
                  </a:lnTo>
                  <a:lnTo>
                    <a:pt x="1866315" y="1352117"/>
                  </a:lnTo>
                  <a:lnTo>
                    <a:pt x="1870790" y="1247432"/>
                  </a:lnTo>
                  <a:lnTo>
                    <a:pt x="1875266" y="1279397"/>
                  </a:lnTo>
                  <a:lnTo>
                    <a:pt x="1879741" y="1615828"/>
                  </a:lnTo>
                  <a:lnTo>
                    <a:pt x="1893168" y="1806019"/>
                  </a:lnTo>
                  <a:lnTo>
                    <a:pt x="1897644" y="1730902"/>
                  </a:lnTo>
                  <a:lnTo>
                    <a:pt x="1902119" y="1673365"/>
                  </a:lnTo>
                  <a:lnTo>
                    <a:pt x="1906595" y="1722111"/>
                  </a:lnTo>
                  <a:lnTo>
                    <a:pt x="1911070" y="2025778"/>
                  </a:lnTo>
                  <a:lnTo>
                    <a:pt x="1924497" y="2049752"/>
                  </a:lnTo>
                  <a:lnTo>
                    <a:pt x="1928973" y="2013791"/>
                  </a:lnTo>
                  <a:lnTo>
                    <a:pt x="1933448" y="1814810"/>
                  </a:lnTo>
                  <a:lnTo>
                    <a:pt x="1937924" y="1525527"/>
                  </a:lnTo>
                  <a:lnTo>
                    <a:pt x="1942399" y="1651788"/>
                  </a:lnTo>
                  <a:lnTo>
                    <a:pt x="1955826" y="1820403"/>
                  </a:lnTo>
                  <a:lnTo>
                    <a:pt x="1960302" y="1851569"/>
                  </a:lnTo>
                  <a:lnTo>
                    <a:pt x="1964777" y="1980228"/>
                  </a:lnTo>
                  <a:lnTo>
                    <a:pt x="1969253" y="2020983"/>
                  </a:lnTo>
                  <a:lnTo>
                    <a:pt x="1973728" y="2057743"/>
                  </a:lnTo>
                  <a:lnTo>
                    <a:pt x="1987155" y="1823600"/>
                  </a:lnTo>
                  <a:lnTo>
                    <a:pt x="1991631" y="1754076"/>
                  </a:lnTo>
                  <a:lnTo>
                    <a:pt x="1996106" y="1585461"/>
                  </a:lnTo>
                  <a:lnTo>
                    <a:pt x="2000582" y="1487968"/>
                  </a:lnTo>
                  <a:lnTo>
                    <a:pt x="2005057" y="1338532"/>
                  </a:lnTo>
                  <a:lnTo>
                    <a:pt x="2009533" y="1611033"/>
                  </a:lnTo>
                  <a:lnTo>
                    <a:pt x="2018484" y="1175511"/>
                  </a:lnTo>
                  <a:lnTo>
                    <a:pt x="2022960" y="1109982"/>
                  </a:lnTo>
                  <a:lnTo>
                    <a:pt x="2027435" y="1021280"/>
                  </a:lnTo>
                  <a:lnTo>
                    <a:pt x="2031911" y="1168318"/>
                  </a:lnTo>
                  <a:lnTo>
                    <a:pt x="2054289" y="2108088"/>
                  </a:lnTo>
                  <a:lnTo>
                    <a:pt x="2058764" y="2061739"/>
                  </a:lnTo>
                  <a:lnTo>
                    <a:pt x="2063240" y="1903512"/>
                  </a:lnTo>
                  <a:lnTo>
                    <a:pt x="2067716" y="1566282"/>
                  </a:lnTo>
                  <a:lnTo>
                    <a:pt x="2072191" y="1485571"/>
                  </a:lnTo>
                  <a:lnTo>
                    <a:pt x="2081142" y="1914700"/>
                  </a:lnTo>
                  <a:lnTo>
                    <a:pt x="2085618" y="1904311"/>
                  </a:lnTo>
                  <a:lnTo>
                    <a:pt x="2090093" y="1933879"/>
                  </a:lnTo>
                  <a:lnTo>
                    <a:pt x="2094569" y="1903512"/>
                  </a:lnTo>
                  <a:lnTo>
                    <a:pt x="2099045" y="1775652"/>
                  </a:lnTo>
                  <a:lnTo>
                    <a:pt x="2112471" y="1507147"/>
                  </a:lnTo>
                  <a:lnTo>
                    <a:pt x="2116947" y="1392073"/>
                  </a:lnTo>
                  <a:lnTo>
                    <a:pt x="2125898" y="1564684"/>
                  </a:lnTo>
                  <a:lnTo>
                    <a:pt x="2130374" y="1557492"/>
                  </a:lnTo>
                  <a:lnTo>
                    <a:pt x="2143800" y="1603042"/>
                  </a:lnTo>
                  <a:lnTo>
                    <a:pt x="2148276" y="1480776"/>
                  </a:lnTo>
                  <a:lnTo>
                    <a:pt x="2152751" y="1226654"/>
                  </a:lnTo>
                  <a:lnTo>
                    <a:pt x="2157227" y="1316955"/>
                  </a:lnTo>
                  <a:lnTo>
                    <a:pt x="2161703" y="1526326"/>
                  </a:lnTo>
                  <a:lnTo>
                    <a:pt x="2175129" y="1570278"/>
                  </a:lnTo>
                  <a:lnTo>
                    <a:pt x="2179605" y="1368898"/>
                  </a:lnTo>
                  <a:lnTo>
                    <a:pt x="2184080" y="1597448"/>
                  </a:lnTo>
                  <a:lnTo>
                    <a:pt x="2188556" y="1612631"/>
                  </a:lnTo>
                  <a:lnTo>
                    <a:pt x="2193032" y="1645395"/>
                  </a:lnTo>
                  <a:lnTo>
                    <a:pt x="2206458" y="660875"/>
                  </a:lnTo>
                  <a:lnTo>
                    <a:pt x="2210934" y="990913"/>
                  </a:lnTo>
                  <a:lnTo>
                    <a:pt x="2215410" y="1211471"/>
                  </a:lnTo>
                  <a:lnTo>
                    <a:pt x="2224361" y="1268209"/>
                  </a:lnTo>
                  <a:lnTo>
                    <a:pt x="2237787" y="1261816"/>
                  </a:lnTo>
                  <a:lnTo>
                    <a:pt x="2242263" y="1297776"/>
                  </a:lnTo>
                  <a:lnTo>
                    <a:pt x="2246739" y="1336134"/>
                  </a:lnTo>
                  <a:lnTo>
                    <a:pt x="2251214" y="1247432"/>
                  </a:lnTo>
                  <a:lnTo>
                    <a:pt x="2255690" y="1150738"/>
                  </a:lnTo>
                  <a:lnTo>
                    <a:pt x="2273592" y="1339331"/>
                  </a:lnTo>
                  <a:lnTo>
                    <a:pt x="2278068" y="1324148"/>
                  </a:lnTo>
                  <a:lnTo>
                    <a:pt x="2282543" y="1320951"/>
                  </a:lnTo>
                  <a:lnTo>
                    <a:pt x="2287019" y="1233847"/>
                  </a:lnTo>
                  <a:lnTo>
                    <a:pt x="2300445" y="982922"/>
                  </a:lnTo>
                  <a:lnTo>
                    <a:pt x="2304921" y="845472"/>
                  </a:lnTo>
                  <a:lnTo>
                    <a:pt x="2309397" y="704028"/>
                  </a:lnTo>
                  <a:lnTo>
                    <a:pt x="2313872" y="602539"/>
                  </a:lnTo>
                  <a:lnTo>
                    <a:pt x="2318348" y="580962"/>
                  </a:lnTo>
                  <a:lnTo>
                    <a:pt x="2331774" y="764761"/>
                  </a:lnTo>
                  <a:lnTo>
                    <a:pt x="2336250" y="677656"/>
                  </a:lnTo>
                  <a:lnTo>
                    <a:pt x="2340726" y="624115"/>
                  </a:lnTo>
                  <a:lnTo>
                    <a:pt x="2345201" y="612927"/>
                  </a:lnTo>
                  <a:lnTo>
                    <a:pt x="2349677" y="545801"/>
                  </a:lnTo>
                  <a:lnTo>
                    <a:pt x="2363104" y="646491"/>
                  </a:lnTo>
                  <a:lnTo>
                    <a:pt x="2367579" y="593748"/>
                  </a:lnTo>
                  <a:lnTo>
                    <a:pt x="2372055" y="394767"/>
                  </a:lnTo>
                  <a:lnTo>
                    <a:pt x="2376530" y="95894"/>
                  </a:lnTo>
                  <a:lnTo>
                    <a:pt x="2381006" y="86305"/>
                  </a:lnTo>
                  <a:lnTo>
                    <a:pt x="2394433" y="587355"/>
                  </a:lnTo>
                  <a:lnTo>
                    <a:pt x="2398908" y="847071"/>
                  </a:lnTo>
                  <a:lnTo>
                    <a:pt x="2403384" y="787136"/>
                  </a:lnTo>
                  <a:lnTo>
                    <a:pt x="2407859" y="799922"/>
                  </a:lnTo>
                  <a:lnTo>
                    <a:pt x="2412335" y="770355"/>
                  </a:lnTo>
                  <a:lnTo>
                    <a:pt x="2425762" y="351614"/>
                  </a:lnTo>
                  <a:lnTo>
                    <a:pt x="2430237" y="612128"/>
                  </a:lnTo>
                  <a:lnTo>
                    <a:pt x="2439188" y="982123"/>
                  </a:lnTo>
                  <a:lnTo>
                    <a:pt x="2443664" y="803119"/>
                  </a:lnTo>
                  <a:lnTo>
                    <a:pt x="2457091" y="723206"/>
                  </a:lnTo>
                  <a:lnTo>
                    <a:pt x="2461566" y="566578"/>
                  </a:lnTo>
                  <a:lnTo>
                    <a:pt x="2466042" y="695237"/>
                  </a:lnTo>
                  <a:lnTo>
                    <a:pt x="2470517" y="714416"/>
                  </a:lnTo>
                  <a:lnTo>
                    <a:pt x="2474993" y="797525"/>
                  </a:lnTo>
                  <a:lnTo>
                    <a:pt x="2488420" y="548998"/>
                  </a:lnTo>
                  <a:lnTo>
                    <a:pt x="2492895" y="576967"/>
                  </a:lnTo>
                  <a:lnTo>
                    <a:pt x="2497371" y="694438"/>
                  </a:lnTo>
                  <a:lnTo>
                    <a:pt x="2501846" y="671263"/>
                  </a:lnTo>
                  <a:lnTo>
                    <a:pt x="2506322" y="608932"/>
                  </a:lnTo>
                  <a:lnTo>
                    <a:pt x="2519749" y="716813"/>
                  </a:lnTo>
                  <a:lnTo>
                    <a:pt x="2524224" y="772752"/>
                  </a:lnTo>
                  <a:lnTo>
                    <a:pt x="2528700" y="708023"/>
                  </a:lnTo>
                  <a:lnTo>
                    <a:pt x="2533175" y="644892"/>
                  </a:lnTo>
                  <a:lnTo>
                    <a:pt x="2537651" y="616923"/>
                  </a:lnTo>
                  <a:lnTo>
                    <a:pt x="2551078" y="527421"/>
                  </a:lnTo>
                  <a:lnTo>
                    <a:pt x="2555553" y="552194"/>
                  </a:lnTo>
                  <a:lnTo>
                    <a:pt x="2560029" y="646491"/>
                  </a:lnTo>
                  <a:lnTo>
                    <a:pt x="2564504" y="670464"/>
                  </a:lnTo>
                  <a:lnTo>
                    <a:pt x="2568980" y="590552"/>
                  </a:lnTo>
                  <a:lnTo>
                    <a:pt x="2582407" y="901411"/>
                  </a:lnTo>
                  <a:lnTo>
                    <a:pt x="2586882" y="904608"/>
                  </a:lnTo>
                  <a:lnTo>
                    <a:pt x="2591358" y="854263"/>
                  </a:lnTo>
                  <a:lnTo>
                    <a:pt x="2595833" y="778346"/>
                  </a:lnTo>
                  <a:lnTo>
                    <a:pt x="2600309" y="749578"/>
                  </a:lnTo>
                  <a:lnTo>
                    <a:pt x="2613736" y="799922"/>
                  </a:lnTo>
                  <a:lnTo>
                    <a:pt x="2618211" y="762364"/>
                  </a:lnTo>
                  <a:lnTo>
                    <a:pt x="2622687" y="675259"/>
                  </a:lnTo>
                  <a:lnTo>
                    <a:pt x="2627162" y="530618"/>
                  </a:lnTo>
                  <a:lnTo>
                    <a:pt x="2631638" y="440317"/>
                  </a:lnTo>
                  <a:lnTo>
                    <a:pt x="2645065" y="799123"/>
                  </a:lnTo>
                  <a:lnTo>
                    <a:pt x="2649540" y="1045253"/>
                  </a:lnTo>
                  <a:lnTo>
                    <a:pt x="2654016" y="886228"/>
                  </a:lnTo>
                  <a:lnTo>
                    <a:pt x="2658492" y="776748"/>
                  </a:lnTo>
                  <a:lnTo>
                    <a:pt x="2662967" y="751975"/>
                  </a:lnTo>
                  <a:lnTo>
                    <a:pt x="2676394" y="869446"/>
                  </a:lnTo>
                  <a:lnTo>
                    <a:pt x="2680869" y="956551"/>
                  </a:lnTo>
                  <a:lnTo>
                    <a:pt x="2685345" y="949359"/>
                  </a:lnTo>
                  <a:lnTo>
                    <a:pt x="2689821" y="1005297"/>
                  </a:lnTo>
                  <a:lnTo>
                    <a:pt x="2694296" y="1066830"/>
                  </a:lnTo>
                  <a:lnTo>
                    <a:pt x="2707723" y="936573"/>
                  </a:lnTo>
                  <a:lnTo>
                    <a:pt x="2712198" y="954952"/>
                  </a:lnTo>
                  <a:lnTo>
                    <a:pt x="2716674" y="989315"/>
                  </a:lnTo>
                  <a:lnTo>
                    <a:pt x="2721150" y="946162"/>
                  </a:lnTo>
                  <a:lnTo>
                    <a:pt x="2725625" y="872643"/>
                  </a:lnTo>
                  <a:lnTo>
                    <a:pt x="2739052" y="827093"/>
                  </a:lnTo>
                  <a:lnTo>
                    <a:pt x="2743527" y="790333"/>
                  </a:lnTo>
                  <a:lnTo>
                    <a:pt x="2748003" y="707224"/>
                  </a:lnTo>
                  <a:lnTo>
                    <a:pt x="2752479" y="588954"/>
                  </a:lnTo>
                  <a:lnTo>
                    <a:pt x="2756954" y="612128"/>
                  </a:lnTo>
                  <a:lnTo>
                    <a:pt x="2770381" y="871844"/>
                  </a:lnTo>
                  <a:lnTo>
                    <a:pt x="2774856" y="728001"/>
                  </a:lnTo>
                  <a:lnTo>
                    <a:pt x="2779332" y="699233"/>
                  </a:lnTo>
                  <a:lnTo>
                    <a:pt x="2783808" y="889424"/>
                  </a:lnTo>
                  <a:lnTo>
                    <a:pt x="2788283" y="1018083"/>
                  </a:lnTo>
                  <a:lnTo>
                    <a:pt x="2801710" y="1193890"/>
                  </a:lnTo>
                  <a:lnTo>
                    <a:pt x="2806186" y="1209873"/>
                  </a:lnTo>
                  <a:lnTo>
                    <a:pt x="2810661" y="1191493"/>
                  </a:lnTo>
                  <a:lnTo>
                    <a:pt x="2815137" y="1021280"/>
                  </a:lnTo>
                  <a:lnTo>
                    <a:pt x="2819612" y="946961"/>
                  </a:lnTo>
                  <a:lnTo>
                    <a:pt x="2833039" y="799123"/>
                  </a:lnTo>
                  <a:lnTo>
                    <a:pt x="2837515" y="1075620"/>
                  </a:lnTo>
                  <a:lnTo>
                    <a:pt x="2841990" y="1161925"/>
                  </a:lnTo>
                  <a:lnTo>
                    <a:pt x="2846466" y="1302571"/>
                  </a:lnTo>
                  <a:lnTo>
                    <a:pt x="2850941" y="1165122"/>
                  </a:lnTo>
                  <a:lnTo>
                    <a:pt x="2864368" y="1137153"/>
                  </a:lnTo>
                  <a:lnTo>
                    <a:pt x="2868844" y="1195489"/>
                  </a:lnTo>
                  <a:lnTo>
                    <a:pt x="2873319" y="1254624"/>
                  </a:lnTo>
                  <a:lnTo>
                    <a:pt x="2877795" y="1294580"/>
                  </a:lnTo>
                  <a:lnTo>
                    <a:pt x="2882270" y="1323348"/>
                  </a:lnTo>
                  <a:lnTo>
                    <a:pt x="2895697" y="1491964"/>
                  </a:lnTo>
                  <a:lnTo>
                    <a:pt x="2900173" y="1496758"/>
                  </a:lnTo>
                  <a:lnTo>
                    <a:pt x="2904648" y="1585461"/>
                  </a:lnTo>
                  <a:lnTo>
                    <a:pt x="2909124" y="1377689"/>
                  </a:lnTo>
                  <a:lnTo>
                    <a:pt x="2913599" y="1399265"/>
                  </a:lnTo>
                  <a:lnTo>
                    <a:pt x="2927026" y="1408056"/>
                  </a:lnTo>
                  <a:lnTo>
                    <a:pt x="2931502" y="1230650"/>
                  </a:lnTo>
                  <a:lnTo>
                    <a:pt x="2935977" y="975730"/>
                  </a:lnTo>
                  <a:lnTo>
                    <a:pt x="2940453" y="1254624"/>
                  </a:lnTo>
                  <a:lnTo>
                    <a:pt x="2944928" y="1584662"/>
                  </a:lnTo>
                  <a:lnTo>
                    <a:pt x="2958355" y="1587858"/>
                  </a:lnTo>
                  <a:lnTo>
                    <a:pt x="2962831" y="1375291"/>
                  </a:lnTo>
                  <a:lnTo>
                    <a:pt x="2967306" y="1326545"/>
                  </a:lnTo>
                  <a:lnTo>
                    <a:pt x="2971782" y="1453606"/>
                  </a:lnTo>
                  <a:lnTo>
                    <a:pt x="2976257" y="1475182"/>
                  </a:lnTo>
                  <a:lnTo>
                    <a:pt x="2989684" y="1410453"/>
                  </a:lnTo>
                  <a:lnTo>
                    <a:pt x="2994160" y="1580666"/>
                  </a:lnTo>
                  <a:lnTo>
                    <a:pt x="2998635" y="1647793"/>
                  </a:lnTo>
                  <a:lnTo>
                    <a:pt x="3003111" y="1657382"/>
                  </a:lnTo>
                  <a:lnTo>
                    <a:pt x="3007586" y="1608636"/>
                  </a:lnTo>
                  <a:lnTo>
                    <a:pt x="3021013" y="1619024"/>
                  </a:lnTo>
                  <a:lnTo>
                    <a:pt x="3025489" y="1684552"/>
                  </a:lnTo>
                  <a:lnTo>
                    <a:pt x="3029964" y="1840381"/>
                  </a:lnTo>
                  <a:lnTo>
                    <a:pt x="3034440" y="1854766"/>
                  </a:lnTo>
                  <a:lnTo>
                    <a:pt x="3038915" y="1851569"/>
                  </a:lnTo>
                  <a:lnTo>
                    <a:pt x="3052342" y="1709325"/>
                  </a:lnTo>
                  <a:lnTo>
                    <a:pt x="3056818" y="1761268"/>
                  </a:lnTo>
                  <a:lnTo>
                    <a:pt x="3061293" y="1751679"/>
                  </a:lnTo>
                  <a:lnTo>
                    <a:pt x="3065769" y="1623819"/>
                  </a:lnTo>
                  <a:lnTo>
                    <a:pt x="3070244" y="1496758"/>
                  </a:lnTo>
                  <a:lnTo>
                    <a:pt x="3083671" y="1893923"/>
                  </a:lnTo>
                  <a:lnTo>
                    <a:pt x="3088147" y="1945866"/>
                  </a:lnTo>
                  <a:lnTo>
                    <a:pt x="3092622" y="1885932"/>
                  </a:lnTo>
                  <a:lnTo>
                    <a:pt x="3097098" y="1994612"/>
                  </a:lnTo>
                  <a:lnTo>
                    <a:pt x="3101574" y="1973036"/>
                  </a:lnTo>
                  <a:lnTo>
                    <a:pt x="3115000" y="2070529"/>
                  </a:lnTo>
                  <a:lnTo>
                    <a:pt x="3119476" y="1872346"/>
                  </a:lnTo>
                  <a:lnTo>
                    <a:pt x="3123951" y="1646994"/>
                  </a:lnTo>
                  <a:lnTo>
                    <a:pt x="3128427" y="1981027"/>
                  </a:lnTo>
                  <a:lnTo>
                    <a:pt x="3132903" y="2094503"/>
                  </a:lnTo>
                  <a:lnTo>
                    <a:pt x="3146329" y="2091306"/>
                  </a:lnTo>
                  <a:lnTo>
                    <a:pt x="3150805" y="2048154"/>
                  </a:lnTo>
                  <a:lnTo>
                    <a:pt x="3155280" y="2023381"/>
                  </a:lnTo>
                  <a:lnTo>
                    <a:pt x="3159756" y="2059341"/>
                  </a:lnTo>
                  <a:lnTo>
                    <a:pt x="3164232" y="2063337"/>
                  </a:lnTo>
                  <a:lnTo>
                    <a:pt x="3177658" y="1635007"/>
                  </a:lnTo>
                  <a:lnTo>
                    <a:pt x="3182134" y="1681356"/>
                  </a:lnTo>
                  <a:lnTo>
                    <a:pt x="3186609" y="1623819"/>
                  </a:lnTo>
                  <a:lnTo>
                    <a:pt x="3191085" y="1669369"/>
                  </a:lnTo>
                  <a:lnTo>
                    <a:pt x="3195561" y="1739692"/>
                  </a:lnTo>
                  <a:lnTo>
                    <a:pt x="3208987" y="2082516"/>
                  </a:lnTo>
                  <a:lnTo>
                    <a:pt x="3213463" y="2352620"/>
                  </a:lnTo>
                  <a:lnTo>
                    <a:pt x="3217938" y="2402165"/>
                  </a:lnTo>
                  <a:lnTo>
                    <a:pt x="3222414" y="2176813"/>
                  </a:lnTo>
                  <a:lnTo>
                    <a:pt x="3240316" y="2014590"/>
                  </a:lnTo>
                  <a:lnTo>
                    <a:pt x="3244792" y="1769259"/>
                  </a:lnTo>
                  <a:lnTo>
                    <a:pt x="3249268" y="1623819"/>
                  </a:lnTo>
                  <a:lnTo>
                    <a:pt x="3276121" y="1625417"/>
                  </a:lnTo>
                  <a:lnTo>
                    <a:pt x="3280597" y="1939473"/>
                  </a:lnTo>
                  <a:lnTo>
                    <a:pt x="3285072" y="2067333"/>
                  </a:lnTo>
                  <a:lnTo>
                    <a:pt x="3289548" y="2108088"/>
                  </a:lnTo>
                  <a:lnTo>
                    <a:pt x="3302974" y="2014590"/>
                  </a:lnTo>
                  <a:lnTo>
                    <a:pt x="3307450" y="2131263"/>
                  </a:lnTo>
                  <a:lnTo>
                    <a:pt x="3311926" y="2111284"/>
                  </a:lnTo>
                  <a:lnTo>
                    <a:pt x="3316401" y="2027376"/>
                  </a:lnTo>
                  <a:lnTo>
                    <a:pt x="3320877" y="2020184"/>
                  </a:lnTo>
                  <a:lnTo>
                    <a:pt x="3334303" y="1830792"/>
                  </a:lnTo>
                  <a:lnTo>
                    <a:pt x="3338779" y="1837984"/>
                  </a:lnTo>
                  <a:lnTo>
                    <a:pt x="3343255" y="1945067"/>
                  </a:lnTo>
                  <a:lnTo>
                    <a:pt x="3347730" y="2046555"/>
                  </a:lnTo>
                  <a:lnTo>
                    <a:pt x="3352206" y="2095302"/>
                  </a:lnTo>
                  <a:lnTo>
                    <a:pt x="3365632" y="1913901"/>
                  </a:lnTo>
                  <a:lnTo>
                    <a:pt x="3370108" y="2041761"/>
                  </a:lnTo>
                  <a:lnTo>
                    <a:pt x="3374584" y="2081717"/>
                  </a:lnTo>
                  <a:lnTo>
                    <a:pt x="3379059" y="1934678"/>
                  </a:lnTo>
                  <a:lnTo>
                    <a:pt x="3383535" y="1862757"/>
                  </a:lnTo>
                  <a:lnTo>
                    <a:pt x="3396962" y="1949861"/>
                  </a:lnTo>
                  <a:lnTo>
                    <a:pt x="3401437" y="1897119"/>
                  </a:lnTo>
                  <a:lnTo>
                    <a:pt x="3405913" y="1738893"/>
                  </a:lnTo>
                  <a:lnTo>
                    <a:pt x="3410388" y="1717316"/>
                  </a:lnTo>
                  <a:lnTo>
                    <a:pt x="3414864" y="1705330"/>
                  </a:lnTo>
                  <a:lnTo>
                    <a:pt x="3428291" y="1900316"/>
                  </a:lnTo>
                  <a:lnTo>
                    <a:pt x="3432766" y="1694142"/>
                  </a:lnTo>
                  <a:lnTo>
                    <a:pt x="3437242" y="1568679"/>
                  </a:lnTo>
                  <a:lnTo>
                    <a:pt x="3441717" y="1718915"/>
                  </a:lnTo>
                  <a:lnTo>
                    <a:pt x="3446193" y="1925089"/>
                  </a:lnTo>
                  <a:lnTo>
                    <a:pt x="3459620" y="1595850"/>
                  </a:lnTo>
                  <a:lnTo>
                    <a:pt x="3464095" y="1676561"/>
                  </a:lnTo>
                  <a:lnTo>
                    <a:pt x="3468571" y="1504750"/>
                  </a:lnTo>
                  <a:lnTo>
                    <a:pt x="3473046" y="1452007"/>
                  </a:lnTo>
                  <a:lnTo>
                    <a:pt x="3477522" y="1520732"/>
                  </a:lnTo>
                  <a:lnTo>
                    <a:pt x="3490949" y="1734897"/>
                  </a:lnTo>
                  <a:lnTo>
                    <a:pt x="3495424" y="1718915"/>
                  </a:lnTo>
                  <a:lnTo>
                    <a:pt x="3499900" y="1662976"/>
                  </a:lnTo>
                  <a:lnTo>
                    <a:pt x="3504375" y="1667771"/>
                  </a:lnTo>
                  <a:lnTo>
                    <a:pt x="3508851" y="1920294"/>
                  </a:lnTo>
                  <a:lnTo>
                    <a:pt x="3522278" y="1976233"/>
                  </a:lnTo>
                  <a:lnTo>
                    <a:pt x="3526753" y="1981027"/>
                  </a:lnTo>
                  <a:lnTo>
                    <a:pt x="3531229" y="1968241"/>
                  </a:lnTo>
                  <a:lnTo>
                    <a:pt x="3535704" y="2011394"/>
                  </a:lnTo>
                  <a:lnTo>
                    <a:pt x="3540180" y="2055346"/>
                  </a:lnTo>
                  <a:lnTo>
                    <a:pt x="3553607" y="2101695"/>
                  </a:lnTo>
                  <a:lnTo>
                    <a:pt x="3558082" y="1950661"/>
                  </a:lnTo>
                  <a:lnTo>
                    <a:pt x="3562558" y="1810814"/>
                  </a:lnTo>
                  <a:lnTo>
                    <a:pt x="3567033" y="1710124"/>
                  </a:lnTo>
                  <a:lnTo>
                    <a:pt x="3571509" y="1772456"/>
                  </a:lnTo>
                  <a:lnTo>
                    <a:pt x="3584936" y="1573474"/>
                  </a:lnTo>
                  <a:lnTo>
                    <a:pt x="3589411" y="1651788"/>
                  </a:lnTo>
                  <a:lnTo>
                    <a:pt x="3593887" y="1590256"/>
                  </a:lnTo>
                  <a:lnTo>
                    <a:pt x="3598362" y="1583863"/>
                  </a:lnTo>
                  <a:lnTo>
                    <a:pt x="3602838" y="1610234"/>
                  </a:lnTo>
                  <a:lnTo>
                    <a:pt x="3616265" y="1507946"/>
                  </a:lnTo>
                  <a:lnTo>
                    <a:pt x="3620740" y="1423239"/>
                  </a:lnTo>
                  <a:lnTo>
                    <a:pt x="3625216" y="1424837"/>
                  </a:lnTo>
                  <a:lnTo>
                    <a:pt x="3629691" y="1436824"/>
                  </a:lnTo>
                  <a:lnTo>
                    <a:pt x="3634167" y="1424837"/>
                  </a:lnTo>
                  <a:lnTo>
                    <a:pt x="3647594" y="1344925"/>
                  </a:lnTo>
                  <a:lnTo>
                    <a:pt x="3652069" y="1439221"/>
                  </a:lnTo>
                  <a:lnTo>
                    <a:pt x="3656545" y="1630212"/>
                  </a:lnTo>
                  <a:lnTo>
                    <a:pt x="3661020" y="1826796"/>
                  </a:lnTo>
                  <a:lnTo>
                    <a:pt x="3665496" y="2020184"/>
                  </a:lnTo>
                  <a:lnTo>
                    <a:pt x="3678923" y="1889927"/>
                  </a:lnTo>
                  <a:lnTo>
                    <a:pt x="3683398" y="1591055"/>
                  </a:lnTo>
                  <a:lnTo>
                    <a:pt x="3687874" y="1352117"/>
                  </a:lnTo>
                  <a:lnTo>
                    <a:pt x="3692350" y="1388877"/>
                  </a:lnTo>
                  <a:lnTo>
                    <a:pt x="3696825" y="1685351"/>
                  </a:lnTo>
                  <a:lnTo>
                    <a:pt x="3719203" y="1015686"/>
                  </a:lnTo>
                  <a:lnTo>
                    <a:pt x="3723679" y="1097996"/>
                  </a:lnTo>
                  <a:lnTo>
                    <a:pt x="3746056" y="1400064"/>
                  </a:lnTo>
                  <a:lnTo>
                    <a:pt x="3750532" y="1442418"/>
                  </a:lnTo>
                  <a:lnTo>
                    <a:pt x="3755008" y="1388077"/>
                  </a:lnTo>
                  <a:lnTo>
                    <a:pt x="3759483" y="1308964"/>
                  </a:lnTo>
                  <a:lnTo>
                    <a:pt x="3772910" y="1428034"/>
                  </a:lnTo>
                  <a:lnTo>
                    <a:pt x="3777385" y="1435226"/>
                  </a:lnTo>
                  <a:lnTo>
                    <a:pt x="3781861" y="1380885"/>
                  </a:lnTo>
                  <a:lnTo>
                    <a:pt x="3786337" y="1320152"/>
                  </a:lnTo>
                  <a:lnTo>
                    <a:pt x="3790812" y="1290584"/>
                  </a:lnTo>
                  <a:lnTo>
                    <a:pt x="3804239" y="1180305"/>
                  </a:lnTo>
                  <a:lnTo>
                    <a:pt x="3808714" y="1196288"/>
                  </a:lnTo>
                  <a:lnTo>
                    <a:pt x="3813190" y="1202681"/>
                  </a:lnTo>
                  <a:lnTo>
                    <a:pt x="3817666" y="1166720"/>
                  </a:lnTo>
                  <a:lnTo>
                    <a:pt x="3822141" y="1103589"/>
                  </a:lnTo>
                  <a:lnTo>
                    <a:pt x="3835568" y="936573"/>
                  </a:lnTo>
                  <a:lnTo>
                    <a:pt x="3840044" y="723206"/>
                  </a:lnTo>
                  <a:lnTo>
                    <a:pt x="3844519" y="558587"/>
                  </a:lnTo>
                  <a:lnTo>
                    <a:pt x="3848995" y="796726"/>
                  </a:lnTo>
                  <a:lnTo>
                    <a:pt x="3853470" y="978127"/>
                  </a:lnTo>
                  <a:lnTo>
                    <a:pt x="3866897" y="749578"/>
                  </a:lnTo>
                  <a:lnTo>
                    <a:pt x="3871373" y="765560"/>
                  </a:lnTo>
                  <a:lnTo>
                    <a:pt x="3875848" y="541006"/>
                  </a:lnTo>
                  <a:lnTo>
                    <a:pt x="3880324" y="495456"/>
                  </a:lnTo>
                  <a:lnTo>
                    <a:pt x="3884799" y="614526"/>
                  </a:lnTo>
                  <a:lnTo>
                    <a:pt x="3898226" y="763163"/>
                  </a:lnTo>
                  <a:lnTo>
                    <a:pt x="3902702" y="941367"/>
                  </a:lnTo>
                  <a:lnTo>
                    <a:pt x="3907177" y="962944"/>
                  </a:lnTo>
                  <a:lnTo>
                    <a:pt x="3916128" y="1028472"/>
                  </a:lnTo>
                  <a:lnTo>
                    <a:pt x="3929555" y="1286589"/>
                  </a:lnTo>
                  <a:lnTo>
                    <a:pt x="3934031" y="1087607"/>
                  </a:lnTo>
                  <a:lnTo>
                    <a:pt x="3938506" y="1042057"/>
                  </a:lnTo>
                  <a:lnTo>
                    <a:pt x="3942982" y="1014088"/>
                  </a:lnTo>
                  <a:lnTo>
                    <a:pt x="3947457" y="746381"/>
                  </a:lnTo>
                  <a:lnTo>
                    <a:pt x="3965360" y="859857"/>
                  </a:lnTo>
                  <a:lnTo>
                    <a:pt x="3969835" y="816704"/>
                  </a:lnTo>
                  <a:lnTo>
                    <a:pt x="3974311" y="908603"/>
                  </a:lnTo>
                  <a:lnTo>
                    <a:pt x="3978786" y="781543"/>
                  </a:lnTo>
                  <a:lnTo>
                    <a:pt x="3992213" y="872643"/>
                  </a:lnTo>
                  <a:lnTo>
                    <a:pt x="3996689" y="890223"/>
                  </a:lnTo>
                  <a:lnTo>
                    <a:pt x="4001164" y="602539"/>
                  </a:lnTo>
                  <a:lnTo>
                    <a:pt x="4005640" y="595347"/>
                  </a:lnTo>
                  <a:lnTo>
                    <a:pt x="4010115" y="551395"/>
                  </a:lnTo>
                  <a:lnTo>
                    <a:pt x="4023542" y="830289"/>
                  </a:lnTo>
                  <a:lnTo>
                    <a:pt x="4028018" y="782342"/>
                  </a:lnTo>
                  <a:lnTo>
                    <a:pt x="4032493" y="576168"/>
                  </a:lnTo>
                  <a:lnTo>
                    <a:pt x="4036969" y="314055"/>
                  </a:lnTo>
                  <a:lnTo>
                    <a:pt x="4041444" y="505046"/>
                  </a:lnTo>
                  <a:lnTo>
                    <a:pt x="4054871" y="564181"/>
                  </a:lnTo>
                  <a:lnTo>
                    <a:pt x="4059347" y="633705"/>
                  </a:lnTo>
                  <a:lnTo>
                    <a:pt x="4068298" y="375588"/>
                  </a:lnTo>
                  <a:lnTo>
                    <a:pt x="4072773" y="858258"/>
                  </a:lnTo>
                  <a:lnTo>
                    <a:pt x="4086200" y="590552"/>
                  </a:lnTo>
                  <a:lnTo>
                    <a:pt x="4090676" y="634504"/>
                  </a:lnTo>
                  <a:lnTo>
                    <a:pt x="4095151" y="786337"/>
                  </a:lnTo>
                  <a:lnTo>
                    <a:pt x="4099627" y="883830"/>
                  </a:lnTo>
                  <a:lnTo>
                    <a:pt x="4104102" y="843075"/>
                  </a:lnTo>
                  <a:lnTo>
                    <a:pt x="4117529" y="804717"/>
                  </a:lnTo>
                  <a:lnTo>
                    <a:pt x="4122005" y="602539"/>
                  </a:lnTo>
                  <a:lnTo>
                    <a:pt x="4126480" y="349217"/>
                  </a:lnTo>
                  <a:lnTo>
                    <a:pt x="4130956" y="533814"/>
                  </a:lnTo>
                  <a:lnTo>
                    <a:pt x="4135432" y="787936"/>
                  </a:lnTo>
                  <a:lnTo>
                    <a:pt x="4148858" y="362802"/>
                  </a:lnTo>
                  <a:lnTo>
                    <a:pt x="4153334" y="52742"/>
                  </a:lnTo>
                  <a:lnTo>
                    <a:pt x="4157809" y="0"/>
                  </a:lnTo>
                  <a:lnTo>
                    <a:pt x="4162285" y="466688"/>
                  </a:lnTo>
                  <a:lnTo>
                    <a:pt x="4166761" y="517832"/>
                  </a:lnTo>
                  <a:lnTo>
                    <a:pt x="4180187" y="167016"/>
                  </a:lnTo>
                  <a:lnTo>
                    <a:pt x="4184663" y="593748"/>
                  </a:lnTo>
                  <a:lnTo>
                    <a:pt x="4189138" y="768757"/>
                  </a:lnTo>
                  <a:lnTo>
                    <a:pt x="4193614" y="664071"/>
                  </a:lnTo>
                  <a:lnTo>
                    <a:pt x="4198090" y="532216"/>
                  </a:lnTo>
                  <a:lnTo>
                    <a:pt x="4211516" y="522626"/>
                  </a:lnTo>
                  <a:lnTo>
                    <a:pt x="4215992" y="468286"/>
                  </a:lnTo>
                  <a:lnTo>
                    <a:pt x="4220467" y="159824"/>
                  </a:lnTo>
                  <a:lnTo>
                    <a:pt x="4224943" y="34362"/>
                  </a:lnTo>
                  <a:lnTo>
                    <a:pt x="4229419" y="446710"/>
                  </a:lnTo>
                  <a:lnTo>
                    <a:pt x="4242845" y="589753"/>
                  </a:lnTo>
                  <a:lnTo>
                    <a:pt x="4247321" y="487465"/>
                  </a:lnTo>
                  <a:lnTo>
                    <a:pt x="4251796" y="421138"/>
                  </a:lnTo>
                  <a:lnTo>
                    <a:pt x="4256272" y="361203"/>
                  </a:lnTo>
                  <a:lnTo>
                    <a:pt x="4260748" y="379583"/>
                  </a:lnTo>
                  <a:lnTo>
                    <a:pt x="4274174" y="373190"/>
                  </a:lnTo>
                  <a:lnTo>
                    <a:pt x="4278650" y="348417"/>
                  </a:lnTo>
                  <a:lnTo>
                    <a:pt x="4283126" y="322845"/>
                  </a:lnTo>
                  <a:lnTo>
                    <a:pt x="4287601" y="450705"/>
                  </a:lnTo>
                  <a:lnTo>
                    <a:pt x="4292077" y="559386"/>
                  </a:lnTo>
                  <a:lnTo>
                    <a:pt x="4305503" y="583360"/>
                  </a:lnTo>
                  <a:lnTo>
                    <a:pt x="4309979" y="476277"/>
                  </a:lnTo>
                  <a:lnTo>
                    <a:pt x="4314455" y="386775"/>
                  </a:lnTo>
                  <a:lnTo>
                    <a:pt x="4318930" y="333234"/>
                  </a:lnTo>
                  <a:lnTo>
                    <a:pt x="4323406" y="445911"/>
                  </a:lnTo>
                  <a:lnTo>
                    <a:pt x="4336832" y="729599"/>
                  </a:lnTo>
                  <a:lnTo>
                    <a:pt x="4341308" y="641696"/>
                  </a:lnTo>
                  <a:lnTo>
                    <a:pt x="4345784" y="763163"/>
                  </a:lnTo>
                  <a:lnTo>
                    <a:pt x="4350259" y="785538"/>
                  </a:lnTo>
                  <a:lnTo>
                    <a:pt x="4354735" y="766359"/>
                  </a:lnTo>
                  <a:lnTo>
                    <a:pt x="4368161" y="547399"/>
                  </a:lnTo>
                  <a:lnTo>
                    <a:pt x="4372637" y="570574"/>
                  </a:lnTo>
                  <a:lnTo>
                    <a:pt x="4377113" y="583360"/>
                  </a:lnTo>
                  <a:lnTo>
                    <a:pt x="4381588" y="817503"/>
                  </a:lnTo>
                  <a:lnTo>
                    <a:pt x="4386064" y="863053"/>
                  </a:lnTo>
                  <a:lnTo>
                    <a:pt x="4399490" y="872643"/>
                  </a:lnTo>
                  <a:lnTo>
                    <a:pt x="4403966" y="776748"/>
                  </a:lnTo>
                  <a:lnTo>
                    <a:pt x="4408442" y="859058"/>
                  </a:lnTo>
                  <a:lnTo>
                    <a:pt x="4412917" y="990114"/>
                  </a:lnTo>
                  <a:lnTo>
                    <a:pt x="4417393" y="1181904"/>
                  </a:lnTo>
                  <a:lnTo>
                    <a:pt x="4430820" y="1328143"/>
                  </a:lnTo>
                  <a:lnTo>
                    <a:pt x="4435295" y="1338532"/>
                  </a:lnTo>
                  <a:lnTo>
                    <a:pt x="4439771" y="1380885"/>
                  </a:lnTo>
                  <a:lnTo>
                    <a:pt x="4444246" y="1333737"/>
                  </a:lnTo>
                  <a:lnTo>
                    <a:pt x="4448722" y="1249030"/>
                  </a:lnTo>
                  <a:lnTo>
                    <a:pt x="4462149" y="1266611"/>
                  </a:lnTo>
                  <a:lnTo>
                    <a:pt x="4466624" y="1392872"/>
                  </a:lnTo>
                  <a:lnTo>
                    <a:pt x="4471100" y="1471186"/>
                  </a:lnTo>
                  <a:lnTo>
                    <a:pt x="4475575" y="1480776"/>
                  </a:lnTo>
                  <a:lnTo>
                    <a:pt x="4480051" y="1372894"/>
                  </a:lnTo>
                  <a:lnTo>
                    <a:pt x="4497953" y="1249829"/>
                  </a:lnTo>
                  <a:lnTo>
                    <a:pt x="4502429" y="1031668"/>
                  </a:lnTo>
                  <a:lnTo>
                    <a:pt x="4506904" y="1095598"/>
                  </a:lnTo>
                  <a:lnTo>
                    <a:pt x="4511380" y="1230650"/>
                  </a:lnTo>
                  <a:lnTo>
                    <a:pt x="4524807" y="1216266"/>
                  </a:lnTo>
                  <a:lnTo>
                    <a:pt x="4529282" y="1332938"/>
                  </a:lnTo>
                  <a:lnTo>
                    <a:pt x="4533758" y="1366501"/>
                  </a:lnTo>
                  <a:lnTo>
                    <a:pt x="4538233" y="1245034"/>
                  </a:lnTo>
                  <a:lnTo>
                    <a:pt x="4542709" y="1109982"/>
                  </a:lnTo>
                  <a:lnTo>
                    <a:pt x="4556136" y="871044"/>
                  </a:lnTo>
                  <a:lnTo>
                    <a:pt x="4560611" y="1033266"/>
                  </a:lnTo>
                  <a:lnTo>
                    <a:pt x="4565087" y="1292982"/>
                  </a:lnTo>
                  <a:lnTo>
                    <a:pt x="4569562" y="1327344"/>
                  </a:lnTo>
                  <a:lnTo>
                    <a:pt x="4574038" y="1105188"/>
                  </a:lnTo>
                  <a:lnTo>
                    <a:pt x="4587465" y="978926"/>
                  </a:lnTo>
                  <a:lnTo>
                    <a:pt x="4591940" y="1126764"/>
                  </a:lnTo>
                  <a:lnTo>
                    <a:pt x="4596416" y="1097196"/>
                  </a:lnTo>
                  <a:lnTo>
                    <a:pt x="4600891" y="1002101"/>
                  </a:lnTo>
                  <a:lnTo>
                    <a:pt x="4605367" y="855861"/>
                  </a:lnTo>
                  <a:lnTo>
                    <a:pt x="4623269" y="1120371"/>
                  </a:lnTo>
                  <a:lnTo>
                    <a:pt x="4627745" y="1320152"/>
                  </a:lnTo>
                  <a:lnTo>
                    <a:pt x="4632220" y="1417645"/>
                  </a:lnTo>
                  <a:lnTo>
                    <a:pt x="4636696" y="1431230"/>
                  </a:lnTo>
                  <a:lnTo>
                    <a:pt x="4650123" y="1284191"/>
                  </a:lnTo>
                  <a:lnTo>
                    <a:pt x="4654598" y="1273004"/>
                  </a:lnTo>
                  <a:lnTo>
                    <a:pt x="4659074" y="1226654"/>
                  </a:lnTo>
                  <a:lnTo>
                    <a:pt x="4663549" y="1357711"/>
                  </a:lnTo>
                  <a:lnTo>
                    <a:pt x="4668025" y="1530321"/>
                  </a:lnTo>
                  <a:lnTo>
                    <a:pt x="4681452" y="1650190"/>
                  </a:lnTo>
                  <a:lnTo>
                    <a:pt x="4685927" y="1440020"/>
                  </a:lnTo>
                  <a:lnTo>
                    <a:pt x="4690403" y="1530321"/>
                  </a:lnTo>
                  <a:lnTo>
                    <a:pt x="4694878" y="1596649"/>
                  </a:lnTo>
                  <a:lnTo>
                    <a:pt x="4699354" y="1802024"/>
                  </a:lnTo>
                  <a:lnTo>
                    <a:pt x="4712781" y="1963447"/>
                  </a:lnTo>
                  <a:lnTo>
                    <a:pt x="4717256" y="1850770"/>
                  </a:lnTo>
                  <a:lnTo>
                    <a:pt x="4721732" y="1728504"/>
                  </a:lnTo>
                  <a:lnTo>
                    <a:pt x="4726208" y="1706129"/>
                  </a:lnTo>
                  <a:lnTo>
                    <a:pt x="4730683" y="1715718"/>
                  </a:lnTo>
                  <a:lnTo>
                    <a:pt x="4744110" y="1799626"/>
                  </a:lnTo>
                  <a:lnTo>
                    <a:pt x="4748585" y="1755674"/>
                  </a:lnTo>
                  <a:lnTo>
                    <a:pt x="4753061" y="1841181"/>
                  </a:lnTo>
                  <a:lnTo>
                    <a:pt x="4757537" y="1951460"/>
                  </a:lnTo>
                  <a:lnTo>
                    <a:pt x="4762012" y="2049752"/>
                  </a:lnTo>
                  <a:lnTo>
                    <a:pt x="4775439" y="1950661"/>
                  </a:lnTo>
                  <a:lnTo>
                    <a:pt x="4779914" y="1961049"/>
                  </a:lnTo>
                  <a:lnTo>
                    <a:pt x="4784390" y="1955455"/>
                  </a:lnTo>
                  <a:lnTo>
                    <a:pt x="4788866" y="2036167"/>
                  </a:lnTo>
                  <a:lnTo>
                    <a:pt x="4793341" y="2195192"/>
                  </a:lnTo>
                  <a:lnTo>
                    <a:pt x="4806768" y="2427737"/>
                  </a:lnTo>
                  <a:lnTo>
                    <a:pt x="4811243" y="2563588"/>
                  </a:lnTo>
                  <a:lnTo>
                    <a:pt x="4820195" y="2538816"/>
                  </a:lnTo>
                  <a:lnTo>
                    <a:pt x="4824670" y="2502855"/>
                  </a:lnTo>
                  <a:lnTo>
                    <a:pt x="4838097" y="2088909"/>
                  </a:lnTo>
                  <a:lnTo>
                    <a:pt x="4842572" y="1722111"/>
                  </a:lnTo>
                  <a:lnTo>
                    <a:pt x="4847048" y="1620622"/>
                  </a:lnTo>
                  <a:lnTo>
                    <a:pt x="4851524" y="1515138"/>
                  </a:lnTo>
                  <a:lnTo>
                    <a:pt x="4855999" y="1481575"/>
                  </a:lnTo>
                  <a:lnTo>
                    <a:pt x="4873902" y="1865154"/>
                  </a:lnTo>
                  <a:lnTo>
                    <a:pt x="4905231" y="1689347"/>
                  </a:lnTo>
                  <a:lnTo>
                    <a:pt x="4909706" y="1523129"/>
                  </a:lnTo>
                  <a:lnTo>
                    <a:pt x="4914182" y="1432828"/>
                  </a:lnTo>
                  <a:lnTo>
                    <a:pt x="4918657" y="1480776"/>
                  </a:lnTo>
                  <a:lnTo>
                    <a:pt x="4932084" y="1690146"/>
                  </a:lnTo>
                  <a:lnTo>
                    <a:pt x="4936560" y="1765264"/>
                  </a:lnTo>
                  <a:lnTo>
                    <a:pt x="4941035" y="1579867"/>
                  </a:lnTo>
                  <a:lnTo>
                    <a:pt x="4945511" y="1499156"/>
                  </a:lnTo>
                  <a:lnTo>
                    <a:pt x="4949986" y="1527125"/>
                  </a:lnTo>
                  <a:lnTo>
                    <a:pt x="4963413" y="1853967"/>
                  </a:lnTo>
                  <a:lnTo>
                    <a:pt x="4967889" y="2028176"/>
                  </a:lnTo>
                  <a:lnTo>
                    <a:pt x="4972364" y="2207179"/>
                  </a:lnTo>
                  <a:lnTo>
                    <a:pt x="4976840" y="2199987"/>
                  </a:lnTo>
                  <a:lnTo>
                    <a:pt x="4981315" y="2192795"/>
                  </a:lnTo>
                  <a:lnTo>
                    <a:pt x="4994742" y="2080918"/>
                  </a:lnTo>
                  <a:lnTo>
                    <a:pt x="4999218" y="2072926"/>
                  </a:lnTo>
                  <a:lnTo>
                    <a:pt x="5003693" y="2193594"/>
                  </a:lnTo>
                  <a:lnTo>
                    <a:pt x="5008169" y="2217568"/>
                  </a:lnTo>
                  <a:lnTo>
                    <a:pt x="5012644" y="2096900"/>
                  </a:lnTo>
                  <a:lnTo>
                    <a:pt x="5026071" y="1924289"/>
                  </a:lnTo>
                  <a:lnTo>
                    <a:pt x="5030547" y="1869150"/>
                  </a:lnTo>
                  <a:lnTo>
                    <a:pt x="5035022" y="1778050"/>
                  </a:lnTo>
                  <a:lnTo>
                    <a:pt x="5039498" y="1762866"/>
                  </a:lnTo>
                  <a:lnTo>
                    <a:pt x="5043973" y="1635806"/>
                  </a:lnTo>
                  <a:lnTo>
                    <a:pt x="5057400" y="2193594"/>
                  </a:lnTo>
                  <a:lnTo>
                    <a:pt x="5061876" y="2318257"/>
                  </a:lnTo>
                  <a:lnTo>
                    <a:pt x="5066351" y="2289489"/>
                  </a:lnTo>
                  <a:lnTo>
                    <a:pt x="5070827" y="2247935"/>
                  </a:lnTo>
                  <a:lnTo>
                    <a:pt x="5075302" y="2060940"/>
                  </a:lnTo>
                  <a:lnTo>
                    <a:pt x="5088729" y="1758871"/>
                  </a:lnTo>
                  <a:lnTo>
                    <a:pt x="5093205" y="1888329"/>
                  </a:lnTo>
                  <a:lnTo>
                    <a:pt x="5097680" y="1970639"/>
                  </a:lnTo>
                  <a:lnTo>
                    <a:pt x="5102156" y="1756473"/>
                  </a:lnTo>
                  <a:lnTo>
                    <a:pt x="5106631" y="1356912"/>
                  </a:lnTo>
                  <a:lnTo>
                    <a:pt x="5120058" y="1537514"/>
                  </a:lnTo>
                  <a:lnTo>
                    <a:pt x="5124534" y="1513540"/>
                  </a:lnTo>
                  <a:lnTo>
                    <a:pt x="5129009" y="1549500"/>
                  </a:lnTo>
                  <a:lnTo>
                    <a:pt x="5133485" y="1567880"/>
                  </a:lnTo>
                  <a:lnTo>
                    <a:pt x="5137960" y="1765264"/>
                  </a:lnTo>
                  <a:lnTo>
                    <a:pt x="5151387" y="2198389"/>
                  </a:lnTo>
                  <a:lnTo>
                    <a:pt x="5155863" y="2132861"/>
                  </a:lnTo>
                  <a:lnTo>
                    <a:pt x="5160338" y="2067333"/>
                  </a:lnTo>
                  <a:lnTo>
                    <a:pt x="5164814" y="1985822"/>
                  </a:lnTo>
                  <a:lnTo>
                    <a:pt x="5169290" y="2029774"/>
                  </a:lnTo>
                  <a:lnTo>
                    <a:pt x="5182716" y="1998608"/>
                  </a:lnTo>
                  <a:lnTo>
                    <a:pt x="5187192" y="1947464"/>
                  </a:lnTo>
                  <a:lnTo>
                    <a:pt x="5191667" y="1968241"/>
                  </a:lnTo>
                  <a:lnTo>
                    <a:pt x="5196143" y="1725308"/>
                  </a:lnTo>
                  <a:lnTo>
                    <a:pt x="5200619" y="1695740"/>
                  </a:lnTo>
                  <a:lnTo>
                    <a:pt x="5214045" y="1234646"/>
                  </a:lnTo>
                  <a:lnTo>
                    <a:pt x="5218521" y="1558291"/>
                  </a:lnTo>
                  <a:lnTo>
                    <a:pt x="5222996" y="1977831"/>
                  </a:lnTo>
                  <a:lnTo>
                    <a:pt x="5227472" y="1818805"/>
                  </a:lnTo>
                  <a:lnTo>
                    <a:pt x="5231948" y="1423239"/>
                  </a:lnTo>
                  <a:lnTo>
                    <a:pt x="5245374" y="1448012"/>
                  </a:lnTo>
                  <a:lnTo>
                    <a:pt x="5249850" y="1386479"/>
                  </a:lnTo>
                  <a:lnTo>
                    <a:pt x="5254325" y="1229851"/>
                  </a:lnTo>
                  <a:lnTo>
                    <a:pt x="5258801" y="1161925"/>
                  </a:lnTo>
                  <a:lnTo>
                    <a:pt x="5263277" y="1223458"/>
                  </a:lnTo>
                  <a:lnTo>
                    <a:pt x="5276703" y="1933080"/>
                  </a:lnTo>
                  <a:lnTo>
                    <a:pt x="5281179" y="1884333"/>
                  </a:lnTo>
                  <a:lnTo>
                    <a:pt x="5285654" y="1490365"/>
                  </a:lnTo>
                  <a:lnTo>
                    <a:pt x="5290130" y="1215467"/>
                  </a:lnTo>
                  <a:lnTo>
                    <a:pt x="5294606" y="1337733"/>
                  </a:lnTo>
                  <a:lnTo>
                    <a:pt x="5308032" y="1936276"/>
                  </a:lnTo>
                  <a:lnTo>
                    <a:pt x="5312508" y="1979429"/>
                  </a:lnTo>
                  <a:lnTo>
                    <a:pt x="5316984" y="1878739"/>
                  </a:lnTo>
                  <a:lnTo>
                    <a:pt x="5343837" y="1449610"/>
                  </a:lnTo>
                  <a:lnTo>
                    <a:pt x="5352788" y="1549500"/>
                  </a:lnTo>
                  <a:lnTo>
                    <a:pt x="5357264" y="1569479"/>
                  </a:lnTo>
                  <a:lnTo>
                    <a:pt x="5370690" y="1447213"/>
                  </a:lnTo>
                  <a:lnTo>
                    <a:pt x="5375166" y="1467191"/>
                  </a:lnTo>
                  <a:lnTo>
                    <a:pt x="5379642" y="1492763"/>
                  </a:lnTo>
                  <a:lnTo>
                    <a:pt x="5384117" y="1619024"/>
                  </a:lnTo>
                  <a:lnTo>
                    <a:pt x="5388593" y="1206676"/>
                  </a:lnTo>
                  <a:lnTo>
                    <a:pt x="5402019" y="1360907"/>
                  </a:lnTo>
                  <a:lnTo>
                    <a:pt x="5406495" y="1607836"/>
                  </a:lnTo>
                  <a:lnTo>
                    <a:pt x="5410971" y="1674164"/>
                  </a:lnTo>
                  <a:lnTo>
                    <a:pt x="5415446" y="1485571"/>
                  </a:lnTo>
                  <a:lnTo>
                    <a:pt x="5419922" y="1281794"/>
                  </a:lnTo>
                  <a:lnTo>
                    <a:pt x="5428873" y="1300174"/>
                  </a:lnTo>
                  <a:lnTo>
                    <a:pt x="5442300" y="1379287"/>
                  </a:lnTo>
                  <a:lnTo>
                    <a:pt x="5446775" y="1114777"/>
                  </a:lnTo>
                  <a:lnTo>
                    <a:pt x="5451251" y="1013288"/>
                  </a:lnTo>
                  <a:lnTo>
                    <a:pt x="5464678" y="1075620"/>
                  </a:lnTo>
                  <a:lnTo>
                    <a:pt x="5469153" y="965341"/>
                  </a:lnTo>
                  <a:lnTo>
                    <a:pt x="5473629" y="1087607"/>
                  </a:lnTo>
                  <a:lnTo>
                    <a:pt x="5478104" y="1152336"/>
                  </a:lnTo>
                  <a:lnTo>
                    <a:pt x="5482580" y="1042856"/>
                  </a:lnTo>
                  <a:lnTo>
                    <a:pt x="5496007" y="1107585"/>
                  </a:lnTo>
                  <a:lnTo>
                    <a:pt x="5500482" y="1320152"/>
                  </a:lnTo>
                  <a:lnTo>
                    <a:pt x="5504958" y="1407256"/>
                  </a:lnTo>
                  <a:lnTo>
                    <a:pt x="5513909" y="1144345"/>
                  </a:lnTo>
                  <a:lnTo>
                    <a:pt x="5527336" y="628910"/>
                  </a:lnTo>
                  <a:lnTo>
                    <a:pt x="5531811" y="1006096"/>
                  </a:lnTo>
                  <a:lnTo>
                    <a:pt x="5536287" y="1285790"/>
                  </a:lnTo>
                  <a:lnTo>
                    <a:pt x="5540762" y="1098795"/>
                  </a:lnTo>
                  <a:lnTo>
                    <a:pt x="5545238" y="1028472"/>
                  </a:lnTo>
                  <a:lnTo>
                    <a:pt x="5563140" y="934974"/>
                  </a:lnTo>
                  <a:lnTo>
                    <a:pt x="5567616" y="782342"/>
                  </a:lnTo>
                  <a:lnTo>
                    <a:pt x="5572091" y="862254"/>
                  </a:lnTo>
                  <a:lnTo>
                    <a:pt x="5576567" y="982123"/>
                  </a:lnTo>
                  <a:lnTo>
                    <a:pt x="5589994" y="739189"/>
                  </a:lnTo>
                  <a:lnTo>
                    <a:pt x="5594469" y="770355"/>
                  </a:lnTo>
                  <a:lnTo>
                    <a:pt x="5598945" y="717613"/>
                  </a:lnTo>
                  <a:lnTo>
                    <a:pt x="5603420" y="657678"/>
                  </a:lnTo>
                  <a:lnTo>
                    <a:pt x="5607896" y="527421"/>
                  </a:lnTo>
                  <a:lnTo>
                    <a:pt x="5621323" y="492260"/>
                  </a:lnTo>
                  <a:lnTo>
                    <a:pt x="5625798" y="644093"/>
                  </a:lnTo>
                  <a:lnTo>
                    <a:pt x="5630274" y="711220"/>
                  </a:lnTo>
                  <a:lnTo>
                    <a:pt x="5634749" y="683250"/>
                  </a:lnTo>
                  <a:lnTo>
                    <a:pt x="5639225" y="731198"/>
                  </a:lnTo>
                  <a:lnTo>
                    <a:pt x="5652652" y="333234"/>
                  </a:lnTo>
                  <a:lnTo>
                    <a:pt x="5657127" y="304466"/>
                  </a:lnTo>
                  <a:lnTo>
                    <a:pt x="5661603" y="374789"/>
                  </a:lnTo>
                  <a:lnTo>
                    <a:pt x="5666078" y="366797"/>
                  </a:lnTo>
                  <a:lnTo>
                    <a:pt x="5670554" y="673661"/>
                  </a:lnTo>
                  <a:lnTo>
                    <a:pt x="5688456" y="745582"/>
                  </a:lnTo>
                  <a:lnTo>
                    <a:pt x="5692932" y="719211"/>
                  </a:lnTo>
                  <a:lnTo>
                    <a:pt x="5697407" y="533814"/>
                  </a:lnTo>
                  <a:lnTo>
                    <a:pt x="5701883" y="691242"/>
                  </a:lnTo>
                  <a:lnTo>
                    <a:pt x="5715310" y="751709"/>
                  </a:lnTo>
                  <a:lnTo>
                    <a:pt x="5719785" y="703761"/>
                  </a:lnTo>
                  <a:lnTo>
                    <a:pt x="5724261" y="783674"/>
                  </a:lnTo>
                  <a:lnTo>
                    <a:pt x="5728736" y="754372"/>
                  </a:lnTo>
                  <a:lnTo>
                    <a:pt x="5733212" y="492437"/>
                  </a:lnTo>
                  <a:lnTo>
                    <a:pt x="5746639" y="339716"/>
                  </a:lnTo>
                  <a:lnTo>
                    <a:pt x="5751114" y="201201"/>
                  </a:lnTo>
                  <a:lnTo>
                    <a:pt x="5755590" y="447154"/>
                  </a:lnTo>
                  <a:lnTo>
                    <a:pt x="5760066" y="658477"/>
                  </a:lnTo>
                  <a:lnTo>
                    <a:pt x="5764541" y="505756"/>
                  </a:lnTo>
                  <a:lnTo>
                    <a:pt x="5777968" y="587444"/>
                  </a:lnTo>
                  <a:lnTo>
                    <a:pt x="5782443" y="625625"/>
                  </a:lnTo>
                  <a:lnTo>
                    <a:pt x="5786919" y="612306"/>
                  </a:lnTo>
                  <a:lnTo>
                    <a:pt x="5791395" y="728623"/>
                  </a:lnTo>
                  <a:lnTo>
                    <a:pt x="5795870" y="836948"/>
                  </a:lnTo>
                  <a:lnTo>
                    <a:pt x="5809297" y="614082"/>
                  </a:lnTo>
                  <a:lnTo>
                    <a:pt x="5813772" y="915973"/>
                  </a:lnTo>
                  <a:lnTo>
                    <a:pt x="5818248" y="980791"/>
                  </a:lnTo>
                  <a:lnTo>
                    <a:pt x="5822724" y="914197"/>
                  </a:lnTo>
                  <a:lnTo>
                    <a:pt x="5827199" y="643383"/>
                  </a:lnTo>
                  <a:lnTo>
                    <a:pt x="5840626" y="748157"/>
                  </a:lnTo>
                  <a:lnTo>
                    <a:pt x="5845101" y="785449"/>
                  </a:lnTo>
                  <a:lnTo>
                    <a:pt x="5849577" y="781898"/>
                  </a:lnTo>
                  <a:lnTo>
                    <a:pt x="5854053" y="725959"/>
                  </a:lnTo>
                  <a:lnTo>
                    <a:pt x="5858528" y="810311"/>
                  </a:lnTo>
                  <a:lnTo>
                    <a:pt x="5871955" y="1020747"/>
                  </a:lnTo>
                  <a:lnTo>
                    <a:pt x="5876430" y="954153"/>
                  </a:lnTo>
                  <a:lnTo>
                    <a:pt x="5880906" y="927516"/>
                  </a:lnTo>
                  <a:lnTo>
                    <a:pt x="5885382" y="846716"/>
                  </a:lnTo>
                  <a:lnTo>
                    <a:pt x="5889857" y="529730"/>
                  </a:lnTo>
                  <a:lnTo>
                    <a:pt x="5903284" y="416965"/>
                  </a:lnTo>
                  <a:lnTo>
                    <a:pt x="5907760" y="385000"/>
                  </a:lnTo>
                  <a:lnTo>
                    <a:pt x="5912235" y="487110"/>
                  </a:lnTo>
                  <a:lnTo>
                    <a:pt x="5916711" y="565246"/>
                  </a:lnTo>
                  <a:lnTo>
                    <a:pt x="5921186" y="382336"/>
                  </a:lnTo>
                  <a:lnTo>
                    <a:pt x="5934613" y="364578"/>
                  </a:lnTo>
                  <a:lnTo>
                    <a:pt x="5939089" y="408973"/>
                  </a:lnTo>
                  <a:lnTo>
                    <a:pt x="5943564" y="475567"/>
                  </a:lnTo>
                  <a:lnTo>
                    <a:pt x="5948040" y="446266"/>
                  </a:lnTo>
                  <a:lnTo>
                    <a:pt x="5952515" y="464024"/>
                  </a:lnTo>
                  <a:lnTo>
                    <a:pt x="5965942" y="989670"/>
                  </a:lnTo>
                  <a:lnTo>
                    <a:pt x="5970418" y="1044721"/>
                  </a:lnTo>
                  <a:lnTo>
                    <a:pt x="5974893" y="986118"/>
                  </a:lnTo>
                  <a:lnTo>
                    <a:pt x="5979369" y="1028738"/>
                  </a:lnTo>
                  <a:lnTo>
                    <a:pt x="5983844" y="905318"/>
                  </a:lnTo>
                  <a:lnTo>
                    <a:pt x="5997271" y="731287"/>
                  </a:lnTo>
                  <a:lnTo>
                    <a:pt x="6001747" y="540385"/>
                  </a:lnTo>
                  <a:lnTo>
                    <a:pt x="6006222" y="521739"/>
                  </a:lnTo>
                  <a:lnTo>
                    <a:pt x="6010698" y="505756"/>
                  </a:lnTo>
                  <a:lnTo>
                    <a:pt x="6015173" y="487998"/>
                  </a:lnTo>
                  <a:lnTo>
                    <a:pt x="6028600" y="384112"/>
                  </a:lnTo>
                  <a:lnTo>
                    <a:pt x="6033076" y="474679"/>
                  </a:lnTo>
                  <a:lnTo>
                    <a:pt x="6037551" y="763251"/>
                  </a:lnTo>
                  <a:lnTo>
                    <a:pt x="6042027" y="1002101"/>
                  </a:lnTo>
                  <a:lnTo>
                    <a:pt x="6046502" y="884896"/>
                  </a:lnTo>
                  <a:lnTo>
                    <a:pt x="6059929" y="603427"/>
                  </a:lnTo>
                  <a:lnTo>
                    <a:pt x="6064405" y="791132"/>
                  </a:lnTo>
                  <a:lnTo>
                    <a:pt x="6068880" y="688045"/>
                  </a:lnTo>
                  <a:lnTo>
                    <a:pt x="6073356" y="654482"/>
                  </a:lnTo>
                  <a:lnTo>
                    <a:pt x="6077831" y="990913"/>
                  </a:lnTo>
                  <a:lnTo>
                    <a:pt x="6091258" y="1039659"/>
                  </a:lnTo>
                  <a:lnTo>
                    <a:pt x="6095734" y="920590"/>
                  </a:lnTo>
                  <a:lnTo>
                    <a:pt x="6100209" y="787936"/>
                  </a:lnTo>
                  <a:lnTo>
                    <a:pt x="6104685" y="720809"/>
                  </a:lnTo>
                  <a:lnTo>
                    <a:pt x="6109160" y="704827"/>
                  </a:lnTo>
                  <a:lnTo>
                    <a:pt x="6122587" y="721608"/>
                  </a:lnTo>
                  <a:lnTo>
                    <a:pt x="6131538" y="1121170"/>
                  </a:lnTo>
                  <a:lnTo>
                    <a:pt x="6136014" y="1167519"/>
                  </a:lnTo>
                  <a:lnTo>
                    <a:pt x="6140489" y="1086808"/>
                  </a:lnTo>
                  <a:lnTo>
                    <a:pt x="6153916" y="1015686"/>
                  </a:lnTo>
                  <a:lnTo>
                    <a:pt x="6158392" y="914197"/>
                  </a:lnTo>
                  <a:lnTo>
                    <a:pt x="6162867" y="745582"/>
                  </a:lnTo>
                  <a:lnTo>
                    <a:pt x="6167343" y="901411"/>
                  </a:lnTo>
                  <a:lnTo>
                    <a:pt x="6171818" y="671263"/>
                  </a:lnTo>
                  <a:lnTo>
                    <a:pt x="6185245" y="1702133"/>
                  </a:lnTo>
                  <a:lnTo>
                    <a:pt x="6189721" y="1658980"/>
                  </a:lnTo>
                  <a:lnTo>
                    <a:pt x="6194196" y="1574273"/>
                  </a:lnTo>
                  <a:lnTo>
                    <a:pt x="6198672" y="1323348"/>
                  </a:lnTo>
                  <a:lnTo>
                    <a:pt x="6203148" y="1298576"/>
                  </a:lnTo>
                  <a:lnTo>
                    <a:pt x="6216574" y="1364903"/>
                  </a:lnTo>
                  <a:lnTo>
                    <a:pt x="6221050" y="1277798"/>
                  </a:lnTo>
                  <a:lnTo>
                    <a:pt x="6225525" y="1333737"/>
                  </a:lnTo>
                  <a:lnTo>
                    <a:pt x="6230001" y="1332938"/>
                  </a:lnTo>
                  <a:lnTo>
                    <a:pt x="6234477" y="1385680"/>
                  </a:lnTo>
                  <a:lnTo>
                    <a:pt x="6247903" y="1179506"/>
                  </a:lnTo>
                  <a:lnTo>
                    <a:pt x="6252379" y="1328942"/>
                  </a:lnTo>
                  <a:lnTo>
                    <a:pt x="6256854" y="1280995"/>
                  </a:lnTo>
                  <a:lnTo>
                    <a:pt x="6261330" y="1351318"/>
                  </a:lnTo>
                  <a:lnTo>
                    <a:pt x="6265806" y="1511942"/>
                  </a:lnTo>
                  <a:lnTo>
                    <a:pt x="6279232" y="1367300"/>
                  </a:lnTo>
                  <a:lnTo>
                    <a:pt x="6283708" y="1479977"/>
                  </a:lnTo>
                  <a:lnTo>
                    <a:pt x="6288183" y="1514339"/>
                  </a:lnTo>
                  <a:lnTo>
                    <a:pt x="6292659" y="1513540"/>
                  </a:lnTo>
                  <a:lnTo>
                    <a:pt x="6297135" y="1558291"/>
                  </a:lnTo>
                  <a:lnTo>
                    <a:pt x="6310561" y="1511142"/>
                  </a:lnTo>
                  <a:lnTo>
                    <a:pt x="6315037" y="1332938"/>
                  </a:lnTo>
                  <a:lnTo>
                    <a:pt x="6319512" y="1475182"/>
                  </a:lnTo>
                  <a:lnTo>
                    <a:pt x="6323988" y="1642199"/>
                  </a:lnTo>
                  <a:lnTo>
                    <a:pt x="6328464" y="1841980"/>
                  </a:lnTo>
                  <a:lnTo>
                    <a:pt x="6341890" y="1401663"/>
                  </a:lnTo>
                  <a:lnTo>
                    <a:pt x="6346366" y="1669369"/>
                  </a:lnTo>
                  <a:lnTo>
                    <a:pt x="6350842" y="2029774"/>
                  </a:lnTo>
                  <a:lnTo>
                    <a:pt x="6355317" y="1670168"/>
                  </a:lnTo>
                  <a:lnTo>
                    <a:pt x="6359793" y="1829194"/>
                  </a:lnTo>
                  <a:lnTo>
                    <a:pt x="6373219" y="2019385"/>
                  </a:lnTo>
                  <a:lnTo>
                    <a:pt x="6377695" y="2192795"/>
                  </a:lnTo>
                  <a:lnTo>
                    <a:pt x="6382171" y="2195192"/>
                  </a:lnTo>
                  <a:lnTo>
                    <a:pt x="6386646" y="2229555"/>
                  </a:lnTo>
                  <a:lnTo>
                    <a:pt x="6391122" y="2295083"/>
                  </a:lnTo>
                  <a:lnTo>
                    <a:pt x="6395597" y="2381388"/>
                  </a:lnTo>
                  <a:lnTo>
                    <a:pt x="6404548" y="2367803"/>
                  </a:lnTo>
                  <a:lnTo>
                    <a:pt x="6409024" y="2071328"/>
                  </a:lnTo>
                  <a:lnTo>
                    <a:pt x="6413500" y="2048154"/>
                  </a:lnTo>
                  <a:lnTo>
                    <a:pt x="6417975" y="2105691"/>
                  </a:lnTo>
                  <a:lnTo>
                    <a:pt x="6422451" y="2056145"/>
                  </a:lnTo>
                  <a:lnTo>
                    <a:pt x="6435877" y="1486370"/>
                  </a:lnTo>
                  <a:lnTo>
                    <a:pt x="6440353" y="1623020"/>
                  </a:lnTo>
                  <a:lnTo>
                    <a:pt x="6444829" y="1658980"/>
                  </a:lnTo>
                  <a:lnTo>
                    <a:pt x="6449304" y="1822002"/>
                  </a:lnTo>
                  <a:lnTo>
                    <a:pt x="6453780" y="1798028"/>
                  </a:lnTo>
                  <a:lnTo>
                    <a:pt x="6467206" y="1855565"/>
                  </a:lnTo>
                  <a:lnTo>
                    <a:pt x="6471682" y="1774853"/>
                  </a:lnTo>
                  <a:lnTo>
                    <a:pt x="6476158" y="1738893"/>
                  </a:lnTo>
                  <a:lnTo>
                    <a:pt x="6480633" y="1586260"/>
                  </a:lnTo>
                  <a:lnTo>
                    <a:pt x="6485109" y="1739692"/>
                  </a:lnTo>
                  <a:lnTo>
                    <a:pt x="6507487" y="1741290"/>
                  </a:lnTo>
                  <a:lnTo>
                    <a:pt x="6511962" y="1475981"/>
                  </a:lnTo>
                  <a:lnTo>
                    <a:pt x="6538816" y="1436025"/>
                  </a:lnTo>
                  <a:lnTo>
                    <a:pt x="6543291" y="1722910"/>
                  </a:lnTo>
                  <a:lnTo>
                    <a:pt x="6547767" y="1838783"/>
                  </a:lnTo>
                  <a:lnTo>
                    <a:pt x="6552242" y="2005800"/>
                  </a:lnTo>
                  <a:lnTo>
                    <a:pt x="6561194" y="2489270"/>
                  </a:lnTo>
                  <a:lnTo>
                    <a:pt x="6565669" y="2637907"/>
                  </a:lnTo>
                  <a:lnTo>
                    <a:pt x="6570145" y="2565986"/>
                  </a:lnTo>
                  <a:lnTo>
                    <a:pt x="6574620" y="2492466"/>
                  </a:lnTo>
                  <a:lnTo>
                    <a:pt x="6579096" y="2300677"/>
                  </a:lnTo>
                  <a:lnTo>
                    <a:pt x="6592523" y="2176013"/>
                  </a:lnTo>
                  <a:lnTo>
                    <a:pt x="6596998" y="2277502"/>
                  </a:lnTo>
                  <a:lnTo>
                    <a:pt x="6601474" y="2256725"/>
                  </a:lnTo>
                  <a:lnTo>
                    <a:pt x="6605949" y="2223162"/>
                  </a:lnTo>
                  <a:lnTo>
                    <a:pt x="6610425" y="2299079"/>
                  </a:lnTo>
                  <a:lnTo>
                    <a:pt x="6623852" y="1633408"/>
                  </a:lnTo>
                  <a:lnTo>
                    <a:pt x="6628327" y="1665373"/>
                  </a:lnTo>
                  <a:lnTo>
                    <a:pt x="6632803" y="1372095"/>
                  </a:lnTo>
                  <a:lnTo>
                    <a:pt x="6637278" y="1615828"/>
                  </a:lnTo>
                  <a:lnTo>
                    <a:pt x="6641754" y="1601443"/>
                  </a:lnTo>
                  <a:lnTo>
                    <a:pt x="6655181" y="1787639"/>
                  </a:lnTo>
                  <a:lnTo>
                    <a:pt x="6659656" y="1734098"/>
                  </a:lnTo>
                  <a:lnTo>
                    <a:pt x="6664132" y="1718116"/>
                  </a:lnTo>
                  <a:lnTo>
                    <a:pt x="6668607" y="1688548"/>
                  </a:lnTo>
                  <a:lnTo>
                    <a:pt x="6673083" y="1684552"/>
                  </a:lnTo>
                  <a:lnTo>
                    <a:pt x="6686510" y="1439221"/>
                  </a:lnTo>
                  <a:lnTo>
                    <a:pt x="6690985" y="1507147"/>
                  </a:lnTo>
                  <a:lnTo>
                    <a:pt x="6695461" y="1722910"/>
                  </a:lnTo>
                  <a:lnTo>
                    <a:pt x="6699936" y="1769259"/>
                  </a:lnTo>
                  <a:lnTo>
                    <a:pt x="6704412" y="1524728"/>
                  </a:lnTo>
                  <a:lnTo>
                    <a:pt x="6717839" y="1630212"/>
                  </a:lnTo>
                  <a:lnTo>
                    <a:pt x="6722314" y="1741290"/>
                  </a:lnTo>
                  <a:lnTo>
                    <a:pt x="6726790" y="1523928"/>
                  </a:lnTo>
                  <a:lnTo>
                    <a:pt x="6731265" y="1273803"/>
                  </a:lnTo>
                  <a:lnTo>
                    <a:pt x="6735741" y="1265012"/>
                  </a:lnTo>
                  <a:lnTo>
                    <a:pt x="6749168" y="1515138"/>
                  </a:lnTo>
                  <a:lnTo>
                    <a:pt x="6753643" y="1575872"/>
                  </a:lnTo>
                  <a:lnTo>
                    <a:pt x="6758119" y="1503950"/>
                  </a:lnTo>
                  <a:lnTo>
                    <a:pt x="6762594" y="1402462"/>
                  </a:lnTo>
                  <a:lnTo>
                    <a:pt x="6767070" y="1666972"/>
                  </a:lnTo>
                  <a:lnTo>
                    <a:pt x="6780497" y="1714120"/>
                  </a:lnTo>
                  <a:lnTo>
                    <a:pt x="6784972" y="1758871"/>
                  </a:lnTo>
                  <a:lnTo>
                    <a:pt x="6789448" y="1845176"/>
                  </a:lnTo>
                  <a:lnTo>
                    <a:pt x="6793924" y="1727705"/>
                  </a:lnTo>
                  <a:lnTo>
                    <a:pt x="6798399" y="1630212"/>
                  </a:lnTo>
                  <a:lnTo>
                    <a:pt x="6811826" y="1579068"/>
                  </a:lnTo>
                  <a:lnTo>
                    <a:pt x="6816301" y="1686950"/>
                  </a:lnTo>
                  <a:lnTo>
                    <a:pt x="6820777" y="1754076"/>
                  </a:lnTo>
                  <a:lnTo>
                    <a:pt x="6825253" y="1845176"/>
                  </a:lnTo>
                  <a:lnTo>
                    <a:pt x="6829728" y="1833189"/>
                  </a:lnTo>
                  <a:lnTo>
                    <a:pt x="6843155" y="1509544"/>
                  </a:lnTo>
                  <a:lnTo>
                    <a:pt x="6847630" y="1578269"/>
                  </a:lnTo>
                  <a:lnTo>
                    <a:pt x="6852106" y="1491964"/>
                  </a:lnTo>
                  <a:lnTo>
                    <a:pt x="6856582" y="1274602"/>
                  </a:lnTo>
                  <a:lnTo>
                    <a:pt x="6861057" y="1226654"/>
                  </a:lnTo>
                  <a:lnTo>
                    <a:pt x="6874484" y="1575872"/>
                  </a:lnTo>
                  <a:lnTo>
                    <a:pt x="6878959" y="1479977"/>
                  </a:lnTo>
                  <a:lnTo>
                    <a:pt x="6883435" y="1290584"/>
                  </a:lnTo>
                  <a:lnTo>
                    <a:pt x="6887911" y="1392872"/>
                  </a:lnTo>
                  <a:lnTo>
                    <a:pt x="6892386" y="1330541"/>
                  </a:lnTo>
                  <a:lnTo>
                    <a:pt x="6905813" y="1669369"/>
                  </a:lnTo>
                  <a:lnTo>
                    <a:pt x="6910288" y="1526326"/>
                  </a:lnTo>
                  <a:lnTo>
                    <a:pt x="6914764" y="1381684"/>
                  </a:lnTo>
                  <a:lnTo>
                    <a:pt x="6919240" y="1541509"/>
                  </a:lnTo>
                  <a:lnTo>
                    <a:pt x="6941618" y="1378488"/>
                  </a:lnTo>
                  <a:lnTo>
                    <a:pt x="6946093" y="1386479"/>
                  </a:lnTo>
                  <a:lnTo>
                    <a:pt x="6950569" y="1241838"/>
                  </a:lnTo>
                  <a:lnTo>
                    <a:pt x="6968471" y="704827"/>
                  </a:lnTo>
                  <a:lnTo>
                    <a:pt x="6972947" y="1057240"/>
                  </a:lnTo>
                  <a:lnTo>
                    <a:pt x="6977422" y="1395270"/>
                  </a:lnTo>
                  <a:lnTo>
                    <a:pt x="6981898" y="1281794"/>
                  </a:lnTo>
                  <a:lnTo>
                    <a:pt x="6986373" y="1052445"/>
                  </a:lnTo>
                  <a:lnTo>
                    <a:pt x="6999800" y="1357711"/>
                  </a:lnTo>
                  <a:lnTo>
                    <a:pt x="7004276" y="1644596"/>
                  </a:lnTo>
                  <a:lnTo>
                    <a:pt x="7008751" y="1722910"/>
                  </a:lnTo>
                  <a:lnTo>
                    <a:pt x="7013227" y="1704530"/>
                  </a:lnTo>
                  <a:lnTo>
                    <a:pt x="7017702" y="1695740"/>
                  </a:lnTo>
                  <a:lnTo>
                    <a:pt x="7031129" y="1887530"/>
                  </a:lnTo>
                  <a:lnTo>
                    <a:pt x="7035605" y="1816408"/>
                  </a:lnTo>
                  <a:lnTo>
                    <a:pt x="7040080" y="1772456"/>
                  </a:lnTo>
                  <a:lnTo>
                    <a:pt x="7044556" y="1716517"/>
                  </a:lnTo>
                  <a:lnTo>
                    <a:pt x="7049031" y="1480776"/>
                  </a:lnTo>
                  <a:lnTo>
                    <a:pt x="7062458" y="966140"/>
                  </a:lnTo>
                  <a:lnTo>
                    <a:pt x="7066934" y="688045"/>
                  </a:lnTo>
                  <a:lnTo>
                    <a:pt x="7075885" y="753573"/>
                  </a:lnTo>
                  <a:lnTo>
                    <a:pt x="7080360" y="1110782"/>
                  </a:lnTo>
                  <a:lnTo>
                    <a:pt x="7093787" y="1097196"/>
                  </a:lnTo>
                  <a:lnTo>
                    <a:pt x="7098263" y="1186698"/>
                  </a:lnTo>
                  <a:lnTo>
                    <a:pt x="7102738" y="1211471"/>
                  </a:lnTo>
                  <a:lnTo>
                    <a:pt x="7111689" y="974131"/>
                  </a:lnTo>
                  <a:lnTo>
                    <a:pt x="7125116" y="723206"/>
                  </a:lnTo>
                  <a:lnTo>
                    <a:pt x="7129592" y="632906"/>
                  </a:lnTo>
                  <a:lnTo>
                    <a:pt x="7134067" y="723206"/>
                  </a:lnTo>
                  <a:lnTo>
                    <a:pt x="7138543" y="766359"/>
                  </a:lnTo>
                  <a:lnTo>
                    <a:pt x="7143018" y="930979"/>
                  </a:lnTo>
                  <a:lnTo>
                    <a:pt x="7160921" y="839879"/>
                  </a:lnTo>
                  <a:lnTo>
                    <a:pt x="7165396" y="901411"/>
                  </a:lnTo>
                  <a:lnTo>
                    <a:pt x="7169872" y="897415"/>
                  </a:lnTo>
                  <a:lnTo>
                    <a:pt x="7174347" y="944564"/>
                  </a:lnTo>
                  <a:lnTo>
                    <a:pt x="7178823" y="927782"/>
                  </a:lnTo>
                  <a:lnTo>
                    <a:pt x="7187774" y="812708"/>
                  </a:lnTo>
                  <a:lnTo>
                    <a:pt x="7192250" y="1010092"/>
                  </a:lnTo>
                  <a:lnTo>
                    <a:pt x="7196725" y="947760"/>
                  </a:lnTo>
                  <a:lnTo>
                    <a:pt x="7201201" y="947760"/>
                  </a:lnTo>
                  <a:lnTo>
                    <a:pt x="7205676" y="990114"/>
                  </a:lnTo>
                  <a:lnTo>
                    <a:pt x="7219103" y="1077218"/>
                  </a:lnTo>
                  <a:lnTo>
                    <a:pt x="7223579" y="889424"/>
                  </a:lnTo>
                  <a:lnTo>
                    <a:pt x="7228054" y="908603"/>
                  </a:lnTo>
                  <a:lnTo>
                    <a:pt x="7232530" y="924586"/>
                  </a:lnTo>
                  <a:lnTo>
                    <a:pt x="7237006" y="910201"/>
                  </a:lnTo>
                  <a:lnTo>
                    <a:pt x="7250432" y="1047651"/>
                  </a:lnTo>
                  <a:lnTo>
                    <a:pt x="7254908" y="1174711"/>
                  </a:lnTo>
                  <a:lnTo>
                    <a:pt x="7259383" y="1158729"/>
                  </a:lnTo>
                  <a:lnTo>
                    <a:pt x="7263859" y="1078017"/>
                  </a:lnTo>
                  <a:lnTo>
                    <a:pt x="7268335" y="930979"/>
                  </a:lnTo>
                  <a:lnTo>
                    <a:pt x="7281761" y="737591"/>
                  </a:lnTo>
                  <a:lnTo>
                    <a:pt x="7286237" y="612927"/>
                  </a:lnTo>
                  <a:lnTo>
                    <a:pt x="7290712" y="767957"/>
                  </a:lnTo>
                  <a:lnTo>
                    <a:pt x="7295188" y="721608"/>
                  </a:lnTo>
                  <a:lnTo>
                    <a:pt x="7299664" y="624914"/>
                  </a:lnTo>
                  <a:lnTo>
                    <a:pt x="7313090" y="580163"/>
                  </a:lnTo>
                  <a:lnTo>
                    <a:pt x="7317566" y="435522"/>
                  </a:lnTo>
                  <a:lnTo>
                    <a:pt x="7322041" y="346020"/>
                  </a:lnTo>
                  <a:lnTo>
                    <a:pt x="7326517" y="330837"/>
                  </a:lnTo>
                  <a:lnTo>
                    <a:pt x="7330993" y="463491"/>
                  </a:lnTo>
                  <a:lnTo>
                    <a:pt x="7344419" y="879036"/>
                  </a:lnTo>
                  <a:lnTo>
                    <a:pt x="7348895" y="991712"/>
                  </a:lnTo>
                  <a:lnTo>
                    <a:pt x="7353370" y="1066830"/>
                  </a:lnTo>
                  <a:lnTo>
                    <a:pt x="7357846" y="950957"/>
                  </a:lnTo>
                  <a:lnTo>
                    <a:pt x="7362322" y="834285"/>
                  </a:lnTo>
                  <a:lnTo>
                    <a:pt x="7375748" y="661674"/>
                  </a:lnTo>
                  <a:lnTo>
                    <a:pt x="7380224" y="274898"/>
                  </a:lnTo>
                  <a:lnTo>
                    <a:pt x="7384700" y="412347"/>
                  </a:lnTo>
                  <a:lnTo>
                    <a:pt x="7389175" y="482670"/>
                  </a:lnTo>
                  <a:lnTo>
                    <a:pt x="7393651" y="624914"/>
                  </a:lnTo>
                  <a:lnTo>
                    <a:pt x="7411553" y="546600"/>
                  </a:lnTo>
                  <a:lnTo>
                    <a:pt x="7416029" y="647290"/>
                  </a:lnTo>
                  <a:lnTo>
                    <a:pt x="7420504" y="532216"/>
                  </a:lnTo>
                  <a:lnTo>
                    <a:pt x="7424980" y="375588"/>
                  </a:lnTo>
                  <a:lnTo>
                    <a:pt x="7438406" y="526622"/>
                  </a:lnTo>
                  <a:lnTo>
                    <a:pt x="7442882" y="593748"/>
                  </a:lnTo>
                  <a:lnTo>
                    <a:pt x="7447358" y="720809"/>
                  </a:lnTo>
                  <a:lnTo>
                    <a:pt x="7451833" y="680853"/>
                  </a:lnTo>
                  <a:lnTo>
                    <a:pt x="7456309" y="576967"/>
                  </a:lnTo>
                  <a:lnTo>
                    <a:pt x="7469735" y="642495"/>
                  </a:lnTo>
                  <a:lnTo>
                    <a:pt x="7474211" y="403557"/>
                  </a:lnTo>
                  <a:lnTo>
                    <a:pt x="7478687" y="348417"/>
                  </a:lnTo>
                  <a:lnTo>
                    <a:pt x="7483162" y="500251"/>
                  </a:lnTo>
                  <a:lnTo>
                    <a:pt x="7487638" y="608932"/>
                  </a:lnTo>
                  <a:lnTo>
                    <a:pt x="7501064" y="633705"/>
                  </a:lnTo>
                  <a:lnTo>
                    <a:pt x="7505540" y="449906"/>
                  </a:lnTo>
                  <a:lnTo>
                    <a:pt x="7510016" y="484268"/>
                  </a:lnTo>
                  <a:lnTo>
                    <a:pt x="7514491" y="628910"/>
                  </a:lnTo>
                  <a:lnTo>
                    <a:pt x="7518967" y="529819"/>
                  </a:lnTo>
                  <a:lnTo>
                    <a:pt x="7532394" y="323645"/>
                  </a:lnTo>
                  <a:lnTo>
                    <a:pt x="7536869" y="182200"/>
                  </a:lnTo>
                  <a:lnTo>
                    <a:pt x="7541345" y="377985"/>
                  </a:lnTo>
                  <a:lnTo>
                    <a:pt x="7545820" y="406753"/>
                  </a:lnTo>
                  <a:lnTo>
                    <a:pt x="7550296" y="376387"/>
                  </a:lnTo>
                  <a:lnTo>
                    <a:pt x="7554771" y="464290"/>
                  </a:lnTo>
                  <a:lnTo>
                    <a:pt x="7563723" y="762364"/>
                  </a:lnTo>
                  <a:lnTo>
                    <a:pt x="7568198" y="628111"/>
                  </a:lnTo>
                  <a:lnTo>
                    <a:pt x="7572674" y="765560"/>
                  </a:lnTo>
                  <a:lnTo>
                    <a:pt x="7577149" y="754372"/>
                  </a:lnTo>
                  <a:lnTo>
                    <a:pt x="7581625" y="507443"/>
                  </a:lnTo>
                  <a:lnTo>
                    <a:pt x="7595052" y="844673"/>
                  </a:lnTo>
                  <a:lnTo>
                    <a:pt x="7599527" y="656080"/>
                  </a:lnTo>
                  <a:lnTo>
                    <a:pt x="7604003" y="409151"/>
                  </a:lnTo>
                  <a:lnTo>
                    <a:pt x="7608478" y="245330"/>
                  </a:lnTo>
                  <a:lnTo>
                    <a:pt x="7612954" y="484268"/>
                  </a:lnTo>
                  <a:lnTo>
                    <a:pt x="7617429" y="546600"/>
                  </a:lnTo>
                  <a:lnTo>
                    <a:pt x="7626381" y="477076"/>
                  </a:lnTo>
                  <a:lnTo>
                    <a:pt x="7630856" y="384378"/>
                  </a:lnTo>
                  <a:lnTo>
                    <a:pt x="7635332" y="445911"/>
                  </a:lnTo>
                  <a:lnTo>
                    <a:pt x="7639807" y="300470"/>
                  </a:lnTo>
                  <a:lnTo>
                    <a:pt x="7644283" y="477076"/>
                  </a:lnTo>
                  <a:lnTo>
                    <a:pt x="7648758" y="452304"/>
                  </a:lnTo>
                  <a:lnTo>
                    <a:pt x="7657710" y="849468"/>
                  </a:lnTo>
                  <a:lnTo>
                    <a:pt x="7662185" y="954952"/>
                  </a:lnTo>
                  <a:lnTo>
                    <a:pt x="7666661" y="1181104"/>
                  </a:lnTo>
                  <a:lnTo>
                    <a:pt x="7671136" y="1363305"/>
                  </a:lnTo>
                  <a:lnTo>
                    <a:pt x="7675612" y="1367300"/>
                  </a:lnTo>
                  <a:lnTo>
                    <a:pt x="7689039" y="1089205"/>
                  </a:lnTo>
                  <a:lnTo>
                    <a:pt x="7693514" y="915795"/>
                  </a:lnTo>
                  <a:lnTo>
                    <a:pt x="7697990" y="797525"/>
                  </a:lnTo>
                  <a:lnTo>
                    <a:pt x="7702465" y="801521"/>
                  </a:lnTo>
                  <a:lnTo>
                    <a:pt x="7706941" y="846272"/>
                  </a:lnTo>
                  <a:lnTo>
                    <a:pt x="7720368" y="857459"/>
                  </a:lnTo>
                  <a:lnTo>
                    <a:pt x="7724843" y="983721"/>
                  </a:lnTo>
                  <a:lnTo>
                    <a:pt x="7729319" y="970136"/>
                  </a:lnTo>
                  <a:lnTo>
                    <a:pt x="7733794" y="932577"/>
                  </a:lnTo>
                  <a:lnTo>
                    <a:pt x="7738270" y="1046052"/>
                  </a:lnTo>
                  <a:lnTo>
                    <a:pt x="7751697" y="1283392"/>
                  </a:lnTo>
                  <a:lnTo>
                    <a:pt x="7756172" y="1198685"/>
                  </a:lnTo>
                  <a:lnTo>
                    <a:pt x="7760648" y="1333737"/>
                  </a:lnTo>
                  <a:lnTo>
                    <a:pt x="7769599" y="1420042"/>
                  </a:lnTo>
                  <a:lnTo>
                    <a:pt x="7783026" y="1105188"/>
                  </a:lnTo>
                  <a:lnTo>
                    <a:pt x="7787501" y="970136"/>
                  </a:lnTo>
                  <a:lnTo>
                    <a:pt x="7791977" y="1004498"/>
                  </a:lnTo>
                  <a:lnTo>
                    <a:pt x="7796453" y="1119572"/>
                  </a:lnTo>
                  <a:lnTo>
                    <a:pt x="7800928" y="1468789"/>
                  </a:lnTo>
                  <a:lnTo>
                    <a:pt x="7814355" y="1475182"/>
                  </a:lnTo>
                  <a:lnTo>
                    <a:pt x="7818830" y="1414449"/>
                  </a:lnTo>
                  <a:lnTo>
                    <a:pt x="7823306" y="1224257"/>
                  </a:lnTo>
                  <a:lnTo>
                    <a:pt x="7827782" y="1070825"/>
                  </a:lnTo>
                  <a:lnTo>
                    <a:pt x="7832257" y="1113179"/>
                  </a:lnTo>
                  <a:lnTo>
                    <a:pt x="7845684" y="1032467"/>
                  </a:lnTo>
                  <a:lnTo>
                    <a:pt x="7850159" y="1174711"/>
                  </a:lnTo>
                  <a:lnTo>
                    <a:pt x="7854635" y="1415248"/>
                  </a:lnTo>
                  <a:lnTo>
                    <a:pt x="7859111" y="1329741"/>
                  </a:lnTo>
                  <a:lnTo>
                    <a:pt x="7863586" y="1183502"/>
                  </a:lnTo>
                  <a:lnTo>
                    <a:pt x="7877013" y="1223458"/>
                  </a:lnTo>
                  <a:lnTo>
                    <a:pt x="7881488" y="1179506"/>
                  </a:lnTo>
                  <a:lnTo>
                    <a:pt x="7885964" y="1223458"/>
                  </a:lnTo>
                  <a:lnTo>
                    <a:pt x="7890440" y="1288986"/>
                  </a:lnTo>
                  <a:lnTo>
                    <a:pt x="7894915" y="1363305"/>
                  </a:lnTo>
                  <a:lnTo>
                    <a:pt x="7908342" y="1646194"/>
                  </a:lnTo>
                  <a:lnTo>
                    <a:pt x="7912817" y="1722910"/>
                  </a:lnTo>
                  <a:lnTo>
                    <a:pt x="7917293" y="1720513"/>
                  </a:lnTo>
                  <a:lnTo>
                    <a:pt x="7921769" y="1734098"/>
                  </a:lnTo>
                  <a:lnTo>
                    <a:pt x="7926244" y="1736495"/>
                  </a:lnTo>
                  <a:lnTo>
                    <a:pt x="7939671" y="1722910"/>
                  </a:lnTo>
                  <a:lnTo>
                    <a:pt x="7944147" y="1732500"/>
                  </a:lnTo>
                  <a:lnTo>
                    <a:pt x="7948622" y="1786840"/>
                  </a:lnTo>
                  <a:lnTo>
                    <a:pt x="7953098" y="1659780"/>
                  </a:lnTo>
                  <a:lnTo>
                    <a:pt x="7957573" y="1601443"/>
                  </a:lnTo>
                  <a:lnTo>
                    <a:pt x="7971000" y="1787639"/>
                  </a:lnTo>
                  <a:lnTo>
                    <a:pt x="7975476" y="1694941"/>
                  </a:lnTo>
                  <a:lnTo>
                    <a:pt x="7979951" y="2010595"/>
                  </a:lnTo>
                  <a:lnTo>
                    <a:pt x="7984427" y="2120075"/>
                  </a:lnTo>
                  <a:lnTo>
                    <a:pt x="7988902" y="2124870"/>
                  </a:lnTo>
                  <a:lnTo>
                    <a:pt x="8002329" y="1256222"/>
                  </a:lnTo>
                  <a:lnTo>
                    <a:pt x="8006805" y="1530321"/>
                  </a:lnTo>
                  <a:lnTo>
                    <a:pt x="8011280" y="1617426"/>
                  </a:lnTo>
                  <a:lnTo>
                    <a:pt x="8015756" y="1674963"/>
                  </a:lnTo>
                  <a:lnTo>
                    <a:pt x="8020231" y="1922691"/>
                  </a:lnTo>
                  <a:lnTo>
                    <a:pt x="8033658" y="1823600"/>
                  </a:lnTo>
                  <a:lnTo>
                    <a:pt x="8038134" y="1758871"/>
                  </a:lnTo>
                  <a:lnTo>
                    <a:pt x="8042609" y="1937075"/>
                  </a:lnTo>
                  <a:lnTo>
                    <a:pt x="8047085" y="1984224"/>
                  </a:lnTo>
                  <a:lnTo>
                    <a:pt x="8051560" y="1688548"/>
                  </a:lnTo>
                  <a:lnTo>
                    <a:pt x="8064987" y="1877940"/>
                  </a:lnTo>
                  <a:lnTo>
                    <a:pt x="8069463" y="1902713"/>
                  </a:lnTo>
                  <a:lnTo>
                    <a:pt x="8073938" y="2010595"/>
                  </a:lnTo>
                  <a:lnTo>
                    <a:pt x="8078414" y="2050551"/>
                  </a:lnTo>
                  <a:lnTo>
                    <a:pt x="8082889" y="2140053"/>
                  </a:lnTo>
                  <a:lnTo>
                    <a:pt x="8096316" y="1483173"/>
                  </a:lnTo>
                  <a:lnTo>
                    <a:pt x="8100792" y="1587858"/>
                  </a:lnTo>
                  <a:lnTo>
                    <a:pt x="8105267" y="1513540"/>
                  </a:lnTo>
                  <a:lnTo>
                    <a:pt x="8109743" y="1476780"/>
                  </a:lnTo>
                  <a:lnTo>
                    <a:pt x="8114218" y="1877940"/>
                  </a:lnTo>
                  <a:lnTo>
                    <a:pt x="8127645" y="1937075"/>
                  </a:lnTo>
                  <a:lnTo>
                    <a:pt x="8145547" y="2159232"/>
                  </a:lnTo>
                  <a:lnTo>
                    <a:pt x="8194779" y="1816408"/>
                  </a:lnTo>
                  <a:lnTo>
                    <a:pt x="8199254" y="1998608"/>
                  </a:lnTo>
                  <a:lnTo>
                    <a:pt x="8203730" y="1906709"/>
                  </a:lnTo>
                  <a:lnTo>
                    <a:pt x="8208205" y="2111284"/>
                  </a:lnTo>
                  <a:lnTo>
                    <a:pt x="8221632" y="2381388"/>
                  </a:lnTo>
                  <a:lnTo>
                    <a:pt x="8226108" y="2279900"/>
                  </a:lnTo>
                  <a:lnTo>
                    <a:pt x="8230583" y="1995411"/>
                  </a:lnTo>
                  <a:lnTo>
                    <a:pt x="8235059" y="2015390"/>
                  </a:lnTo>
                  <a:lnTo>
                    <a:pt x="8239535" y="2194393"/>
                  </a:lnTo>
                  <a:lnTo>
                    <a:pt x="8252961" y="2238345"/>
                  </a:lnTo>
                  <a:lnTo>
                    <a:pt x="8257437" y="2251131"/>
                  </a:lnTo>
                  <a:lnTo>
                    <a:pt x="8261912" y="2156035"/>
                  </a:lnTo>
                  <a:lnTo>
                    <a:pt x="8266388" y="1893923"/>
                  </a:lnTo>
                  <a:lnTo>
                    <a:pt x="8270864" y="1654985"/>
                  </a:lnTo>
                  <a:lnTo>
                    <a:pt x="8284290" y="1532719"/>
                  </a:lnTo>
                  <a:lnTo>
                    <a:pt x="8288766" y="1653387"/>
                  </a:lnTo>
                  <a:lnTo>
                    <a:pt x="8293241" y="1678958"/>
                  </a:lnTo>
                  <a:lnTo>
                    <a:pt x="8297717" y="1782045"/>
                  </a:lnTo>
                  <a:lnTo>
                    <a:pt x="8302193" y="1941870"/>
                  </a:lnTo>
                  <a:lnTo>
                    <a:pt x="8315619" y="2243140"/>
                  </a:lnTo>
                  <a:lnTo>
                    <a:pt x="8320095" y="2235948"/>
                  </a:lnTo>
                  <a:lnTo>
                    <a:pt x="8324570" y="2092905"/>
                  </a:lnTo>
                  <a:lnTo>
                    <a:pt x="8329046" y="1969840"/>
                  </a:lnTo>
                  <a:lnTo>
                    <a:pt x="8333522" y="1989018"/>
                  </a:lnTo>
                  <a:lnTo>
                    <a:pt x="8346948" y="2022582"/>
                  </a:lnTo>
                  <a:lnTo>
                    <a:pt x="8351424" y="1984224"/>
                  </a:lnTo>
                  <a:lnTo>
                    <a:pt x="8355899" y="1982626"/>
                  </a:lnTo>
                  <a:lnTo>
                    <a:pt x="8364851" y="2208778"/>
                  </a:lnTo>
                  <a:lnTo>
                    <a:pt x="8378277" y="2410956"/>
                  </a:lnTo>
                  <a:lnTo>
                    <a:pt x="8382753" y="2412554"/>
                  </a:lnTo>
                  <a:lnTo>
                    <a:pt x="8387229" y="2286293"/>
                  </a:lnTo>
                  <a:lnTo>
                    <a:pt x="8391704" y="1969840"/>
                  </a:lnTo>
                  <a:lnTo>
                    <a:pt x="8396180" y="1548701"/>
                  </a:lnTo>
                  <a:lnTo>
                    <a:pt x="8409606" y="1499955"/>
                  </a:lnTo>
                  <a:lnTo>
                    <a:pt x="8414082" y="1493562"/>
                  </a:lnTo>
                  <a:lnTo>
                    <a:pt x="8418558" y="1698937"/>
                  </a:lnTo>
                  <a:lnTo>
                    <a:pt x="8423033" y="1796430"/>
                  </a:lnTo>
                  <a:lnTo>
                    <a:pt x="8427509" y="1907508"/>
                  </a:lnTo>
                  <a:lnTo>
                    <a:pt x="8440935" y="1884333"/>
                  </a:lnTo>
                  <a:lnTo>
                    <a:pt x="8445411" y="1830792"/>
                  </a:lnTo>
                  <a:lnTo>
                    <a:pt x="8449887" y="1650190"/>
                  </a:lnTo>
                  <a:lnTo>
                    <a:pt x="8454362" y="1517535"/>
                  </a:lnTo>
                  <a:lnTo>
                    <a:pt x="8458838" y="1449610"/>
                  </a:lnTo>
                  <a:lnTo>
                    <a:pt x="8472264" y="1577470"/>
                  </a:lnTo>
                  <a:lnTo>
                    <a:pt x="8476740" y="1706928"/>
                  </a:lnTo>
                  <a:lnTo>
                    <a:pt x="8481216" y="1796430"/>
                  </a:lnTo>
                  <a:lnTo>
                    <a:pt x="8485691" y="1907508"/>
                  </a:lnTo>
                  <a:lnTo>
                    <a:pt x="8490167" y="1913901"/>
                  </a:lnTo>
                  <a:lnTo>
                    <a:pt x="8503593" y="1929084"/>
                  </a:lnTo>
                  <a:lnTo>
                    <a:pt x="8508069" y="1950661"/>
                  </a:lnTo>
                  <a:lnTo>
                    <a:pt x="8512545" y="1693343"/>
                  </a:lnTo>
                  <a:lnTo>
                    <a:pt x="8517020" y="1435226"/>
                  </a:lnTo>
                  <a:lnTo>
                    <a:pt x="8521496" y="1214668"/>
                  </a:lnTo>
                  <a:lnTo>
                    <a:pt x="8534923" y="1383283"/>
                  </a:lnTo>
                  <a:lnTo>
                    <a:pt x="8539398" y="1457601"/>
                  </a:lnTo>
                  <a:lnTo>
                    <a:pt x="8548349" y="1613430"/>
                  </a:lnTo>
                  <a:lnTo>
                    <a:pt x="8552825" y="1491964"/>
                  </a:lnTo>
                  <a:lnTo>
                    <a:pt x="8566252" y="1583064"/>
                  </a:lnTo>
                  <a:lnTo>
                    <a:pt x="8570727" y="1580666"/>
                  </a:lnTo>
                  <a:lnTo>
                    <a:pt x="8575203" y="1372095"/>
                  </a:lnTo>
                  <a:lnTo>
                    <a:pt x="8579678" y="1189096"/>
                  </a:lnTo>
                  <a:lnTo>
                    <a:pt x="8584154" y="1133157"/>
                  </a:lnTo>
                  <a:lnTo>
                    <a:pt x="8597581" y="1691744"/>
                  </a:lnTo>
                  <a:lnTo>
                    <a:pt x="8602056" y="1542308"/>
                  </a:lnTo>
                  <a:lnTo>
                    <a:pt x="8606532" y="1513540"/>
                  </a:lnTo>
                  <a:lnTo>
                    <a:pt x="8611007" y="1503151"/>
                  </a:lnTo>
                  <a:lnTo>
                    <a:pt x="8615483" y="1356112"/>
                  </a:lnTo>
                  <a:lnTo>
                    <a:pt x="8628910" y="1078017"/>
                  </a:lnTo>
                  <a:lnTo>
                    <a:pt x="8633385" y="962144"/>
                  </a:lnTo>
                  <a:lnTo>
                    <a:pt x="8637861" y="974930"/>
                  </a:lnTo>
                  <a:lnTo>
                    <a:pt x="8642336" y="1243436"/>
                  </a:lnTo>
                  <a:lnTo>
                    <a:pt x="8664714" y="1211471"/>
                  </a:lnTo>
                  <a:lnTo>
                    <a:pt x="8669190" y="1191493"/>
                  </a:lnTo>
                  <a:lnTo>
                    <a:pt x="8673665" y="1286589"/>
                  </a:lnTo>
                  <a:lnTo>
                    <a:pt x="8678141" y="1339331"/>
                  </a:lnTo>
                  <a:lnTo>
                    <a:pt x="8691568" y="1097996"/>
                  </a:lnTo>
                  <a:lnTo>
                    <a:pt x="8696043" y="970935"/>
                  </a:lnTo>
                  <a:lnTo>
                    <a:pt x="8700519" y="872643"/>
                  </a:lnTo>
                  <a:lnTo>
                    <a:pt x="8709470" y="658477"/>
                  </a:lnTo>
                  <a:lnTo>
                    <a:pt x="8722897" y="1463994"/>
                  </a:lnTo>
                  <a:lnTo>
                    <a:pt x="8727372" y="1408056"/>
                  </a:lnTo>
                  <a:lnTo>
                    <a:pt x="8731848" y="1313759"/>
                  </a:lnTo>
                  <a:lnTo>
                    <a:pt x="8736323" y="1302571"/>
                  </a:lnTo>
                  <a:lnTo>
                    <a:pt x="8740799" y="1249030"/>
                  </a:lnTo>
                  <a:lnTo>
                    <a:pt x="8754226" y="1033266"/>
                  </a:lnTo>
                  <a:lnTo>
                    <a:pt x="8758701" y="1028472"/>
                  </a:lnTo>
                  <a:lnTo>
                    <a:pt x="8763177" y="984520"/>
                  </a:lnTo>
                  <a:lnTo>
                    <a:pt x="8767652" y="1166720"/>
                  </a:lnTo>
                  <a:lnTo>
                    <a:pt x="8772128" y="1229052"/>
                  </a:lnTo>
                  <a:lnTo>
                    <a:pt x="8785555" y="1056441"/>
                  </a:lnTo>
                  <a:lnTo>
                    <a:pt x="8790030" y="899813"/>
                  </a:lnTo>
                  <a:lnTo>
                    <a:pt x="8794506" y="990913"/>
                  </a:lnTo>
                  <a:lnTo>
                    <a:pt x="8798981" y="1304169"/>
                  </a:lnTo>
                  <a:lnTo>
                    <a:pt x="8803457" y="1414449"/>
                  </a:lnTo>
                  <a:lnTo>
                    <a:pt x="8816884" y="1000502"/>
                  </a:lnTo>
                  <a:lnTo>
                    <a:pt x="8821359" y="970136"/>
                  </a:lnTo>
                  <a:lnTo>
                    <a:pt x="8825835" y="995708"/>
                  </a:lnTo>
                  <a:lnTo>
                    <a:pt x="8834786" y="625713"/>
                  </a:lnTo>
                  <a:lnTo>
                    <a:pt x="8848213" y="858258"/>
                  </a:lnTo>
                  <a:lnTo>
                    <a:pt x="8852688" y="747180"/>
                  </a:lnTo>
                  <a:lnTo>
                    <a:pt x="8857164" y="738390"/>
                  </a:lnTo>
                  <a:lnTo>
                    <a:pt x="8861640" y="857459"/>
                  </a:lnTo>
                  <a:lnTo>
                    <a:pt x="8866115" y="803119"/>
                  </a:lnTo>
                  <a:lnTo>
                    <a:pt x="8884017" y="912599"/>
                  </a:lnTo>
                  <a:lnTo>
                    <a:pt x="8888493" y="902210"/>
                  </a:lnTo>
                  <a:lnTo>
                    <a:pt x="8892969" y="688045"/>
                  </a:lnTo>
                  <a:lnTo>
                    <a:pt x="8897444" y="435522"/>
                  </a:lnTo>
                  <a:lnTo>
                    <a:pt x="8910871" y="755171"/>
                  </a:lnTo>
                  <a:lnTo>
                    <a:pt x="8915346" y="636102"/>
                  </a:lnTo>
                  <a:lnTo>
                    <a:pt x="8919822" y="537810"/>
                  </a:lnTo>
                  <a:lnTo>
                    <a:pt x="8924298" y="640098"/>
                  </a:lnTo>
                  <a:lnTo>
                    <a:pt x="8928773" y="684049"/>
                  </a:lnTo>
                  <a:lnTo>
                    <a:pt x="8933249" y="491461"/>
                  </a:lnTo>
                  <a:lnTo>
                    <a:pt x="8942200" y="519430"/>
                  </a:lnTo>
                  <a:lnTo>
                    <a:pt x="8946675" y="619320"/>
                  </a:lnTo>
                  <a:lnTo>
                    <a:pt x="8951151" y="354810"/>
                  </a:lnTo>
                  <a:lnTo>
                    <a:pt x="8955627" y="435522"/>
                  </a:lnTo>
                  <a:lnTo>
                    <a:pt x="8960102" y="627312"/>
                  </a:lnTo>
                  <a:lnTo>
                    <a:pt x="8973529" y="340426"/>
                  </a:lnTo>
                  <a:lnTo>
                    <a:pt x="8978005" y="125462"/>
                  </a:lnTo>
                  <a:lnTo>
                    <a:pt x="8982480" y="9589"/>
                  </a:lnTo>
                  <a:lnTo>
                    <a:pt x="8986956" y="546600"/>
                  </a:lnTo>
                  <a:lnTo>
                    <a:pt x="8991431" y="626513"/>
                  </a:lnTo>
                  <a:lnTo>
                    <a:pt x="9004858" y="835084"/>
                  </a:lnTo>
                  <a:lnTo>
                    <a:pt x="9009334" y="973332"/>
                  </a:lnTo>
                  <a:lnTo>
                    <a:pt x="9013809" y="863852"/>
                  </a:lnTo>
                  <a:lnTo>
                    <a:pt x="9018285" y="742385"/>
                  </a:lnTo>
                  <a:lnTo>
                    <a:pt x="9022760" y="723206"/>
                  </a:lnTo>
                  <a:lnTo>
                    <a:pt x="9036187" y="582561"/>
                  </a:lnTo>
                  <a:lnTo>
                    <a:pt x="9040663" y="657678"/>
                  </a:lnTo>
                  <a:lnTo>
                    <a:pt x="9045138" y="830289"/>
                  </a:lnTo>
                  <a:lnTo>
                    <a:pt x="9049614" y="778346"/>
                  </a:lnTo>
                  <a:lnTo>
                    <a:pt x="9054089" y="571373"/>
                  </a:lnTo>
                  <a:lnTo>
                    <a:pt x="9067516" y="660076"/>
                  </a:lnTo>
                  <a:lnTo>
                    <a:pt x="9071992" y="731198"/>
                  </a:lnTo>
                  <a:lnTo>
                    <a:pt x="9076467" y="656080"/>
                  </a:lnTo>
                  <a:lnTo>
                    <a:pt x="9080943" y="686447"/>
                  </a:lnTo>
                  <a:lnTo>
                    <a:pt x="9085418" y="658477"/>
                  </a:lnTo>
                  <a:lnTo>
                    <a:pt x="9098845" y="810311"/>
                  </a:lnTo>
                  <a:lnTo>
                    <a:pt x="9103321" y="863053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9" name="pg6">
              <a:extLst>
                <a:ext uri="{FF2B5EF4-FFF2-40B4-BE49-F238E27FC236}">
                  <a16:creationId xmlns:a16="http://schemas.microsoft.com/office/drawing/2014/main" id="{1DD623F2-B2D5-4AE7-8A0D-5C944D288086}"/>
                </a:ext>
              </a:extLst>
            </p:cNvPr>
            <p:cNvSpPr/>
            <p:nvPr/>
          </p:nvSpPr>
          <p:spPr>
            <a:xfrm>
              <a:off x="1063018" y="1148227"/>
              <a:ext cx="5080364" cy="1879614"/>
            </a:xfrm>
            <a:custGeom>
              <a:avLst/>
              <a:gdLst/>
              <a:ahLst/>
              <a:cxnLst/>
              <a:rect l="0" t="0" r="0" b="0"/>
              <a:pathLst>
                <a:path w="9103321" h="3380293">
                  <a:moveTo>
                    <a:pt x="0" y="1774054"/>
                  </a:moveTo>
                  <a:lnTo>
                    <a:pt x="13426" y="1949861"/>
                  </a:lnTo>
                  <a:lnTo>
                    <a:pt x="17902" y="1845975"/>
                  </a:lnTo>
                  <a:lnTo>
                    <a:pt x="22377" y="1654186"/>
                  </a:lnTo>
                  <a:lnTo>
                    <a:pt x="26853" y="1486370"/>
                  </a:lnTo>
                  <a:lnTo>
                    <a:pt x="31329" y="1646194"/>
                  </a:lnTo>
                  <a:lnTo>
                    <a:pt x="44755" y="1814010"/>
                  </a:lnTo>
                  <a:lnTo>
                    <a:pt x="49231" y="1558291"/>
                  </a:lnTo>
                  <a:lnTo>
                    <a:pt x="53706" y="1462396"/>
                  </a:lnTo>
                  <a:lnTo>
                    <a:pt x="58182" y="1566282"/>
                  </a:lnTo>
                  <a:lnTo>
                    <a:pt x="62658" y="1710124"/>
                  </a:lnTo>
                  <a:lnTo>
                    <a:pt x="76084" y="2037765"/>
                  </a:lnTo>
                  <a:lnTo>
                    <a:pt x="80560" y="2069730"/>
                  </a:lnTo>
                  <a:lnTo>
                    <a:pt x="85035" y="1917896"/>
                  </a:lnTo>
                  <a:lnTo>
                    <a:pt x="89511" y="1997809"/>
                  </a:lnTo>
                  <a:lnTo>
                    <a:pt x="93987" y="2269511"/>
                  </a:lnTo>
                  <a:lnTo>
                    <a:pt x="107413" y="1798028"/>
                  </a:lnTo>
                  <a:lnTo>
                    <a:pt x="111889" y="1941870"/>
                  </a:lnTo>
                  <a:lnTo>
                    <a:pt x="116364" y="2013791"/>
                  </a:lnTo>
                  <a:lnTo>
                    <a:pt x="120840" y="1734098"/>
                  </a:lnTo>
                  <a:lnTo>
                    <a:pt x="125316" y="1382484"/>
                  </a:lnTo>
                  <a:lnTo>
                    <a:pt x="138742" y="1542308"/>
                  </a:lnTo>
                  <a:lnTo>
                    <a:pt x="143218" y="1973835"/>
                  </a:lnTo>
                  <a:lnTo>
                    <a:pt x="147694" y="2005800"/>
                  </a:lnTo>
                  <a:lnTo>
                    <a:pt x="152169" y="1957853"/>
                  </a:lnTo>
                  <a:lnTo>
                    <a:pt x="156645" y="1933879"/>
                  </a:lnTo>
                  <a:lnTo>
                    <a:pt x="170071" y="1566282"/>
                  </a:lnTo>
                  <a:lnTo>
                    <a:pt x="174547" y="1933879"/>
                  </a:lnTo>
                  <a:lnTo>
                    <a:pt x="179023" y="2005800"/>
                  </a:lnTo>
                  <a:lnTo>
                    <a:pt x="183498" y="1981826"/>
                  </a:lnTo>
                  <a:lnTo>
                    <a:pt x="187974" y="1845975"/>
                  </a:lnTo>
                  <a:lnTo>
                    <a:pt x="201400" y="1470387"/>
                  </a:lnTo>
                  <a:lnTo>
                    <a:pt x="205876" y="1798028"/>
                  </a:lnTo>
                  <a:lnTo>
                    <a:pt x="210352" y="1885932"/>
                  </a:lnTo>
                  <a:lnTo>
                    <a:pt x="214827" y="1766063"/>
                  </a:lnTo>
                  <a:lnTo>
                    <a:pt x="219303" y="1885932"/>
                  </a:lnTo>
                  <a:lnTo>
                    <a:pt x="232729" y="1718116"/>
                  </a:lnTo>
                  <a:lnTo>
                    <a:pt x="237205" y="1614229"/>
                  </a:lnTo>
                  <a:lnTo>
                    <a:pt x="241681" y="2053748"/>
                  </a:lnTo>
                  <a:lnTo>
                    <a:pt x="246156" y="2117677"/>
                  </a:lnTo>
                  <a:lnTo>
                    <a:pt x="250632" y="2013791"/>
                  </a:lnTo>
                  <a:lnTo>
                    <a:pt x="264058" y="1822002"/>
                  </a:lnTo>
                  <a:lnTo>
                    <a:pt x="268534" y="1933879"/>
                  </a:lnTo>
                  <a:lnTo>
                    <a:pt x="273010" y="1901914"/>
                  </a:lnTo>
                  <a:lnTo>
                    <a:pt x="277485" y="1909905"/>
                  </a:lnTo>
                  <a:lnTo>
                    <a:pt x="281961" y="1885932"/>
                  </a:lnTo>
                  <a:lnTo>
                    <a:pt x="295388" y="1710124"/>
                  </a:lnTo>
                  <a:lnTo>
                    <a:pt x="299863" y="1590256"/>
                  </a:lnTo>
                  <a:lnTo>
                    <a:pt x="304339" y="1294580"/>
                  </a:lnTo>
                  <a:lnTo>
                    <a:pt x="308814" y="1390475"/>
                  </a:lnTo>
                  <a:lnTo>
                    <a:pt x="313290" y="1814010"/>
                  </a:lnTo>
                  <a:lnTo>
                    <a:pt x="326717" y="1502352"/>
                  </a:lnTo>
                  <a:lnTo>
                    <a:pt x="331192" y="1382484"/>
                  </a:lnTo>
                  <a:lnTo>
                    <a:pt x="335668" y="1438422"/>
                  </a:lnTo>
                  <a:lnTo>
                    <a:pt x="340143" y="1414449"/>
                  </a:lnTo>
                  <a:lnTo>
                    <a:pt x="344619" y="1414449"/>
                  </a:lnTo>
                  <a:lnTo>
                    <a:pt x="358046" y="2013791"/>
                  </a:lnTo>
                  <a:lnTo>
                    <a:pt x="362521" y="1941870"/>
                  </a:lnTo>
                  <a:lnTo>
                    <a:pt x="366997" y="1869949"/>
                  </a:lnTo>
                  <a:lnTo>
                    <a:pt x="371472" y="1885932"/>
                  </a:lnTo>
                  <a:lnTo>
                    <a:pt x="375948" y="1550300"/>
                  </a:lnTo>
                  <a:lnTo>
                    <a:pt x="380423" y="1414449"/>
                  </a:lnTo>
                  <a:lnTo>
                    <a:pt x="389375" y="2069730"/>
                  </a:lnTo>
                  <a:lnTo>
                    <a:pt x="393850" y="1933879"/>
                  </a:lnTo>
                  <a:lnTo>
                    <a:pt x="398326" y="1989818"/>
                  </a:lnTo>
                  <a:lnTo>
                    <a:pt x="402801" y="1782045"/>
                  </a:lnTo>
                  <a:lnTo>
                    <a:pt x="407277" y="1710124"/>
                  </a:lnTo>
                  <a:lnTo>
                    <a:pt x="420704" y="1078817"/>
                  </a:lnTo>
                  <a:lnTo>
                    <a:pt x="425179" y="1102790"/>
                  </a:lnTo>
                  <a:lnTo>
                    <a:pt x="429655" y="1030869"/>
                  </a:lnTo>
                  <a:lnTo>
                    <a:pt x="434130" y="1030869"/>
                  </a:lnTo>
                  <a:lnTo>
                    <a:pt x="443082" y="1206676"/>
                  </a:lnTo>
                  <a:lnTo>
                    <a:pt x="456508" y="1877940"/>
                  </a:lnTo>
                  <a:lnTo>
                    <a:pt x="460984" y="1598247"/>
                  </a:lnTo>
                  <a:lnTo>
                    <a:pt x="465459" y="1190694"/>
                  </a:lnTo>
                  <a:lnTo>
                    <a:pt x="469935" y="982922"/>
                  </a:lnTo>
                  <a:lnTo>
                    <a:pt x="483362" y="1294580"/>
                  </a:lnTo>
                  <a:lnTo>
                    <a:pt x="487837" y="1198685"/>
                  </a:lnTo>
                  <a:lnTo>
                    <a:pt x="492313" y="1078817"/>
                  </a:lnTo>
                  <a:lnTo>
                    <a:pt x="496788" y="1134755"/>
                  </a:lnTo>
                  <a:lnTo>
                    <a:pt x="501264" y="1118773"/>
                  </a:lnTo>
                  <a:lnTo>
                    <a:pt x="514691" y="1150738"/>
                  </a:lnTo>
                  <a:lnTo>
                    <a:pt x="519166" y="982922"/>
                  </a:lnTo>
                  <a:lnTo>
                    <a:pt x="523642" y="1206676"/>
                  </a:lnTo>
                  <a:lnTo>
                    <a:pt x="528117" y="1278597"/>
                  </a:lnTo>
                  <a:lnTo>
                    <a:pt x="546020" y="1366501"/>
                  </a:lnTo>
                  <a:lnTo>
                    <a:pt x="554971" y="1478378"/>
                  </a:lnTo>
                  <a:lnTo>
                    <a:pt x="559446" y="1230650"/>
                  </a:lnTo>
                  <a:lnTo>
                    <a:pt x="563922" y="982922"/>
                  </a:lnTo>
                  <a:lnTo>
                    <a:pt x="577349" y="1454405"/>
                  </a:lnTo>
                  <a:lnTo>
                    <a:pt x="581824" y="1726107"/>
                  </a:lnTo>
                  <a:lnTo>
                    <a:pt x="586300" y="1550300"/>
                  </a:lnTo>
                  <a:lnTo>
                    <a:pt x="590776" y="1542308"/>
                  </a:lnTo>
                  <a:lnTo>
                    <a:pt x="595251" y="1430431"/>
                  </a:lnTo>
                  <a:lnTo>
                    <a:pt x="608678" y="1022878"/>
                  </a:lnTo>
                  <a:lnTo>
                    <a:pt x="613153" y="839079"/>
                  </a:lnTo>
                  <a:lnTo>
                    <a:pt x="617629" y="823097"/>
                  </a:lnTo>
                  <a:lnTo>
                    <a:pt x="626580" y="751176"/>
                  </a:lnTo>
                  <a:lnTo>
                    <a:pt x="640007" y="1078817"/>
                  </a:lnTo>
                  <a:lnTo>
                    <a:pt x="644482" y="1150738"/>
                  </a:lnTo>
                  <a:lnTo>
                    <a:pt x="648958" y="950957"/>
                  </a:lnTo>
                  <a:lnTo>
                    <a:pt x="653434" y="1006895"/>
                  </a:lnTo>
                  <a:lnTo>
                    <a:pt x="657909" y="1054843"/>
                  </a:lnTo>
                  <a:lnTo>
                    <a:pt x="675811" y="679255"/>
                  </a:lnTo>
                  <a:lnTo>
                    <a:pt x="680287" y="743185"/>
                  </a:lnTo>
                  <a:lnTo>
                    <a:pt x="684763" y="926983"/>
                  </a:lnTo>
                  <a:lnTo>
                    <a:pt x="689238" y="1270606"/>
                  </a:lnTo>
                  <a:lnTo>
                    <a:pt x="702665" y="1014887"/>
                  </a:lnTo>
                  <a:lnTo>
                    <a:pt x="707140" y="950957"/>
                  </a:lnTo>
                  <a:lnTo>
                    <a:pt x="711616" y="1062834"/>
                  </a:lnTo>
                  <a:lnTo>
                    <a:pt x="716092" y="990913"/>
                  </a:lnTo>
                  <a:lnTo>
                    <a:pt x="720567" y="695237"/>
                  </a:lnTo>
                  <a:lnTo>
                    <a:pt x="733994" y="791132"/>
                  </a:lnTo>
                  <a:lnTo>
                    <a:pt x="738470" y="719211"/>
                  </a:lnTo>
                  <a:lnTo>
                    <a:pt x="742945" y="535412"/>
                  </a:lnTo>
                  <a:lnTo>
                    <a:pt x="747421" y="639298"/>
                  </a:lnTo>
                  <a:lnTo>
                    <a:pt x="751896" y="847071"/>
                  </a:lnTo>
                  <a:lnTo>
                    <a:pt x="765323" y="727202"/>
                  </a:lnTo>
                  <a:lnTo>
                    <a:pt x="769799" y="663272"/>
                  </a:lnTo>
                  <a:lnTo>
                    <a:pt x="774274" y="559386"/>
                  </a:lnTo>
                  <a:lnTo>
                    <a:pt x="778750" y="527421"/>
                  </a:lnTo>
                  <a:lnTo>
                    <a:pt x="783225" y="415544"/>
                  </a:lnTo>
                  <a:lnTo>
                    <a:pt x="796652" y="831088"/>
                  </a:lnTo>
                  <a:lnTo>
                    <a:pt x="801128" y="799123"/>
                  </a:lnTo>
                  <a:lnTo>
                    <a:pt x="810079" y="719211"/>
                  </a:lnTo>
                  <a:lnTo>
                    <a:pt x="814554" y="815106"/>
                  </a:lnTo>
                  <a:lnTo>
                    <a:pt x="827981" y="871044"/>
                  </a:lnTo>
                  <a:lnTo>
                    <a:pt x="832457" y="990913"/>
                  </a:lnTo>
                  <a:lnTo>
                    <a:pt x="836932" y="823097"/>
                  </a:lnTo>
                  <a:lnTo>
                    <a:pt x="841408" y="567377"/>
                  </a:lnTo>
                  <a:lnTo>
                    <a:pt x="845883" y="511439"/>
                  </a:lnTo>
                  <a:lnTo>
                    <a:pt x="859310" y="759167"/>
                  </a:lnTo>
                  <a:lnTo>
                    <a:pt x="863786" y="647290"/>
                  </a:lnTo>
                  <a:lnTo>
                    <a:pt x="890639" y="591351"/>
                  </a:lnTo>
                  <a:lnTo>
                    <a:pt x="895115" y="735193"/>
                  </a:lnTo>
                  <a:lnTo>
                    <a:pt x="899590" y="711220"/>
                  </a:lnTo>
                  <a:lnTo>
                    <a:pt x="904066" y="687246"/>
                  </a:lnTo>
                  <a:lnTo>
                    <a:pt x="908541" y="559386"/>
                  </a:lnTo>
                  <a:lnTo>
                    <a:pt x="921968" y="583360"/>
                  </a:lnTo>
                  <a:lnTo>
                    <a:pt x="926444" y="415544"/>
                  </a:lnTo>
                  <a:lnTo>
                    <a:pt x="930919" y="679255"/>
                  </a:lnTo>
                  <a:lnTo>
                    <a:pt x="935395" y="543404"/>
                  </a:lnTo>
                  <a:lnTo>
                    <a:pt x="939870" y="279693"/>
                  </a:lnTo>
                  <a:lnTo>
                    <a:pt x="953297" y="815106"/>
                  </a:lnTo>
                  <a:lnTo>
                    <a:pt x="957773" y="815106"/>
                  </a:lnTo>
                  <a:lnTo>
                    <a:pt x="962248" y="599342"/>
                  </a:lnTo>
                  <a:lnTo>
                    <a:pt x="966724" y="359605"/>
                  </a:lnTo>
                  <a:lnTo>
                    <a:pt x="971199" y="271702"/>
                  </a:lnTo>
                  <a:lnTo>
                    <a:pt x="984626" y="199780"/>
                  </a:lnTo>
                  <a:lnTo>
                    <a:pt x="989102" y="255719"/>
                  </a:lnTo>
                  <a:lnTo>
                    <a:pt x="993577" y="279693"/>
                  </a:lnTo>
                  <a:lnTo>
                    <a:pt x="998053" y="319649"/>
                  </a:lnTo>
                  <a:lnTo>
                    <a:pt x="1002528" y="439518"/>
                  </a:lnTo>
                  <a:lnTo>
                    <a:pt x="1015955" y="415544"/>
                  </a:lnTo>
                  <a:lnTo>
                    <a:pt x="1020431" y="703228"/>
                  </a:lnTo>
                  <a:lnTo>
                    <a:pt x="1024906" y="607334"/>
                  </a:lnTo>
                  <a:lnTo>
                    <a:pt x="1029382" y="327640"/>
                  </a:lnTo>
                  <a:lnTo>
                    <a:pt x="1033858" y="127859"/>
                  </a:lnTo>
                  <a:lnTo>
                    <a:pt x="1047284" y="895018"/>
                  </a:lnTo>
                  <a:lnTo>
                    <a:pt x="1051760" y="855062"/>
                  </a:lnTo>
                  <a:lnTo>
                    <a:pt x="1056235" y="567377"/>
                  </a:lnTo>
                  <a:lnTo>
                    <a:pt x="1060711" y="887027"/>
                  </a:lnTo>
                  <a:lnTo>
                    <a:pt x="1065187" y="831088"/>
                  </a:lnTo>
                  <a:lnTo>
                    <a:pt x="1078613" y="1014887"/>
                  </a:lnTo>
                  <a:lnTo>
                    <a:pt x="1083089" y="1030869"/>
                  </a:lnTo>
                  <a:lnTo>
                    <a:pt x="1087564" y="1062834"/>
                  </a:lnTo>
                  <a:lnTo>
                    <a:pt x="1092040" y="982922"/>
                  </a:lnTo>
                  <a:lnTo>
                    <a:pt x="1096516" y="623316"/>
                  </a:lnTo>
                  <a:lnTo>
                    <a:pt x="1109942" y="1086808"/>
                  </a:lnTo>
                  <a:lnTo>
                    <a:pt x="1114418" y="942966"/>
                  </a:lnTo>
                  <a:lnTo>
                    <a:pt x="1118893" y="791132"/>
                  </a:lnTo>
                  <a:lnTo>
                    <a:pt x="1123369" y="855062"/>
                  </a:lnTo>
                  <a:lnTo>
                    <a:pt x="1127845" y="855062"/>
                  </a:lnTo>
                  <a:lnTo>
                    <a:pt x="1141271" y="615325"/>
                  </a:lnTo>
                  <a:lnTo>
                    <a:pt x="1145747" y="471483"/>
                  </a:lnTo>
                  <a:lnTo>
                    <a:pt x="1150222" y="551395"/>
                  </a:lnTo>
                  <a:lnTo>
                    <a:pt x="1154698" y="871044"/>
                  </a:lnTo>
                  <a:lnTo>
                    <a:pt x="1159174" y="1062834"/>
                  </a:lnTo>
                  <a:lnTo>
                    <a:pt x="1172600" y="934974"/>
                  </a:lnTo>
                  <a:lnTo>
                    <a:pt x="1177076" y="879036"/>
                  </a:lnTo>
                  <a:lnTo>
                    <a:pt x="1181552" y="767158"/>
                  </a:lnTo>
                  <a:lnTo>
                    <a:pt x="1186027" y="942966"/>
                  </a:lnTo>
                  <a:lnTo>
                    <a:pt x="1190503" y="1302571"/>
                  </a:lnTo>
                  <a:lnTo>
                    <a:pt x="1203929" y="1286589"/>
                  </a:lnTo>
                  <a:lnTo>
                    <a:pt x="1208405" y="1246633"/>
                  </a:lnTo>
                  <a:lnTo>
                    <a:pt x="1212881" y="1166720"/>
                  </a:lnTo>
                  <a:lnTo>
                    <a:pt x="1217356" y="1222659"/>
                  </a:lnTo>
                  <a:lnTo>
                    <a:pt x="1221832" y="1150738"/>
                  </a:lnTo>
                  <a:lnTo>
                    <a:pt x="1235258" y="1438422"/>
                  </a:lnTo>
                  <a:lnTo>
                    <a:pt x="1239734" y="1350519"/>
                  </a:lnTo>
                  <a:lnTo>
                    <a:pt x="1244210" y="1318554"/>
                  </a:lnTo>
                  <a:lnTo>
                    <a:pt x="1248685" y="1294580"/>
                  </a:lnTo>
                  <a:lnTo>
                    <a:pt x="1253161" y="1206676"/>
                  </a:lnTo>
                  <a:lnTo>
                    <a:pt x="1266587" y="1574273"/>
                  </a:lnTo>
                  <a:lnTo>
                    <a:pt x="1271063" y="1662177"/>
                  </a:lnTo>
                  <a:lnTo>
                    <a:pt x="1275539" y="1590256"/>
                  </a:lnTo>
                  <a:lnTo>
                    <a:pt x="1280014" y="1558291"/>
                  </a:lnTo>
                  <a:lnTo>
                    <a:pt x="1284490" y="1622221"/>
                  </a:lnTo>
                  <a:lnTo>
                    <a:pt x="1297916" y="1598247"/>
                  </a:lnTo>
                  <a:lnTo>
                    <a:pt x="1302392" y="1478378"/>
                  </a:lnTo>
                  <a:lnTo>
                    <a:pt x="1306868" y="1126764"/>
                  </a:lnTo>
                  <a:lnTo>
                    <a:pt x="1311343" y="1054843"/>
                  </a:lnTo>
                  <a:lnTo>
                    <a:pt x="1315819" y="1214668"/>
                  </a:lnTo>
                  <a:lnTo>
                    <a:pt x="1329246" y="1494361"/>
                  </a:lnTo>
                  <a:lnTo>
                    <a:pt x="1333721" y="1518335"/>
                  </a:lnTo>
                  <a:lnTo>
                    <a:pt x="1338197" y="1406457"/>
                  </a:lnTo>
                  <a:lnTo>
                    <a:pt x="1342672" y="1510343"/>
                  </a:lnTo>
                  <a:lnTo>
                    <a:pt x="1347148" y="1246633"/>
                  </a:lnTo>
                  <a:lnTo>
                    <a:pt x="1360575" y="918992"/>
                  </a:lnTo>
                  <a:lnTo>
                    <a:pt x="1365050" y="1390475"/>
                  </a:lnTo>
                  <a:lnTo>
                    <a:pt x="1369526" y="1662177"/>
                  </a:lnTo>
                  <a:lnTo>
                    <a:pt x="1374001" y="1758072"/>
                  </a:lnTo>
                  <a:lnTo>
                    <a:pt x="1378477" y="1550300"/>
                  </a:lnTo>
                  <a:lnTo>
                    <a:pt x="1391904" y="1390475"/>
                  </a:lnTo>
                  <a:lnTo>
                    <a:pt x="1396379" y="1454405"/>
                  </a:lnTo>
                  <a:lnTo>
                    <a:pt x="1400855" y="1534317"/>
                  </a:lnTo>
                  <a:lnTo>
                    <a:pt x="1405330" y="1574273"/>
                  </a:lnTo>
                  <a:lnTo>
                    <a:pt x="1409806" y="1574273"/>
                  </a:lnTo>
                  <a:lnTo>
                    <a:pt x="1423233" y="1510343"/>
                  </a:lnTo>
                  <a:lnTo>
                    <a:pt x="1427708" y="1478378"/>
                  </a:lnTo>
                  <a:lnTo>
                    <a:pt x="1432184" y="1390475"/>
                  </a:lnTo>
                  <a:lnTo>
                    <a:pt x="1436659" y="1662177"/>
                  </a:lnTo>
                  <a:lnTo>
                    <a:pt x="1441135" y="1997809"/>
                  </a:lnTo>
                  <a:lnTo>
                    <a:pt x="1454562" y="1814010"/>
                  </a:lnTo>
                  <a:lnTo>
                    <a:pt x="1459037" y="1885932"/>
                  </a:lnTo>
                  <a:lnTo>
                    <a:pt x="1463513" y="1837984"/>
                  </a:lnTo>
                  <a:lnTo>
                    <a:pt x="1467988" y="1750080"/>
                  </a:lnTo>
                  <a:lnTo>
                    <a:pt x="1472464" y="1806019"/>
                  </a:lnTo>
                  <a:lnTo>
                    <a:pt x="1485891" y="2205581"/>
                  </a:lnTo>
                  <a:lnTo>
                    <a:pt x="1490366" y="1885932"/>
                  </a:lnTo>
                  <a:lnTo>
                    <a:pt x="1494842" y="2021783"/>
                  </a:lnTo>
                  <a:lnTo>
                    <a:pt x="1499317" y="2069730"/>
                  </a:lnTo>
                  <a:lnTo>
                    <a:pt x="1503793" y="1933879"/>
                  </a:lnTo>
                  <a:lnTo>
                    <a:pt x="1517220" y="1790037"/>
                  </a:lnTo>
                  <a:lnTo>
                    <a:pt x="1521695" y="1965844"/>
                  </a:lnTo>
                  <a:lnTo>
                    <a:pt x="1526171" y="2005800"/>
                  </a:lnTo>
                  <a:lnTo>
                    <a:pt x="1530646" y="2189599"/>
                  </a:lnTo>
                  <a:lnTo>
                    <a:pt x="1535122" y="2141651"/>
                  </a:lnTo>
                  <a:lnTo>
                    <a:pt x="1548549" y="1742089"/>
                  </a:lnTo>
                  <a:lnTo>
                    <a:pt x="1553024" y="1750080"/>
                  </a:lnTo>
                  <a:lnTo>
                    <a:pt x="1557500" y="1718116"/>
                  </a:lnTo>
                  <a:lnTo>
                    <a:pt x="1561975" y="1662177"/>
                  </a:lnTo>
                  <a:lnTo>
                    <a:pt x="1566451" y="1798028"/>
                  </a:lnTo>
                  <a:lnTo>
                    <a:pt x="1579878" y="1806019"/>
                  </a:lnTo>
                  <a:lnTo>
                    <a:pt x="1584353" y="1366501"/>
                  </a:lnTo>
                  <a:lnTo>
                    <a:pt x="1588829" y="1390475"/>
                  </a:lnTo>
                  <a:lnTo>
                    <a:pt x="1611207" y="2021783"/>
                  </a:lnTo>
                  <a:lnTo>
                    <a:pt x="1615682" y="2109686"/>
                  </a:lnTo>
                  <a:lnTo>
                    <a:pt x="1642536" y="2173616"/>
                  </a:lnTo>
                  <a:lnTo>
                    <a:pt x="1647011" y="2165625"/>
                  </a:lnTo>
                  <a:lnTo>
                    <a:pt x="1651487" y="2181607"/>
                  </a:lnTo>
                  <a:lnTo>
                    <a:pt x="1655963" y="2245537"/>
                  </a:lnTo>
                  <a:lnTo>
                    <a:pt x="1660438" y="2253528"/>
                  </a:lnTo>
                  <a:lnTo>
                    <a:pt x="1673865" y="2133660"/>
                  </a:lnTo>
                  <a:lnTo>
                    <a:pt x="1678340" y="1997809"/>
                  </a:lnTo>
                  <a:lnTo>
                    <a:pt x="1682816" y="2181607"/>
                  </a:lnTo>
                  <a:lnTo>
                    <a:pt x="1687292" y="2253528"/>
                  </a:lnTo>
                  <a:lnTo>
                    <a:pt x="1691767" y="2349423"/>
                  </a:lnTo>
                  <a:lnTo>
                    <a:pt x="1705194" y="2013791"/>
                  </a:lnTo>
                  <a:lnTo>
                    <a:pt x="1709669" y="1893923"/>
                  </a:lnTo>
                  <a:lnTo>
                    <a:pt x="1714145" y="1726107"/>
                  </a:lnTo>
                  <a:lnTo>
                    <a:pt x="1718621" y="1694142"/>
                  </a:lnTo>
                  <a:lnTo>
                    <a:pt x="1723096" y="1766063"/>
                  </a:lnTo>
                  <a:lnTo>
                    <a:pt x="1736523" y="2285493"/>
                  </a:lnTo>
                  <a:lnTo>
                    <a:pt x="1740998" y="2149642"/>
                  </a:lnTo>
                  <a:lnTo>
                    <a:pt x="1745474" y="2149642"/>
                  </a:lnTo>
                  <a:lnTo>
                    <a:pt x="1749950" y="1925888"/>
                  </a:lnTo>
                  <a:lnTo>
                    <a:pt x="1754425" y="1670168"/>
                  </a:lnTo>
                  <a:lnTo>
                    <a:pt x="1767852" y="1957853"/>
                  </a:lnTo>
                  <a:lnTo>
                    <a:pt x="1772328" y="1718116"/>
                  </a:lnTo>
                  <a:lnTo>
                    <a:pt x="1776803" y="1566282"/>
                  </a:lnTo>
                  <a:lnTo>
                    <a:pt x="1781279" y="1742089"/>
                  </a:lnTo>
                  <a:lnTo>
                    <a:pt x="1785754" y="1766063"/>
                  </a:lnTo>
                  <a:lnTo>
                    <a:pt x="1799181" y="2165625"/>
                  </a:lnTo>
                  <a:lnTo>
                    <a:pt x="1803657" y="2445318"/>
                  </a:lnTo>
                  <a:lnTo>
                    <a:pt x="1808132" y="2589160"/>
                  </a:lnTo>
                  <a:lnTo>
                    <a:pt x="1812608" y="2740994"/>
                  </a:lnTo>
                  <a:lnTo>
                    <a:pt x="1817083" y="2772959"/>
                  </a:lnTo>
                  <a:lnTo>
                    <a:pt x="1830510" y="2229555"/>
                  </a:lnTo>
                  <a:lnTo>
                    <a:pt x="1834986" y="1814010"/>
                  </a:lnTo>
                  <a:lnTo>
                    <a:pt x="1839461" y="1654186"/>
                  </a:lnTo>
                  <a:lnTo>
                    <a:pt x="1843937" y="1726107"/>
                  </a:lnTo>
                  <a:lnTo>
                    <a:pt x="1848412" y="1750080"/>
                  </a:lnTo>
                  <a:lnTo>
                    <a:pt x="1861839" y="1430431"/>
                  </a:lnTo>
                  <a:lnTo>
                    <a:pt x="1866315" y="1238641"/>
                  </a:lnTo>
                  <a:lnTo>
                    <a:pt x="1870790" y="1230650"/>
                  </a:lnTo>
                  <a:lnTo>
                    <a:pt x="1875266" y="1294580"/>
                  </a:lnTo>
                  <a:lnTo>
                    <a:pt x="1879741" y="1526326"/>
                  </a:lnTo>
                  <a:lnTo>
                    <a:pt x="1893168" y="1869949"/>
                  </a:lnTo>
                  <a:lnTo>
                    <a:pt x="1897644" y="1686151"/>
                  </a:lnTo>
                  <a:lnTo>
                    <a:pt x="1902119" y="1574273"/>
                  </a:lnTo>
                  <a:lnTo>
                    <a:pt x="1906595" y="1678159"/>
                  </a:lnTo>
                  <a:lnTo>
                    <a:pt x="1911070" y="2069730"/>
                  </a:lnTo>
                  <a:lnTo>
                    <a:pt x="1924497" y="2101695"/>
                  </a:lnTo>
                  <a:lnTo>
                    <a:pt x="1928973" y="2013791"/>
                  </a:lnTo>
                  <a:lnTo>
                    <a:pt x="1933448" y="1806019"/>
                  </a:lnTo>
                  <a:lnTo>
                    <a:pt x="1937924" y="1590256"/>
                  </a:lnTo>
                  <a:lnTo>
                    <a:pt x="1942399" y="1798028"/>
                  </a:lnTo>
                  <a:lnTo>
                    <a:pt x="1955826" y="1909905"/>
                  </a:lnTo>
                  <a:lnTo>
                    <a:pt x="1960302" y="1909905"/>
                  </a:lnTo>
                  <a:lnTo>
                    <a:pt x="1964777" y="2021783"/>
                  </a:lnTo>
                  <a:lnTo>
                    <a:pt x="1969253" y="2133660"/>
                  </a:lnTo>
                  <a:lnTo>
                    <a:pt x="1973728" y="2037765"/>
                  </a:lnTo>
                  <a:lnTo>
                    <a:pt x="1987155" y="1901914"/>
                  </a:lnTo>
                  <a:lnTo>
                    <a:pt x="1991631" y="1782045"/>
                  </a:lnTo>
                  <a:lnTo>
                    <a:pt x="1996106" y="1702133"/>
                  </a:lnTo>
                  <a:lnTo>
                    <a:pt x="2000582" y="1566282"/>
                  </a:lnTo>
                  <a:lnTo>
                    <a:pt x="2005057" y="1414449"/>
                  </a:lnTo>
                  <a:lnTo>
                    <a:pt x="2009533" y="1726107"/>
                  </a:lnTo>
                  <a:lnTo>
                    <a:pt x="2018484" y="1246633"/>
                  </a:lnTo>
                  <a:lnTo>
                    <a:pt x="2022960" y="1206676"/>
                  </a:lnTo>
                  <a:lnTo>
                    <a:pt x="2027435" y="1054843"/>
                  </a:lnTo>
                  <a:lnTo>
                    <a:pt x="2031911" y="1126764"/>
                  </a:lnTo>
                  <a:lnTo>
                    <a:pt x="2054289" y="2133660"/>
                  </a:lnTo>
                  <a:lnTo>
                    <a:pt x="2058764" y="2149642"/>
                  </a:lnTo>
                  <a:lnTo>
                    <a:pt x="2063240" y="2005800"/>
                  </a:lnTo>
                  <a:lnTo>
                    <a:pt x="2067716" y="1654186"/>
                  </a:lnTo>
                  <a:lnTo>
                    <a:pt x="2072191" y="1406457"/>
                  </a:lnTo>
                  <a:lnTo>
                    <a:pt x="2081142" y="1989818"/>
                  </a:lnTo>
                  <a:lnTo>
                    <a:pt x="2085618" y="2005800"/>
                  </a:lnTo>
                  <a:lnTo>
                    <a:pt x="2090093" y="1981826"/>
                  </a:lnTo>
                  <a:lnTo>
                    <a:pt x="2094569" y="1965844"/>
                  </a:lnTo>
                  <a:lnTo>
                    <a:pt x="2099045" y="1822002"/>
                  </a:lnTo>
                  <a:lnTo>
                    <a:pt x="2112471" y="1574273"/>
                  </a:lnTo>
                  <a:lnTo>
                    <a:pt x="2116947" y="1478378"/>
                  </a:lnTo>
                  <a:lnTo>
                    <a:pt x="2125898" y="1590256"/>
                  </a:lnTo>
                  <a:lnTo>
                    <a:pt x="2130374" y="1614229"/>
                  </a:lnTo>
                  <a:lnTo>
                    <a:pt x="2143800" y="1630212"/>
                  </a:lnTo>
                  <a:lnTo>
                    <a:pt x="2148276" y="1510343"/>
                  </a:lnTo>
                  <a:lnTo>
                    <a:pt x="2152751" y="1342527"/>
                  </a:lnTo>
                  <a:lnTo>
                    <a:pt x="2157227" y="1406457"/>
                  </a:lnTo>
                  <a:lnTo>
                    <a:pt x="2161703" y="1518335"/>
                  </a:lnTo>
                  <a:lnTo>
                    <a:pt x="2175129" y="1614229"/>
                  </a:lnTo>
                  <a:lnTo>
                    <a:pt x="2179605" y="1398466"/>
                  </a:lnTo>
                  <a:lnTo>
                    <a:pt x="2184080" y="1694142"/>
                  </a:lnTo>
                  <a:lnTo>
                    <a:pt x="2188556" y="1750080"/>
                  </a:lnTo>
                  <a:lnTo>
                    <a:pt x="2193032" y="1774054"/>
                  </a:lnTo>
                  <a:lnTo>
                    <a:pt x="2206458" y="607334"/>
                  </a:lnTo>
                  <a:lnTo>
                    <a:pt x="2210934" y="711220"/>
                  </a:lnTo>
                  <a:lnTo>
                    <a:pt x="2215410" y="1294580"/>
                  </a:lnTo>
                  <a:lnTo>
                    <a:pt x="2224361" y="1286589"/>
                  </a:lnTo>
                  <a:lnTo>
                    <a:pt x="2237787" y="1302571"/>
                  </a:lnTo>
                  <a:lnTo>
                    <a:pt x="2242263" y="1422440"/>
                  </a:lnTo>
                  <a:lnTo>
                    <a:pt x="2246739" y="1382484"/>
                  </a:lnTo>
                  <a:lnTo>
                    <a:pt x="2251214" y="1310562"/>
                  </a:lnTo>
                  <a:lnTo>
                    <a:pt x="2255690" y="1182703"/>
                  </a:lnTo>
                  <a:lnTo>
                    <a:pt x="2273592" y="1390475"/>
                  </a:lnTo>
                  <a:lnTo>
                    <a:pt x="2278068" y="1406457"/>
                  </a:lnTo>
                  <a:lnTo>
                    <a:pt x="2282543" y="1454405"/>
                  </a:lnTo>
                  <a:lnTo>
                    <a:pt x="2287019" y="1278597"/>
                  </a:lnTo>
                  <a:lnTo>
                    <a:pt x="2300445" y="1030869"/>
                  </a:lnTo>
                  <a:lnTo>
                    <a:pt x="2304921" y="887027"/>
                  </a:lnTo>
                  <a:lnTo>
                    <a:pt x="2309397" y="719211"/>
                  </a:lnTo>
                  <a:lnTo>
                    <a:pt x="2313872" y="719211"/>
                  </a:lnTo>
                  <a:lnTo>
                    <a:pt x="2318348" y="711220"/>
                  </a:lnTo>
                  <a:lnTo>
                    <a:pt x="2331774" y="727202"/>
                  </a:lnTo>
                  <a:lnTo>
                    <a:pt x="2336250" y="687246"/>
                  </a:lnTo>
                  <a:lnTo>
                    <a:pt x="2340726" y="655281"/>
                  </a:lnTo>
                  <a:lnTo>
                    <a:pt x="2345201" y="591351"/>
                  </a:lnTo>
                  <a:lnTo>
                    <a:pt x="2349677" y="551395"/>
                  </a:lnTo>
                  <a:lnTo>
                    <a:pt x="2363104" y="719211"/>
                  </a:lnTo>
                  <a:lnTo>
                    <a:pt x="2367579" y="575369"/>
                  </a:lnTo>
                  <a:lnTo>
                    <a:pt x="2372055" y="399561"/>
                  </a:lnTo>
                  <a:lnTo>
                    <a:pt x="2376530" y="151833"/>
                  </a:lnTo>
                  <a:lnTo>
                    <a:pt x="2381006" y="111877"/>
                  </a:lnTo>
                  <a:lnTo>
                    <a:pt x="2394433" y="327640"/>
                  </a:lnTo>
                  <a:lnTo>
                    <a:pt x="2398908" y="799123"/>
                  </a:lnTo>
                  <a:lnTo>
                    <a:pt x="2403384" y="831088"/>
                  </a:lnTo>
                  <a:lnTo>
                    <a:pt x="2407859" y="942966"/>
                  </a:lnTo>
                  <a:lnTo>
                    <a:pt x="2412335" y="767158"/>
                  </a:lnTo>
                  <a:lnTo>
                    <a:pt x="2425762" y="375588"/>
                  </a:lnTo>
                  <a:lnTo>
                    <a:pt x="2430237" y="471483"/>
                  </a:lnTo>
                  <a:lnTo>
                    <a:pt x="2439188" y="1006895"/>
                  </a:lnTo>
                  <a:lnTo>
                    <a:pt x="2443664" y="807114"/>
                  </a:lnTo>
                  <a:lnTo>
                    <a:pt x="2457091" y="759167"/>
                  </a:lnTo>
                  <a:lnTo>
                    <a:pt x="2461566" y="519430"/>
                  </a:lnTo>
                  <a:lnTo>
                    <a:pt x="2466042" y="775150"/>
                  </a:lnTo>
                  <a:lnTo>
                    <a:pt x="2470517" y="751176"/>
                  </a:lnTo>
                  <a:lnTo>
                    <a:pt x="2474993" y="863053"/>
                  </a:lnTo>
                  <a:lnTo>
                    <a:pt x="2488420" y="615325"/>
                  </a:lnTo>
                  <a:lnTo>
                    <a:pt x="2492895" y="455500"/>
                  </a:lnTo>
                  <a:lnTo>
                    <a:pt x="2497371" y="583360"/>
                  </a:lnTo>
                  <a:lnTo>
                    <a:pt x="2501846" y="599342"/>
                  </a:lnTo>
                  <a:lnTo>
                    <a:pt x="2506322" y="511439"/>
                  </a:lnTo>
                  <a:lnTo>
                    <a:pt x="2519749" y="711220"/>
                  </a:lnTo>
                  <a:lnTo>
                    <a:pt x="2524224" y="863053"/>
                  </a:lnTo>
                  <a:lnTo>
                    <a:pt x="2528700" y="823097"/>
                  </a:lnTo>
                  <a:lnTo>
                    <a:pt x="2533175" y="735193"/>
                  </a:lnTo>
                  <a:lnTo>
                    <a:pt x="2537651" y="623316"/>
                  </a:lnTo>
                  <a:lnTo>
                    <a:pt x="2551078" y="455500"/>
                  </a:lnTo>
                  <a:lnTo>
                    <a:pt x="2555553" y="503447"/>
                  </a:lnTo>
                  <a:lnTo>
                    <a:pt x="2560029" y="663272"/>
                  </a:lnTo>
                  <a:lnTo>
                    <a:pt x="2564504" y="735193"/>
                  </a:lnTo>
                  <a:lnTo>
                    <a:pt x="2568980" y="663272"/>
                  </a:lnTo>
                  <a:lnTo>
                    <a:pt x="2582407" y="990913"/>
                  </a:lnTo>
                  <a:lnTo>
                    <a:pt x="2586882" y="974930"/>
                  </a:lnTo>
                  <a:lnTo>
                    <a:pt x="2591358" y="918992"/>
                  </a:lnTo>
                  <a:lnTo>
                    <a:pt x="2595833" y="863053"/>
                  </a:lnTo>
                  <a:lnTo>
                    <a:pt x="2600309" y="807114"/>
                  </a:lnTo>
                  <a:lnTo>
                    <a:pt x="2613736" y="903009"/>
                  </a:lnTo>
                  <a:lnTo>
                    <a:pt x="2618211" y="759167"/>
                  </a:lnTo>
                  <a:lnTo>
                    <a:pt x="2622687" y="679255"/>
                  </a:lnTo>
                  <a:lnTo>
                    <a:pt x="2627162" y="599342"/>
                  </a:lnTo>
                  <a:lnTo>
                    <a:pt x="2631638" y="399561"/>
                  </a:lnTo>
                  <a:lnTo>
                    <a:pt x="2645065" y="831088"/>
                  </a:lnTo>
                  <a:lnTo>
                    <a:pt x="2649540" y="1174711"/>
                  </a:lnTo>
                  <a:lnTo>
                    <a:pt x="2654016" y="998904"/>
                  </a:lnTo>
                  <a:lnTo>
                    <a:pt x="2658492" y="863053"/>
                  </a:lnTo>
                  <a:lnTo>
                    <a:pt x="2662967" y="815106"/>
                  </a:lnTo>
                  <a:lnTo>
                    <a:pt x="2676394" y="982922"/>
                  </a:lnTo>
                  <a:lnTo>
                    <a:pt x="2680869" y="1046852"/>
                  </a:lnTo>
                  <a:lnTo>
                    <a:pt x="2685345" y="982922"/>
                  </a:lnTo>
                  <a:lnTo>
                    <a:pt x="2689821" y="1046852"/>
                  </a:lnTo>
                  <a:lnTo>
                    <a:pt x="2694296" y="1190694"/>
                  </a:lnTo>
                  <a:lnTo>
                    <a:pt x="2707723" y="1006895"/>
                  </a:lnTo>
                  <a:lnTo>
                    <a:pt x="2712198" y="1062834"/>
                  </a:lnTo>
                  <a:lnTo>
                    <a:pt x="2716674" y="1054843"/>
                  </a:lnTo>
                  <a:lnTo>
                    <a:pt x="2721150" y="990913"/>
                  </a:lnTo>
                  <a:lnTo>
                    <a:pt x="2725625" y="903009"/>
                  </a:lnTo>
                  <a:lnTo>
                    <a:pt x="2739052" y="767158"/>
                  </a:lnTo>
                  <a:lnTo>
                    <a:pt x="2743527" y="791132"/>
                  </a:lnTo>
                  <a:lnTo>
                    <a:pt x="2748003" y="783141"/>
                  </a:lnTo>
                  <a:lnTo>
                    <a:pt x="2752479" y="703228"/>
                  </a:lnTo>
                  <a:lnTo>
                    <a:pt x="2756954" y="751176"/>
                  </a:lnTo>
                  <a:lnTo>
                    <a:pt x="2770381" y="942966"/>
                  </a:lnTo>
                  <a:lnTo>
                    <a:pt x="2774856" y="807114"/>
                  </a:lnTo>
                  <a:lnTo>
                    <a:pt x="2779332" y="831088"/>
                  </a:lnTo>
                  <a:lnTo>
                    <a:pt x="2783808" y="982922"/>
                  </a:lnTo>
                  <a:lnTo>
                    <a:pt x="2788283" y="1094799"/>
                  </a:lnTo>
                  <a:lnTo>
                    <a:pt x="2801710" y="1294580"/>
                  </a:lnTo>
                  <a:lnTo>
                    <a:pt x="2806186" y="1318554"/>
                  </a:lnTo>
                  <a:lnTo>
                    <a:pt x="2810661" y="1270606"/>
                  </a:lnTo>
                  <a:lnTo>
                    <a:pt x="2815137" y="1134755"/>
                  </a:lnTo>
                  <a:lnTo>
                    <a:pt x="2819612" y="1014887"/>
                  </a:lnTo>
                  <a:lnTo>
                    <a:pt x="2833039" y="926983"/>
                  </a:lnTo>
                  <a:lnTo>
                    <a:pt x="2837515" y="1142746"/>
                  </a:lnTo>
                  <a:lnTo>
                    <a:pt x="2841990" y="1222659"/>
                  </a:lnTo>
                  <a:lnTo>
                    <a:pt x="2846466" y="1422440"/>
                  </a:lnTo>
                  <a:lnTo>
                    <a:pt x="2850941" y="1270606"/>
                  </a:lnTo>
                  <a:lnTo>
                    <a:pt x="2864368" y="1214668"/>
                  </a:lnTo>
                  <a:lnTo>
                    <a:pt x="2868844" y="1350519"/>
                  </a:lnTo>
                  <a:lnTo>
                    <a:pt x="2873319" y="1342527"/>
                  </a:lnTo>
                  <a:lnTo>
                    <a:pt x="2877795" y="1422440"/>
                  </a:lnTo>
                  <a:lnTo>
                    <a:pt x="2882270" y="1446413"/>
                  </a:lnTo>
                  <a:lnTo>
                    <a:pt x="2895697" y="1462396"/>
                  </a:lnTo>
                  <a:lnTo>
                    <a:pt x="2900173" y="1622221"/>
                  </a:lnTo>
                  <a:lnTo>
                    <a:pt x="2904648" y="1686151"/>
                  </a:lnTo>
                  <a:lnTo>
                    <a:pt x="2909124" y="1390475"/>
                  </a:lnTo>
                  <a:lnTo>
                    <a:pt x="2913599" y="1502352"/>
                  </a:lnTo>
                  <a:lnTo>
                    <a:pt x="2927026" y="1446413"/>
                  </a:lnTo>
                  <a:lnTo>
                    <a:pt x="2931502" y="1278597"/>
                  </a:lnTo>
                  <a:lnTo>
                    <a:pt x="2935977" y="1054843"/>
                  </a:lnTo>
                  <a:lnTo>
                    <a:pt x="2940453" y="1302571"/>
                  </a:lnTo>
                  <a:lnTo>
                    <a:pt x="2944928" y="1726107"/>
                  </a:lnTo>
                  <a:lnTo>
                    <a:pt x="2958355" y="1590256"/>
                  </a:lnTo>
                  <a:lnTo>
                    <a:pt x="2962831" y="1422440"/>
                  </a:lnTo>
                  <a:lnTo>
                    <a:pt x="2967306" y="1318554"/>
                  </a:lnTo>
                  <a:lnTo>
                    <a:pt x="2971782" y="1398466"/>
                  </a:lnTo>
                  <a:lnTo>
                    <a:pt x="2976257" y="1366501"/>
                  </a:lnTo>
                  <a:lnTo>
                    <a:pt x="2989684" y="1486370"/>
                  </a:lnTo>
                  <a:lnTo>
                    <a:pt x="2994160" y="1638203"/>
                  </a:lnTo>
                  <a:lnTo>
                    <a:pt x="2998635" y="1742089"/>
                  </a:lnTo>
                  <a:lnTo>
                    <a:pt x="3003111" y="1766063"/>
                  </a:lnTo>
                  <a:lnTo>
                    <a:pt x="3007586" y="1702133"/>
                  </a:lnTo>
                  <a:lnTo>
                    <a:pt x="3021013" y="1694142"/>
                  </a:lnTo>
                  <a:lnTo>
                    <a:pt x="3025489" y="1718116"/>
                  </a:lnTo>
                  <a:lnTo>
                    <a:pt x="3029964" y="1837984"/>
                  </a:lnTo>
                  <a:lnTo>
                    <a:pt x="3034440" y="1662177"/>
                  </a:lnTo>
                  <a:lnTo>
                    <a:pt x="3038915" y="1774054"/>
                  </a:lnTo>
                  <a:lnTo>
                    <a:pt x="3052342" y="1806019"/>
                  </a:lnTo>
                  <a:lnTo>
                    <a:pt x="3056818" y="1901914"/>
                  </a:lnTo>
                  <a:lnTo>
                    <a:pt x="3061293" y="1885932"/>
                  </a:lnTo>
                  <a:lnTo>
                    <a:pt x="3065769" y="1694142"/>
                  </a:lnTo>
                  <a:lnTo>
                    <a:pt x="3070244" y="1414449"/>
                  </a:lnTo>
                  <a:lnTo>
                    <a:pt x="3083671" y="1981826"/>
                  </a:lnTo>
                  <a:lnTo>
                    <a:pt x="3088147" y="1798028"/>
                  </a:lnTo>
                  <a:lnTo>
                    <a:pt x="3092622" y="1845975"/>
                  </a:lnTo>
                  <a:lnTo>
                    <a:pt x="3097098" y="1989818"/>
                  </a:lnTo>
                  <a:lnTo>
                    <a:pt x="3101574" y="2045756"/>
                  </a:lnTo>
                  <a:lnTo>
                    <a:pt x="3115000" y="2189599"/>
                  </a:lnTo>
                  <a:lnTo>
                    <a:pt x="3119476" y="1837984"/>
                  </a:lnTo>
                  <a:lnTo>
                    <a:pt x="3123951" y="1758072"/>
                  </a:lnTo>
                  <a:lnTo>
                    <a:pt x="3128427" y="2069730"/>
                  </a:lnTo>
                  <a:lnTo>
                    <a:pt x="3132903" y="2173616"/>
                  </a:lnTo>
                  <a:lnTo>
                    <a:pt x="3146329" y="2141651"/>
                  </a:lnTo>
                  <a:lnTo>
                    <a:pt x="3150805" y="2077721"/>
                  </a:lnTo>
                  <a:lnTo>
                    <a:pt x="3155280" y="1957853"/>
                  </a:lnTo>
                  <a:lnTo>
                    <a:pt x="3159756" y="2125669"/>
                  </a:lnTo>
                  <a:lnTo>
                    <a:pt x="3164232" y="2141651"/>
                  </a:lnTo>
                  <a:lnTo>
                    <a:pt x="3177658" y="1654186"/>
                  </a:lnTo>
                  <a:lnTo>
                    <a:pt x="3182134" y="1750080"/>
                  </a:lnTo>
                  <a:lnTo>
                    <a:pt x="3186609" y="1622221"/>
                  </a:lnTo>
                  <a:lnTo>
                    <a:pt x="3191085" y="1726107"/>
                  </a:lnTo>
                  <a:lnTo>
                    <a:pt x="3195561" y="1782045"/>
                  </a:lnTo>
                  <a:lnTo>
                    <a:pt x="3208987" y="2093704"/>
                  </a:lnTo>
                  <a:lnTo>
                    <a:pt x="3213463" y="2341432"/>
                  </a:lnTo>
                  <a:lnTo>
                    <a:pt x="3217938" y="2429336"/>
                  </a:lnTo>
                  <a:lnTo>
                    <a:pt x="3222414" y="2165625"/>
                  </a:lnTo>
                  <a:lnTo>
                    <a:pt x="3240316" y="1877940"/>
                  </a:lnTo>
                  <a:lnTo>
                    <a:pt x="3244792" y="1702133"/>
                  </a:lnTo>
                  <a:lnTo>
                    <a:pt x="3249268" y="1622221"/>
                  </a:lnTo>
                  <a:lnTo>
                    <a:pt x="3276121" y="1558291"/>
                  </a:lnTo>
                  <a:lnTo>
                    <a:pt x="3280597" y="2069730"/>
                  </a:lnTo>
                  <a:lnTo>
                    <a:pt x="3285072" y="2117677"/>
                  </a:lnTo>
                  <a:lnTo>
                    <a:pt x="3289548" y="2125669"/>
                  </a:lnTo>
                  <a:lnTo>
                    <a:pt x="3302974" y="2109686"/>
                  </a:lnTo>
                  <a:lnTo>
                    <a:pt x="3307450" y="2125669"/>
                  </a:lnTo>
                  <a:lnTo>
                    <a:pt x="3311926" y="2037765"/>
                  </a:lnTo>
                  <a:lnTo>
                    <a:pt x="3316401" y="1901914"/>
                  </a:lnTo>
                  <a:lnTo>
                    <a:pt x="3320877" y="1901914"/>
                  </a:lnTo>
                  <a:lnTo>
                    <a:pt x="3334303" y="1885932"/>
                  </a:lnTo>
                  <a:lnTo>
                    <a:pt x="3338779" y="1885932"/>
                  </a:lnTo>
                  <a:lnTo>
                    <a:pt x="3343255" y="2053748"/>
                  </a:lnTo>
                  <a:lnTo>
                    <a:pt x="3347730" y="2125669"/>
                  </a:lnTo>
                  <a:lnTo>
                    <a:pt x="3352206" y="2149642"/>
                  </a:lnTo>
                  <a:lnTo>
                    <a:pt x="3365632" y="1973835"/>
                  </a:lnTo>
                  <a:lnTo>
                    <a:pt x="3370108" y="2053748"/>
                  </a:lnTo>
                  <a:lnTo>
                    <a:pt x="3374584" y="2109686"/>
                  </a:lnTo>
                  <a:lnTo>
                    <a:pt x="3379059" y="1917896"/>
                  </a:lnTo>
                  <a:lnTo>
                    <a:pt x="3383535" y="1981826"/>
                  </a:lnTo>
                  <a:lnTo>
                    <a:pt x="3396962" y="1997809"/>
                  </a:lnTo>
                  <a:lnTo>
                    <a:pt x="3401437" y="1941870"/>
                  </a:lnTo>
                  <a:lnTo>
                    <a:pt x="3405913" y="1766063"/>
                  </a:lnTo>
                  <a:lnTo>
                    <a:pt x="3410388" y="1806019"/>
                  </a:lnTo>
                  <a:lnTo>
                    <a:pt x="3414864" y="1869949"/>
                  </a:lnTo>
                  <a:lnTo>
                    <a:pt x="3428291" y="1981826"/>
                  </a:lnTo>
                  <a:lnTo>
                    <a:pt x="3432766" y="1718116"/>
                  </a:lnTo>
                  <a:lnTo>
                    <a:pt x="3437242" y="1678159"/>
                  </a:lnTo>
                  <a:lnTo>
                    <a:pt x="3441717" y="1798028"/>
                  </a:lnTo>
                  <a:lnTo>
                    <a:pt x="3446193" y="2053748"/>
                  </a:lnTo>
                  <a:lnTo>
                    <a:pt x="3459620" y="1654186"/>
                  </a:lnTo>
                  <a:lnTo>
                    <a:pt x="3464095" y="1806019"/>
                  </a:lnTo>
                  <a:lnTo>
                    <a:pt x="3468571" y="1494361"/>
                  </a:lnTo>
                  <a:lnTo>
                    <a:pt x="3473046" y="1518335"/>
                  </a:lnTo>
                  <a:lnTo>
                    <a:pt x="3477522" y="1590256"/>
                  </a:lnTo>
                  <a:lnTo>
                    <a:pt x="3490949" y="1869949"/>
                  </a:lnTo>
                  <a:lnTo>
                    <a:pt x="3495424" y="1829993"/>
                  </a:lnTo>
                  <a:lnTo>
                    <a:pt x="3499900" y="1774054"/>
                  </a:lnTo>
                  <a:lnTo>
                    <a:pt x="3504375" y="1798028"/>
                  </a:lnTo>
                  <a:lnTo>
                    <a:pt x="3508851" y="2045756"/>
                  </a:lnTo>
                  <a:lnTo>
                    <a:pt x="3522278" y="1909905"/>
                  </a:lnTo>
                  <a:lnTo>
                    <a:pt x="3526753" y="1933879"/>
                  </a:lnTo>
                  <a:lnTo>
                    <a:pt x="3531229" y="1941870"/>
                  </a:lnTo>
                  <a:lnTo>
                    <a:pt x="3535704" y="1981826"/>
                  </a:lnTo>
                  <a:lnTo>
                    <a:pt x="3540180" y="2085712"/>
                  </a:lnTo>
                  <a:lnTo>
                    <a:pt x="3553607" y="2141651"/>
                  </a:lnTo>
                  <a:lnTo>
                    <a:pt x="3558082" y="1981826"/>
                  </a:lnTo>
                  <a:lnTo>
                    <a:pt x="3562558" y="1798028"/>
                  </a:lnTo>
                  <a:lnTo>
                    <a:pt x="3567033" y="1654186"/>
                  </a:lnTo>
                  <a:lnTo>
                    <a:pt x="3571509" y="1614229"/>
                  </a:lnTo>
                  <a:lnTo>
                    <a:pt x="3584936" y="1646194"/>
                  </a:lnTo>
                  <a:lnTo>
                    <a:pt x="3589411" y="1718116"/>
                  </a:lnTo>
                  <a:lnTo>
                    <a:pt x="3593887" y="1710124"/>
                  </a:lnTo>
                  <a:lnTo>
                    <a:pt x="3598362" y="1662177"/>
                  </a:lnTo>
                  <a:lnTo>
                    <a:pt x="3602838" y="1710124"/>
                  </a:lnTo>
                  <a:lnTo>
                    <a:pt x="3616265" y="1438422"/>
                  </a:lnTo>
                  <a:lnTo>
                    <a:pt x="3620740" y="1374492"/>
                  </a:lnTo>
                  <a:lnTo>
                    <a:pt x="3625216" y="1534317"/>
                  </a:lnTo>
                  <a:lnTo>
                    <a:pt x="3629691" y="1462396"/>
                  </a:lnTo>
                  <a:lnTo>
                    <a:pt x="3634167" y="1374492"/>
                  </a:lnTo>
                  <a:lnTo>
                    <a:pt x="3647594" y="1254624"/>
                  </a:lnTo>
                  <a:lnTo>
                    <a:pt x="3652069" y="1342527"/>
                  </a:lnTo>
                  <a:lnTo>
                    <a:pt x="3656545" y="1582265"/>
                  </a:lnTo>
                  <a:lnTo>
                    <a:pt x="3661020" y="1782045"/>
                  </a:lnTo>
                  <a:lnTo>
                    <a:pt x="3665496" y="2101695"/>
                  </a:lnTo>
                  <a:lnTo>
                    <a:pt x="3678923" y="1997809"/>
                  </a:lnTo>
                  <a:lnTo>
                    <a:pt x="3683398" y="1582265"/>
                  </a:lnTo>
                  <a:lnTo>
                    <a:pt x="3687874" y="1454405"/>
                  </a:lnTo>
                  <a:lnTo>
                    <a:pt x="3692350" y="1462396"/>
                  </a:lnTo>
                  <a:lnTo>
                    <a:pt x="3696825" y="1638203"/>
                  </a:lnTo>
                  <a:lnTo>
                    <a:pt x="3719203" y="1038860"/>
                  </a:lnTo>
                  <a:lnTo>
                    <a:pt x="3723679" y="1142746"/>
                  </a:lnTo>
                  <a:lnTo>
                    <a:pt x="3746056" y="1398466"/>
                  </a:lnTo>
                  <a:lnTo>
                    <a:pt x="3750532" y="1414449"/>
                  </a:lnTo>
                  <a:lnTo>
                    <a:pt x="3755008" y="1454405"/>
                  </a:lnTo>
                  <a:lnTo>
                    <a:pt x="3759483" y="1358510"/>
                  </a:lnTo>
                  <a:lnTo>
                    <a:pt x="3772910" y="1542308"/>
                  </a:lnTo>
                  <a:lnTo>
                    <a:pt x="3777385" y="1478378"/>
                  </a:lnTo>
                  <a:lnTo>
                    <a:pt x="3781861" y="1430431"/>
                  </a:lnTo>
                  <a:lnTo>
                    <a:pt x="3786337" y="1262615"/>
                  </a:lnTo>
                  <a:lnTo>
                    <a:pt x="3790812" y="1230650"/>
                  </a:lnTo>
                  <a:lnTo>
                    <a:pt x="3804239" y="1214668"/>
                  </a:lnTo>
                  <a:lnTo>
                    <a:pt x="3808714" y="1094799"/>
                  </a:lnTo>
                  <a:lnTo>
                    <a:pt x="3813190" y="1174711"/>
                  </a:lnTo>
                  <a:lnTo>
                    <a:pt x="3817666" y="1238641"/>
                  </a:lnTo>
                  <a:lnTo>
                    <a:pt x="3822141" y="1150738"/>
                  </a:lnTo>
                  <a:lnTo>
                    <a:pt x="3835568" y="958948"/>
                  </a:lnTo>
                  <a:lnTo>
                    <a:pt x="3840044" y="783141"/>
                  </a:lnTo>
                  <a:lnTo>
                    <a:pt x="3844519" y="575369"/>
                  </a:lnTo>
                  <a:lnTo>
                    <a:pt x="3848995" y="687246"/>
                  </a:lnTo>
                  <a:lnTo>
                    <a:pt x="3853470" y="1022878"/>
                  </a:lnTo>
                  <a:lnTo>
                    <a:pt x="3866897" y="903009"/>
                  </a:lnTo>
                  <a:lnTo>
                    <a:pt x="3871373" y="855062"/>
                  </a:lnTo>
                  <a:lnTo>
                    <a:pt x="3875848" y="519430"/>
                  </a:lnTo>
                  <a:lnTo>
                    <a:pt x="3880324" y="615325"/>
                  </a:lnTo>
                  <a:lnTo>
                    <a:pt x="3884799" y="407553"/>
                  </a:lnTo>
                  <a:lnTo>
                    <a:pt x="3898226" y="871044"/>
                  </a:lnTo>
                  <a:lnTo>
                    <a:pt x="3902702" y="895018"/>
                  </a:lnTo>
                  <a:lnTo>
                    <a:pt x="3907177" y="1062834"/>
                  </a:lnTo>
                  <a:lnTo>
                    <a:pt x="3916128" y="1054843"/>
                  </a:lnTo>
                  <a:lnTo>
                    <a:pt x="3929555" y="1406457"/>
                  </a:lnTo>
                  <a:lnTo>
                    <a:pt x="3934031" y="1174711"/>
                  </a:lnTo>
                  <a:lnTo>
                    <a:pt x="3938506" y="1038860"/>
                  </a:lnTo>
                  <a:lnTo>
                    <a:pt x="3942982" y="1014887"/>
                  </a:lnTo>
                  <a:lnTo>
                    <a:pt x="3947457" y="823097"/>
                  </a:lnTo>
                  <a:lnTo>
                    <a:pt x="3965360" y="863053"/>
                  </a:lnTo>
                  <a:lnTo>
                    <a:pt x="3969835" y="751176"/>
                  </a:lnTo>
                  <a:lnTo>
                    <a:pt x="3974311" y="911001"/>
                  </a:lnTo>
                  <a:lnTo>
                    <a:pt x="3978786" y="815106"/>
                  </a:lnTo>
                  <a:lnTo>
                    <a:pt x="3992213" y="879036"/>
                  </a:lnTo>
                  <a:lnTo>
                    <a:pt x="3996689" y="855062"/>
                  </a:lnTo>
                  <a:lnTo>
                    <a:pt x="4001164" y="543404"/>
                  </a:lnTo>
                  <a:lnTo>
                    <a:pt x="4005640" y="543404"/>
                  </a:lnTo>
                  <a:lnTo>
                    <a:pt x="4010115" y="575369"/>
                  </a:lnTo>
                  <a:lnTo>
                    <a:pt x="4023542" y="471483"/>
                  </a:lnTo>
                  <a:lnTo>
                    <a:pt x="4028018" y="799123"/>
                  </a:lnTo>
                  <a:lnTo>
                    <a:pt x="4032493" y="575369"/>
                  </a:lnTo>
                  <a:lnTo>
                    <a:pt x="4036969" y="383579"/>
                  </a:lnTo>
                  <a:lnTo>
                    <a:pt x="4041444" y="367596"/>
                  </a:lnTo>
                  <a:lnTo>
                    <a:pt x="4054871" y="151833"/>
                  </a:lnTo>
                  <a:lnTo>
                    <a:pt x="4059347" y="687246"/>
                  </a:lnTo>
                  <a:lnTo>
                    <a:pt x="4068298" y="383579"/>
                  </a:lnTo>
                  <a:lnTo>
                    <a:pt x="4072773" y="839079"/>
                  </a:lnTo>
                  <a:lnTo>
                    <a:pt x="4086200" y="655281"/>
                  </a:lnTo>
                  <a:lnTo>
                    <a:pt x="4090676" y="639298"/>
                  </a:lnTo>
                  <a:lnTo>
                    <a:pt x="4095151" y="759167"/>
                  </a:lnTo>
                  <a:lnTo>
                    <a:pt x="4099627" y="934974"/>
                  </a:lnTo>
                  <a:lnTo>
                    <a:pt x="4104102" y="903009"/>
                  </a:lnTo>
                  <a:lnTo>
                    <a:pt x="4117529" y="791132"/>
                  </a:lnTo>
                  <a:lnTo>
                    <a:pt x="4122005" y="631307"/>
                  </a:lnTo>
                  <a:lnTo>
                    <a:pt x="4126480" y="351614"/>
                  </a:lnTo>
                  <a:lnTo>
                    <a:pt x="4130956" y="279693"/>
                  </a:lnTo>
                  <a:lnTo>
                    <a:pt x="4135432" y="695237"/>
                  </a:lnTo>
                  <a:lnTo>
                    <a:pt x="4148858" y="359605"/>
                  </a:lnTo>
                  <a:lnTo>
                    <a:pt x="4153334" y="111877"/>
                  </a:lnTo>
                  <a:lnTo>
                    <a:pt x="4157809" y="0"/>
                  </a:lnTo>
                  <a:lnTo>
                    <a:pt x="4162285" y="415544"/>
                  </a:lnTo>
                  <a:lnTo>
                    <a:pt x="4166761" y="391570"/>
                  </a:lnTo>
                  <a:lnTo>
                    <a:pt x="4180187" y="215763"/>
                  </a:lnTo>
                  <a:lnTo>
                    <a:pt x="4184663" y="591351"/>
                  </a:lnTo>
                  <a:lnTo>
                    <a:pt x="4189138" y="727202"/>
                  </a:lnTo>
                  <a:lnTo>
                    <a:pt x="4193614" y="647290"/>
                  </a:lnTo>
                  <a:lnTo>
                    <a:pt x="4198090" y="559386"/>
                  </a:lnTo>
                  <a:lnTo>
                    <a:pt x="4211516" y="495456"/>
                  </a:lnTo>
                  <a:lnTo>
                    <a:pt x="4215992" y="479474"/>
                  </a:lnTo>
                  <a:lnTo>
                    <a:pt x="4220467" y="239737"/>
                  </a:lnTo>
                  <a:lnTo>
                    <a:pt x="4224943" y="23973"/>
                  </a:lnTo>
                  <a:lnTo>
                    <a:pt x="4229419" y="335631"/>
                  </a:lnTo>
                  <a:lnTo>
                    <a:pt x="4242845" y="535412"/>
                  </a:lnTo>
                  <a:lnTo>
                    <a:pt x="4247321" y="431526"/>
                  </a:lnTo>
                  <a:lnTo>
                    <a:pt x="4251796" y="399561"/>
                  </a:lnTo>
                  <a:lnTo>
                    <a:pt x="4256272" y="391570"/>
                  </a:lnTo>
                  <a:lnTo>
                    <a:pt x="4260748" y="423535"/>
                  </a:lnTo>
                  <a:lnTo>
                    <a:pt x="4274174" y="479474"/>
                  </a:lnTo>
                  <a:lnTo>
                    <a:pt x="4278650" y="455500"/>
                  </a:lnTo>
                  <a:lnTo>
                    <a:pt x="4283126" y="295675"/>
                  </a:lnTo>
                  <a:lnTo>
                    <a:pt x="4287601" y="343623"/>
                  </a:lnTo>
                  <a:lnTo>
                    <a:pt x="4292077" y="447509"/>
                  </a:lnTo>
                  <a:lnTo>
                    <a:pt x="4305503" y="487465"/>
                  </a:lnTo>
                  <a:lnTo>
                    <a:pt x="4309979" y="423535"/>
                  </a:lnTo>
                  <a:lnTo>
                    <a:pt x="4314455" y="359605"/>
                  </a:lnTo>
                  <a:lnTo>
                    <a:pt x="4318930" y="335631"/>
                  </a:lnTo>
                  <a:lnTo>
                    <a:pt x="4323406" y="415544"/>
                  </a:lnTo>
                  <a:lnTo>
                    <a:pt x="4336832" y="759167"/>
                  </a:lnTo>
                  <a:lnTo>
                    <a:pt x="4341308" y="599342"/>
                  </a:lnTo>
                  <a:lnTo>
                    <a:pt x="4345784" y="751176"/>
                  </a:lnTo>
                  <a:lnTo>
                    <a:pt x="4350259" y="791132"/>
                  </a:lnTo>
                  <a:lnTo>
                    <a:pt x="4354735" y="743185"/>
                  </a:lnTo>
                  <a:lnTo>
                    <a:pt x="4368161" y="503447"/>
                  </a:lnTo>
                  <a:lnTo>
                    <a:pt x="4372637" y="479474"/>
                  </a:lnTo>
                  <a:lnTo>
                    <a:pt x="4377113" y="655281"/>
                  </a:lnTo>
                  <a:lnTo>
                    <a:pt x="4381588" y="903009"/>
                  </a:lnTo>
                  <a:lnTo>
                    <a:pt x="4386064" y="990913"/>
                  </a:lnTo>
                  <a:lnTo>
                    <a:pt x="4399490" y="903009"/>
                  </a:lnTo>
                  <a:lnTo>
                    <a:pt x="4403966" y="759167"/>
                  </a:lnTo>
                  <a:lnTo>
                    <a:pt x="4408442" y="759167"/>
                  </a:lnTo>
                  <a:lnTo>
                    <a:pt x="4412917" y="1006895"/>
                  </a:lnTo>
                  <a:lnTo>
                    <a:pt x="4417393" y="1294580"/>
                  </a:lnTo>
                  <a:lnTo>
                    <a:pt x="4430820" y="1430431"/>
                  </a:lnTo>
                  <a:lnTo>
                    <a:pt x="4435295" y="1398466"/>
                  </a:lnTo>
                  <a:lnTo>
                    <a:pt x="4439771" y="1422440"/>
                  </a:lnTo>
                  <a:lnTo>
                    <a:pt x="4444246" y="1398466"/>
                  </a:lnTo>
                  <a:lnTo>
                    <a:pt x="4448722" y="1286589"/>
                  </a:lnTo>
                  <a:lnTo>
                    <a:pt x="4462149" y="1310562"/>
                  </a:lnTo>
                  <a:lnTo>
                    <a:pt x="4466624" y="1502352"/>
                  </a:lnTo>
                  <a:lnTo>
                    <a:pt x="4471100" y="1558291"/>
                  </a:lnTo>
                  <a:lnTo>
                    <a:pt x="4475575" y="1614229"/>
                  </a:lnTo>
                  <a:lnTo>
                    <a:pt x="4480051" y="1486370"/>
                  </a:lnTo>
                  <a:lnTo>
                    <a:pt x="4497953" y="1310562"/>
                  </a:lnTo>
                  <a:lnTo>
                    <a:pt x="4502429" y="1110782"/>
                  </a:lnTo>
                  <a:lnTo>
                    <a:pt x="4506904" y="1206676"/>
                  </a:lnTo>
                  <a:lnTo>
                    <a:pt x="4511380" y="1270606"/>
                  </a:lnTo>
                  <a:lnTo>
                    <a:pt x="4524807" y="1270606"/>
                  </a:lnTo>
                  <a:lnTo>
                    <a:pt x="4529282" y="1286589"/>
                  </a:lnTo>
                  <a:lnTo>
                    <a:pt x="4533758" y="1406457"/>
                  </a:lnTo>
                  <a:lnTo>
                    <a:pt x="4538233" y="1350519"/>
                  </a:lnTo>
                  <a:lnTo>
                    <a:pt x="4542709" y="1270606"/>
                  </a:lnTo>
                  <a:lnTo>
                    <a:pt x="4556136" y="958948"/>
                  </a:lnTo>
                  <a:lnTo>
                    <a:pt x="4560611" y="1086808"/>
                  </a:lnTo>
                  <a:lnTo>
                    <a:pt x="4565087" y="1262615"/>
                  </a:lnTo>
                  <a:lnTo>
                    <a:pt x="4569562" y="1326545"/>
                  </a:lnTo>
                  <a:lnTo>
                    <a:pt x="4574038" y="1150738"/>
                  </a:lnTo>
                  <a:lnTo>
                    <a:pt x="4587465" y="1118773"/>
                  </a:lnTo>
                  <a:lnTo>
                    <a:pt x="4591940" y="1294580"/>
                  </a:lnTo>
                  <a:lnTo>
                    <a:pt x="4596416" y="1126764"/>
                  </a:lnTo>
                  <a:lnTo>
                    <a:pt x="4600891" y="974930"/>
                  </a:lnTo>
                  <a:lnTo>
                    <a:pt x="4605367" y="847071"/>
                  </a:lnTo>
                  <a:lnTo>
                    <a:pt x="4623269" y="1214668"/>
                  </a:lnTo>
                  <a:lnTo>
                    <a:pt x="4627745" y="1374492"/>
                  </a:lnTo>
                  <a:lnTo>
                    <a:pt x="4632220" y="1438422"/>
                  </a:lnTo>
                  <a:lnTo>
                    <a:pt x="4636696" y="1558291"/>
                  </a:lnTo>
                  <a:lnTo>
                    <a:pt x="4650123" y="1382484"/>
                  </a:lnTo>
                  <a:lnTo>
                    <a:pt x="4654598" y="1278597"/>
                  </a:lnTo>
                  <a:lnTo>
                    <a:pt x="4659074" y="1310562"/>
                  </a:lnTo>
                  <a:lnTo>
                    <a:pt x="4663549" y="1430431"/>
                  </a:lnTo>
                  <a:lnTo>
                    <a:pt x="4668025" y="1518335"/>
                  </a:lnTo>
                  <a:lnTo>
                    <a:pt x="4681452" y="1710124"/>
                  </a:lnTo>
                  <a:lnTo>
                    <a:pt x="4685927" y="1398466"/>
                  </a:lnTo>
                  <a:lnTo>
                    <a:pt x="4690403" y="1486370"/>
                  </a:lnTo>
                  <a:lnTo>
                    <a:pt x="4694878" y="1518335"/>
                  </a:lnTo>
                  <a:lnTo>
                    <a:pt x="4699354" y="1678159"/>
                  </a:lnTo>
                  <a:lnTo>
                    <a:pt x="4712781" y="1845975"/>
                  </a:lnTo>
                  <a:lnTo>
                    <a:pt x="4717256" y="1822002"/>
                  </a:lnTo>
                  <a:lnTo>
                    <a:pt x="4721732" y="1710124"/>
                  </a:lnTo>
                  <a:lnTo>
                    <a:pt x="4726208" y="1694142"/>
                  </a:lnTo>
                  <a:lnTo>
                    <a:pt x="4730683" y="1694142"/>
                  </a:lnTo>
                  <a:lnTo>
                    <a:pt x="4744110" y="1822002"/>
                  </a:lnTo>
                  <a:lnTo>
                    <a:pt x="4748585" y="1798028"/>
                  </a:lnTo>
                  <a:lnTo>
                    <a:pt x="4753061" y="1837984"/>
                  </a:lnTo>
                  <a:lnTo>
                    <a:pt x="4757537" y="1957853"/>
                  </a:lnTo>
                  <a:lnTo>
                    <a:pt x="4762012" y="2165625"/>
                  </a:lnTo>
                  <a:lnTo>
                    <a:pt x="4775439" y="1981826"/>
                  </a:lnTo>
                  <a:lnTo>
                    <a:pt x="4779914" y="2077721"/>
                  </a:lnTo>
                  <a:lnTo>
                    <a:pt x="4784390" y="2021783"/>
                  </a:lnTo>
                  <a:lnTo>
                    <a:pt x="4788866" y="2109686"/>
                  </a:lnTo>
                  <a:lnTo>
                    <a:pt x="4793341" y="2253528"/>
                  </a:lnTo>
                  <a:lnTo>
                    <a:pt x="4806768" y="2445318"/>
                  </a:lnTo>
                  <a:lnTo>
                    <a:pt x="4811243" y="2573178"/>
                  </a:lnTo>
                  <a:lnTo>
                    <a:pt x="4820195" y="2509248"/>
                  </a:lnTo>
                  <a:lnTo>
                    <a:pt x="4824670" y="2541213"/>
                  </a:lnTo>
                  <a:lnTo>
                    <a:pt x="4838097" y="1957853"/>
                  </a:lnTo>
                  <a:lnTo>
                    <a:pt x="4842572" y="1566282"/>
                  </a:lnTo>
                  <a:lnTo>
                    <a:pt x="4847048" y="1638203"/>
                  </a:lnTo>
                  <a:lnTo>
                    <a:pt x="4851524" y="1598247"/>
                  </a:lnTo>
                  <a:lnTo>
                    <a:pt x="4855999" y="1526326"/>
                  </a:lnTo>
                  <a:lnTo>
                    <a:pt x="4873902" y="1989818"/>
                  </a:lnTo>
                  <a:lnTo>
                    <a:pt x="4905231" y="1782045"/>
                  </a:lnTo>
                  <a:lnTo>
                    <a:pt x="4909706" y="1510343"/>
                  </a:lnTo>
                  <a:lnTo>
                    <a:pt x="4914182" y="1534317"/>
                  </a:lnTo>
                  <a:lnTo>
                    <a:pt x="4918657" y="1534317"/>
                  </a:lnTo>
                  <a:lnTo>
                    <a:pt x="4932084" y="1798028"/>
                  </a:lnTo>
                  <a:lnTo>
                    <a:pt x="4936560" y="1893923"/>
                  </a:lnTo>
                  <a:lnTo>
                    <a:pt x="4941035" y="1646194"/>
                  </a:lnTo>
                  <a:lnTo>
                    <a:pt x="4945511" y="1590256"/>
                  </a:lnTo>
                  <a:lnTo>
                    <a:pt x="4949986" y="1662177"/>
                  </a:lnTo>
                  <a:lnTo>
                    <a:pt x="4963413" y="1989818"/>
                  </a:lnTo>
                  <a:lnTo>
                    <a:pt x="4967889" y="2165625"/>
                  </a:lnTo>
                  <a:lnTo>
                    <a:pt x="4972364" y="2317458"/>
                  </a:lnTo>
                  <a:lnTo>
                    <a:pt x="4976840" y="2229555"/>
                  </a:lnTo>
                  <a:lnTo>
                    <a:pt x="4981315" y="2325450"/>
                  </a:lnTo>
                  <a:lnTo>
                    <a:pt x="4994742" y="2165625"/>
                  </a:lnTo>
                  <a:lnTo>
                    <a:pt x="4999218" y="2229555"/>
                  </a:lnTo>
                  <a:lnTo>
                    <a:pt x="5003693" y="2317458"/>
                  </a:lnTo>
                  <a:lnTo>
                    <a:pt x="5008169" y="2269511"/>
                  </a:lnTo>
                  <a:lnTo>
                    <a:pt x="5012644" y="2085712"/>
                  </a:lnTo>
                  <a:lnTo>
                    <a:pt x="5026071" y="1933879"/>
                  </a:lnTo>
                  <a:lnTo>
                    <a:pt x="5030547" y="1957853"/>
                  </a:lnTo>
                  <a:lnTo>
                    <a:pt x="5035022" y="1845975"/>
                  </a:lnTo>
                  <a:lnTo>
                    <a:pt x="5039498" y="1774054"/>
                  </a:lnTo>
                  <a:lnTo>
                    <a:pt x="5043973" y="1670168"/>
                  </a:lnTo>
                  <a:lnTo>
                    <a:pt x="5057400" y="2109686"/>
                  </a:lnTo>
                  <a:lnTo>
                    <a:pt x="5061876" y="2301476"/>
                  </a:lnTo>
                  <a:lnTo>
                    <a:pt x="5066351" y="2317458"/>
                  </a:lnTo>
                  <a:lnTo>
                    <a:pt x="5070827" y="2253528"/>
                  </a:lnTo>
                  <a:lnTo>
                    <a:pt x="5075302" y="2021783"/>
                  </a:lnTo>
                  <a:lnTo>
                    <a:pt x="5088729" y="1654186"/>
                  </a:lnTo>
                  <a:lnTo>
                    <a:pt x="5093205" y="1829993"/>
                  </a:lnTo>
                  <a:lnTo>
                    <a:pt x="5097680" y="1901914"/>
                  </a:lnTo>
                  <a:lnTo>
                    <a:pt x="5102156" y="1790037"/>
                  </a:lnTo>
                  <a:lnTo>
                    <a:pt x="5106631" y="1406457"/>
                  </a:lnTo>
                  <a:lnTo>
                    <a:pt x="5120058" y="1638203"/>
                  </a:lnTo>
                  <a:lnTo>
                    <a:pt x="5124534" y="1622221"/>
                  </a:lnTo>
                  <a:lnTo>
                    <a:pt x="5129009" y="1694142"/>
                  </a:lnTo>
                  <a:lnTo>
                    <a:pt x="5133485" y="1598247"/>
                  </a:lnTo>
                  <a:lnTo>
                    <a:pt x="5137960" y="1782045"/>
                  </a:lnTo>
                  <a:lnTo>
                    <a:pt x="5151387" y="2293485"/>
                  </a:lnTo>
                  <a:lnTo>
                    <a:pt x="5155863" y="2197590"/>
                  </a:lnTo>
                  <a:lnTo>
                    <a:pt x="5160338" y="2181607"/>
                  </a:lnTo>
                  <a:lnTo>
                    <a:pt x="5164814" y="1973835"/>
                  </a:lnTo>
                  <a:lnTo>
                    <a:pt x="5169290" y="2085712"/>
                  </a:lnTo>
                  <a:lnTo>
                    <a:pt x="5182716" y="2061739"/>
                  </a:lnTo>
                  <a:lnTo>
                    <a:pt x="5187192" y="2013791"/>
                  </a:lnTo>
                  <a:lnTo>
                    <a:pt x="5191667" y="1806019"/>
                  </a:lnTo>
                  <a:lnTo>
                    <a:pt x="5196143" y="1542308"/>
                  </a:lnTo>
                  <a:lnTo>
                    <a:pt x="5200619" y="1654186"/>
                  </a:lnTo>
                  <a:lnTo>
                    <a:pt x="5214045" y="1326545"/>
                  </a:lnTo>
                  <a:lnTo>
                    <a:pt x="5218521" y="1670168"/>
                  </a:lnTo>
                  <a:lnTo>
                    <a:pt x="5222996" y="2053748"/>
                  </a:lnTo>
                  <a:lnTo>
                    <a:pt x="5227472" y="1798028"/>
                  </a:lnTo>
                  <a:lnTo>
                    <a:pt x="5231948" y="1422440"/>
                  </a:lnTo>
                  <a:lnTo>
                    <a:pt x="5245374" y="1550300"/>
                  </a:lnTo>
                  <a:lnTo>
                    <a:pt x="5249850" y="1510343"/>
                  </a:lnTo>
                  <a:lnTo>
                    <a:pt x="5254325" y="1318554"/>
                  </a:lnTo>
                  <a:lnTo>
                    <a:pt x="5258801" y="1254624"/>
                  </a:lnTo>
                  <a:lnTo>
                    <a:pt x="5263277" y="1350519"/>
                  </a:lnTo>
                  <a:lnTo>
                    <a:pt x="5276703" y="2021783"/>
                  </a:lnTo>
                  <a:lnTo>
                    <a:pt x="5281179" y="1949861"/>
                  </a:lnTo>
                  <a:lnTo>
                    <a:pt x="5285654" y="1534317"/>
                  </a:lnTo>
                  <a:lnTo>
                    <a:pt x="5290130" y="1310562"/>
                  </a:lnTo>
                  <a:lnTo>
                    <a:pt x="5294606" y="1462396"/>
                  </a:lnTo>
                  <a:lnTo>
                    <a:pt x="5308032" y="1997809"/>
                  </a:lnTo>
                  <a:lnTo>
                    <a:pt x="5312508" y="2045756"/>
                  </a:lnTo>
                  <a:lnTo>
                    <a:pt x="5316984" y="1957853"/>
                  </a:lnTo>
                  <a:lnTo>
                    <a:pt x="5343837" y="1486370"/>
                  </a:lnTo>
                  <a:lnTo>
                    <a:pt x="5352788" y="1630212"/>
                  </a:lnTo>
                  <a:lnTo>
                    <a:pt x="5357264" y="1662177"/>
                  </a:lnTo>
                  <a:lnTo>
                    <a:pt x="5370690" y="1470387"/>
                  </a:lnTo>
                  <a:lnTo>
                    <a:pt x="5375166" y="1550300"/>
                  </a:lnTo>
                  <a:lnTo>
                    <a:pt x="5379642" y="1454405"/>
                  </a:lnTo>
                  <a:lnTo>
                    <a:pt x="5384117" y="1598247"/>
                  </a:lnTo>
                  <a:lnTo>
                    <a:pt x="5388593" y="1238641"/>
                  </a:lnTo>
                  <a:lnTo>
                    <a:pt x="5402019" y="1366501"/>
                  </a:lnTo>
                  <a:lnTo>
                    <a:pt x="5406495" y="1702133"/>
                  </a:lnTo>
                  <a:lnTo>
                    <a:pt x="5410971" y="1758072"/>
                  </a:lnTo>
                  <a:lnTo>
                    <a:pt x="5415446" y="1462396"/>
                  </a:lnTo>
                  <a:lnTo>
                    <a:pt x="5419922" y="1302571"/>
                  </a:lnTo>
                  <a:lnTo>
                    <a:pt x="5428873" y="1270606"/>
                  </a:lnTo>
                  <a:lnTo>
                    <a:pt x="5442300" y="1422440"/>
                  </a:lnTo>
                  <a:lnTo>
                    <a:pt x="5446775" y="1142746"/>
                  </a:lnTo>
                  <a:lnTo>
                    <a:pt x="5451251" y="1006895"/>
                  </a:lnTo>
                  <a:lnTo>
                    <a:pt x="5464678" y="1054843"/>
                  </a:lnTo>
                  <a:lnTo>
                    <a:pt x="5469153" y="1094799"/>
                  </a:lnTo>
                  <a:lnTo>
                    <a:pt x="5473629" y="1126764"/>
                  </a:lnTo>
                  <a:lnTo>
                    <a:pt x="5478104" y="1030869"/>
                  </a:lnTo>
                  <a:lnTo>
                    <a:pt x="5482580" y="1046852"/>
                  </a:lnTo>
                  <a:lnTo>
                    <a:pt x="5496007" y="1254624"/>
                  </a:lnTo>
                  <a:lnTo>
                    <a:pt x="5500482" y="1430431"/>
                  </a:lnTo>
                  <a:lnTo>
                    <a:pt x="5504958" y="1478378"/>
                  </a:lnTo>
                  <a:lnTo>
                    <a:pt x="5513909" y="1230650"/>
                  </a:lnTo>
                  <a:lnTo>
                    <a:pt x="5527336" y="663272"/>
                  </a:lnTo>
                  <a:lnTo>
                    <a:pt x="5531811" y="1006895"/>
                  </a:lnTo>
                  <a:lnTo>
                    <a:pt x="5536287" y="1366501"/>
                  </a:lnTo>
                  <a:lnTo>
                    <a:pt x="5540762" y="1174711"/>
                  </a:lnTo>
                  <a:lnTo>
                    <a:pt x="5545238" y="1006895"/>
                  </a:lnTo>
                  <a:lnTo>
                    <a:pt x="5563140" y="966939"/>
                  </a:lnTo>
                  <a:lnTo>
                    <a:pt x="5567616" y="815106"/>
                  </a:lnTo>
                  <a:lnTo>
                    <a:pt x="5572091" y="783141"/>
                  </a:lnTo>
                  <a:lnTo>
                    <a:pt x="5576567" y="871044"/>
                  </a:lnTo>
                  <a:lnTo>
                    <a:pt x="5589994" y="791132"/>
                  </a:lnTo>
                  <a:lnTo>
                    <a:pt x="5594469" y="767158"/>
                  </a:lnTo>
                  <a:lnTo>
                    <a:pt x="5598945" y="551395"/>
                  </a:lnTo>
                  <a:lnTo>
                    <a:pt x="5603420" y="543404"/>
                  </a:lnTo>
                  <a:lnTo>
                    <a:pt x="5607896" y="583360"/>
                  </a:lnTo>
                  <a:lnTo>
                    <a:pt x="5621323" y="471483"/>
                  </a:lnTo>
                  <a:lnTo>
                    <a:pt x="5625798" y="639298"/>
                  </a:lnTo>
                  <a:lnTo>
                    <a:pt x="5630274" y="783141"/>
                  </a:lnTo>
                  <a:lnTo>
                    <a:pt x="5634749" y="727202"/>
                  </a:lnTo>
                  <a:lnTo>
                    <a:pt x="5639225" y="647290"/>
                  </a:lnTo>
                  <a:lnTo>
                    <a:pt x="5652652" y="415544"/>
                  </a:lnTo>
                  <a:lnTo>
                    <a:pt x="5657127" y="407553"/>
                  </a:lnTo>
                  <a:lnTo>
                    <a:pt x="5661603" y="415544"/>
                  </a:lnTo>
                  <a:lnTo>
                    <a:pt x="5666078" y="407553"/>
                  </a:lnTo>
                  <a:lnTo>
                    <a:pt x="5670554" y="711220"/>
                  </a:lnTo>
                  <a:lnTo>
                    <a:pt x="5688456" y="759167"/>
                  </a:lnTo>
                  <a:lnTo>
                    <a:pt x="5692932" y="751176"/>
                  </a:lnTo>
                  <a:lnTo>
                    <a:pt x="5697407" y="655281"/>
                  </a:lnTo>
                  <a:lnTo>
                    <a:pt x="5701883" y="823097"/>
                  </a:lnTo>
                  <a:lnTo>
                    <a:pt x="5715310" y="799123"/>
                  </a:lnTo>
                  <a:lnTo>
                    <a:pt x="5719785" y="703228"/>
                  </a:lnTo>
                  <a:lnTo>
                    <a:pt x="5724261" y="815106"/>
                  </a:lnTo>
                  <a:lnTo>
                    <a:pt x="5728736" y="791132"/>
                  </a:lnTo>
                  <a:lnTo>
                    <a:pt x="5733212" y="543404"/>
                  </a:lnTo>
                  <a:lnTo>
                    <a:pt x="5746639" y="335631"/>
                  </a:lnTo>
                  <a:lnTo>
                    <a:pt x="5751114" y="231745"/>
                  </a:lnTo>
                  <a:lnTo>
                    <a:pt x="5755590" y="391570"/>
                  </a:lnTo>
                  <a:lnTo>
                    <a:pt x="5760066" y="703228"/>
                  </a:lnTo>
                  <a:lnTo>
                    <a:pt x="5764541" y="575369"/>
                  </a:lnTo>
                  <a:lnTo>
                    <a:pt x="5777968" y="575369"/>
                  </a:lnTo>
                  <a:lnTo>
                    <a:pt x="5782443" y="551395"/>
                  </a:lnTo>
                  <a:lnTo>
                    <a:pt x="5786919" y="471483"/>
                  </a:lnTo>
                  <a:lnTo>
                    <a:pt x="5791395" y="711220"/>
                  </a:lnTo>
                  <a:lnTo>
                    <a:pt x="5795870" y="942966"/>
                  </a:lnTo>
                  <a:lnTo>
                    <a:pt x="5809297" y="615325"/>
                  </a:lnTo>
                  <a:lnTo>
                    <a:pt x="5813772" y="966939"/>
                  </a:lnTo>
                  <a:lnTo>
                    <a:pt x="5818248" y="1062834"/>
                  </a:lnTo>
                  <a:lnTo>
                    <a:pt x="5822724" y="1038860"/>
                  </a:lnTo>
                  <a:lnTo>
                    <a:pt x="5827199" y="751176"/>
                  </a:lnTo>
                  <a:lnTo>
                    <a:pt x="5840626" y="807114"/>
                  </a:lnTo>
                  <a:lnTo>
                    <a:pt x="5845101" y="942966"/>
                  </a:lnTo>
                  <a:lnTo>
                    <a:pt x="5849577" y="871044"/>
                  </a:lnTo>
                  <a:lnTo>
                    <a:pt x="5854053" y="815106"/>
                  </a:lnTo>
                  <a:lnTo>
                    <a:pt x="5858528" y="895018"/>
                  </a:lnTo>
                  <a:lnTo>
                    <a:pt x="5871955" y="1078817"/>
                  </a:lnTo>
                  <a:lnTo>
                    <a:pt x="5876430" y="1062834"/>
                  </a:lnTo>
                  <a:lnTo>
                    <a:pt x="5880906" y="1030869"/>
                  </a:lnTo>
                  <a:lnTo>
                    <a:pt x="5885382" y="911001"/>
                  </a:lnTo>
                  <a:lnTo>
                    <a:pt x="5889857" y="615325"/>
                  </a:lnTo>
                  <a:lnTo>
                    <a:pt x="5903284" y="447509"/>
                  </a:lnTo>
                  <a:lnTo>
                    <a:pt x="5907760" y="431526"/>
                  </a:lnTo>
                  <a:lnTo>
                    <a:pt x="5912235" y="527421"/>
                  </a:lnTo>
                  <a:lnTo>
                    <a:pt x="5916711" y="527421"/>
                  </a:lnTo>
                  <a:lnTo>
                    <a:pt x="5921186" y="415544"/>
                  </a:lnTo>
                  <a:lnTo>
                    <a:pt x="5934613" y="311658"/>
                  </a:lnTo>
                  <a:lnTo>
                    <a:pt x="5939089" y="255719"/>
                  </a:lnTo>
                  <a:lnTo>
                    <a:pt x="5943564" y="295675"/>
                  </a:lnTo>
                  <a:lnTo>
                    <a:pt x="5948040" y="311658"/>
                  </a:lnTo>
                  <a:lnTo>
                    <a:pt x="5952515" y="479474"/>
                  </a:lnTo>
                  <a:lnTo>
                    <a:pt x="5965942" y="1070825"/>
                  </a:lnTo>
                  <a:lnTo>
                    <a:pt x="5970418" y="1102790"/>
                  </a:lnTo>
                  <a:lnTo>
                    <a:pt x="5974893" y="1070825"/>
                  </a:lnTo>
                  <a:lnTo>
                    <a:pt x="5979369" y="1126764"/>
                  </a:lnTo>
                  <a:lnTo>
                    <a:pt x="5983844" y="911001"/>
                  </a:lnTo>
                  <a:lnTo>
                    <a:pt x="5997271" y="799123"/>
                  </a:lnTo>
                  <a:lnTo>
                    <a:pt x="6001747" y="511439"/>
                  </a:lnTo>
                  <a:lnTo>
                    <a:pt x="6006222" y="591351"/>
                  </a:lnTo>
                  <a:lnTo>
                    <a:pt x="6010698" y="639298"/>
                  </a:lnTo>
                  <a:lnTo>
                    <a:pt x="6015173" y="599342"/>
                  </a:lnTo>
                  <a:lnTo>
                    <a:pt x="6028600" y="471483"/>
                  </a:lnTo>
                  <a:lnTo>
                    <a:pt x="6033076" y="575369"/>
                  </a:lnTo>
                  <a:lnTo>
                    <a:pt x="6037551" y="815106"/>
                  </a:lnTo>
                  <a:lnTo>
                    <a:pt x="6042027" y="990913"/>
                  </a:lnTo>
                  <a:lnTo>
                    <a:pt x="6046502" y="950957"/>
                  </a:lnTo>
                  <a:lnTo>
                    <a:pt x="6059929" y="703228"/>
                  </a:lnTo>
                  <a:lnTo>
                    <a:pt x="6064405" y="926983"/>
                  </a:lnTo>
                  <a:lnTo>
                    <a:pt x="6068880" y="831088"/>
                  </a:lnTo>
                  <a:lnTo>
                    <a:pt x="6073356" y="679255"/>
                  </a:lnTo>
                  <a:lnTo>
                    <a:pt x="6077831" y="1054843"/>
                  </a:lnTo>
                  <a:lnTo>
                    <a:pt x="6091258" y="1126764"/>
                  </a:lnTo>
                  <a:lnTo>
                    <a:pt x="6095734" y="990913"/>
                  </a:lnTo>
                  <a:lnTo>
                    <a:pt x="6100209" y="855062"/>
                  </a:lnTo>
                  <a:lnTo>
                    <a:pt x="6104685" y="823097"/>
                  </a:lnTo>
                  <a:lnTo>
                    <a:pt x="6109160" y="791132"/>
                  </a:lnTo>
                  <a:lnTo>
                    <a:pt x="6122587" y="783141"/>
                  </a:lnTo>
                  <a:lnTo>
                    <a:pt x="6131538" y="1246633"/>
                  </a:lnTo>
                  <a:lnTo>
                    <a:pt x="6136014" y="1254624"/>
                  </a:lnTo>
                  <a:lnTo>
                    <a:pt x="6140489" y="1158729"/>
                  </a:lnTo>
                  <a:lnTo>
                    <a:pt x="6153916" y="982922"/>
                  </a:lnTo>
                  <a:lnTo>
                    <a:pt x="6158392" y="1014887"/>
                  </a:lnTo>
                  <a:lnTo>
                    <a:pt x="6162867" y="767158"/>
                  </a:lnTo>
                  <a:lnTo>
                    <a:pt x="6167343" y="799123"/>
                  </a:lnTo>
                  <a:lnTo>
                    <a:pt x="6171818" y="783141"/>
                  </a:lnTo>
                  <a:lnTo>
                    <a:pt x="6185245" y="1790037"/>
                  </a:lnTo>
                  <a:lnTo>
                    <a:pt x="6189721" y="1742089"/>
                  </a:lnTo>
                  <a:lnTo>
                    <a:pt x="6194196" y="1590256"/>
                  </a:lnTo>
                  <a:lnTo>
                    <a:pt x="6198672" y="1190694"/>
                  </a:lnTo>
                  <a:lnTo>
                    <a:pt x="6203148" y="1238641"/>
                  </a:lnTo>
                  <a:lnTo>
                    <a:pt x="6216574" y="1398466"/>
                  </a:lnTo>
                  <a:lnTo>
                    <a:pt x="6221050" y="1390475"/>
                  </a:lnTo>
                  <a:lnTo>
                    <a:pt x="6225525" y="1390475"/>
                  </a:lnTo>
                  <a:lnTo>
                    <a:pt x="6230001" y="1454405"/>
                  </a:lnTo>
                  <a:lnTo>
                    <a:pt x="6234477" y="1486370"/>
                  </a:lnTo>
                  <a:lnTo>
                    <a:pt x="6247903" y="1238641"/>
                  </a:lnTo>
                  <a:lnTo>
                    <a:pt x="6252379" y="1422440"/>
                  </a:lnTo>
                  <a:lnTo>
                    <a:pt x="6256854" y="1366501"/>
                  </a:lnTo>
                  <a:lnTo>
                    <a:pt x="6261330" y="1390475"/>
                  </a:lnTo>
                  <a:lnTo>
                    <a:pt x="6265806" y="1598247"/>
                  </a:lnTo>
                  <a:lnTo>
                    <a:pt x="6279232" y="1486370"/>
                  </a:lnTo>
                  <a:lnTo>
                    <a:pt x="6283708" y="1590256"/>
                  </a:lnTo>
                  <a:lnTo>
                    <a:pt x="6288183" y="1638203"/>
                  </a:lnTo>
                  <a:lnTo>
                    <a:pt x="6292659" y="1614229"/>
                  </a:lnTo>
                  <a:lnTo>
                    <a:pt x="6297135" y="1678159"/>
                  </a:lnTo>
                  <a:lnTo>
                    <a:pt x="6310561" y="1518335"/>
                  </a:lnTo>
                  <a:lnTo>
                    <a:pt x="6315037" y="1486370"/>
                  </a:lnTo>
                  <a:lnTo>
                    <a:pt x="6319512" y="1534317"/>
                  </a:lnTo>
                  <a:lnTo>
                    <a:pt x="6323988" y="1782045"/>
                  </a:lnTo>
                  <a:lnTo>
                    <a:pt x="6328464" y="1877940"/>
                  </a:lnTo>
                  <a:lnTo>
                    <a:pt x="6341890" y="1518335"/>
                  </a:lnTo>
                  <a:lnTo>
                    <a:pt x="6346366" y="1710124"/>
                  </a:lnTo>
                  <a:lnTo>
                    <a:pt x="6350842" y="2045756"/>
                  </a:lnTo>
                  <a:lnTo>
                    <a:pt x="6355317" y="1622221"/>
                  </a:lnTo>
                  <a:lnTo>
                    <a:pt x="6359793" y="1925888"/>
                  </a:lnTo>
                  <a:lnTo>
                    <a:pt x="6373219" y="2109686"/>
                  </a:lnTo>
                  <a:lnTo>
                    <a:pt x="6377695" y="2277502"/>
                  </a:lnTo>
                  <a:lnTo>
                    <a:pt x="6382171" y="2261520"/>
                  </a:lnTo>
                  <a:lnTo>
                    <a:pt x="6386646" y="2189599"/>
                  </a:lnTo>
                  <a:lnTo>
                    <a:pt x="6391122" y="2333441"/>
                  </a:lnTo>
                  <a:lnTo>
                    <a:pt x="6395597" y="2453309"/>
                  </a:lnTo>
                  <a:lnTo>
                    <a:pt x="6404548" y="2277502"/>
                  </a:lnTo>
                  <a:lnTo>
                    <a:pt x="6409024" y="2037765"/>
                  </a:lnTo>
                  <a:lnTo>
                    <a:pt x="6413500" y="2093704"/>
                  </a:lnTo>
                  <a:lnTo>
                    <a:pt x="6417975" y="2237546"/>
                  </a:lnTo>
                  <a:lnTo>
                    <a:pt x="6422451" y="2021783"/>
                  </a:lnTo>
                  <a:lnTo>
                    <a:pt x="6435877" y="1566282"/>
                  </a:lnTo>
                  <a:lnTo>
                    <a:pt x="6440353" y="1718116"/>
                  </a:lnTo>
                  <a:lnTo>
                    <a:pt x="6444829" y="1726107"/>
                  </a:lnTo>
                  <a:lnTo>
                    <a:pt x="6449304" y="1925888"/>
                  </a:lnTo>
                  <a:lnTo>
                    <a:pt x="6453780" y="1829993"/>
                  </a:lnTo>
                  <a:lnTo>
                    <a:pt x="6467206" y="1782045"/>
                  </a:lnTo>
                  <a:lnTo>
                    <a:pt x="6471682" y="1750080"/>
                  </a:lnTo>
                  <a:lnTo>
                    <a:pt x="6476158" y="1829993"/>
                  </a:lnTo>
                  <a:lnTo>
                    <a:pt x="6480633" y="1678159"/>
                  </a:lnTo>
                  <a:lnTo>
                    <a:pt x="6485109" y="1758072"/>
                  </a:lnTo>
                  <a:lnTo>
                    <a:pt x="6507487" y="1798028"/>
                  </a:lnTo>
                  <a:lnTo>
                    <a:pt x="6511962" y="1558291"/>
                  </a:lnTo>
                  <a:lnTo>
                    <a:pt x="6538816" y="1574273"/>
                  </a:lnTo>
                  <a:lnTo>
                    <a:pt x="6543291" y="1718116"/>
                  </a:lnTo>
                  <a:lnTo>
                    <a:pt x="6547767" y="1750080"/>
                  </a:lnTo>
                  <a:lnTo>
                    <a:pt x="6552242" y="1949861"/>
                  </a:lnTo>
                  <a:lnTo>
                    <a:pt x="6561194" y="2541213"/>
                  </a:lnTo>
                  <a:lnTo>
                    <a:pt x="6565669" y="2701038"/>
                  </a:lnTo>
                  <a:lnTo>
                    <a:pt x="6570145" y="2685055"/>
                  </a:lnTo>
                  <a:lnTo>
                    <a:pt x="6574620" y="2493266"/>
                  </a:lnTo>
                  <a:lnTo>
                    <a:pt x="6579096" y="2293485"/>
                  </a:lnTo>
                  <a:lnTo>
                    <a:pt x="6592523" y="2277502"/>
                  </a:lnTo>
                  <a:lnTo>
                    <a:pt x="6596998" y="2405362"/>
                  </a:lnTo>
                  <a:lnTo>
                    <a:pt x="6601474" y="2173616"/>
                  </a:lnTo>
                  <a:lnTo>
                    <a:pt x="6605949" y="1997809"/>
                  </a:lnTo>
                  <a:lnTo>
                    <a:pt x="6610425" y="2317458"/>
                  </a:lnTo>
                  <a:lnTo>
                    <a:pt x="6623852" y="1622221"/>
                  </a:lnTo>
                  <a:lnTo>
                    <a:pt x="6628327" y="1758072"/>
                  </a:lnTo>
                  <a:lnTo>
                    <a:pt x="6632803" y="1478378"/>
                  </a:lnTo>
                  <a:lnTo>
                    <a:pt x="6637278" y="1718116"/>
                  </a:lnTo>
                  <a:lnTo>
                    <a:pt x="6641754" y="1694142"/>
                  </a:lnTo>
                  <a:lnTo>
                    <a:pt x="6655181" y="1654186"/>
                  </a:lnTo>
                  <a:lnTo>
                    <a:pt x="6659656" y="1646194"/>
                  </a:lnTo>
                  <a:lnTo>
                    <a:pt x="6664132" y="1837984"/>
                  </a:lnTo>
                  <a:lnTo>
                    <a:pt x="6668607" y="1822002"/>
                  </a:lnTo>
                  <a:lnTo>
                    <a:pt x="6673083" y="1837984"/>
                  </a:lnTo>
                  <a:lnTo>
                    <a:pt x="6686510" y="1558291"/>
                  </a:lnTo>
                  <a:lnTo>
                    <a:pt x="6690985" y="1550300"/>
                  </a:lnTo>
                  <a:lnTo>
                    <a:pt x="6695461" y="1734098"/>
                  </a:lnTo>
                  <a:lnTo>
                    <a:pt x="6699936" y="1582265"/>
                  </a:lnTo>
                  <a:lnTo>
                    <a:pt x="6704412" y="1486370"/>
                  </a:lnTo>
                  <a:lnTo>
                    <a:pt x="6717839" y="1758072"/>
                  </a:lnTo>
                  <a:lnTo>
                    <a:pt x="6722314" y="1877940"/>
                  </a:lnTo>
                  <a:lnTo>
                    <a:pt x="6726790" y="1526326"/>
                  </a:lnTo>
                  <a:lnTo>
                    <a:pt x="6731265" y="1334536"/>
                  </a:lnTo>
                  <a:lnTo>
                    <a:pt x="6735741" y="1366501"/>
                  </a:lnTo>
                  <a:lnTo>
                    <a:pt x="6749168" y="1606238"/>
                  </a:lnTo>
                  <a:lnTo>
                    <a:pt x="6753643" y="1678159"/>
                  </a:lnTo>
                  <a:lnTo>
                    <a:pt x="6758119" y="1654186"/>
                  </a:lnTo>
                  <a:lnTo>
                    <a:pt x="6762594" y="1566282"/>
                  </a:lnTo>
                  <a:lnTo>
                    <a:pt x="6767070" y="1734098"/>
                  </a:lnTo>
                  <a:lnTo>
                    <a:pt x="6780497" y="1758072"/>
                  </a:lnTo>
                  <a:lnTo>
                    <a:pt x="6784972" y="1766063"/>
                  </a:lnTo>
                  <a:lnTo>
                    <a:pt x="6789448" y="1949861"/>
                  </a:lnTo>
                  <a:lnTo>
                    <a:pt x="6793924" y="1766063"/>
                  </a:lnTo>
                  <a:lnTo>
                    <a:pt x="6798399" y="1678159"/>
                  </a:lnTo>
                  <a:lnTo>
                    <a:pt x="6811826" y="1646194"/>
                  </a:lnTo>
                  <a:lnTo>
                    <a:pt x="6816301" y="1734098"/>
                  </a:lnTo>
                  <a:lnTo>
                    <a:pt x="6820777" y="1814010"/>
                  </a:lnTo>
                  <a:lnTo>
                    <a:pt x="6825253" y="1933879"/>
                  </a:lnTo>
                  <a:lnTo>
                    <a:pt x="6829728" y="1869949"/>
                  </a:lnTo>
                  <a:lnTo>
                    <a:pt x="6843155" y="1566282"/>
                  </a:lnTo>
                  <a:lnTo>
                    <a:pt x="6847630" y="1614229"/>
                  </a:lnTo>
                  <a:lnTo>
                    <a:pt x="6852106" y="1566282"/>
                  </a:lnTo>
                  <a:lnTo>
                    <a:pt x="6856582" y="1374492"/>
                  </a:lnTo>
                  <a:lnTo>
                    <a:pt x="6861057" y="1374492"/>
                  </a:lnTo>
                  <a:lnTo>
                    <a:pt x="6874484" y="1510343"/>
                  </a:lnTo>
                  <a:lnTo>
                    <a:pt x="6878959" y="1430431"/>
                  </a:lnTo>
                  <a:lnTo>
                    <a:pt x="6883435" y="1326545"/>
                  </a:lnTo>
                  <a:lnTo>
                    <a:pt x="6887911" y="1454405"/>
                  </a:lnTo>
                  <a:lnTo>
                    <a:pt x="6892386" y="1414449"/>
                  </a:lnTo>
                  <a:lnTo>
                    <a:pt x="6905813" y="1750080"/>
                  </a:lnTo>
                  <a:lnTo>
                    <a:pt x="6910288" y="1598247"/>
                  </a:lnTo>
                  <a:lnTo>
                    <a:pt x="6914764" y="1358510"/>
                  </a:lnTo>
                  <a:lnTo>
                    <a:pt x="6919240" y="1582265"/>
                  </a:lnTo>
                  <a:lnTo>
                    <a:pt x="6941618" y="1462396"/>
                  </a:lnTo>
                  <a:lnTo>
                    <a:pt x="6946093" y="1518335"/>
                  </a:lnTo>
                  <a:lnTo>
                    <a:pt x="6950569" y="1334536"/>
                  </a:lnTo>
                  <a:lnTo>
                    <a:pt x="6968471" y="719211"/>
                  </a:lnTo>
                  <a:lnTo>
                    <a:pt x="6972947" y="926983"/>
                  </a:lnTo>
                  <a:lnTo>
                    <a:pt x="6977422" y="1446413"/>
                  </a:lnTo>
                  <a:lnTo>
                    <a:pt x="6981898" y="1366501"/>
                  </a:lnTo>
                  <a:lnTo>
                    <a:pt x="6986373" y="1110782"/>
                  </a:lnTo>
                  <a:lnTo>
                    <a:pt x="6999800" y="1302571"/>
                  </a:lnTo>
                  <a:lnTo>
                    <a:pt x="7004276" y="1806019"/>
                  </a:lnTo>
                  <a:lnTo>
                    <a:pt x="7008751" y="1766063"/>
                  </a:lnTo>
                  <a:lnTo>
                    <a:pt x="7013227" y="1750080"/>
                  </a:lnTo>
                  <a:lnTo>
                    <a:pt x="7017702" y="1782045"/>
                  </a:lnTo>
                  <a:lnTo>
                    <a:pt x="7031129" y="1965844"/>
                  </a:lnTo>
                  <a:lnTo>
                    <a:pt x="7035605" y="1877940"/>
                  </a:lnTo>
                  <a:lnTo>
                    <a:pt x="7040080" y="1822002"/>
                  </a:lnTo>
                  <a:lnTo>
                    <a:pt x="7044556" y="1814010"/>
                  </a:lnTo>
                  <a:lnTo>
                    <a:pt x="7049031" y="1574273"/>
                  </a:lnTo>
                  <a:lnTo>
                    <a:pt x="7062458" y="1006895"/>
                  </a:lnTo>
                  <a:lnTo>
                    <a:pt x="7066934" y="695237"/>
                  </a:lnTo>
                  <a:lnTo>
                    <a:pt x="7075885" y="727202"/>
                  </a:lnTo>
                  <a:lnTo>
                    <a:pt x="7080360" y="895018"/>
                  </a:lnTo>
                  <a:lnTo>
                    <a:pt x="7093787" y="1238641"/>
                  </a:lnTo>
                  <a:lnTo>
                    <a:pt x="7098263" y="1222659"/>
                  </a:lnTo>
                  <a:lnTo>
                    <a:pt x="7102738" y="1294580"/>
                  </a:lnTo>
                  <a:lnTo>
                    <a:pt x="7111689" y="1014887"/>
                  </a:lnTo>
                  <a:lnTo>
                    <a:pt x="7125116" y="783141"/>
                  </a:lnTo>
                  <a:lnTo>
                    <a:pt x="7129592" y="695237"/>
                  </a:lnTo>
                  <a:lnTo>
                    <a:pt x="7134067" y="719211"/>
                  </a:lnTo>
                  <a:lnTo>
                    <a:pt x="7138543" y="703228"/>
                  </a:lnTo>
                  <a:lnTo>
                    <a:pt x="7143018" y="767158"/>
                  </a:lnTo>
                  <a:lnTo>
                    <a:pt x="7160921" y="679255"/>
                  </a:lnTo>
                  <a:lnTo>
                    <a:pt x="7165396" y="775150"/>
                  </a:lnTo>
                  <a:lnTo>
                    <a:pt x="7169872" y="879036"/>
                  </a:lnTo>
                  <a:lnTo>
                    <a:pt x="7174347" y="863053"/>
                  </a:lnTo>
                  <a:lnTo>
                    <a:pt x="7178823" y="903009"/>
                  </a:lnTo>
                  <a:lnTo>
                    <a:pt x="7187774" y="799123"/>
                  </a:lnTo>
                  <a:lnTo>
                    <a:pt x="7192250" y="1078817"/>
                  </a:lnTo>
                  <a:lnTo>
                    <a:pt x="7196725" y="990913"/>
                  </a:lnTo>
                  <a:lnTo>
                    <a:pt x="7201201" y="1046852"/>
                  </a:lnTo>
                  <a:lnTo>
                    <a:pt x="7205676" y="942966"/>
                  </a:lnTo>
                  <a:lnTo>
                    <a:pt x="7219103" y="1150738"/>
                  </a:lnTo>
                  <a:lnTo>
                    <a:pt x="7223579" y="1014887"/>
                  </a:lnTo>
                  <a:lnTo>
                    <a:pt x="7228054" y="879036"/>
                  </a:lnTo>
                  <a:lnTo>
                    <a:pt x="7232530" y="815106"/>
                  </a:lnTo>
                  <a:lnTo>
                    <a:pt x="7237006" y="918992"/>
                  </a:lnTo>
                  <a:lnTo>
                    <a:pt x="7250432" y="1022878"/>
                  </a:lnTo>
                  <a:lnTo>
                    <a:pt x="7254908" y="1286589"/>
                  </a:lnTo>
                  <a:lnTo>
                    <a:pt x="7259383" y="1270606"/>
                  </a:lnTo>
                  <a:lnTo>
                    <a:pt x="7263859" y="1150738"/>
                  </a:lnTo>
                  <a:lnTo>
                    <a:pt x="7268335" y="1046852"/>
                  </a:lnTo>
                  <a:lnTo>
                    <a:pt x="7281761" y="791132"/>
                  </a:lnTo>
                  <a:lnTo>
                    <a:pt x="7286237" y="575369"/>
                  </a:lnTo>
                  <a:lnTo>
                    <a:pt x="7290712" y="471483"/>
                  </a:lnTo>
                  <a:lnTo>
                    <a:pt x="7295188" y="663272"/>
                  </a:lnTo>
                  <a:lnTo>
                    <a:pt x="7299664" y="615325"/>
                  </a:lnTo>
                  <a:lnTo>
                    <a:pt x="7313090" y="687246"/>
                  </a:lnTo>
                  <a:lnTo>
                    <a:pt x="7317566" y="559386"/>
                  </a:lnTo>
                  <a:lnTo>
                    <a:pt x="7322041" y="391570"/>
                  </a:lnTo>
                  <a:lnTo>
                    <a:pt x="7326517" y="399561"/>
                  </a:lnTo>
                  <a:lnTo>
                    <a:pt x="7330993" y="439518"/>
                  </a:lnTo>
                  <a:lnTo>
                    <a:pt x="7344419" y="990913"/>
                  </a:lnTo>
                  <a:lnTo>
                    <a:pt x="7348895" y="1118773"/>
                  </a:lnTo>
                  <a:lnTo>
                    <a:pt x="7353370" y="1166720"/>
                  </a:lnTo>
                  <a:lnTo>
                    <a:pt x="7357846" y="1046852"/>
                  </a:lnTo>
                  <a:lnTo>
                    <a:pt x="7362322" y="807114"/>
                  </a:lnTo>
                  <a:lnTo>
                    <a:pt x="7375748" y="719211"/>
                  </a:lnTo>
                  <a:lnTo>
                    <a:pt x="7380224" y="335631"/>
                  </a:lnTo>
                  <a:lnTo>
                    <a:pt x="7384700" y="335631"/>
                  </a:lnTo>
                  <a:lnTo>
                    <a:pt x="7389175" y="567377"/>
                  </a:lnTo>
                  <a:lnTo>
                    <a:pt x="7393651" y="631307"/>
                  </a:lnTo>
                  <a:lnTo>
                    <a:pt x="7411553" y="535412"/>
                  </a:lnTo>
                  <a:lnTo>
                    <a:pt x="7416029" y="711220"/>
                  </a:lnTo>
                  <a:lnTo>
                    <a:pt x="7420504" y="615325"/>
                  </a:lnTo>
                  <a:lnTo>
                    <a:pt x="7424980" y="479474"/>
                  </a:lnTo>
                  <a:lnTo>
                    <a:pt x="7438406" y="583360"/>
                  </a:lnTo>
                  <a:lnTo>
                    <a:pt x="7442882" y="735193"/>
                  </a:lnTo>
                  <a:lnTo>
                    <a:pt x="7447358" y="831088"/>
                  </a:lnTo>
                  <a:lnTo>
                    <a:pt x="7451833" y="743185"/>
                  </a:lnTo>
                  <a:lnTo>
                    <a:pt x="7456309" y="631307"/>
                  </a:lnTo>
                  <a:lnTo>
                    <a:pt x="7469735" y="687246"/>
                  </a:lnTo>
                  <a:lnTo>
                    <a:pt x="7474211" y="479474"/>
                  </a:lnTo>
                  <a:lnTo>
                    <a:pt x="7478687" y="375588"/>
                  </a:lnTo>
                  <a:lnTo>
                    <a:pt x="7483162" y="463491"/>
                  </a:lnTo>
                  <a:lnTo>
                    <a:pt x="7487638" y="575369"/>
                  </a:lnTo>
                  <a:lnTo>
                    <a:pt x="7501064" y="735193"/>
                  </a:lnTo>
                  <a:lnTo>
                    <a:pt x="7505540" y="559386"/>
                  </a:lnTo>
                  <a:lnTo>
                    <a:pt x="7510016" y="567377"/>
                  </a:lnTo>
                  <a:lnTo>
                    <a:pt x="7514491" y="743185"/>
                  </a:lnTo>
                  <a:lnTo>
                    <a:pt x="7518967" y="631307"/>
                  </a:lnTo>
                  <a:lnTo>
                    <a:pt x="7532394" y="327640"/>
                  </a:lnTo>
                  <a:lnTo>
                    <a:pt x="7536869" y="255719"/>
                  </a:lnTo>
                  <a:lnTo>
                    <a:pt x="7541345" y="391570"/>
                  </a:lnTo>
                  <a:lnTo>
                    <a:pt x="7545820" y="471483"/>
                  </a:lnTo>
                  <a:lnTo>
                    <a:pt x="7550296" y="423535"/>
                  </a:lnTo>
                  <a:lnTo>
                    <a:pt x="7554771" y="455500"/>
                  </a:lnTo>
                  <a:lnTo>
                    <a:pt x="7563723" y="847071"/>
                  </a:lnTo>
                  <a:lnTo>
                    <a:pt x="7568198" y="719211"/>
                  </a:lnTo>
                  <a:lnTo>
                    <a:pt x="7572674" y="759167"/>
                  </a:lnTo>
                  <a:lnTo>
                    <a:pt x="7577149" y="863053"/>
                  </a:lnTo>
                  <a:lnTo>
                    <a:pt x="7581625" y="495456"/>
                  </a:lnTo>
                  <a:lnTo>
                    <a:pt x="7595052" y="879036"/>
                  </a:lnTo>
                  <a:lnTo>
                    <a:pt x="7599527" y="743185"/>
                  </a:lnTo>
                  <a:lnTo>
                    <a:pt x="7604003" y="519430"/>
                  </a:lnTo>
                  <a:lnTo>
                    <a:pt x="7608478" y="239737"/>
                  </a:lnTo>
                  <a:lnTo>
                    <a:pt x="7612954" y="447509"/>
                  </a:lnTo>
                  <a:lnTo>
                    <a:pt x="7617429" y="487465"/>
                  </a:lnTo>
                  <a:lnTo>
                    <a:pt x="7626381" y="495456"/>
                  </a:lnTo>
                  <a:lnTo>
                    <a:pt x="7630856" y="415544"/>
                  </a:lnTo>
                  <a:lnTo>
                    <a:pt x="7635332" y="263710"/>
                  </a:lnTo>
                  <a:lnTo>
                    <a:pt x="7639807" y="335631"/>
                  </a:lnTo>
                  <a:lnTo>
                    <a:pt x="7644283" y="503447"/>
                  </a:lnTo>
                  <a:lnTo>
                    <a:pt x="7648758" y="479474"/>
                  </a:lnTo>
                  <a:lnTo>
                    <a:pt x="7657710" y="903009"/>
                  </a:lnTo>
                  <a:lnTo>
                    <a:pt x="7662185" y="1054843"/>
                  </a:lnTo>
                  <a:lnTo>
                    <a:pt x="7666661" y="1214668"/>
                  </a:lnTo>
                  <a:lnTo>
                    <a:pt x="7671136" y="1430431"/>
                  </a:lnTo>
                  <a:lnTo>
                    <a:pt x="7675612" y="1406457"/>
                  </a:lnTo>
                  <a:lnTo>
                    <a:pt x="7689039" y="1030869"/>
                  </a:lnTo>
                  <a:lnTo>
                    <a:pt x="7693514" y="855062"/>
                  </a:lnTo>
                  <a:lnTo>
                    <a:pt x="7697990" y="831088"/>
                  </a:lnTo>
                  <a:lnTo>
                    <a:pt x="7702465" y="839079"/>
                  </a:lnTo>
                  <a:lnTo>
                    <a:pt x="7706941" y="958948"/>
                  </a:lnTo>
                  <a:lnTo>
                    <a:pt x="7720368" y="958948"/>
                  </a:lnTo>
                  <a:lnTo>
                    <a:pt x="7724843" y="1118773"/>
                  </a:lnTo>
                  <a:lnTo>
                    <a:pt x="7729319" y="1062834"/>
                  </a:lnTo>
                  <a:lnTo>
                    <a:pt x="7733794" y="1046852"/>
                  </a:lnTo>
                  <a:lnTo>
                    <a:pt x="7738270" y="1046852"/>
                  </a:lnTo>
                  <a:lnTo>
                    <a:pt x="7751697" y="1374492"/>
                  </a:lnTo>
                  <a:lnTo>
                    <a:pt x="7756172" y="1278597"/>
                  </a:lnTo>
                  <a:lnTo>
                    <a:pt x="7760648" y="1454405"/>
                  </a:lnTo>
                  <a:lnTo>
                    <a:pt x="7769599" y="1462396"/>
                  </a:lnTo>
                  <a:lnTo>
                    <a:pt x="7783026" y="1110782"/>
                  </a:lnTo>
                  <a:lnTo>
                    <a:pt x="7787501" y="1046852"/>
                  </a:lnTo>
                  <a:lnTo>
                    <a:pt x="7791977" y="1070825"/>
                  </a:lnTo>
                  <a:lnTo>
                    <a:pt x="7796453" y="1174711"/>
                  </a:lnTo>
                  <a:lnTo>
                    <a:pt x="7800928" y="1574273"/>
                  </a:lnTo>
                  <a:lnTo>
                    <a:pt x="7814355" y="1406457"/>
                  </a:lnTo>
                  <a:lnTo>
                    <a:pt x="7818830" y="1350519"/>
                  </a:lnTo>
                  <a:lnTo>
                    <a:pt x="7823306" y="1110782"/>
                  </a:lnTo>
                  <a:lnTo>
                    <a:pt x="7827782" y="1038860"/>
                  </a:lnTo>
                  <a:lnTo>
                    <a:pt x="7832257" y="1182703"/>
                  </a:lnTo>
                  <a:lnTo>
                    <a:pt x="7845684" y="1070825"/>
                  </a:lnTo>
                  <a:lnTo>
                    <a:pt x="7850159" y="1230650"/>
                  </a:lnTo>
                  <a:lnTo>
                    <a:pt x="7854635" y="1478378"/>
                  </a:lnTo>
                  <a:lnTo>
                    <a:pt x="7859111" y="1462396"/>
                  </a:lnTo>
                  <a:lnTo>
                    <a:pt x="7863586" y="1198685"/>
                  </a:lnTo>
                  <a:lnTo>
                    <a:pt x="7877013" y="1238641"/>
                  </a:lnTo>
                  <a:lnTo>
                    <a:pt x="7881488" y="1310562"/>
                  </a:lnTo>
                  <a:lnTo>
                    <a:pt x="7885964" y="1294580"/>
                  </a:lnTo>
                  <a:lnTo>
                    <a:pt x="7890440" y="1422440"/>
                  </a:lnTo>
                  <a:lnTo>
                    <a:pt x="7894915" y="1414449"/>
                  </a:lnTo>
                  <a:lnTo>
                    <a:pt x="7908342" y="1638203"/>
                  </a:lnTo>
                  <a:lnTo>
                    <a:pt x="7912817" y="1806019"/>
                  </a:lnTo>
                  <a:lnTo>
                    <a:pt x="7917293" y="1845975"/>
                  </a:lnTo>
                  <a:lnTo>
                    <a:pt x="7921769" y="1853967"/>
                  </a:lnTo>
                  <a:lnTo>
                    <a:pt x="7926244" y="1861958"/>
                  </a:lnTo>
                  <a:lnTo>
                    <a:pt x="7939671" y="1622221"/>
                  </a:lnTo>
                  <a:lnTo>
                    <a:pt x="7944147" y="1718116"/>
                  </a:lnTo>
                  <a:lnTo>
                    <a:pt x="7948622" y="1766063"/>
                  </a:lnTo>
                  <a:lnTo>
                    <a:pt x="7953098" y="1630212"/>
                  </a:lnTo>
                  <a:lnTo>
                    <a:pt x="7957573" y="1662177"/>
                  </a:lnTo>
                  <a:lnTo>
                    <a:pt x="7971000" y="1845975"/>
                  </a:lnTo>
                  <a:lnTo>
                    <a:pt x="7975476" y="1614229"/>
                  </a:lnTo>
                  <a:lnTo>
                    <a:pt x="7979951" y="2109686"/>
                  </a:lnTo>
                  <a:lnTo>
                    <a:pt x="7984427" y="2285493"/>
                  </a:lnTo>
                  <a:lnTo>
                    <a:pt x="7988902" y="2253528"/>
                  </a:lnTo>
                  <a:lnTo>
                    <a:pt x="8002329" y="1246633"/>
                  </a:lnTo>
                  <a:lnTo>
                    <a:pt x="8006805" y="1646194"/>
                  </a:lnTo>
                  <a:lnTo>
                    <a:pt x="8011280" y="1686151"/>
                  </a:lnTo>
                  <a:lnTo>
                    <a:pt x="8015756" y="1798028"/>
                  </a:lnTo>
                  <a:lnTo>
                    <a:pt x="8020231" y="2013791"/>
                  </a:lnTo>
                  <a:lnTo>
                    <a:pt x="8033658" y="1758072"/>
                  </a:lnTo>
                  <a:lnTo>
                    <a:pt x="8038134" y="1893923"/>
                  </a:lnTo>
                  <a:lnTo>
                    <a:pt x="8042609" y="2021783"/>
                  </a:lnTo>
                  <a:lnTo>
                    <a:pt x="8047085" y="2013791"/>
                  </a:lnTo>
                  <a:lnTo>
                    <a:pt x="8051560" y="1798028"/>
                  </a:lnTo>
                  <a:lnTo>
                    <a:pt x="8064987" y="1949861"/>
                  </a:lnTo>
                  <a:lnTo>
                    <a:pt x="8069463" y="1957853"/>
                  </a:lnTo>
                  <a:lnTo>
                    <a:pt x="8073938" y="2133660"/>
                  </a:lnTo>
                  <a:lnTo>
                    <a:pt x="8078414" y="2133660"/>
                  </a:lnTo>
                  <a:lnTo>
                    <a:pt x="8082889" y="2277502"/>
                  </a:lnTo>
                  <a:lnTo>
                    <a:pt x="8096316" y="1574273"/>
                  </a:lnTo>
                  <a:lnTo>
                    <a:pt x="8100792" y="1646194"/>
                  </a:lnTo>
                  <a:lnTo>
                    <a:pt x="8105267" y="1574273"/>
                  </a:lnTo>
                  <a:lnTo>
                    <a:pt x="8109743" y="1534317"/>
                  </a:lnTo>
                  <a:lnTo>
                    <a:pt x="8114218" y="1957853"/>
                  </a:lnTo>
                  <a:lnTo>
                    <a:pt x="8127645" y="2021783"/>
                  </a:lnTo>
                  <a:lnTo>
                    <a:pt x="8145547" y="2109686"/>
                  </a:lnTo>
                  <a:lnTo>
                    <a:pt x="8194779" y="1901914"/>
                  </a:lnTo>
                  <a:lnTo>
                    <a:pt x="8199254" y="2125669"/>
                  </a:lnTo>
                  <a:lnTo>
                    <a:pt x="8203730" y="1750080"/>
                  </a:lnTo>
                  <a:lnTo>
                    <a:pt x="8208205" y="2237546"/>
                  </a:lnTo>
                  <a:lnTo>
                    <a:pt x="8221632" y="2477283"/>
                  </a:lnTo>
                  <a:lnTo>
                    <a:pt x="8226108" y="2309467"/>
                  </a:lnTo>
                  <a:lnTo>
                    <a:pt x="8230583" y="1973835"/>
                  </a:lnTo>
                  <a:lnTo>
                    <a:pt x="8235059" y="2109686"/>
                  </a:lnTo>
                  <a:lnTo>
                    <a:pt x="8239535" y="2357415"/>
                  </a:lnTo>
                  <a:lnTo>
                    <a:pt x="8252961" y="2213572"/>
                  </a:lnTo>
                  <a:lnTo>
                    <a:pt x="8257437" y="2333441"/>
                  </a:lnTo>
                  <a:lnTo>
                    <a:pt x="8261912" y="2069730"/>
                  </a:lnTo>
                  <a:lnTo>
                    <a:pt x="8266388" y="1997809"/>
                  </a:lnTo>
                  <a:lnTo>
                    <a:pt x="8270864" y="1774054"/>
                  </a:lnTo>
                  <a:lnTo>
                    <a:pt x="8284290" y="1582265"/>
                  </a:lnTo>
                  <a:lnTo>
                    <a:pt x="8288766" y="1718116"/>
                  </a:lnTo>
                  <a:lnTo>
                    <a:pt x="8293241" y="1774054"/>
                  </a:lnTo>
                  <a:lnTo>
                    <a:pt x="8297717" y="1845975"/>
                  </a:lnTo>
                  <a:lnTo>
                    <a:pt x="8302193" y="2029774"/>
                  </a:lnTo>
                  <a:lnTo>
                    <a:pt x="8315619" y="2301476"/>
                  </a:lnTo>
                  <a:lnTo>
                    <a:pt x="8320095" y="2373397"/>
                  </a:lnTo>
                  <a:lnTo>
                    <a:pt x="8324570" y="2093704"/>
                  </a:lnTo>
                  <a:lnTo>
                    <a:pt x="8329046" y="2037765"/>
                  </a:lnTo>
                  <a:lnTo>
                    <a:pt x="8333522" y="2093704"/>
                  </a:lnTo>
                  <a:lnTo>
                    <a:pt x="8346948" y="2077721"/>
                  </a:lnTo>
                  <a:lnTo>
                    <a:pt x="8351424" y="1973835"/>
                  </a:lnTo>
                  <a:lnTo>
                    <a:pt x="8355899" y="1837984"/>
                  </a:lnTo>
                  <a:lnTo>
                    <a:pt x="8364851" y="2301476"/>
                  </a:lnTo>
                  <a:lnTo>
                    <a:pt x="8378277" y="2461301"/>
                  </a:lnTo>
                  <a:lnTo>
                    <a:pt x="8382753" y="2461301"/>
                  </a:lnTo>
                  <a:lnTo>
                    <a:pt x="8387229" y="2213572"/>
                  </a:lnTo>
                  <a:lnTo>
                    <a:pt x="8391704" y="1782045"/>
                  </a:lnTo>
                  <a:lnTo>
                    <a:pt x="8396180" y="1382484"/>
                  </a:lnTo>
                  <a:lnTo>
                    <a:pt x="8409606" y="1518335"/>
                  </a:lnTo>
                  <a:lnTo>
                    <a:pt x="8414082" y="1598247"/>
                  </a:lnTo>
                  <a:lnTo>
                    <a:pt x="8418558" y="1774054"/>
                  </a:lnTo>
                  <a:lnTo>
                    <a:pt x="8423033" y="1837984"/>
                  </a:lnTo>
                  <a:lnTo>
                    <a:pt x="8427509" y="2053748"/>
                  </a:lnTo>
                  <a:lnTo>
                    <a:pt x="8440935" y="1861958"/>
                  </a:lnTo>
                  <a:lnTo>
                    <a:pt x="8445411" y="1885932"/>
                  </a:lnTo>
                  <a:lnTo>
                    <a:pt x="8449887" y="1686151"/>
                  </a:lnTo>
                  <a:lnTo>
                    <a:pt x="8454362" y="1478378"/>
                  </a:lnTo>
                  <a:lnTo>
                    <a:pt x="8458838" y="1422440"/>
                  </a:lnTo>
                  <a:lnTo>
                    <a:pt x="8472264" y="1486370"/>
                  </a:lnTo>
                  <a:lnTo>
                    <a:pt x="8476740" y="1646194"/>
                  </a:lnTo>
                  <a:lnTo>
                    <a:pt x="8481216" y="1845975"/>
                  </a:lnTo>
                  <a:lnTo>
                    <a:pt x="8485691" y="1997809"/>
                  </a:lnTo>
                  <a:lnTo>
                    <a:pt x="8490167" y="1957853"/>
                  </a:lnTo>
                  <a:lnTo>
                    <a:pt x="8503593" y="1925888"/>
                  </a:lnTo>
                  <a:lnTo>
                    <a:pt x="8508069" y="1997809"/>
                  </a:lnTo>
                  <a:lnTo>
                    <a:pt x="8512545" y="1622221"/>
                  </a:lnTo>
                  <a:lnTo>
                    <a:pt x="8517020" y="1430431"/>
                  </a:lnTo>
                  <a:lnTo>
                    <a:pt x="8521496" y="1158729"/>
                  </a:lnTo>
                  <a:lnTo>
                    <a:pt x="8534923" y="1390475"/>
                  </a:lnTo>
                  <a:lnTo>
                    <a:pt x="8539398" y="1462396"/>
                  </a:lnTo>
                  <a:lnTo>
                    <a:pt x="8548349" y="1606238"/>
                  </a:lnTo>
                  <a:lnTo>
                    <a:pt x="8552825" y="1534317"/>
                  </a:lnTo>
                  <a:lnTo>
                    <a:pt x="8566252" y="1614229"/>
                  </a:lnTo>
                  <a:lnTo>
                    <a:pt x="8570727" y="1694142"/>
                  </a:lnTo>
                  <a:lnTo>
                    <a:pt x="8575203" y="1422440"/>
                  </a:lnTo>
                  <a:lnTo>
                    <a:pt x="8579678" y="1166720"/>
                  </a:lnTo>
                  <a:lnTo>
                    <a:pt x="8584154" y="1174711"/>
                  </a:lnTo>
                  <a:lnTo>
                    <a:pt x="8597581" y="1726107"/>
                  </a:lnTo>
                  <a:lnTo>
                    <a:pt x="8602056" y="1606238"/>
                  </a:lnTo>
                  <a:lnTo>
                    <a:pt x="8606532" y="1470387"/>
                  </a:lnTo>
                  <a:lnTo>
                    <a:pt x="8611007" y="1630212"/>
                  </a:lnTo>
                  <a:lnTo>
                    <a:pt x="8615483" y="1430431"/>
                  </a:lnTo>
                  <a:lnTo>
                    <a:pt x="8628910" y="1142746"/>
                  </a:lnTo>
                  <a:lnTo>
                    <a:pt x="8633385" y="1006895"/>
                  </a:lnTo>
                  <a:lnTo>
                    <a:pt x="8637861" y="871044"/>
                  </a:lnTo>
                  <a:lnTo>
                    <a:pt x="8642336" y="831088"/>
                  </a:lnTo>
                  <a:lnTo>
                    <a:pt x="8664714" y="1294580"/>
                  </a:lnTo>
                  <a:lnTo>
                    <a:pt x="8669190" y="1238641"/>
                  </a:lnTo>
                  <a:lnTo>
                    <a:pt x="8673665" y="1358510"/>
                  </a:lnTo>
                  <a:lnTo>
                    <a:pt x="8678141" y="1414449"/>
                  </a:lnTo>
                  <a:lnTo>
                    <a:pt x="8691568" y="1142746"/>
                  </a:lnTo>
                  <a:lnTo>
                    <a:pt x="8696043" y="998904"/>
                  </a:lnTo>
                  <a:lnTo>
                    <a:pt x="8700519" y="887027"/>
                  </a:lnTo>
                  <a:lnTo>
                    <a:pt x="8709470" y="727202"/>
                  </a:lnTo>
                  <a:lnTo>
                    <a:pt x="8722897" y="1502352"/>
                  </a:lnTo>
                  <a:lnTo>
                    <a:pt x="8727372" y="1454405"/>
                  </a:lnTo>
                  <a:lnTo>
                    <a:pt x="8731848" y="1406457"/>
                  </a:lnTo>
                  <a:lnTo>
                    <a:pt x="8736323" y="1390475"/>
                  </a:lnTo>
                  <a:lnTo>
                    <a:pt x="8740799" y="1318554"/>
                  </a:lnTo>
                  <a:lnTo>
                    <a:pt x="8754226" y="950957"/>
                  </a:lnTo>
                  <a:lnTo>
                    <a:pt x="8758701" y="1070825"/>
                  </a:lnTo>
                  <a:lnTo>
                    <a:pt x="8763177" y="982922"/>
                  </a:lnTo>
                  <a:lnTo>
                    <a:pt x="8767652" y="1206676"/>
                  </a:lnTo>
                  <a:lnTo>
                    <a:pt x="8772128" y="1246633"/>
                  </a:lnTo>
                  <a:lnTo>
                    <a:pt x="8785555" y="1150738"/>
                  </a:lnTo>
                  <a:lnTo>
                    <a:pt x="8790030" y="990913"/>
                  </a:lnTo>
                  <a:lnTo>
                    <a:pt x="8794506" y="982922"/>
                  </a:lnTo>
                  <a:lnTo>
                    <a:pt x="8798981" y="1318554"/>
                  </a:lnTo>
                  <a:lnTo>
                    <a:pt x="8803457" y="1518335"/>
                  </a:lnTo>
                  <a:lnTo>
                    <a:pt x="8816884" y="1102790"/>
                  </a:lnTo>
                  <a:lnTo>
                    <a:pt x="8821359" y="1046852"/>
                  </a:lnTo>
                  <a:lnTo>
                    <a:pt x="8825835" y="1118773"/>
                  </a:lnTo>
                  <a:lnTo>
                    <a:pt x="8834786" y="647290"/>
                  </a:lnTo>
                  <a:lnTo>
                    <a:pt x="8848213" y="942966"/>
                  </a:lnTo>
                  <a:lnTo>
                    <a:pt x="8852688" y="847071"/>
                  </a:lnTo>
                  <a:lnTo>
                    <a:pt x="8857164" y="751176"/>
                  </a:lnTo>
                  <a:lnTo>
                    <a:pt x="8861640" y="871044"/>
                  </a:lnTo>
                  <a:lnTo>
                    <a:pt x="8866115" y="807114"/>
                  </a:lnTo>
                  <a:lnTo>
                    <a:pt x="8884017" y="903009"/>
                  </a:lnTo>
                  <a:lnTo>
                    <a:pt x="8888493" y="895018"/>
                  </a:lnTo>
                  <a:lnTo>
                    <a:pt x="8892969" y="719211"/>
                  </a:lnTo>
                  <a:lnTo>
                    <a:pt x="8897444" y="327640"/>
                  </a:lnTo>
                  <a:lnTo>
                    <a:pt x="8910871" y="831088"/>
                  </a:lnTo>
                  <a:lnTo>
                    <a:pt x="8915346" y="711220"/>
                  </a:lnTo>
                  <a:lnTo>
                    <a:pt x="8919822" y="591351"/>
                  </a:lnTo>
                  <a:lnTo>
                    <a:pt x="8924298" y="583360"/>
                  </a:lnTo>
                  <a:lnTo>
                    <a:pt x="8928773" y="695237"/>
                  </a:lnTo>
                  <a:lnTo>
                    <a:pt x="8933249" y="591351"/>
                  </a:lnTo>
                  <a:lnTo>
                    <a:pt x="8942200" y="463491"/>
                  </a:lnTo>
                  <a:lnTo>
                    <a:pt x="8946675" y="527421"/>
                  </a:lnTo>
                  <a:lnTo>
                    <a:pt x="8951151" y="335631"/>
                  </a:lnTo>
                  <a:lnTo>
                    <a:pt x="8955627" y="439518"/>
                  </a:lnTo>
                  <a:lnTo>
                    <a:pt x="8960102" y="655281"/>
                  </a:lnTo>
                  <a:lnTo>
                    <a:pt x="8973529" y="263710"/>
                  </a:lnTo>
                  <a:lnTo>
                    <a:pt x="8978005" y="127859"/>
                  </a:lnTo>
                  <a:lnTo>
                    <a:pt x="8982480" y="63929"/>
                  </a:lnTo>
                  <a:lnTo>
                    <a:pt x="8986956" y="527421"/>
                  </a:lnTo>
                  <a:lnTo>
                    <a:pt x="8991431" y="615325"/>
                  </a:lnTo>
                  <a:lnTo>
                    <a:pt x="9004858" y="879036"/>
                  </a:lnTo>
                  <a:lnTo>
                    <a:pt x="9009334" y="1006895"/>
                  </a:lnTo>
                  <a:lnTo>
                    <a:pt x="9013809" y="982922"/>
                  </a:lnTo>
                  <a:lnTo>
                    <a:pt x="9018285" y="775150"/>
                  </a:lnTo>
                  <a:lnTo>
                    <a:pt x="9022760" y="823097"/>
                  </a:lnTo>
                  <a:lnTo>
                    <a:pt x="9036187" y="647290"/>
                  </a:lnTo>
                  <a:lnTo>
                    <a:pt x="9040663" y="719211"/>
                  </a:lnTo>
                  <a:lnTo>
                    <a:pt x="9045138" y="942966"/>
                  </a:lnTo>
                  <a:lnTo>
                    <a:pt x="9049614" y="807114"/>
                  </a:lnTo>
                  <a:lnTo>
                    <a:pt x="9054089" y="671263"/>
                  </a:lnTo>
                  <a:lnTo>
                    <a:pt x="9067516" y="775150"/>
                  </a:lnTo>
                  <a:lnTo>
                    <a:pt x="9071992" y="831088"/>
                  </a:lnTo>
                  <a:lnTo>
                    <a:pt x="9076467" y="791132"/>
                  </a:lnTo>
                  <a:lnTo>
                    <a:pt x="9080943" y="823097"/>
                  </a:lnTo>
                  <a:lnTo>
                    <a:pt x="9085418" y="751176"/>
                  </a:lnTo>
                  <a:lnTo>
                    <a:pt x="9098845" y="815106"/>
                  </a:lnTo>
                  <a:lnTo>
                    <a:pt x="9103321" y="990913"/>
                  </a:lnTo>
                  <a:lnTo>
                    <a:pt x="9103321" y="1190694"/>
                  </a:lnTo>
                  <a:lnTo>
                    <a:pt x="9098845" y="1182703"/>
                  </a:lnTo>
                  <a:lnTo>
                    <a:pt x="9085418" y="982922"/>
                  </a:lnTo>
                  <a:lnTo>
                    <a:pt x="9080943" y="1062834"/>
                  </a:lnTo>
                  <a:lnTo>
                    <a:pt x="9076467" y="998904"/>
                  </a:lnTo>
                  <a:lnTo>
                    <a:pt x="9071992" y="998904"/>
                  </a:lnTo>
                  <a:lnTo>
                    <a:pt x="9067516" y="950957"/>
                  </a:lnTo>
                  <a:lnTo>
                    <a:pt x="9054089" y="895018"/>
                  </a:lnTo>
                  <a:lnTo>
                    <a:pt x="9049614" y="1078817"/>
                  </a:lnTo>
                  <a:lnTo>
                    <a:pt x="9045138" y="1110782"/>
                  </a:lnTo>
                  <a:lnTo>
                    <a:pt x="9040663" y="1038860"/>
                  </a:lnTo>
                  <a:lnTo>
                    <a:pt x="9036187" y="887027"/>
                  </a:lnTo>
                  <a:lnTo>
                    <a:pt x="9022760" y="1062834"/>
                  </a:lnTo>
                  <a:lnTo>
                    <a:pt x="9018285" y="1030869"/>
                  </a:lnTo>
                  <a:lnTo>
                    <a:pt x="9013809" y="1198685"/>
                  </a:lnTo>
                  <a:lnTo>
                    <a:pt x="9009334" y="1350519"/>
                  </a:lnTo>
                  <a:lnTo>
                    <a:pt x="9004858" y="1214668"/>
                  </a:lnTo>
                  <a:lnTo>
                    <a:pt x="8991431" y="1046852"/>
                  </a:lnTo>
                  <a:lnTo>
                    <a:pt x="8986956" y="1038860"/>
                  </a:lnTo>
                  <a:lnTo>
                    <a:pt x="8982480" y="367596"/>
                  </a:lnTo>
                  <a:lnTo>
                    <a:pt x="8978005" y="495456"/>
                  </a:lnTo>
                  <a:lnTo>
                    <a:pt x="8973529" y="934974"/>
                  </a:lnTo>
                  <a:lnTo>
                    <a:pt x="8960102" y="1030869"/>
                  </a:lnTo>
                  <a:lnTo>
                    <a:pt x="8955627" y="958948"/>
                  </a:lnTo>
                  <a:lnTo>
                    <a:pt x="8951151" y="950957"/>
                  </a:lnTo>
                  <a:lnTo>
                    <a:pt x="8946675" y="1094799"/>
                  </a:lnTo>
                  <a:lnTo>
                    <a:pt x="8942200" y="1094799"/>
                  </a:lnTo>
                  <a:lnTo>
                    <a:pt x="8933249" y="799123"/>
                  </a:lnTo>
                  <a:lnTo>
                    <a:pt x="8928773" y="1150738"/>
                  </a:lnTo>
                  <a:lnTo>
                    <a:pt x="8924298" y="1182703"/>
                  </a:lnTo>
                  <a:lnTo>
                    <a:pt x="8919822" y="966939"/>
                  </a:lnTo>
                  <a:lnTo>
                    <a:pt x="8915346" y="911001"/>
                  </a:lnTo>
                  <a:lnTo>
                    <a:pt x="8910871" y="1054843"/>
                  </a:lnTo>
                  <a:lnTo>
                    <a:pt x="8897444" y="911001"/>
                  </a:lnTo>
                  <a:lnTo>
                    <a:pt x="8892969" y="1094799"/>
                  </a:lnTo>
                  <a:lnTo>
                    <a:pt x="8888493" y="1294580"/>
                  </a:lnTo>
                  <a:lnTo>
                    <a:pt x="8884017" y="1318554"/>
                  </a:lnTo>
                  <a:lnTo>
                    <a:pt x="8866115" y="1182703"/>
                  </a:lnTo>
                  <a:lnTo>
                    <a:pt x="8861640" y="1206676"/>
                  </a:lnTo>
                  <a:lnTo>
                    <a:pt x="8857164" y="1062834"/>
                  </a:lnTo>
                  <a:lnTo>
                    <a:pt x="8852688" y="1110782"/>
                  </a:lnTo>
                  <a:lnTo>
                    <a:pt x="8848213" y="1262615"/>
                  </a:lnTo>
                  <a:lnTo>
                    <a:pt x="8834786" y="1006895"/>
                  </a:lnTo>
                  <a:lnTo>
                    <a:pt x="8825835" y="1270606"/>
                  </a:lnTo>
                  <a:lnTo>
                    <a:pt x="8821359" y="1270606"/>
                  </a:lnTo>
                  <a:lnTo>
                    <a:pt x="8816884" y="1350519"/>
                  </a:lnTo>
                  <a:lnTo>
                    <a:pt x="8803457" y="1694142"/>
                  </a:lnTo>
                  <a:lnTo>
                    <a:pt x="8798981" y="1734098"/>
                  </a:lnTo>
                  <a:lnTo>
                    <a:pt x="8794506" y="1406457"/>
                  </a:lnTo>
                  <a:lnTo>
                    <a:pt x="8790030" y="1190694"/>
                  </a:lnTo>
                  <a:lnTo>
                    <a:pt x="8785555" y="1478378"/>
                  </a:lnTo>
                  <a:lnTo>
                    <a:pt x="8772128" y="1550300"/>
                  </a:lnTo>
                  <a:lnTo>
                    <a:pt x="8767652" y="1550300"/>
                  </a:lnTo>
                  <a:lnTo>
                    <a:pt x="8763177" y="1414449"/>
                  </a:lnTo>
                  <a:lnTo>
                    <a:pt x="8758701" y="1382484"/>
                  </a:lnTo>
                  <a:lnTo>
                    <a:pt x="8754226" y="1478378"/>
                  </a:lnTo>
                  <a:lnTo>
                    <a:pt x="8740799" y="1614229"/>
                  </a:lnTo>
                  <a:lnTo>
                    <a:pt x="8736323" y="1694142"/>
                  </a:lnTo>
                  <a:lnTo>
                    <a:pt x="8731848" y="1606238"/>
                  </a:lnTo>
                  <a:lnTo>
                    <a:pt x="8727372" y="1734098"/>
                  </a:lnTo>
                  <a:lnTo>
                    <a:pt x="8722897" y="1829993"/>
                  </a:lnTo>
                  <a:lnTo>
                    <a:pt x="8709470" y="1142746"/>
                  </a:lnTo>
                  <a:lnTo>
                    <a:pt x="8700519" y="1294580"/>
                  </a:lnTo>
                  <a:lnTo>
                    <a:pt x="8696043" y="1310562"/>
                  </a:lnTo>
                  <a:lnTo>
                    <a:pt x="8691568" y="1414449"/>
                  </a:lnTo>
                  <a:lnTo>
                    <a:pt x="8678141" y="1638203"/>
                  </a:lnTo>
                  <a:lnTo>
                    <a:pt x="8673665" y="1590256"/>
                  </a:lnTo>
                  <a:lnTo>
                    <a:pt x="8669190" y="1518335"/>
                  </a:lnTo>
                  <a:lnTo>
                    <a:pt x="8664714" y="1534317"/>
                  </a:lnTo>
                  <a:lnTo>
                    <a:pt x="8642336" y="1726107"/>
                  </a:lnTo>
                  <a:lnTo>
                    <a:pt x="8637861" y="1542308"/>
                  </a:lnTo>
                  <a:lnTo>
                    <a:pt x="8633385" y="1318554"/>
                  </a:lnTo>
                  <a:lnTo>
                    <a:pt x="8628910" y="1446413"/>
                  </a:lnTo>
                  <a:lnTo>
                    <a:pt x="8615483" y="1670168"/>
                  </a:lnTo>
                  <a:lnTo>
                    <a:pt x="8611007" y="1822002"/>
                  </a:lnTo>
                  <a:lnTo>
                    <a:pt x="8606532" y="1909905"/>
                  </a:lnTo>
                  <a:lnTo>
                    <a:pt x="8602056" y="1909905"/>
                  </a:lnTo>
                  <a:lnTo>
                    <a:pt x="8597581" y="2053748"/>
                  </a:lnTo>
                  <a:lnTo>
                    <a:pt x="8584154" y="1478378"/>
                  </a:lnTo>
                  <a:lnTo>
                    <a:pt x="8579678" y="1534317"/>
                  </a:lnTo>
                  <a:lnTo>
                    <a:pt x="8575203" y="1782045"/>
                  </a:lnTo>
                  <a:lnTo>
                    <a:pt x="8570727" y="1901914"/>
                  </a:lnTo>
                  <a:lnTo>
                    <a:pt x="8566252" y="1917896"/>
                  </a:lnTo>
                  <a:lnTo>
                    <a:pt x="8552825" y="1822002"/>
                  </a:lnTo>
                  <a:lnTo>
                    <a:pt x="8548349" y="1973835"/>
                  </a:lnTo>
                  <a:lnTo>
                    <a:pt x="8539398" y="1798028"/>
                  </a:lnTo>
                  <a:lnTo>
                    <a:pt x="8534923" y="1710124"/>
                  </a:lnTo>
                  <a:lnTo>
                    <a:pt x="8521496" y="1566282"/>
                  </a:lnTo>
                  <a:lnTo>
                    <a:pt x="8517020" y="1742089"/>
                  </a:lnTo>
                  <a:lnTo>
                    <a:pt x="8512545" y="1997809"/>
                  </a:lnTo>
                  <a:lnTo>
                    <a:pt x="8508069" y="2277502"/>
                  </a:lnTo>
                  <a:lnTo>
                    <a:pt x="8503593" y="2309467"/>
                  </a:lnTo>
                  <a:lnTo>
                    <a:pt x="8490167" y="2293485"/>
                  </a:lnTo>
                  <a:lnTo>
                    <a:pt x="8485691" y="2301476"/>
                  </a:lnTo>
                  <a:lnTo>
                    <a:pt x="8481216" y="2125669"/>
                  </a:lnTo>
                  <a:lnTo>
                    <a:pt x="8476740" y="2221564"/>
                  </a:lnTo>
                  <a:lnTo>
                    <a:pt x="8472264" y="2245537"/>
                  </a:lnTo>
                  <a:lnTo>
                    <a:pt x="8458838" y="1877940"/>
                  </a:lnTo>
                  <a:lnTo>
                    <a:pt x="8454362" y="1901914"/>
                  </a:lnTo>
                  <a:lnTo>
                    <a:pt x="8449887" y="1997809"/>
                  </a:lnTo>
                  <a:lnTo>
                    <a:pt x="8445411" y="2149642"/>
                  </a:lnTo>
                  <a:lnTo>
                    <a:pt x="8440935" y="2253528"/>
                  </a:lnTo>
                  <a:lnTo>
                    <a:pt x="8427509" y="2277502"/>
                  </a:lnTo>
                  <a:lnTo>
                    <a:pt x="8423033" y="2237546"/>
                  </a:lnTo>
                  <a:lnTo>
                    <a:pt x="8418558" y="2029774"/>
                  </a:lnTo>
                  <a:lnTo>
                    <a:pt x="8414082" y="1782045"/>
                  </a:lnTo>
                  <a:lnTo>
                    <a:pt x="8409606" y="1981826"/>
                  </a:lnTo>
                  <a:lnTo>
                    <a:pt x="8396180" y="2125669"/>
                  </a:lnTo>
                  <a:lnTo>
                    <a:pt x="8391704" y="2461301"/>
                  </a:lnTo>
                  <a:lnTo>
                    <a:pt x="8387229" y="2709029"/>
                  </a:lnTo>
                  <a:lnTo>
                    <a:pt x="8382753" y="2828898"/>
                  </a:lnTo>
                  <a:lnTo>
                    <a:pt x="8378277" y="2844880"/>
                  </a:lnTo>
                  <a:lnTo>
                    <a:pt x="8364851" y="2549204"/>
                  </a:lnTo>
                  <a:lnTo>
                    <a:pt x="8355899" y="2613134"/>
                  </a:lnTo>
                  <a:lnTo>
                    <a:pt x="8351424" y="2429336"/>
                  </a:lnTo>
                  <a:lnTo>
                    <a:pt x="8346948" y="2373397"/>
                  </a:lnTo>
                  <a:lnTo>
                    <a:pt x="8333522" y="2301476"/>
                  </a:lnTo>
                  <a:lnTo>
                    <a:pt x="8329046" y="2365406"/>
                  </a:lnTo>
                  <a:lnTo>
                    <a:pt x="8324570" y="2485274"/>
                  </a:lnTo>
                  <a:lnTo>
                    <a:pt x="8320095" y="2629117"/>
                  </a:lnTo>
                  <a:lnTo>
                    <a:pt x="8315619" y="2645099"/>
                  </a:lnTo>
                  <a:lnTo>
                    <a:pt x="8302193" y="2229555"/>
                  </a:lnTo>
                  <a:lnTo>
                    <a:pt x="8297717" y="2141651"/>
                  </a:lnTo>
                  <a:lnTo>
                    <a:pt x="8293241" y="1997809"/>
                  </a:lnTo>
                  <a:lnTo>
                    <a:pt x="8288766" y="2069730"/>
                  </a:lnTo>
                  <a:lnTo>
                    <a:pt x="8284290" y="1869949"/>
                  </a:lnTo>
                  <a:lnTo>
                    <a:pt x="8270864" y="1949861"/>
                  </a:lnTo>
                  <a:lnTo>
                    <a:pt x="8266388" y="2277502"/>
                  </a:lnTo>
                  <a:lnTo>
                    <a:pt x="8261912" y="2461301"/>
                  </a:lnTo>
                  <a:lnTo>
                    <a:pt x="8257437" y="2565187"/>
                  </a:lnTo>
                  <a:lnTo>
                    <a:pt x="8252961" y="2573178"/>
                  </a:lnTo>
                  <a:lnTo>
                    <a:pt x="8239535" y="2437327"/>
                  </a:lnTo>
                  <a:lnTo>
                    <a:pt x="8235059" y="2341432"/>
                  </a:lnTo>
                  <a:lnTo>
                    <a:pt x="8230583" y="2429336"/>
                  </a:lnTo>
                  <a:lnTo>
                    <a:pt x="8226108" y="2661082"/>
                  </a:lnTo>
                  <a:lnTo>
                    <a:pt x="8221632" y="2701038"/>
                  </a:lnTo>
                  <a:lnTo>
                    <a:pt x="8208205" y="2373397"/>
                  </a:lnTo>
                  <a:lnTo>
                    <a:pt x="8203730" y="2365406"/>
                  </a:lnTo>
                  <a:lnTo>
                    <a:pt x="8199254" y="2269511"/>
                  </a:lnTo>
                  <a:lnTo>
                    <a:pt x="8194779" y="2101695"/>
                  </a:lnTo>
                  <a:lnTo>
                    <a:pt x="8145547" y="2661082"/>
                  </a:lnTo>
                  <a:lnTo>
                    <a:pt x="8127645" y="2301476"/>
                  </a:lnTo>
                  <a:lnTo>
                    <a:pt x="8114218" y="2253528"/>
                  </a:lnTo>
                  <a:lnTo>
                    <a:pt x="8109743" y="1798028"/>
                  </a:lnTo>
                  <a:lnTo>
                    <a:pt x="8105267" y="1997809"/>
                  </a:lnTo>
                  <a:lnTo>
                    <a:pt x="8100792" y="2037765"/>
                  </a:lnTo>
                  <a:lnTo>
                    <a:pt x="8096316" y="1877940"/>
                  </a:lnTo>
                  <a:lnTo>
                    <a:pt x="8082889" y="2421344"/>
                  </a:lnTo>
                  <a:lnTo>
                    <a:pt x="8078414" y="2357415"/>
                  </a:lnTo>
                  <a:lnTo>
                    <a:pt x="8073938" y="2349423"/>
                  </a:lnTo>
                  <a:lnTo>
                    <a:pt x="8069463" y="2309467"/>
                  </a:lnTo>
                  <a:lnTo>
                    <a:pt x="8064987" y="2269511"/>
                  </a:lnTo>
                  <a:lnTo>
                    <a:pt x="8051560" y="2053748"/>
                  </a:lnTo>
                  <a:lnTo>
                    <a:pt x="8047085" y="2381388"/>
                  </a:lnTo>
                  <a:lnTo>
                    <a:pt x="8042609" y="2373397"/>
                  </a:lnTo>
                  <a:lnTo>
                    <a:pt x="8038134" y="2077721"/>
                  </a:lnTo>
                  <a:lnTo>
                    <a:pt x="8033658" y="2285493"/>
                  </a:lnTo>
                  <a:lnTo>
                    <a:pt x="8020231" y="2261520"/>
                  </a:lnTo>
                  <a:lnTo>
                    <a:pt x="8015756" y="1933879"/>
                  </a:lnTo>
                  <a:lnTo>
                    <a:pt x="8011280" y="1941870"/>
                  </a:lnTo>
                  <a:lnTo>
                    <a:pt x="8006805" y="1829993"/>
                  </a:lnTo>
                  <a:lnTo>
                    <a:pt x="8002329" y="1798028"/>
                  </a:lnTo>
                  <a:lnTo>
                    <a:pt x="7988902" y="2445318"/>
                  </a:lnTo>
                  <a:lnTo>
                    <a:pt x="7984427" y="2365406"/>
                  </a:lnTo>
                  <a:lnTo>
                    <a:pt x="7979951" y="2285493"/>
                  </a:lnTo>
                  <a:lnTo>
                    <a:pt x="7975476" y="2245537"/>
                  </a:lnTo>
                  <a:lnTo>
                    <a:pt x="7971000" y="2149642"/>
                  </a:lnTo>
                  <a:lnTo>
                    <a:pt x="7957573" y="2021783"/>
                  </a:lnTo>
                  <a:lnTo>
                    <a:pt x="7953098" y="2109686"/>
                  </a:lnTo>
                  <a:lnTo>
                    <a:pt x="7948622" y="2301476"/>
                  </a:lnTo>
                  <a:lnTo>
                    <a:pt x="7944147" y="2213572"/>
                  </a:lnTo>
                  <a:lnTo>
                    <a:pt x="7939671" y="2221564"/>
                  </a:lnTo>
                  <a:lnTo>
                    <a:pt x="7926244" y="2021783"/>
                  </a:lnTo>
                  <a:lnTo>
                    <a:pt x="7921769" y="2029774"/>
                  </a:lnTo>
                  <a:lnTo>
                    <a:pt x="7917293" y="2077721"/>
                  </a:lnTo>
                  <a:lnTo>
                    <a:pt x="7912817" y="2165625"/>
                  </a:lnTo>
                  <a:lnTo>
                    <a:pt x="7908342" y="2189599"/>
                  </a:lnTo>
                  <a:lnTo>
                    <a:pt x="7894915" y="1694142"/>
                  </a:lnTo>
                  <a:lnTo>
                    <a:pt x="7890440" y="1590256"/>
                  </a:lnTo>
                  <a:lnTo>
                    <a:pt x="7885964" y="1542308"/>
                  </a:lnTo>
                  <a:lnTo>
                    <a:pt x="7881488" y="1526326"/>
                  </a:lnTo>
                  <a:lnTo>
                    <a:pt x="7877013" y="1558291"/>
                  </a:lnTo>
                  <a:lnTo>
                    <a:pt x="7863586" y="1510343"/>
                  </a:lnTo>
                  <a:lnTo>
                    <a:pt x="7859111" y="1622221"/>
                  </a:lnTo>
                  <a:lnTo>
                    <a:pt x="7854635" y="1718116"/>
                  </a:lnTo>
                  <a:lnTo>
                    <a:pt x="7850159" y="1494361"/>
                  </a:lnTo>
                  <a:lnTo>
                    <a:pt x="7845684" y="1390475"/>
                  </a:lnTo>
                  <a:lnTo>
                    <a:pt x="7832257" y="1438422"/>
                  </a:lnTo>
                  <a:lnTo>
                    <a:pt x="7827782" y="1438422"/>
                  </a:lnTo>
                  <a:lnTo>
                    <a:pt x="7823306" y="1630212"/>
                  </a:lnTo>
                  <a:lnTo>
                    <a:pt x="7818830" y="1790037"/>
                  </a:lnTo>
                  <a:lnTo>
                    <a:pt x="7814355" y="1845975"/>
                  </a:lnTo>
                  <a:lnTo>
                    <a:pt x="7800928" y="1790037"/>
                  </a:lnTo>
                  <a:lnTo>
                    <a:pt x="7796453" y="1486370"/>
                  </a:lnTo>
                  <a:lnTo>
                    <a:pt x="7791977" y="1286589"/>
                  </a:lnTo>
                  <a:lnTo>
                    <a:pt x="7787501" y="1270606"/>
                  </a:lnTo>
                  <a:lnTo>
                    <a:pt x="7783026" y="1542308"/>
                  </a:lnTo>
                  <a:lnTo>
                    <a:pt x="7769599" y="1758072"/>
                  </a:lnTo>
                  <a:lnTo>
                    <a:pt x="7760648" y="1606238"/>
                  </a:lnTo>
                  <a:lnTo>
                    <a:pt x="7756172" y="1654186"/>
                  </a:lnTo>
                  <a:lnTo>
                    <a:pt x="7751697" y="1606238"/>
                  </a:lnTo>
                  <a:lnTo>
                    <a:pt x="7738270" y="1358510"/>
                  </a:lnTo>
                  <a:lnTo>
                    <a:pt x="7733794" y="1182703"/>
                  </a:lnTo>
                  <a:lnTo>
                    <a:pt x="7729319" y="1302571"/>
                  </a:lnTo>
                  <a:lnTo>
                    <a:pt x="7724843" y="1246633"/>
                  </a:lnTo>
                  <a:lnTo>
                    <a:pt x="7720368" y="1166720"/>
                  </a:lnTo>
                  <a:lnTo>
                    <a:pt x="7706941" y="1246633"/>
                  </a:lnTo>
                  <a:lnTo>
                    <a:pt x="7702465" y="1158729"/>
                  </a:lnTo>
                  <a:lnTo>
                    <a:pt x="7697990" y="1222659"/>
                  </a:lnTo>
                  <a:lnTo>
                    <a:pt x="7693514" y="1454405"/>
                  </a:lnTo>
                  <a:lnTo>
                    <a:pt x="7689039" y="1702133"/>
                  </a:lnTo>
                  <a:lnTo>
                    <a:pt x="7675612" y="1766063"/>
                  </a:lnTo>
                  <a:lnTo>
                    <a:pt x="7671136" y="1662177"/>
                  </a:lnTo>
                  <a:lnTo>
                    <a:pt x="7666661" y="1534317"/>
                  </a:lnTo>
                  <a:lnTo>
                    <a:pt x="7662185" y="1254624"/>
                  </a:lnTo>
                  <a:lnTo>
                    <a:pt x="7657710" y="1166720"/>
                  </a:lnTo>
                  <a:lnTo>
                    <a:pt x="7648758" y="751176"/>
                  </a:lnTo>
                  <a:lnTo>
                    <a:pt x="7644283" y="847071"/>
                  </a:lnTo>
                  <a:lnTo>
                    <a:pt x="7639807" y="639298"/>
                  </a:lnTo>
                  <a:lnTo>
                    <a:pt x="7635332" y="958948"/>
                  </a:lnTo>
                  <a:lnTo>
                    <a:pt x="7630856" y="695237"/>
                  </a:lnTo>
                  <a:lnTo>
                    <a:pt x="7626381" y="871044"/>
                  </a:lnTo>
                  <a:lnTo>
                    <a:pt x="7617429" y="1174711"/>
                  </a:lnTo>
                  <a:lnTo>
                    <a:pt x="7612954" y="1070825"/>
                  </a:lnTo>
                  <a:lnTo>
                    <a:pt x="7608478" y="567377"/>
                  </a:lnTo>
                  <a:lnTo>
                    <a:pt x="7604003" y="695237"/>
                  </a:lnTo>
                  <a:lnTo>
                    <a:pt x="7599527" y="934974"/>
                  </a:lnTo>
                  <a:lnTo>
                    <a:pt x="7595052" y="1230650"/>
                  </a:lnTo>
                  <a:lnTo>
                    <a:pt x="7581625" y="815106"/>
                  </a:lnTo>
                  <a:lnTo>
                    <a:pt x="7577149" y="1078817"/>
                  </a:lnTo>
                  <a:lnTo>
                    <a:pt x="7572674" y="1118773"/>
                  </a:lnTo>
                  <a:lnTo>
                    <a:pt x="7568198" y="1014887"/>
                  </a:lnTo>
                  <a:lnTo>
                    <a:pt x="7563723" y="1142746"/>
                  </a:lnTo>
                  <a:lnTo>
                    <a:pt x="7554771" y="982922"/>
                  </a:lnTo>
                  <a:lnTo>
                    <a:pt x="7550296" y="831088"/>
                  </a:lnTo>
                  <a:lnTo>
                    <a:pt x="7545820" y="759167"/>
                  </a:lnTo>
                  <a:lnTo>
                    <a:pt x="7541345" y="823097"/>
                  </a:lnTo>
                  <a:lnTo>
                    <a:pt x="7536869" y="559386"/>
                  </a:lnTo>
                  <a:lnTo>
                    <a:pt x="7532394" y="926983"/>
                  </a:lnTo>
                  <a:lnTo>
                    <a:pt x="7518967" y="926983"/>
                  </a:lnTo>
                  <a:lnTo>
                    <a:pt x="7514491" y="966939"/>
                  </a:lnTo>
                  <a:lnTo>
                    <a:pt x="7510016" y="855062"/>
                  </a:lnTo>
                  <a:lnTo>
                    <a:pt x="7505540" y="831088"/>
                  </a:lnTo>
                  <a:lnTo>
                    <a:pt x="7501064" y="990913"/>
                  </a:lnTo>
                  <a:lnTo>
                    <a:pt x="7487638" y="1046852"/>
                  </a:lnTo>
                  <a:lnTo>
                    <a:pt x="7483162" y="911001"/>
                  </a:lnTo>
                  <a:lnTo>
                    <a:pt x="7478687" y="783141"/>
                  </a:lnTo>
                  <a:lnTo>
                    <a:pt x="7474211" y="735193"/>
                  </a:lnTo>
                  <a:lnTo>
                    <a:pt x="7469735" y="998904"/>
                  </a:lnTo>
                  <a:lnTo>
                    <a:pt x="7456309" y="974930"/>
                  </a:lnTo>
                  <a:lnTo>
                    <a:pt x="7451833" y="998904"/>
                  </a:lnTo>
                  <a:lnTo>
                    <a:pt x="7447358" y="1038860"/>
                  </a:lnTo>
                  <a:lnTo>
                    <a:pt x="7442882" y="887027"/>
                  </a:lnTo>
                  <a:lnTo>
                    <a:pt x="7438406" y="942966"/>
                  </a:lnTo>
                  <a:lnTo>
                    <a:pt x="7424980" y="719211"/>
                  </a:lnTo>
                  <a:lnTo>
                    <a:pt x="7420504" y="974930"/>
                  </a:lnTo>
                  <a:lnTo>
                    <a:pt x="7416029" y="1062834"/>
                  </a:lnTo>
                  <a:lnTo>
                    <a:pt x="7411553" y="887027"/>
                  </a:lnTo>
                  <a:lnTo>
                    <a:pt x="7393651" y="1118773"/>
                  </a:lnTo>
                  <a:lnTo>
                    <a:pt x="7389175" y="855062"/>
                  </a:lnTo>
                  <a:lnTo>
                    <a:pt x="7384700" y="751176"/>
                  </a:lnTo>
                  <a:lnTo>
                    <a:pt x="7380224" y="551395"/>
                  </a:lnTo>
                  <a:lnTo>
                    <a:pt x="7375748" y="990913"/>
                  </a:lnTo>
                  <a:lnTo>
                    <a:pt x="7362322" y="1214668"/>
                  </a:lnTo>
                  <a:lnTo>
                    <a:pt x="7357846" y="1286589"/>
                  </a:lnTo>
                  <a:lnTo>
                    <a:pt x="7353370" y="1334536"/>
                  </a:lnTo>
                  <a:lnTo>
                    <a:pt x="7348895" y="1286589"/>
                  </a:lnTo>
                  <a:lnTo>
                    <a:pt x="7344419" y="1222659"/>
                  </a:lnTo>
                  <a:lnTo>
                    <a:pt x="7330993" y="855062"/>
                  </a:lnTo>
                  <a:lnTo>
                    <a:pt x="7326517" y="735193"/>
                  </a:lnTo>
                  <a:lnTo>
                    <a:pt x="7322041" y="783141"/>
                  </a:lnTo>
                  <a:lnTo>
                    <a:pt x="7317566" y="703228"/>
                  </a:lnTo>
                  <a:lnTo>
                    <a:pt x="7313090" y="918992"/>
                  </a:lnTo>
                  <a:lnTo>
                    <a:pt x="7299664" y="998904"/>
                  </a:lnTo>
                  <a:lnTo>
                    <a:pt x="7295188" y="1142746"/>
                  </a:lnTo>
                  <a:lnTo>
                    <a:pt x="7290712" y="1182703"/>
                  </a:lnTo>
                  <a:lnTo>
                    <a:pt x="7286237" y="1134755"/>
                  </a:lnTo>
                  <a:lnTo>
                    <a:pt x="7281761" y="1102790"/>
                  </a:lnTo>
                  <a:lnTo>
                    <a:pt x="7268335" y="1238641"/>
                  </a:lnTo>
                  <a:lnTo>
                    <a:pt x="7263859" y="1454405"/>
                  </a:lnTo>
                  <a:lnTo>
                    <a:pt x="7259383" y="1534317"/>
                  </a:lnTo>
                  <a:lnTo>
                    <a:pt x="7254908" y="1510343"/>
                  </a:lnTo>
                  <a:lnTo>
                    <a:pt x="7250432" y="1518335"/>
                  </a:lnTo>
                  <a:lnTo>
                    <a:pt x="7237006" y="1390475"/>
                  </a:lnTo>
                  <a:lnTo>
                    <a:pt x="7232530" y="1414449"/>
                  </a:lnTo>
                  <a:lnTo>
                    <a:pt x="7228054" y="1278597"/>
                  </a:lnTo>
                  <a:lnTo>
                    <a:pt x="7223579" y="1150738"/>
                  </a:lnTo>
                  <a:lnTo>
                    <a:pt x="7219103" y="1374492"/>
                  </a:lnTo>
                  <a:lnTo>
                    <a:pt x="7205676" y="1526326"/>
                  </a:lnTo>
                  <a:lnTo>
                    <a:pt x="7201201" y="1222659"/>
                  </a:lnTo>
                  <a:lnTo>
                    <a:pt x="7196725" y="1238641"/>
                  </a:lnTo>
                  <a:lnTo>
                    <a:pt x="7192250" y="1294580"/>
                  </a:lnTo>
                  <a:lnTo>
                    <a:pt x="7187774" y="1174711"/>
                  </a:lnTo>
                  <a:lnTo>
                    <a:pt x="7178823" y="1278597"/>
                  </a:lnTo>
                  <a:lnTo>
                    <a:pt x="7174347" y="1358510"/>
                  </a:lnTo>
                  <a:lnTo>
                    <a:pt x="7169872" y="1358510"/>
                  </a:lnTo>
                  <a:lnTo>
                    <a:pt x="7165396" y="1222659"/>
                  </a:lnTo>
                  <a:lnTo>
                    <a:pt x="7160921" y="1262615"/>
                  </a:lnTo>
                  <a:lnTo>
                    <a:pt x="7143018" y="1502352"/>
                  </a:lnTo>
                  <a:lnTo>
                    <a:pt x="7138543" y="1166720"/>
                  </a:lnTo>
                  <a:lnTo>
                    <a:pt x="7134067" y="1182703"/>
                  </a:lnTo>
                  <a:lnTo>
                    <a:pt x="7129592" y="998904"/>
                  </a:lnTo>
                  <a:lnTo>
                    <a:pt x="7125116" y="1054843"/>
                  </a:lnTo>
                  <a:lnTo>
                    <a:pt x="7111689" y="1326545"/>
                  </a:lnTo>
                  <a:lnTo>
                    <a:pt x="7102738" y="1598247"/>
                  </a:lnTo>
                  <a:lnTo>
                    <a:pt x="7098263" y="1590256"/>
                  </a:lnTo>
                  <a:lnTo>
                    <a:pt x="7093787" y="1406457"/>
                  </a:lnTo>
                  <a:lnTo>
                    <a:pt x="7080360" y="1518335"/>
                  </a:lnTo>
                  <a:lnTo>
                    <a:pt x="7075885" y="1262615"/>
                  </a:lnTo>
                  <a:lnTo>
                    <a:pt x="7066934" y="1070825"/>
                  </a:lnTo>
                  <a:lnTo>
                    <a:pt x="7062458" y="1294580"/>
                  </a:lnTo>
                  <a:lnTo>
                    <a:pt x="7049031" y="1853967"/>
                  </a:lnTo>
                  <a:lnTo>
                    <a:pt x="7044556" y="2013791"/>
                  </a:lnTo>
                  <a:lnTo>
                    <a:pt x="7040080" y="2133660"/>
                  </a:lnTo>
                  <a:lnTo>
                    <a:pt x="7035605" y="2197590"/>
                  </a:lnTo>
                  <a:lnTo>
                    <a:pt x="7031129" y="2245537"/>
                  </a:lnTo>
                  <a:lnTo>
                    <a:pt x="7017702" y="2037765"/>
                  </a:lnTo>
                  <a:lnTo>
                    <a:pt x="7013227" y="2109686"/>
                  </a:lnTo>
                  <a:lnTo>
                    <a:pt x="7008751" y="2053748"/>
                  </a:lnTo>
                  <a:lnTo>
                    <a:pt x="7004276" y="1917896"/>
                  </a:lnTo>
                  <a:lnTo>
                    <a:pt x="6999800" y="1758072"/>
                  </a:lnTo>
                  <a:lnTo>
                    <a:pt x="6986373" y="1390475"/>
                  </a:lnTo>
                  <a:lnTo>
                    <a:pt x="6981898" y="1622221"/>
                  </a:lnTo>
                  <a:lnTo>
                    <a:pt x="6977422" y="1758072"/>
                  </a:lnTo>
                  <a:lnTo>
                    <a:pt x="6972947" y="1446413"/>
                  </a:lnTo>
                  <a:lnTo>
                    <a:pt x="6968471" y="1198685"/>
                  </a:lnTo>
                  <a:lnTo>
                    <a:pt x="6950569" y="1550300"/>
                  </a:lnTo>
                  <a:lnTo>
                    <a:pt x="6946093" y="1766063"/>
                  </a:lnTo>
                  <a:lnTo>
                    <a:pt x="6941618" y="1654186"/>
                  </a:lnTo>
                  <a:lnTo>
                    <a:pt x="6919240" y="1885932"/>
                  </a:lnTo>
                  <a:lnTo>
                    <a:pt x="6914764" y="1766063"/>
                  </a:lnTo>
                  <a:lnTo>
                    <a:pt x="6910288" y="1814010"/>
                  </a:lnTo>
                  <a:lnTo>
                    <a:pt x="6905813" y="1989818"/>
                  </a:lnTo>
                  <a:lnTo>
                    <a:pt x="6892386" y="1670168"/>
                  </a:lnTo>
                  <a:lnTo>
                    <a:pt x="6887911" y="1694142"/>
                  </a:lnTo>
                  <a:lnTo>
                    <a:pt x="6883435" y="1702133"/>
                  </a:lnTo>
                  <a:lnTo>
                    <a:pt x="6878959" y="2061739"/>
                  </a:lnTo>
                  <a:lnTo>
                    <a:pt x="6874484" y="2213572"/>
                  </a:lnTo>
                  <a:lnTo>
                    <a:pt x="6861057" y="1518335"/>
                  </a:lnTo>
                  <a:lnTo>
                    <a:pt x="6856582" y="1670168"/>
                  </a:lnTo>
                  <a:lnTo>
                    <a:pt x="6852106" y="1798028"/>
                  </a:lnTo>
                  <a:lnTo>
                    <a:pt x="6847630" y="1933879"/>
                  </a:lnTo>
                  <a:lnTo>
                    <a:pt x="6843155" y="1861958"/>
                  </a:lnTo>
                  <a:lnTo>
                    <a:pt x="6829728" y="2149642"/>
                  </a:lnTo>
                  <a:lnTo>
                    <a:pt x="6825253" y="2165625"/>
                  </a:lnTo>
                  <a:lnTo>
                    <a:pt x="6820777" y="2149642"/>
                  </a:lnTo>
                  <a:lnTo>
                    <a:pt x="6816301" y="2029774"/>
                  </a:lnTo>
                  <a:lnTo>
                    <a:pt x="6811826" y="1933879"/>
                  </a:lnTo>
                  <a:lnTo>
                    <a:pt x="6798399" y="2045756"/>
                  </a:lnTo>
                  <a:lnTo>
                    <a:pt x="6793924" y="2109686"/>
                  </a:lnTo>
                  <a:lnTo>
                    <a:pt x="6789448" y="2197590"/>
                  </a:lnTo>
                  <a:lnTo>
                    <a:pt x="6784972" y="2117677"/>
                  </a:lnTo>
                  <a:lnTo>
                    <a:pt x="6780497" y="2189599"/>
                  </a:lnTo>
                  <a:lnTo>
                    <a:pt x="6767070" y="1997809"/>
                  </a:lnTo>
                  <a:lnTo>
                    <a:pt x="6762594" y="1638203"/>
                  </a:lnTo>
                  <a:lnTo>
                    <a:pt x="6758119" y="1758072"/>
                  </a:lnTo>
                  <a:lnTo>
                    <a:pt x="6753643" y="1885932"/>
                  </a:lnTo>
                  <a:lnTo>
                    <a:pt x="6749168" y="1798028"/>
                  </a:lnTo>
                  <a:lnTo>
                    <a:pt x="6735741" y="1590256"/>
                  </a:lnTo>
                  <a:lnTo>
                    <a:pt x="6731265" y="1590256"/>
                  </a:lnTo>
                  <a:lnTo>
                    <a:pt x="6726790" y="1909905"/>
                  </a:lnTo>
                  <a:lnTo>
                    <a:pt x="6722314" y="2053748"/>
                  </a:lnTo>
                  <a:lnTo>
                    <a:pt x="6717839" y="1885932"/>
                  </a:lnTo>
                  <a:lnTo>
                    <a:pt x="6704412" y="2237546"/>
                  </a:lnTo>
                  <a:lnTo>
                    <a:pt x="6699936" y="2325450"/>
                  </a:lnTo>
                  <a:lnTo>
                    <a:pt x="6695461" y="2101695"/>
                  </a:lnTo>
                  <a:lnTo>
                    <a:pt x="6690985" y="2005800"/>
                  </a:lnTo>
                  <a:lnTo>
                    <a:pt x="6686510" y="1782045"/>
                  </a:lnTo>
                  <a:lnTo>
                    <a:pt x="6673083" y="2005800"/>
                  </a:lnTo>
                  <a:lnTo>
                    <a:pt x="6668607" y="2005800"/>
                  </a:lnTo>
                  <a:lnTo>
                    <a:pt x="6664132" y="2109686"/>
                  </a:lnTo>
                  <a:lnTo>
                    <a:pt x="6659656" y="2141651"/>
                  </a:lnTo>
                  <a:lnTo>
                    <a:pt x="6655181" y="2189599"/>
                  </a:lnTo>
                  <a:lnTo>
                    <a:pt x="6641754" y="1981826"/>
                  </a:lnTo>
                  <a:lnTo>
                    <a:pt x="6637278" y="1901914"/>
                  </a:lnTo>
                  <a:lnTo>
                    <a:pt x="6632803" y="1670168"/>
                  </a:lnTo>
                  <a:lnTo>
                    <a:pt x="6628327" y="1973835"/>
                  </a:lnTo>
                  <a:lnTo>
                    <a:pt x="6623852" y="2045756"/>
                  </a:lnTo>
                  <a:lnTo>
                    <a:pt x="6610425" y="2629117"/>
                  </a:lnTo>
                  <a:lnTo>
                    <a:pt x="6605949" y="2621125"/>
                  </a:lnTo>
                  <a:lnTo>
                    <a:pt x="6601474" y="2581169"/>
                  </a:lnTo>
                  <a:lnTo>
                    <a:pt x="6596998" y="2661082"/>
                  </a:lnTo>
                  <a:lnTo>
                    <a:pt x="6592523" y="2525231"/>
                  </a:lnTo>
                  <a:lnTo>
                    <a:pt x="6579096" y="2820906"/>
                  </a:lnTo>
                  <a:lnTo>
                    <a:pt x="6574620" y="2860862"/>
                  </a:lnTo>
                  <a:lnTo>
                    <a:pt x="6570145" y="2884836"/>
                  </a:lnTo>
                  <a:lnTo>
                    <a:pt x="6565669" y="3204486"/>
                  </a:lnTo>
                  <a:lnTo>
                    <a:pt x="6561194" y="3036670"/>
                  </a:lnTo>
                  <a:lnTo>
                    <a:pt x="6552242" y="2493266"/>
                  </a:lnTo>
                  <a:lnTo>
                    <a:pt x="6547767" y="2437327"/>
                  </a:lnTo>
                  <a:lnTo>
                    <a:pt x="6543291" y="2277502"/>
                  </a:lnTo>
                  <a:lnTo>
                    <a:pt x="6538816" y="1718116"/>
                  </a:lnTo>
                  <a:lnTo>
                    <a:pt x="6511962" y="1901914"/>
                  </a:lnTo>
                  <a:lnTo>
                    <a:pt x="6507487" y="2109686"/>
                  </a:lnTo>
                  <a:lnTo>
                    <a:pt x="6485109" y="2197590"/>
                  </a:lnTo>
                  <a:lnTo>
                    <a:pt x="6480633" y="1869949"/>
                  </a:lnTo>
                  <a:lnTo>
                    <a:pt x="6476158" y="2021783"/>
                  </a:lnTo>
                  <a:lnTo>
                    <a:pt x="6471682" y="2357415"/>
                  </a:lnTo>
                  <a:lnTo>
                    <a:pt x="6467206" y="2333441"/>
                  </a:lnTo>
                  <a:lnTo>
                    <a:pt x="6453780" y="2141651"/>
                  </a:lnTo>
                  <a:lnTo>
                    <a:pt x="6449304" y="2149642"/>
                  </a:lnTo>
                  <a:lnTo>
                    <a:pt x="6444829" y="2045756"/>
                  </a:lnTo>
                  <a:lnTo>
                    <a:pt x="6440353" y="1941870"/>
                  </a:lnTo>
                  <a:lnTo>
                    <a:pt x="6435877" y="1782045"/>
                  </a:lnTo>
                  <a:lnTo>
                    <a:pt x="6422451" y="2365406"/>
                  </a:lnTo>
                  <a:lnTo>
                    <a:pt x="6417975" y="2381388"/>
                  </a:lnTo>
                  <a:lnTo>
                    <a:pt x="6413500" y="2397371"/>
                  </a:lnTo>
                  <a:lnTo>
                    <a:pt x="6409024" y="2493266"/>
                  </a:lnTo>
                  <a:lnTo>
                    <a:pt x="6404548" y="2932784"/>
                  </a:lnTo>
                  <a:lnTo>
                    <a:pt x="6395597" y="2748985"/>
                  </a:lnTo>
                  <a:lnTo>
                    <a:pt x="6391122" y="2796933"/>
                  </a:lnTo>
                  <a:lnTo>
                    <a:pt x="6386646" y="2637108"/>
                  </a:lnTo>
                  <a:lnTo>
                    <a:pt x="6382171" y="2525231"/>
                  </a:lnTo>
                  <a:lnTo>
                    <a:pt x="6377695" y="2533222"/>
                  </a:lnTo>
                  <a:lnTo>
                    <a:pt x="6373219" y="2389379"/>
                  </a:lnTo>
                  <a:lnTo>
                    <a:pt x="6359793" y="2165625"/>
                  </a:lnTo>
                  <a:lnTo>
                    <a:pt x="6355317" y="2133660"/>
                  </a:lnTo>
                  <a:lnTo>
                    <a:pt x="6350842" y="2461301"/>
                  </a:lnTo>
                  <a:lnTo>
                    <a:pt x="6346366" y="2117677"/>
                  </a:lnTo>
                  <a:lnTo>
                    <a:pt x="6341890" y="1654186"/>
                  </a:lnTo>
                  <a:lnTo>
                    <a:pt x="6328464" y="2125669"/>
                  </a:lnTo>
                  <a:lnTo>
                    <a:pt x="6323988" y="1933879"/>
                  </a:lnTo>
                  <a:lnTo>
                    <a:pt x="6319512" y="1782045"/>
                  </a:lnTo>
                  <a:lnTo>
                    <a:pt x="6315037" y="1598247"/>
                  </a:lnTo>
                  <a:lnTo>
                    <a:pt x="6310561" y="1925888"/>
                  </a:lnTo>
                  <a:lnTo>
                    <a:pt x="6297135" y="1845975"/>
                  </a:lnTo>
                  <a:lnTo>
                    <a:pt x="6292659" y="1869949"/>
                  </a:lnTo>
                  <a:lnTo>
                    <a:pt x="6288183" y="1853967"/>
                  </a:lnTo>
                  <a:lnTo>
                    <a:pt x="6283708" y="1837984"/>
                  </a:lnTo>
                  <a:lnTo>
                    <a:pt x="6279232" y="1654186"/>
                  </a:lnTo>
                  <a:lnTo>
                    <a:pt x="6265806" y="1925888"/>
                  </a:lnTo>
                  <a:lnTo>
                    <a:pt x="6261330" y="1742089"/>
                  </a:lnTo>
                  <a:lnTo>
                    <a:pt x="6256854" y="1646194"/>
                  </a:lnTo>
                  <a:lnTo>
                    <a:pt x="6252379" y="1710124"/>
                  </a:lnTo>
                  <a:lnTo>
                    <a:pt x="6247903" y="1478378"/>
                  </a:lnTo>
                  <a:lnTo>
                    <a:pt x="6234477" y="1686151"/>
                  </a:lnTo>
                  <a:lnTo>
                    <a:pt x="6230001" y="1598247"/>
                  </a:lnTo>
                  <a:lnTo>
                    <a:pt x="6225525" y="1614229"/>
                  </a:lnTo>
                  <a:lnTo>
                    <a:pt x="6221050" y="1550300"/>
                  </a:lnTo>
                  <a:lnTo>
                    <a:pt x="6216574" y="1742089"/>
                  </a:lnTo>
                  <a:lnTo>
                    <a:pt x="6203148" y="1917896"/>
                  </a:lnTo>
                  <a:lnTo>
                    <a:pt x="6198672" y="1853967"/>
                  </a:lnTo>
                  <a:lnTo>
                    <a:pt x="6194196" y="1877940"/>
                  </a:lnTo>
                  <a:lnTo>
                    <a:pt x="6189721" y="2061739"/>
                  </a:lnTo>
                  <a:lnTo>
                    <a:pt x="6185245" y="2077721"/>
                  </a:lnTo>
                  <a:lnTo>
                    <a:pt x="6171818" y="1030869"/>
                  </a:lnTo>
                  <a:lnTo>
                    <a:pt x="6167343" y="1406457"/>
                  </a:lnTo>
                  <a:lnTo>
                    <a:pt x="6162867" y="1094799"/>
                  </a:lnTo>
                  <a:lnTo>
                    <a:pt x="6158392" y="1262615"/>
                  </a:lnTo>
                  <a:lnTo>
                    <a:pt x="6153916" y="1582265"/>
                  </a:lnTo>
                  <a:lnTo>
                    <a:pt x="6140489" y="1494361"/>
                  </a:lnTo>
                  <a:lnTo>
                    <a:pt x="6136014" y="1566282"/>
                  </a:lnTo>
                  <a:lnTo>
                    <a:pt x="6131538" y="1446413"/>
                  </a:lnTo>
                  <a:lnTo>
                    <a:pt x="6122587" y="1038860"/>
                  </a:lnTo>
                  <a:lnTo>
                    <a:pt x="6109160" y="1014887"/>
                  </a:lnTo>
                  <a:lnTo>
                    <a:pt x="6104685" y="1054843"/>
                  </a:lnTo>
                  <a:lnTo>
                    <a:pt x="6100209" y="1126764"/>
                  </a:lnTo>
                  <a:lnTo>
                    <a:pt x="6095734" y="1230650"/>
                  </a:lnTo>
                  <a:lnTo>
                    <a:pt x="6091258" y="1342527"/>
                  </a:lnTo>
                  <a:lnTo>
                    <a:pt x="6077831" y="1318554"/>
                  </a:lnTo>
                  <a:lnTo>
                    <a:pt x="6073356" y="1006895"/>
                  </a:lnTo>
                  <a:lnTo>
                    <a:pt x="6068880" y="1030869"/>
                  </a:lnTo>
                  <a:lnTo>
                    <a:pt x="6064405" y="1062834"/>
                  </a:lnTo>
                  <a:lnTo>
                    <a:pt x="6059929" y="958948"/>
                  </a:lnTo>
                  <a:lnTo>
                    <a:pt x="6046502" y="1238641"/>
                  </a:lnTo>
                  <a:lnTo>
                    <a:pt x="6042027" y="1422440"/>
                  </a:lnTo>
                  <a:lnTo>
                    <a:pt x="6037551" y="1246633"/>
                  </a:lnTo>
                  <a:lnTo>
                    <a:pt x="6033076" y="863053"/>
                  </a:lnTo>
                  <a:lnTo>
                    <a:pt x="6028600" y="695237"/>
                  </a:lnTo>
                  <a:lnTo>
                    <a:pt x="6015173" y="839079"/>
                  </a:lnTo>
                  <a:lnTo>
                    <a:pt x="6010698" y="871044"/>
                  </a:lnTo>
                  <a:lnTo>
                    <a:pt x="6006222" y="934974"/>
                  </a:lnTo>
                  <a:lnTo>
                    <a:pt x="6001747" y="926983"/>
                  </a:lnTo>
                  <a:lnTo>
                    <a:pt x="5997271" y="1054843"/>
                  </a:lnTo>
                  <a:lnTo>
                    <a:pt x="5983844" y="1278597"/>
                  </a:lnTo>
                  <a:lnTo>
                    <a:pt x="5979369" y="1414449"/>
                  </a:lnTo>
                  <a:lnTo>
                    <a:pt x="5974893" y="1270606"/>
                  </a:lnTo>
                  <a:lnTo>
                    <a:pt x="5970418" y="1446413"/>
                  </a:lnTo>
                  <a:lnTo>
                    <a:pt x="5965942" y="1318554"/>
                  </a:lnTo>
                  <a:lnTo>
                    <a:pt x="5952515" y="863053"/>
                  </a:lnTo>
                  <a:lnTo>
                    <a:pt x="5948040" y="791132"/>
                  </a:lnTo>
                  <a:lnTo>
                    <a:pt x="5943564" y="887027"/>
                  </a:lnTo>
                  <a:lnTo>
                    <a:pt x="5939089" y="823097"/>
                  </a:lnTo>
                  <a:lnTo>
                    <a:pt x="5934613" y="903009"/>
                  </a:lnTo>
                  <a:lnTo>
                    <a:pt x="5921186" y="799123"/>
                  </a:lnTo>
                  <a:lnTo>
                    <a:pt x="5916711" y="1078817"/>
                  </a:lnTo>
                  <a:lnTo>
                    <a:pt x="5912235" y="966939"/>
                  </a:lnTo>
                  <a:lnTo>
                    <a:pt x="5907760" y="711220"/>
                  </a:lnTo>
                  <a:lnTo>
                    <a:pt x="5903284" y="807114"/>
                  </a:lnTo>
                  <a:lnTo>
                    <a:pt x="5889857" y="879036"/>
                  </a:lnTo>
                  <a:lnTo>
                    <a:pt x="5885382" y="1206676"/>
                  </a:lnTo>
                  <a:lnTo>
                    <a:pt x="5880906" y="1254624"/>
                  </a:lnTo>
                  <a:lnTo>
                    <a:pt x="5876430" y="1286589"/>
                  </a:lnTo>
                  <a:lnTo>
                    <a:pt x="5871955" y="1414449"/>
                  </a:lnTo>
                  <a:lnTo>
                    <a:pt x="5858528" y="1086808"/>
                  </a:lnTo>
                  <a:lnTo>
                    <a:pt x="5854053" y="1030869"/>
                  </a:lnTo>
                  <a:lnTo>
                    <a:pt x="5849577" y="1102790"/>
                  </a:lnTo>
                  <a:lnTo>
                    <a:pt x="5845101" y="1070825"/>
                  </a:lnTo>
                  <a:lnTo>
                    <a:pt x="5840626" y="1126764"/>
                  </a:lnTo>
                  <a:lnTo>
                    <a:pt x="5827199" y="950957"/>
                  </a:lnTo>
                  <a:lnTo>
                    <a:pt x="5822724" y="1246633"/>
                  </a:lnTo>
                  <a:lnTo>
                    <a:pt x="5818248" y="1350519"/>
                  </a:lnTo>
                  <a:lnTo>
                    <a:pt x="5813772" y="1230650"/>
                  </a:lnTo>
                  <a:lnTo>
                    <a:pt x="5809297" y="950957"/>
                  </a:lnTo>
                  <a:lnTo>
                    <a:pt x="5795870" y="1134755"/>
                  </a:lnTo>
                  <a:lnTo>
                    <a:pt x="5791395" y="1150738"/>
                  </a:lnTo>
                  <a:lnTo>
                    <a:pt x="5786919" y="1126764"/>
                  </a:lnTo>
                  <a:lnTo>
                    <a:pt x="5782443" y="1086808"/>
                  </a:lnTo>
                  <a:lnTo>
                    <a:pt x="5777968" y="1038860"/>
                  </a:lnTo>
                  <a:lnTo>
                    <a:pt x="5764541" y="879036"/>
                  </a:lnTo>
                  <a:lnTo>
                    <a:pt x="5760066" y="1094799"/>
                  </a:lnTo>
                  <a:lnTo>
                    <a:pt x="5755590" y="942966"/>
                  </a:lnTo>
                  <a:lnTo>
                    <a:pt x="5751114" y="599342"/>
                  </a:lnTo>
                  <a:lnTo>
                    <a:pt x="5746639" y="775150"/>
                  </a:lnTo>
                  <a:lnTo>
                    <a:pt x="5733212" y="823097"/>
                  </a:lnTo>
                  <a:lnTo>
                    <a:pt x="5728736" y="1126764"/>
                  </a:lnTo>
                  <a:lnTo>
                    <a:pt x="5724261" y="1182703"/>
                  </a:lnTo>
                  <a:lnTo>
                    <a:pt x="5719785" y="1278597"/>
                  </a:lnTo>
                  <a:lnTo>
                    <a:pt x="5715310" y="1174711"/>
                  </a:lnTo>
                  <a:lnTo>
                    <a:pt x="5701883" y="966939"/>
                  </a:lnTo>
                  <a:lnTo>
                    <a:pt x="5697407" y="855062"/>
                  </a:lnTo>
                  <a:lnTo>
                    <a:pt x="5692932" y="1054843"/>
                  </a:lnTo>
                  <a:lnTo>
                    <a:pt x="5688456" y="1110782"/>
                  </a:lnTo>
                  <a:lnTo>
                    <a:pt x="5670554" y="1014887"/>
                  </a:lnTo>
                  <a:lnTo>
                    <a:pt x="5666078" y="783141"/>
                  </a:lnTo>
                  <a:lnTo>
                    <a:pt x="5661603" y="743185"/>
                  </a:lnTo>
                  <a:lnTo>
                    <a:pt x="5657127" y="679255"/>
                  </a:lnTo>
                  <a:lnTo>
                    <a:pt x="5652652" y="647290"/>
                  </a:lnTo>
                  <a:lnTo>
                    <a:pt x="5639225" y="1230650"/>
                  </a:lnTo>
                  <a:lnTo>
                    <a:pt x="5634749" y="1038860"/>
                  </a:lnTo>
                  <a:lnTo>
                    <a:pt x="5630274" y="1150738"/>
                  </a:lnTo>
                  <a:lnTo>
                    <a:pt x="5625798" y="1094799"/>
                  </a:lnTo>
                  <a:lnTo>
                    <a:pt x="5621323" y="863053"/>
                  </a:lnTo>
                  <a:lnTo>
                    <a:pt x="5607896" y="903009"/>
                  </a:lnTo>
                  <a:lnTo>
                    <a:pt x="5603420" y="998904"/>
                  </a:lnTo>
                  <a:lnTo>
                    <a:pt x="5598945" y="1126764"/>
                  </a:lnTo>
                  <a:lnTo>
                    <a:pt x="5594469" y="1206676"/>
                  </a:lnTo>
                  <a:lnTo>
                    <a:pt x="5589994" y="1110782"/>
                  </a:lnTo>
                  <a:lnTo>
                    <a:pt x="5576567" y="1334536"/>
                  </a:lnTo>
                  <a:lnTo>
                    <a:pt x="5572091" y="1446413"/>
                  </a:lnTo>
                  <a:lnTo>
                    <a:pt x="5567616" y="1270606"/>
                  </a:lnTo>
                  <a:lnTo>
                    <a:pt x="5563140" y="1438422"/>
                  </a:lnTo>
                  <a:lnTo>
                    <a:pt x="5545238" y="1510343"/>
                  </a:lnTo>
                  <a:lnTo>
                    <a:pt x="5540762" y="1462396"/>
                  </a:lnTo>
                  <a:lnTo>
                    <a:pt x="5536287" y="1614229"/>
                  </a:lnTo>
                  <a:lnTo>
                    <a:pt x="5531811" y="1430431"/>
                  </a:lnTo>
                  <a:lnTo>
                    <a:pt x="5527336" y="1006895"/>
                  </a:lnTo>
                  <a:lnTo>
                    <a:pt x="5513909" y="1438422"/>
                  </a:lnTo>
                  <a:lnTo>
                    <a:pt x="5504958" y="1694142"/>
                  </a:lnTo>
                  <a:lnTo>
                    <a:pt x="5500482" y="1582265"/>
                  </a:lnTo>
                  <a:lnTo>
                    <a:pt x="5496007" y="1454405"/>
                  </a:lnTo>
                  <a:lnTo>
                    <a:pt x="5482580" y="1542308"/>
                  </a:lnTo>
                  <a:lnTo>
                    <a:pt x="5478104" y="1678159"/>
                  </a:lnTo>
                  <a:lnTo>
                    <a:pt x="5473629" y="1446413"/>
                  </a:lnTo>
                  <a:lnTo>
                    <a:pt x="5469153" y="1334536"/>
                  </a:lnTo>
                  <a:lnTo>
                    <a:pt x="5464678" y="1518335"/>
                  </a:lnTo>
                  <a:lnTo>
                    <a:pt x="5451251" y="1502352"/>
                  </a:lnTo>
                  <a:lnTo>
                    <a:pt x="5446775" y="1606238"/>
                  </a:lnTo>
                  <a:lnTo>
                    <a:pt x="5442300" y="1782045"/>
                  </a:lnTo>
                  <a:lnTo>
                    <a:pt x="5428873" y="1774054"/>
                  </a:lnTo>
                  <a:lnTo>
                    <a:pt x="5419922" y="1678159"/>
                  </a:lnTo>
                  <a:lnTo>
                    <a:pt x="5415446" y="1909905"/>
                  </a:lnTo>
                  <a:lnTo>
                    <a:pt x="5410971" y="1981826"/>
                  </a:lnTo>
                  <a:lnTo>
                    <a:pt x="5406495" y="1901914"/>
                  </a:lnTo>
                  <a:lnTo>
                    <a:pt x="5402019" y="1678159"/>
                  </a:lnTo>
                  <a:lnTo>
                    <a:pt x="5388593" y="1606238"/>
                  </a:lnTo>
                  <a:lnTo>
                    <a:pt x="5384117" y="2037765"/>
                  </a:lnTo>
                  <a:lnTo>
                    <a:pt x="5379642" y="1917896"/>
                  </a:lnTo>
                  <a:lnTo>
                    <a:pt x="5375166" y="1837984"/>
                  </a:lnTo>
                  <a:lnTo>
                    <a:pt x="5370690" y="1829993"/>
                  </a:lnTo>
                  <a:lnTo>
                    <a:pt x="5357264" y="1949861"/>
                  </a:lnTo>
                  <a:lnTo>
                    <a:pt x="5352788" y="1877940"/>
                  </a:lnTo>
                  <a:lnTo>
                    <a:pt x="5343837" y="1814010"/>
                  </a:lnTo>
                  <a:lnTo>
                    <a:pt x="5316984" y="2221564"/>
                  </a:lnTo>
                  <a:lnTo>
                    <a:pt x="5312508" y="2325450"/>
                  </a:lnTo>
                  <a:lnTo>
                    <a:pt x="5308032" y="2325450"/>
                  </a:lnTo>
                  <a:lnTo>
                    <a:pt x="5294606" y="1614229"/>
                  </a:lnTo>
                  <a:lnTo>
                    <a:pt x="5290130" y="1526326"/>
                  </a:lnTo>
                  <a:lnTo>
                    <a:pt x="5285654" y="1973835"/>
                  </a:lnTo>
                  <a:lnTo>
                    <a:pt x="5281179" y="2205581"/>
                  </a:lnTo>
                  <a:lnTo>
                    <a:pt x="5276703" y="2205581"/>
                  </a:lnTo>
                  <a:lnTo>
                    <a:pt x="5263277" y="1494361"/>
                  </a:lnTo>
                  <a:lnTo>
                    <a:pt x="5258801" y="1510343"/>
                  </a:lnTo>
                  <a:lnTo>
                    <a:pt x="5254325" y="1510343"/>
                  </a:lnTo>
                  <a:lnTo>
                    <a:pt x="5249850" y="1678159"/>
                  </a:lnTo>
                  <a:lnTo>
                    <a:pt x="5245374" y="1750080"/>
                  </a:lnTo>
                  <a:lnTo>
                    <a:pt x="5231948" y="1766063"/>
                  </a:lnTo>
                  <a:lnTo>
                    <a:pt x="5227472" y="2245537"/>
                  </a:lnTo>
                  <a:lnTo>
                    <a:pt x="5222996" y="2285493"/>
                  </a:lnTo>
                  <a:lnTo>
                    <a:pt x="5218521" y="1885932"/>
                  </a:lnTo>
                  <a:lnTo>
                    <a:pt x="5214045" y="1534317"/>
                  </a:lnTo>
                  <a:lnTo>
                    <a:pt x="5200619" y="2349423"/>
                  </a:lnTo>
                  <a:lnTo>
                    <a:pt x="5196143" y="2349423"/>
                  </a:lnTo>
                  <a:lnTo>
                    <a:pt x="5191667" y="2341432"/>
                  </a:lnTo>
                  <a:lnTo>
                    <a:pt x="5187192" y="2277502"/>
                  </a:lnTo>
                  <a:lnTo>
                    <a:pt x="5182716" y="2333441"/>
                  </a:lnTo>
                  <a:lnTo>
                    <a:pt x="5169290" y="2509248"/>
                  </a:lnTo>
                  <a:lnTo>
                    <a:pt x="5164814" y="2389379"/>
                  </a:lnTo>
                  <a:lnTo>
                    <a:pt x="5160338" y="2437327"/>
                  </a:lnTo>
                  <a:lnTo>
                    <a:pt x="5155863" y="2477283"/>
                  </a:lnTo>
                  <a:lnTo>
                    <a:pt x="5151387" y="2541213"/>
                  </a:lnTo>
                  <a:lnTo>
                    <a:pt x="5137960" y="2109686"/>
                  </a:lnTo>
                  <a:lnTo>
                    <a:pt x="5133485" y="1925888"/>
                  </a:lnTo>
                  <a:lnTo>
                    <a:pt x="5129009" y="1853967"/>
                  </a:lnTo>
                  <a:lnTo>
                    <a:pt x="5124534" y="1837984"/>
                  </a:lnTo>
                  <a:lnTo>
                    <a:pt x="5120058" y="1853967"/>
                  </a:lnTo>
                  <a:lnTo>
                    <a:pt x="5106631" y="1670168"/>
                  </a:lnTo>
                  <a:lnTo>
                    <a:pt x="5102156" y="2165625"/>
                  </a:lnTo>
                  <a:lnTo>
                    <a:pt x="5097680" y="2405362"/>
                  </a:lnTo>
                  <a:lnTo>
                    <a:pt x="5093205" y="2365406"/>
                  </a:lnTo>
                  <a:lnTo>
                    <a:pt x="5088729" y="2317458"/>
                  </a:lnTo>
                  <a:lnTo>
                    <a:pt x="5075302" y="2637108"/>
                  </a:lnTo>
                  <a:lnTo>
                    <a:pt x="5070827" y="2685055"/>
                  </a:lnTo>
                  <a:lnTo>
                    <a:pt x="5066351" y="2653090"/>
                  </a:lnTo>
                  <a:lnTo>
                    <a:pt x="5061876" y="2772959"/>
                  </a:lnTo>
                  <a:lnTo>
                    <a:pt x="5057400" y="2693047"/>
                  </a:lnTo>
                  <a:lnTo>
                    <a:pt x="5043973" y="1981826"/>
                  </a:lnTo>
                  <a:lnTo>
                    <a:pt x="5039498" y="2173616"/>
                  </a:lnTo>
                  <a:lnTo>
                    <a:pt x="5035022" y="2085712"/>
                  </a:lnTo>
                  <a:lnTo>
                    <a:pt x="5030547" y="2189599"/>
                  </a:lnTo>
                  <a:lnTo>
                    <a:pt x="5026071" y="2365406"/>
                  </a:lnTo>
                  <a:lnTo>
                    <a:pt x="5012644" y="2517239"/>
                  </a:lnTo>
                  <a:lnTo>
                    <a:pt x="5008169" y="2509248"/>
                  </a:lnTo>
                  <a:lnTo>
                    <a:pt x="5003693" y="2501257"/>
                  </a:lnTo>
                  <a:lnTo>
                    <a:pt x="4999218" y="2389379"/>
                  </a:lnTo>
                  <a:lnTo>
                    <a:pt x="4994742" y="2501257"/>
                  </a:lnTo>
                  <a:lnTo>
                    <a:pt x="4981315" y="2509248"/>
                  </a:lnTo>
                  <a:lnTo>
                    <a:pt x="4976840" y="2557195"/>
                  </a:lnTo>
                  <a:lnTo>
                    <a:pt x="4972364" y="2509248"/>
                  </a:lnTo>
                  <a:lnTo>
                    <a:pt x="4967889" y="2293485"/>
                  </a:lnTo>
                  <a:lnTo>
                    <a:pt x="4963413" y="2157634"/>
                  </a:lnTo>
                  <a:lnTo>
                    <a:pt x="4949986" y="1782045"/>
                  </a:lnTo>
                  <a:lnTo>
                    <a:pt x="4945511" y="1869949"/>
                  </a:lnTo>
                  <a:lnTo>
                    <a:pt x="4941035" y="1917896"/>
                  </a:lnTo>
                  <a:lnTo>
                    <a:pt x="4936560" y="2125669"/>
                  </a:lnTo>
                  <a:lnTo>
                    <a:pt x="4932084" y="1965844"/>
                  </a:lnTo>
                  <a:lnTo>
                    <a:pt x="4918657" y="1837984"/>
                  </a:lnTo>
                  <a:lnTo>
                    <a:pt x="4914182" y="1798028"/>
                  </a:lnTo>
                  <a:lnTo>
                    <a:pt x="4909706" y="1893923"/>
                  </a:lnTo>
                  <a:lnTo>
                    <a:pt x="4905231" y="2005800"/>
                  </a:lnTo>
                  <a:lnTo>
                    <a:pt x="4873902" y="2165625"/>
                  </a:lnTo>
                  <a:lnTo>
                    <a:pt x="4855999" y="1941870"/>
                  </a:lnTo>
                  <a:lnTo>
                    <a:pt x="4851524" y="1845975"/>
                  </a:lnTo>
                  <a:lnTo>
                    <a:pt x="4847048" y="2165625"/>
                  </a:lnTo>
                  <a:lnTo>
                    <a:pt x="4842572" y="2269511"/>
                  </a:lnTo>
                  <a:lnTo>
                    <a:pt x="4838097" y="2517239"/>
                  </a:lnTo>
                  <a:lnTo>
                    <a:pt x="4824670" y="2964749"/>
                  </a:lnTo>
                  <a:lnTo>
                    <a:pt x="4820195" y="2956757"/>
                  </a:lnTo>
                  <a:lnTo>
                    <a:pt x="4811243" y="2988722"/>
                  </a:lnTo>
                  <a:lnTo>
                    <a:pt x="4806768" y="2820906"/>
                  </a:lnTo>
                  <a:lnTo>
                    <a:pt x="4793341" y="2533222"/>
                  </a:lnTo>
                  <a:lnTo>
                    <a:pt x="4788866" y="2397371"/>
                  </a:lnTo>
                  <a:lnTo>
                    <a:pt x="4784390" y="2253528"/>
                  </a:lnTo>
                  <a:lnTo>
                    <a:pt x="4779914" y="2221564"/>
                  </a:lnTo>
                  <a:lnTo>
                    <a:pt x="4775439" y="2293485"/>
                  </a:lnTo>
                  <a:lnTo>
                    <a:pt x="4762012" y="2421344"/>
                  </a:lnTo>
                  <a:lnTo>
                    <a:pt x="4757537" y="2445318"/>
                  </a:lnTo>
                  <a:lnTo>
                    <a:pt x="4753061" y="2213572"/>
                  </a:lnTo>
                  <a:lnTo>
                    <a:pt x="4748585" y="2085712"/>
                  </a:lnTo>
                  <a:lnTo>
                    <a:pt x="4744110" y="2109686"/>
                  </a:lnTo>
                  <a:lnTo>
                    <a:pt x="4730683" y="2101695"/>
                  </a:lnTo>
                  <a:lnTo>
                    <a:pt x="4726208" y="2213572"/>
                  </a:lnTo>
                  <a:lnTo>
                    <a:pt x="4721732" y="2181607"/>
                  </a:lnTo>
                  <a:lnTo>
                    <a:pt x="4717256" y="2405362"/>
                  </a:lnTo>
                  <a:lnTo>
                    <a:pt x="4712781" y="2541213"/>
                  </a:lnTo>
                  <a:lnTo>
                    <a:pt x="4699354" y="2493266"/>
                  </a:lnTo>
                  <a:lnTo>
                    <a:pt x="4694878" y="2085712"/>
                  </a:lnTo>
                  <a:lnTo>
                    <a:pt x="4690403" y="1941870"/>
                  </a:lnTo>
                  <a:lnTo>
                    <a:pt x="4685927" y="1814010"/>
                  </a:lnTo>
                  <a:lnTo>
                    <a:pt x="4681452" y="1957853"/>
                  </a:lnTo>
                  <a:lnTo>
                    <a:pt x="4668025" y="1957853"/>
                  </a:lnTo>
                  <a:lnTo>
                    <a:pt x="4663549" y="1710124"/>
                  </a:lnTo>
                  <a:lnTo>
                    <a:pt x="4659074" y="1590256"/>
                  </a:lnTo>
                  <a:lnTo>
                    <a:pt x="4654598" y="1726107"/>
                  </a:lnTo>
                  <a:lnTo>
                    <a:pt x="4650123" y="1606238"/>
                  </a:lnTo>
                  <a:lnTo>
                    <a:pt x="4636696" y="1766063"/>
                  </a:lnTo>
                  <a:lnTo>
                    <a:pt x="4632220" y="1774054"/>
                  </a:lnTo>
                  <a:lnTo>
                    <a:pt x="4627745" y="1686151"/>
                  </a:lnTo>
                  <a:lnTo>
                    <a:pt x="4623269" y="1422440"/>
                  </a:lnTo>
                  <a:lnTo>
                    <a:pt x="4605367" y="1238641"/>
                  </a:lnTo>
                  <a:lnTo>
                    <a:pt x="4600891" y="1342527"/>
                  </a:lnTo>
                  <a:lnTo>
                    <a:pt x="4596416" y="1454405"/>
                  </a:lnTo>
                  <a:lnTo>
                    <a:pt x="4591940" y="1422440"/>
                  </a:lnTo>
                  <a:lnTo>
                    <a:pt x="4587465" y="1270606"/>
                  </a:lnTo>
                  <a:lnTo>
                    <a:pt x="4574038" y="1534317"/>
                  </a:lnTo>
                  <a:lnTo>
                    <a:pt x="4569562" y="1710124"/>
                  </a:lnTo>
                  <a:lnTo>
                    <a:pt x="4565087" y="1654186"/>
                  </a:lnTo>
                  <a:lnTo>
                    <a:pt x="4560611" y="1342527"/>
                  </a:lnTo>
                  <a:lnTo>
                    <a:pt x="4556136" y="1214668"/>
                  </a:lnTo>
                  <a:lnTo>
                    <a:pt x="4542709" y="1414449"/>
                  </a:lnTo>
                  <a:lnTo>
                    <a:pt x="4538233" y="1550300"/>
                  </a:lnTo>
                  <a:lnTo>
                    <a:pt x="4533758" y="1694142"/>
                  </a:lnTo>
                  <a:lnTo>
                    <a:pt x="4529282" y="1742089"/>
                  </a:lnTo>
                  <a:lnTo>
                    <a:pt x="4524807" y="1590256"/>
                  </a:lnTo>
                  <a:lnTo>
                    <a:pt x="4511380" y="1534317"/>
                  </a:lnTo>
                  <a:lnTo>
                    <a:pt x="4506904" y="1398466"/>
                  </a:lnTo>
                  <a:lnTo>
                    <a:pt x="4502429" y="1406457"/>
                  </a:lnTo>
                  <a:lnTo>
                    <a:pt x="4497953" y="1654186"/>
                  </a:lnTo>
                  <a:lnTo>
                    <a:pt x="4480051" y="1798028"/>
                  </a:lnTo>
                  <a:lnTo>
                    <a:pt x="4475575" y="1798028"/>
                  </a:lnTo>
                  <a:lnTo>
                    <a:pt x="4471100" y="1774054"/>
                  </a:lnTo>
                  <a:lnTo>
                    <a:pt x="4466624" y="1646194"/>
                  </a:lnTo>
                  <a:lnTo>
                    <a:pt x="4462149" y="1582265"/>
                  </a:lnTo>
                  <a:lnTo>
                    <a:pt x="4448722" y="1590256"/>
                  </a:lnTo>
                  <a:lnTo>
                    <a:pt x="4444246" y="1710124"/>
                  </a:lnTo>
                  <a:lnTo>
                    <a:pt x="4439771" y="1750080"/>
                  </a:lnTo>
                  <a:lnTo>
                    <a:pt x="4435295" y="1646194"/>
                  </a:lnTo>
                  <a:lnTo>
                    <a:pt x="4430820" y="1638203"/>
                  </a:lnTo>
                  <a:lnTo>
                    <a:pt x="4417393" y="1462396"/>
                  </a:lnTo>
                  <a:lnTo>
                    <a:pt x="4412917" y="1342527"/>
                  </a:lnTo>
                  <a:lnTo>
                    <a:pt x="4408442" y="1262615"/>
                  </a:lnTo>
                  <a:lnTo>
                    <a:pt x="4403966" y="1174711"/>
                  </a:lnTo>
                  <a:lnTo>
                    <a:pt x="4399490" y="1214668"/>
                  </a:lnTo>
                  <a:lnTo>
                    <a:pt x="4386064" y="1174711"/>
                  </a:lnTo>
                  <a:lnTo>
                    <a:pt x="4381588" y="1230650"/>
                  </a:lnTo>
                  <a:lnTo>
                    <a:pt x="4377113" y="958948"/>
                  </a:lnTo>
                  <a:lnTo>
                    <a:pt x="4372637" y="1014887"/>
                  </a:lnTo>
                  <a:lnTo>
                    <a:pt x="4368161" y="918992"/>
                  </a:lnTo>
                  <a:lnTo>
                    <a:pt x="4354735" y="1142746"/>
                  </a:lnTo>
                  <a:lnTo>
                    <a:pt x="4350259" y="1166720"/>
                  </a:lnTo>
                  <a:lnTo>
                    <a:pt x="4345784" y="1126764"/>
                  </a:lnTo>
                  <a:lnTo>
                    <a:pt x="4341308" y="1070825"/>
                  </a:lnTo>
                  <a:lnTo>
                    <a:pt x="4336832" y="1054843"/>
                  </a:lnTo>
                  <a:lnTo>
                    <a:pt x="4323406" y="775150"/>
                  </a:lnTo>
                  <a:lnTo>
                    <a:pt x="4318930" y="679255"/>
                  </a:lnTo>
                  <a:lnTo>
                    <a:pt x="4314455" y="847071"/>
                  </a:lnTo>
                  <a:lnTo>
                    <a:pt x="4309979" y="974930"/>
                  </a:lnTo>
                  <a:lnTo>
                    <a:pt x="4305503" y="1054843"/>
                  </a:lnTo>
                  <a:lnTo>
                    <a:pt x="4292077" y="918992"/>
                  </a:lnTo>
                  <a:lnTo>
                    <a:pt x="4287601" y="839079"/>
                  </a:lnTo>
                  <a:lnTo>
                    <a:pt x="4283126" y="687246"/>
                  </a:lnTo>
                  <a:lnTo>
                    <a:pt x="4278650" y="703228"/>
                  </a:lnTo>
                  <a:lnTo>
                    <a:pt x="4274174" y="695237"/>
                  </a:lnTo>
                  <a:lnTo>
                    <a:pt x="4260748" y="863053"/>
                  </a:lnTo>
                  <a:lnTo>
                    <a:pt x="4256272" y="751176"/>
                  </a:lnTo>
                  <a:lnTo>
                    <a:pt x="4251796" y="791132"/>
                  </a:lnTo>
                  <a:lnTo>
                    <a:pt x="4247321" y="942966"/>
                  </a:lnTo>
                  <a:lnTo>
                    <a:pt x="4242845" y="1038860"/>
                  </a:lnTo>
                  <a:lnTo>
                    <a:pt x="4229419" y="1086808"/>
                  </a:lnTo>
                  <a:lnTo>
                    <a:pt x="4224943" y="495456"/>
                  </a:lnTo>
                  <a:lnTo>
                    <a:pt x="4220467" y="455500"/>
                  </a:lnTo>
                  <a:lnTo>
                    <a:pt x="4215992" y="926983"/>
                  </a:lnTo>
                  <a:lnTo>
                    <a:pt x="4211516" y="990913"/>
                  </a:lnTo>
                  <a:lnTo>
                    <a:pt x="4198090" y="918992"/>
                  </a:lnTo>
                  <a:lnTo>
                    <a:pt x="4193614" y="1206676"/>
                  </a:lnTo>
                  <a:lnTo>
                    <a:pt x="4189138" y="1190694"/>
                  </a:lnTo>
                  <a:lnTo>
                    <a:pt x="4184663" y="1054843"/>
                  </a:lnTo>
                  <a:lnTo>
                    <a:pt x="4180187" y="559386"/>
                  </a:lnTo>
                  <a:lnTo>
                    <a:pt x="4166761" y="1054843"/>
                  </a:lnTo>
                  <a:lnTo>
                    <a:pt x="4162285" y="911001"/>
                  </a:lnTo>
                  <a:lnTo>
                    <a:pt x="4157809" y="431526"/>
                  </a:lnTo>
                  <a:lnTo>
                    <a:pt x="4153334" y="407553"/>
                  </a:lnTo>
                  <a:lnTo>
                    <a:pt x="4148858" y="767158"/>
                  </a:lnTo>
                  <a:lnTo>
                    <a:pt x="4135432" y="1238641"/>
                  </a:lnTo>
                  <a:lnTo>
                    <a:pt x="4130956" y="1198685"/>
                  </a:lnTo>
                  <a:lnTo>
                    <a:pt x="4126480" y="727202"/>
                  </a:lnTo>
                  <a:lnTo>
                    <a:pt x="4122005" y="942966"/>
                  </a:lnTo>
                  <a:lnTo>
                    <a:pt x="4117529" y="1126764"/>
                  </a:lnTo>
                  <a:lnTo>
                    <a:pt x="4104102" y="1182703"/>
                  </a:lnTo>
                  <a:lnTo>
                    <a:pt x="4099627" y="1246633"/>
                  </a:lnTo>
                  <a:lnTo>
                    <a:pt x="4095151" y="1158729"/>
                  </a:lnTo>
                  <a:lnTo>
                    <a:pt x="4090676" y="1110782"/>
                  </a:lnTo>
                  <a:lnTo>
                    <a:pt x="4086200" y="1038860"/>
                  </a:lnTo>
                  <a:lnTo>
                    <a:pt x="4072773" y="1222659"/>
                  </a:lnTo>
                  <a:lnTo>
                    <a:pt x="4068298" y="719211"/>
                  </a:lnTo>
                  <a:lnTo>
                    <a:pt x="4059347" y="950957"/>
                  </a:lnTo>
                  <a:lnTo>
                    <a:pt x="4054871" y="1086808"/>
                  </a:lnTo>
                  <a:lnTo>
                    <a:pt x="4041444" y="918992"/>
                  </a:lnTo>
                  <a:lnTo>
                    <a:pt x="4036969" y="711220"/>
                  </a:lnTo>
                  <a:lnTo>
                    <a:pt x="4032493" y="1094799"/>
                  </a:lnTo>
                  <a:lnTo>
                    <a:pt x="4028018" y="1134755"/>
                  </a:lnTo>
                  <a:lnTo>
                    <a:pt x="4023542" y="1302571"/>
                  </a:lnTo>
                  <a:lnTo>
                    <a:pt x="4010115" y="942966"/>
                  </a:lnTo>
                  <a:lnTo>
                    <a:pt x="4005640" y="1118773"/>
                  </a:lnTo>
                  <a:lnTo>
                    <a:pt x="4001164" y="1086808"/>
                  </a:lnTo>
                  <a:lnTo>
                    <a:pt x="3996689" y="1286589"/>
                  </a:lnTo>
                  <a:lnTo>
                    <a:pt x="3992213" y="1326545"/>
                  </a:lnTo>
                  <a:lnTo>
                    <a:pt x="3978786" y="1118773"/>
                  </a:lnTo>
                  <a:lnTo>
                    <a:pt x="3974311" y="1278597"/>
                  </a:lnTo>
                  <a:lnTo>
                    <a:pt x="3969835" y="1150738"/>
                  </a:lnTo>
                  <a:lnTo>
                    <a:pt x="3965360" y="1254624"/>
                  </a:lnTo>
                  <a:lnTo>
                    <a:pt x="3947457" y="1230650"/>
                  </a:lnTo>
                  <a:lnTo>
                    <a:pt x="3942982" y="1478378"/>
                  </a:lnTo>
                  <a:lnTo>
                    <a:pt x="3938506" y="1486370"/>
                  </a:lnTo>
                  <a:lnTo>
                    <a:pt x="3934031" y="1446413"/>
                  </a:lnTo>
                  <a:lnTo>
                    <a:pt x="3929555" y="1582265"/>
                  </a:lnTo>
                  <a:lnTo>
                    <a:pt x="3916128" y="1430431"/>
                  </a:lnTo>
                  <a:lnTo>
                    <a:pt x="3907177" y="1294580"/>
                  </a:lnTo>
                  <a:lnTo>
                    <a:pt x="3902702" y="1286589"/>
                  </a:lnTo>
                  <a:lnTo>
                    <a:pt x="3898226" y="1038860"/>
                  </a:lnTo>
                  <a:lnTo>
                    <a:pt x="3884799" y="1150738"/>
                  </a:lnTo>
                  <a:lnTo>
                    <a:pt x="3880324" y="767158"/>
                  </a:lnTo>
                  <a:lnTo>
                    <a:pt x="3875848" y="934974"/>
                  </a:lnTo>
                  <a:lnTo>
                    <a:pt x="3871373" y="1150738"/>
                  </a:lnTo>
                  <a:lnTo>
                    <a:pt x="3866897" y="1046852"/>
                  </a:lnTo>
                  <a:lnTo>
                    <a:pt x="3853470" y="1414449"/>
                  </a:lnTo>
                  <a:lnTo>
                    <a:pt x="3848995" y="1302571"/>
                  </a:lnTo>
                  <a:lnTo>
                    <a:pt x="3844519" y="1174711"/>
                  </a:lnTo>
                  <a:lnTo>
                    <a:pt x="3840044" y="1102790"/>
                  </a:lnTo>
                  <a:lnTo>
                    <a:pt x="3835568" y="1286589"/>
                  </a:lnTo>
                  <a:lnTo>
                    <a:pt x="3822141" y="1454405"/>
                  </a:lnTo>
                  <a:lnTo>
                    <a:pt x="3817666" y="1630212"/>
                  </a:lnTo>
                  <a:lnTo>
                    <a:pt x="3813190" y="1742089"/>
                  </a:lnTo>
                  <a:lnTo>
                    <a:pt x="3808714" y="1766063"/>
                  </a:lnTo>
                  <a:lnTo>
                    <a:pt x="3804239" y="1558291"/>
                  </a:lnTo>
                  <a:lnTo>
                    <a:pt x="3790812" y="1782045"/>
                  </a:lnTo>
                  <a:lnTo>
                    <a:pt x="3786337" y="1766063"/>
                  </a:lnTo>
                  <a:lnTo>
                    <a:pt x="3781861" y="1758072"/>
                  </a:lnTo>
                  <a:lnTo>
                    <a:pt x="3777385" y="1718116"/>
                  </a:lnTo>
                  <a:lnTo>
                    <a:pt x="3772910" y="1734098"/>
                  </a:lnTo>
                  <a:lnTo>
                    <a:pt x="3759483" y="1638203"/>
                  </a:lnTo>
                  <a:lnTo>
                    <a:pt x="3755008" y="1814010"/>
                  </a:lnTo>
                  <a:lnTo>
                    <a:pt x="3750532" y="2029774"/>
                  </a:lnTo>
                  <a:lnTo>
                    <a:pt x="3746056" y="1853967"/>
                  </a:lnTo>
                  <a:lnTo>
                    <a:pt x="3723679" y="1478378"/>
                  </a:lnTo>
                  <a:lnTo>
                    <a:pt x="3719203" y="1334536"/>
                  </a:lnTo>
                  <a:lnTo>
                    <a:pt x="3696825" y="1981826"/>
                  </a:lnTo>
                  <a:lnTo>
                    <a:pt x="3692350" y="1774054"/>
                  </a:lnTo>
                  <a:lnTo>
                    <a:pt x="3687874" y="1686151"/>
                  </a:lnTo>
                  <a:lnTo>
                    <a:pt x="3683398" y="1989818"/>
                  </a:lnTo>
                  <a:lnTo>
                    <a:pt x="3678923" y="2237546"/>
                  </a:lnTo>
                  <a:lnTo>
                    <a:pt x="3665496" y="2301476"/>
                  </a:lnTo>
                  <a:lnTo>
                    <a:pt x="3661020" y="2237546"/>
                  </a:lnTo>
                  <a:lnTo>
                    <a:pt x="3656545" y="2085712"/>
                  </a:lnTo>
                  <a:lnTo>
                    <a:pt x="3652069" y="1893923"/>
                  </a:lnTo>
                  <a:lnTo>
                    <a:pt x="3647594" y="1885932"/>
                  </a:lnTo>
                  <a:lnTo>
                    <a:pt x="3634167" y="1750080"/>
                  </a:lnTo>
                  <a:lnTo>
                    <a:pt x="3629691" y="1790037"/>
                  </a:lnTo>
                  <a:lnTo>
                    <a:pt x="3625216" y="1814010"/>
                  </a:lnTo>
                  <a:lnTo>
                    <a:pt x="3620740" y="1837984"/>
                  </a:lnTo>
                  <a:lnTo>
                    <a:pt x="3616265" y="1917896"/>
                  </a:lnTo>
                  <a:lnTo>
                    <a:pt x="3602838" y="1949861"/>
                  </a:lnTo>
                  <a:lnTo>
                    <a:pt x="3598362" y="1925888"/>
                  </a:lnTo>
                  <a:lnTo>
                    <a:pt x="3593887" y="1877940"/>
                  </a:lnTo>
                  <a:lnTo>
                    <a:pt x="3589411" y="1997809"/>
                  </a:lnTo>
                  <a:lnTo>
                    <a:pt x="3584936" y="2021783"/>
                  </a:lnTo>
                  <a:lnTo>
                    <a:pt x="3571509" y="2221564"/>
                  </a:lnTo>
                  <a:lnTo>
                    <a:pt x="3567033" y="2149642"/>
                  </a:lnTo>
                  <a:lnTo>
                    <a:pt x="3562558" y="2205581"/>
                  </a:lnTo>
                  <a:lnTo>
                    <a:pt x="3558082" y="2325450"/>
                  </a:lnTo>
                  <a:lnTo>
                    <a:pt x="3553607" y="2477283"/>
                  </a:lnTo>
                  <a:lnTo>
                    <a:pt x="3540180" y="2429336"/>
                  </a:lnTo>
                  <a:lnTo>
                    <a:pt x="3535704" y="2429336"/>
                  </a:lnTo>
                  <a:lnTo>
                    <a:pt x="3531229" y="2349423"/>
                  </a:lnTo>
                  <a:lnTo>
                    <a:pt x="3526753" y="2365406"/>
                  </a:lnTo>
                  <a:lnTo>
                    <a:pt x="3522278" y="2381388"/>
                  </a:lnTo>
                  <a:lnTo>
                    <a:pt x="3508851" y="2213572"/>
                  </a:lnTo>
                  <a:lnTo>
                    <a:pt x="3504375" y="1989818"/>
                  </a:lnTo>
                  <a:lnTo>
                    <a:pt x="3499900" y="1949861"/>
                  </a:lnTo>
                  <a:lnTo>
                    <a:pt x="3495424" y="2013791"/>
                  </a:lnTo>
                  <a:lnTo>
                    <a:pt x="3490949" y="2021783"/>
                  </a:lnTo>
                  <a:lnTo>
                    <a:pt x="3477522" y="1901914"/>
                  </a:lnTo>
                  <a:lnTo>
                    <a:pt x="3473046" y="1822002"/>
                  </a:lnTo>
                  <a:lnTo>
                    <a:pt x="3468571" y="1877940"/>
                  </a:lnTo>
                  <a:lnTo>
                    <a:pt x="3464095" y="2013791"/>
                  </a:lnTo>
                  <a:lnTo>
                    <a:pt x="3459620" y="2037765"/>
                  </a:lnTo>
                  <a:lnTo>
                    <a:pt x="3446193" y="2197590"/>
                  </a:lnTo>
                  <a:lnTo>
                    <a:pt x="3441717" y="2069730"/>
                  </a:lnTo>
                  <a:lnTo>
                    <a:pt x="3437242" y="1965844"/>
                  </a:lnTo>
                  <a:lnTo>
                    <a:pt x="3432766" y="2061739"/>
                  </a:lnTo>
                  <a:lnTo>
                    <a:pt x="3428291" y="2261520"/>
                  </a:lnTo>
                  <a:lnTo>
                    <a:pt x="3414864" y="2005800"/>
                  </a:lnTo>
                  <a:lnTo>
                    <a:pt x="3410388" y="2117677"/>
                  </a:lnTo>
                  <a:lnTo>
                    <a:pt x="3405913" y="2093704"/>
                  </a:lnTo>
                  <a:lnTo>
                    <a:pt x="3401437" y="2285493"/>
                  </a:lnTo>
                  <a:lnTo>
                    <a:pt x="3396962" y="2293485"/>
                  </a:lnTo>
                  <a:lnTo>
                    <a:pt x="3383535" y="2221564"/>
                  </a:lnTo>
                  <a:lnTo>
                    <a:pt x="3379059" y="2413353"/>
                  </a:lnTo>
                  <a:lnTo>
                    <a:pt x="3374584" y="2533222"/>
                  </a:lnTo>
                  <a:lnTo>
                    <a:pt x="3370108" y="2509248"/>
                  </a:lnTo>
                  <a:lnTo>
                    <a:pt x="3365632" y="2413353"/>
                  </a:lnTo>
                  <a:lnTo>
                    <a:pt x="3352206" y="2469292"/>
                  </a:lnTo>
                  <a:lnTo>
                    <a:pt x="3347730" y="2341432"/>
                  </a:lnTo>
                  <a:lnTo>
                    <a:pt x="3343255" y="2261520"/>
                  </a:lnTo>
                  <a:lnTo>
                    <a:pt x="3338779" y="2245537"/>
                  </a:lnTo>
                  <a:lnTo>
                    <a:pt x="3334303" y="2173616"/>
                  </a:lnTo>
                  <a:lnTo>
                    <a:pt x="3320877" y="2453309"/>
                  </a:lnTo>
                  <a:lnTo>
                    <a:pt x="3316401" y="2541213"/>
                  </a:lnTo>
                  <a:lnTo>
                    <a:pt x="3311926" y="2597152"/>
                  </a:lnTo>
                  <a:lnTo>
                    <a:pt x="3307450" y="2581169"/>
                  </a:lnTo>
                  <a:lnTo>
                    <a:pt x="3302974" y="2309467"/>
                  </a:lnTo>
                  <a:lnTo>
                    <a:pt x="3289548" y="2493266"/>
                  </a:lnTo>
                  <a:lnTo>
                    <a:pt x="3285072" y="2365406"/>
                  </a:lnTo>
                  <a:lnTo>
                    <a:pt x="3280597" y="2245537"/>
                  </a:lnTo>
                  <a:lnTo>
                    <a:pt x="3276121" y="1949861"/>
                  </a:lnTo>
                  <a:lnTo>
                    <a:pt x="3249268" y="2149642"/>
                  </a:lnTo>
                  <a:lnTo>
                    <a:pt x="3244792" y="2437327"/>
                  </a:lnTo>
                  <a:lnTo>
                    <a:pt x="3240316" y="2709029"/>
                  </a:lnTo>
                  <a:lnTo>
                    <a:pt x="3222414" y="2501257"/>
                  </a:lnTo>
                  <a:lnTo>
                    <a:pt x="3217938" y="2764968"/>
                  </a:lnTo>
                  <a:lnTo>
                    <a:pt x="3213463" y="2701038"/>
                  </a:lnTo>
                  <a:lnTo>
                    <a:pt x="3208987" y="2461301"/>
                  </a:lnTo>
                  <a:lnTo>
                    <a:pt x="3195561" y="2141651"/>
                  </a:lnTo>
                  <a:lnTo>
                    <a:pt x="3191085" y="2157634"/>
                  </a:lnTo>
                  <a:lnTo>
                    <a:pt x="3186609" y="2101695"/>
                  </a:lnTo>
                  <a:lnTo>
                    <a:pt x="3182134" y="2141651"/>
                  </a:lnTo>
                  <a:lnTo>
                    <a:pt x="3177658" y="2061739"/>
                  </a:lnTo>
                  <a:lnTo>
                    <a:pt x="3164232" y="2413353"/>
                  </a:lnTo>
                  <a:lnTo>
                    <a:pt x="3159756" y="2485274"/>
                  </a:lnTo>
                  <a:lnTo>
                    <a:pt x="3155280" y="2405362"/>
                  </a:lnTo>
                  <a:lnTo>
                    <a:pt x="3150805" y="2429336"/>
                  </a:lnTo>
                  <a:lnTo>
                    <a:pt x="3146329" y="2429336"/>
                  </a:lnTo>
                  <a:lnTo>
                    <a:pt x="3132903" y="2413353"/>
                  </a:lnTo>
                  <a:lnTo>
                    <a:pt x="3128427" y="2357415"/>
                  </a:lnTo>
                  <a:lnTo>
                    <a:pt x="3123951" y="1925888"/>
                  </a:lnTo>
                  <a:lnTo>
                    <a:pt x="3119476" y="2261520"/>
                  </a:lnTo>
                  <a:lnTo>
                    <a:pt x="3115000" y="2413353"/>
                  </a:lnTo>
                  <a:lnTo>
                    <a:pt x="3101574" y="2429336"/>
                  </a:lnTo>
                  <a:lnTo>
                    <a:pt x="3097098" y="2469292"/>
                  </a:lnTo>
                  <a:lnTo>
                    <a:pt x="3092622" y="2501257"/>
                  </a:lnTo>
                  <a:lnTo>
                    <a:pt x="3088147" y="2485274"/>
                  </a:lnTo>
                  <a:lnTo>
                    <a:pt x="3083671" y="2165625"/>
                  </a:lnTo>
                  <a:lnTo>
                    <a:pt x="3070244" y="2133660"/>
                  </a:lnTo>
                  <a:lnTo>
                    <a:pt x="3065769" y="1981826"/>
                  </a:lnTo>
                  <a:lnTo>
                    <a:pt x="3061293" y="2061739"/>
                  </a:lnTo>
                  <a:lnTo>
                    <a:pt x="3056818" y="2069730"/>
                  </a:lnTo>
                  <a:lnTo>
                    <a:pt x="3052342" y="2053748"/>
                  </a:lnTo>
                  <a:lnTo>
                    <a:pt x="3038915" y="2309467"/>
                  </a:lnTo>
                  <a:lnTo>
                    <a:pt x="3034440" y="2309467"/>
                  </a:lnTo>
                  <a:lnTo>
                    <a:pt x="3029964" y="2229555"/>
                  </a:lnTo>
                  <a:lnTo>
                    <a:pt x="3025489" y="2157634"/>
                  </a:lnTo>
                  <a:lnTo>
                    <a:pt x="3021013" y="2013791"/>
                  </a:lnTo>
                  <a:lnTo>
                    <a:pt x="3007586" y="1957853"/>
                  </a:lnTo>
                  <a:lnTo>
                    <a:pt x="3003111" y="1989818"/>
                  </a:lnTo>
                  <a:lnTo>
                    <a:pt x="2998635" y="1933879"/>
                  </a:lnTo>
                  <a:lnTo>
                    <a:pt x="2994160" y="1869949"/>
                  </a:lnTo>
                  <a:lnTo>
                    <a:pt x="2989684" y="1750080"/>
                  </a:lnTo>
                  <a:lnTo>
                    <a:pt x="2976257" y="2053748"/>
                  </a:lnTo>
                  <a:lnTo>
                    <a:pt x="2971782" y="1893923"/>
                  </a:lnTo>
                  <a:lnTo>
                    <a:pt x="2967306" y="1837984"/>
                  </a:lnTo>
                  <a:lnTo>
                    <a:pt x="2962831" y="1790037"/>
                  </a:lnTo>
                  <a:lnTo>
                    <a:pt x="2958355" y="1941870"/>
                  </a:lnTo>
                  <a:lnTo>
                    <a:pt x="2944928" y="1837984"/>
                  </a:lnTo>
                  <a:lnTo>
                    <a:pt x="2940453" y="1622221"/>
                  </a:lnTo>
                  <a:lnTo>
                    <a:pt x="2935977" y="1326545"/>
                  </a:lnTo>
                  <a:lnTo>
                    <a:pt x="2931502" y="1694142"/>
                  </a:lnTo>
                  <a:lnTo>
                    <a:pt x="2927026" y="1790037"/>
                  </a:lnTo>
                  <a:lnTo>
                    <a:pt x="2913599" y="1798028"/>
                  </a:lnTo>
                  <a:lnTo>
                    <a:pt x="2909124" y="1806019"/>
                  </a:lnTo>
                  <a:lnTo>
                    <a:pt x="2904648" y="1909905"/>
                  </a:lnTo>
                  <a:lnTo>
                    <a:pt x="2900173" y="1798028"/>
                  </a:lnTo>
                  <a:lnTo>
                    <a:pt x="2895697" y="1917896"/>
                  </a:lnTo>
                  <a:lnTo>
                    <a:pt x="2882270" y="1622221"/>
                  </a:lnTo>
                  <a:lnTo>
                    <a:pt x="2877795" y="1614229"/>
                  </a:lnTo>
                  <a:lnTo>
                    <a:pt x="2873319" y="1550300"/>
                  </a:lnTo>
                  <a:lnTo>
                    <a:pt x="2868844" y="1510343"/>
                  </a:lnTo>
                  <a:lnTo>
                    <a:pt x="2864368" y="1422440"/>
                  </a:lnTo>
                  <a:lnTo>
                    <a:pt x="2850941" y="1494361"/>
                  </a:lnTo>
                  <a:lnTo>
                    <a:pt x="2846466" y="1622221"/>
                  </a:lnTo>
                  <a:lnTo>
                    <a:pt x="2841990" y="1486370"/>
                  </a:lnTo>
                  <a:lnTo>
                    <a:pt x="2837515" y="1390475"/>
                  </a:lnTo>
                  <a:lnTo>
                    <a:pt x="2833039" y="1102790"/>
                  </a:lnTo>
                  <a:lnTo>
                    <a:pt x="2819612" y="1222659"/>
                  </a:lnTo>
                  <a:lnTo>
                    <a:pt x="2815137" y="1302571"/>
                  </a:lnTo>
                  <a:lnTo>
                    <a:pt x="2810661" y="1542308"/>
                  </a:lnTo>
                  <a:lnTo>
                    <a:pt x="2806186" y="1526326"/>
                  </a:lnTo>
                  <a:lnTo>
                    <a:pt x="2801710" y="1534317"/>
                  </a:lnTo>
                  <a:lnTo>
                    <a:pt x="2788283" y="1334536"/>
                  </a:lnTo>
                  <a:lnTo>
                    <a:pt x="2783808" y="1166720"/>
                  </a:lnTo>
                  <a:lnTo>
                    <a:pt x="2779332" y="1086808"/>
                  </a:lnTo>
                  <a:lnTo>
                    <a:pt x="2774856" y="1142746"/>
                  </a:lnTo>
                  <a:lnTo>
                    <a:pt x="2770381" y="1222659"/>
                  </a:lnTo>
                  <a:lnTo>
                    <a:pt x="2756954" y="926983"/>
                  </a:lnTo>
                  <a:lnTo>
                    <a:pt x="2752479" y="879036"/>
                  </a:lnTo>
                  <a:lnTo>
                    <a:pt x="2748003" y="1022878"/>
                  </a:lnTo>
                  <a:lnTo>
                    <a:pt x="2743527" y="1102790"/>
                  </a:lnTo>
                  <a:lnTo>
                    <a:pt x="2739052" y="1246633"/>
                  </a:lnTo>
                  <a:lnTo>
                    <a:pt x="2725625" y="1270606"/>
                  </a:lnTo>
                  <a:lnTo>
                    <a:pt x="2721150" y="1230650"/>
                  </a:lnTo>
                  <a:lnTo>
                    <a:pt x="2716674" y="1310562"/>
                  </a:lnTo>
                  <a:lnTo>
                    <a:pt x="2712198" y="1262615"/>
                  </a:lnTo>
                  <a:lnTo>
                    <a:pt x="2707723" y="1334536"/>
                  </a:lnTo>
                  <a:lnTo>
                    <a:pt x="2694296" y="1430431"/>
                  </a:lnTo>
                  <a:lnTo>
                    <a:pt x="2689821" y="1326545"/>
                  </a:lnTo>
                  <a:lnTo>
                    <a:pt x="2685345" y="1246633"/>
                  </a:lnTo>
                  <a:lnTo>
                    <a:pt x="2680869" y="1262615"/>
                  </a:lnTo>
                  <a:lnTo>
                    <a:pt x="2676394" y="1230650"/>
                  </a:lnTo>
                  <a:lnTo>
                    <a:pt x="2662967" y="1142746"/>
                  </a:lnTo>
                  <a:lnTo>
                    <a:pt x="2658492" y="1094799"/>
                  </a:lnTo>
                  <a:lnTo>
                    <a:pt x="2654016" y="1158729"/>
                  </a:lnTo>
                  <a:lnTo>
                    <a:pt x="2649540" y="1326545"/>
                  </a:lnTo>
                  <a:lnTo>
                    <a:pt x="2645065" y="1174711"/>
                  </a:lnTo>
                  <a:lnTo>
                    <a:pt x="2631638" y="855062"/>
                  </a:lnTo>
                  <a:lnTo>
                    <a:pt x="2627162" y="823097"/>
                  </a:lnTo>
                  <a:lnTo>
                    <a:pt x="2622687" y="1030869"/>
                  </a:lnTo>
                  <a:lnTo>
                    <a:pt x="2618211" y="1190694"/>
                  </a:lnTo>
                  <a:lnTo>
                    <a:pt x="2613736" y="1126764"/>
                  </a:lnTo>
                  <a:lnTo>
                    <a:pt x="2600309" y="1022878"/>
                  </a:lnTo>
                  <a:lnTo>
                    <a:pt x="2595833" y="1134755"/>
                  </a:lnTo>
                  <a:lnTo>
                    <a:pt x="2591358" y="1190694"/>
                  </a:lnTo>
                  <a:lnTo>
                    <a:pt x="2586882" y="1254624"/>
                  </a:lnTo>
                  <a:lnTo>
                    <a:pt x="2582407" y="1198685"/>
                  </a:lnTo>
                  <a:lnTo>
                    <a:pt x="2568980" y="926983"/>
                  </a:lnTo>
                  <a:lnTo>
                    <a:pt x="2564504" y="1014887"/>
                  </a:lnTo>
                  <a:lnTo>
                    <a:pt x="2560029" y="918992"/>
                  </a:lnTo>
                  <a:lnTo>
                    <a:pt x="2555553" y="926983"/>
                  </a:lnTo>
                  <a:lnTo>
                    <a:pt x="2551078" y="950957"/>
                  </a:lnTo>
                  <a:lnTo>
                    <a:pt x="2537651" y="1150738"/>
                  </a:lnTo>
                  <a:lnTo>
                    <a:pt x="2533175" y="1070825"/>
                  </a:lnTo>
                  <a:lnTo>
                    <a:pt x="2528700" y="998904"/>
                  </a:lnTo>
                  <a:lnTo>
                    <a:pt x="2524224" y="1094799"/>
                  </a:lnTo>
                  <a:lnTo>
                    <a:pt x="2519749" y="1094799"/>
                  </a:lnTo>
                  <a:lnTo>
                    <a:pt x="2506322" y="974930"/>
                  </a:lnTo>
                  <a:lnTo>
                    <a:pt x="2501846" y="1126764"/>
                  </a:lnTo>
                  <a:lnTo>
                    <a:pt x="2497371" y="1134755"/>
                  </a:lnTo>
                  <a:lnTo>
                    <a:pt x="2492895" y="1070825"/>
                  </a:lnTo>
                  <a:lnTo>
                    <a:pt x="2488420" y="871044"/>
                  </a:lnTo>
                  <a:lnTo>
                    <a:pt x="2474993" y="1158729"/>
                  </a:lnTo>
                  <a:lnTo>
                    <a:pt x="2470517" y="1046852"/>
                  </a:lnTo>
                  <a:lnTo>
                    <a:pt x="2466042" y="1014887"/>
                  </a:lnTo>
                  <a:lnTo>
                    <a:pt x="2461566" y="918992"/>
                  </a:lnTo>
                  <a:lnTo>
                    <a:pt x="2457091" y="1006895"/>
                  </a:lnTo>
                  <a:lnTo>
                    <a:pt x="2443664" y="1126764"/>
                  </a:lnTo>
                  <a:lnTo>
                    <a:pt x="2439188" y="1302571"/>
                  </a:lnTo>
                  <a:lnTo>
                    <a:pt x="2430237" y="990913"/>
                  </a:lnTo>
                  <a:lnTo>
                    <a:pt x="2425762" y="663272"/>
                  </a:lnTo>
                  <a:lnTo>
                    <a:pt x="2412335" y="1078817"/>
                  </a:lnTo>
                  <a:lnTo>
                    <a:pt x="2407859" y="1110782"/>
                  </a:lnTo>
                  <a:lnTo>
                    <a:pt x="2403384" y="1198685"/>
                  </a:lnTo>
                  <a:lnTo>
                    <a:pt x="2398908" y="1238641"/>
                  </a:lnTo>
                  <a:lnTo>
                    <a:pt x="2394433" y="1254624"/>
                  </a:lnTo>
                  <a:lnTo>
                    <a:pt x="2381006" y="431526"/>
                  </a:lnTo>
                  <a:lnTo>
                    <a:pt x="2376530" y="495456"/>
                  </a:lnTo>
                  <a:lnTo>
                    <a:pt x="2372055" y="807114"/>
                  </a:lnTo>
                  <a:lnTo>
                    <a:pt x="2367579" y="1110782"/>
                  </a:lnTo>
                  <a:lnTo>
                    <a:pt x="2363104" y="998904"/>
                  </a:lnTo>
                  <a:lnTo>
                    <a:pt x="2349677" y="903009"/>
                  </a:lnTo>
                  <a:lnTo>
                    <a:pt x="2345201" y="1014887"/>
                  </a:lnTo>
                  <a:lnTo>
                    <a:pt x="2340726" y="966939"/>
                  </a:lnTo>
                  <a:lnTo>
                    <a:pt x="2336250" y="974930"/>
                  </a:lnTo>
                  <a:lnTo>
                    <a:pt x="2331774" y="1150738"/>
                  </a:lnTo>
                  <a:lnTo>
                    <a:pt x="2318348" y="887027"/>
                  </a:lnTo>
                  <a:lnTo>
                    <a:pt x="2313872" y="903009"/>
                  </a:lnTo>
                  <a:lnTo>
                    <a:pt x="2309397" y="1062834"/>
                  </a:lnTo>
                  <a:lnTo>
                    <a:pt x="2304921" y="1214668"/>
                  </a:lnTo>
                  <a:lnTo>
                    <a:pt x="2300445" y="1390475"/>
                  </a:lnTo>
                  <a:lnTo>
                    <a:pt x="2287019" y="1558291"/>
                  </a:lnTo>
                  <a:lnTo>
                    <a:pt x="2282543" y="1574273"/>
                  </a:lnTo>
                  <a:lnTo>
                    <a:pt x="2278068" y="1590256"/>
                  </a:lnTo>
                  <a:lnTo>
                    <a:pt x="2273592" y="1654186"/>
                  </a:lnTo>
                  <a:lnTo>
                    <a:pt x="2255690" y="1510343"/>
                  </a:lnTo>
                  <a:lnTo>
                    <a:pt x="2251214" y="1558291"/>
                  </a:lnTo>
                  <a:lnTo>
                    <a:pt x="2246739" y="1670168"/>
                  </a:lnTo>
                  <a:lnTo>
                    <a:pt x="2242263" y="1582265"/>
                  </a:lnTo>
                  <a:lnTo>
                    <a:pt x="2237787" y="1534317"/>
                  </a:lnTo>
                  <a:lnTo>
                    <a:pt x="2224361" y="1702133"/>
                  </a:lnTo>
                  <a:lnTo>
                    <a:pt x="2215410" y="1630212"/>
                  </a:lnTo>
                  <a:lnTo>
                    <a:pt x="2210934" y="1438422"/>
                  </a:lnTo>
                  <a:lnTo>
                    <a:pt x="2206458" y="1142746"/>
                  </a:lnTo>
                  <a:lnTo>
                    <a:pt x="2193032" y="1941870"/>
                  </a:lnTo>
                  <a:lnTo>
                    <a:pt x="2188556" y="1885932"/>
                  </a:lnTo>
                  <a:lnTo>
                    <a:pt x="2184080" y="1877940"/>
                  </a:lnTo>
                  <a:lnTo>
                    <a:pt x="2179605" y="1726107"/>
                  </a:lnTo>
                  <a:lnTo>
                    <a:pt x="2175129" y="1925888"/>
                  </a:lnTo>
                  <a:lnTo>
                    <a:pt x="2161703" y="1909905"/>
                  </a:lnTo>
                  <a:lnTo>
                    <a:pt x="2157227" y="1766063"/>
                  </a:lnTo>
                  <a:lnTo>
                    <a:pt x="2152751" y="1622221"/>
                  </a:lnTo>
                  <a:lnTo>
                    <a:pt x="2148276" y="1893923"/>
                  </a:lnTo>
                  <a:lnTo>
                    <a:pt x="2143800" y="2061739"/>
                  </a:lnTo>
                  <a:lnTo>
                    <a:pt x="2130374" y="1901914"/>
                  </a:lnTo>
                  <a:lnTo>
                    <a:pt x="2125898" y="1909905"/>
                  </a:lnTo>
                  <a:lnTo>
                    <a:pt x="2116947" y="1750080"/>
                  </a:lnTo>
                  <a:lnTo>
                    <a:pt x="2112471" y="1933879"/>
                  </a:lnTo>
                  <a:lnTo>
                    <a:pt x="2099045" y="2181607"/>
                  </a:lnTo>
                  <a:lnTo>
                    <a:pt x="2094569" y="2261520"/>
                  </a:lnTo>
                  <a:lnTo>
                    <a:pt x="2090093" y="2245537"/>
                  </a:lnTo>
                  <a:lnTo>
                    <a:pt x="2085618" y="2197590"/>
                  </a:lnTo>
                  <a:lnTo>
                    <a:pt x="2081142" y="2213572"/>
                  </a:lnTo>
                  <a:lnTo>
                    <a:pt x="2072191" y="1933879"/>
                  </a:lnTo>
                  <a:lnTo>
                    <a:pt x="2067716" y="1925888"/>
                  </a:lnTo>
                  <a:lnTo>
                    <a:pt x="2063240" y="2245537"/>
                  </a:lnTo>
                  <a:lnTo>
                    <a:pt x="2058764" y="2413353"/>
                  </a:lnTo>
                  <a:lnTo>
                    <a:pt x="2054289" y="2445318"/>
                  </a:lnTo>
                  <a:lnTo>
                    <a:pt x="2031911" y="1718116"/>
                  </a:lnTo>
                  <a:lnTo>
                    <a:pt x="2027435" y="1350519"/>
                  </a:lnTo>
                  <a:lnTo>
                    <a:pt x="2022960" y="1454405"/>
                  </a:lnTo>
                  <a:lnTo>
                    <a:pt x="2018484" y="1558291"/>
                  </a:lnTo>
                  <a:lnTo>
                    <a:pt x="2009533" y="1949861"/>
                  </a:lnTo>
                  <a:lnTo>
                    <a:pt x="2005057" y="1638203"/>
                  </a:lnTo>
                  <a:lnTo>
                    <a:pt x="2000582" y="1766063"/>
                  </a:lnTo>
                  <a:lnTo>
                    <a:pt x="1996106" y="1989818"/>
                  </a:lnTo>
                  <a:lnTo>
                    <a:pt x="1991631" y="2133660"/>
                  </a:lnTo>
                  <a:lnTo>
                    <a:pt x="1987155" y="2205581"/>
                  </a:lnTo>
                  <a:lnTo>
                    <a:pt x="1973728" y="2397371"/>
                  </a:lnTo>
                  <a:lnTo>
                    <a:pt x="1969253" y="2349423"/>
                  </a:lnTo>
                  <a:lnTo>
                    <a:pt x="1964777" y="2293485"/>
                  </a:lnTo>
                  <a:lnTo>
                    <a:pt x="1960302" y="2197590"/>
                  </a:lnTo>
                  <a:lnTo>
                    <a:pt x="1955826" y="2173616"/>
                  </a:lnTo>
                  <a:lnTo>
                    <a:pt x="1942399" y="1925888"/>
                  </a:lnTo>
                  <a:lnTo>
                    <a:pt x="1937924" y="1893923"/>
                  </a:lnTo>
                  <a:lnTo>
                    <a:pt x="1933448" y="2205581"/>
                  </a:lnTo>
                  <a:lnTo>
                    <a:pt x="1928973" y="2341432"/>
                  </a:lnTo>
                  <a:lnTo>
                    <a:pt x="1924497" y="2445318"/>
                  </a:lnTo>
                  <a:lnTo>
                    <a:pt x="1911070" y="2341432"/>
                  </a:lnTo>
                  <a:lnTo>
                    <a:pt x="1906595" y="2157634"/>
                  </a:lnTo>
                  <a:lnTo>
                    <a:pt x="1902119" y="2093704"/>
                  </a:lnTo>
                  <a:lnTo>
                    <a:pt x="1897644" y="2101695"/>
                  </a:lnTo>
                  <a:lnTo>
                    <a:pt x="1893168" y="2213572"/>
                  </a:lnTo>
                  <a:lnTo>
                    <a:pt x="1879741" y="1997809"/>
                  </a:lnTo>
                  <a:lnTo>
                    <a:pt x="1875266" y="1638203"/>
                  </a:lnTo>
                  <a:lnTo>
                    <a:pt x="1870790" y="1670168"/>
                  </a:lnTo>
                  <a:lnTo>
                    <a:pt x="1866315" y="1814010"/>
                  </a:lnTo>
                  <a:lnTo>
                    <a:pt x="1861839" y="1989818"/>
                  </a:lnTo>
                  <a:lnTo>
                    <a:pt x="1848412" y="1893923"/>
                  </a:lnTo>
                  <a:lnTo>
                    <a:pt x="1843937" y="2005800"/>
                  </a:lnTo>
                  <a:lnTo>
                    <a:pt x="1839461" y="2005800"/>
                  </a:lnTo>
                  <a:lnTo>
                    <a:pt x="1834986" y="2405362"/>
                  </a:lnTo>
                  <a:lnTo>
                    <a:pt x="1830510" y="2884836"/>
                  </a:lnTo>
                  <a:lnTo>
                    <a:pt x="1817083" y="3228459"/>
                  </a:lnTo>
                  <a:lnTo>
                    <a:pt x="1812608" y="3148547"/>
                  </a:lnTo>
                  <a:lnTo>
                    <a:pt x="1808132" y="3380293"/>
                  </a:lnTo>
                  <a:lnTo>
                    <a:pt x="1803657" y="3308372"/>
                  </a:lnTo>
                  <a:lnTo>
                    <a:pt x="1799181" y="3164530"/>
                  </a:lnTo>
                  <a:lnTo>
                    <a:pt x="1785754" y="2405362"/>
                  </a:lnTo>
                  <a:lnTo>
                    <a:pt x="1781279" y="2317458"/>
                  </a:lnTo>
                  <a:lnTo>
                    <a:pt x="1776803" y="2365406"/>
                  </a:lnTo>
                  <a:lnTo>
                    <a:pt x="1772328" y="2453309"/>
                  </a:lnTo>
                  <a:lnTo>
                    <a:pt x="1767852" y="2677064"/>
                  </a:lnTo>
                  <a:lnTo>
                    <a:pt x="1754425" y="2485274"/>
                  </a:lnTo>
                  <a:lnTo>
                    <a:pt x="1749950" y="2349423"/>
                  </a:lnTo>
                  <a:lnTo>
                    <a:pt x="1745474" y="2461301"/>
                  </a:lnTo>
                  <a:lnTo>
                    <a:pt x="1740998" y="2469292"/>
                  </a:lnTo>
                  <a:lnTo>
                    <a:pt x="1736523" y="2573178"/>
                  </a:lnTo>
                  <a:lnTo>
                    <a:pt x="1723096" y="2037765"/>
                  </a:lnTo>
                  <a:lnTo>
                    <a:pt x="1718621" y="1973835"/>
                  </a:lnTo>
                  <a:lnTo>
                    <a:pt x="1714145" y="2213572"/>
                  </a:lnTo>
                  <a:lnTo>
                    <a:pt x="1709669" y="2277502"/>
                  </a:lnTo>
                  <a:lnTo>
                    <a:pt x="1705194" y="2525231"/>
                  </a:lnTo>
                  <a:lnTo>
                    <a:pt x="1691767" y="2661082"/>
                  </a:lnTo>
                  <a:lnTo>
                    <a:pt x="1687292" y="2437327"/>
                  </a:lnTo>
                  <a:lnTo>
                    <a:pt x="1682816" y="2357415"/>
                  </a:lnTo>
                  <a:lnTo>
                    <a:pt x="1678340" y="2405362"/>
                  </a:lnTo>
                  <a:lnTo>
                    <a:pt x="1673865" y="2884836"/>
                  </a:lnTo>
                  <a:lnTo>
                    <a:pt x="1660438" y="2405362"/>
                  </a:lnTo>
                  <a:lnTo>
                    <a:pt x="1655963" y="2397371"/>
                  </a:lnTo>
                  <a:lnTo>
                    <a:pt x="1651487" y="2493266"/>
                  </a:lnTo>
                  <a:lnTo>
                    <a:pt x="1647011" y="2501257"/>
                  </a:lnTo>
                  <a:lnTo>
                    <a:pt x="1642536" y="2469292"/>
                  </a:lnTo>
                  <a:lnTo>
                    <a:pt x="1615682" y="2277502"/>
                  </a:lnTo>
                  <a:lnTo>
                    <a:pt x="1611207" y="2373397"/>
                  </a:lnTo>
                  <a:lnTo>
                    <a:pt x="1588829" y="2077721"/>
                  </a:lnTo>
                  <a:lnTo>
                    <a:pt x="1584353" y="1702133"/>
                  </a:lnTo>
                  <a:lnTo>
                    <a:pt x="1579878" y="2117677"/>
                  </a:lnTo>
                  <a:lnTo>
                    <a:pt x="1566451" y="2277502"/>
                  </a:lnTo>
                  <a:lnTo>
                    <a:pt x="1561975" y="2157634"/>
                  </a:lnTo>
                  <a:lnTo>
                    <a:pt x="1557500" y="2165625"/>
                  </a:lnTo>
                  <a:lnTo>
                    <a:pt x="1553024" y="2149642"/>
                  </a:lnTo>
                  <a:lnTo>
                    <a:pt x="1548549" y="2157634"/>
                  </a:lnTo>
                  <a:lnTo>
                    <a:pt x="1535122" y="2413353"/>
                  </a:lnTo>
                  <a:lnTo>
                    <a:pt x="1530646" y="2437327"/>
                  </a:lnTo>
                  <a:lnTo>
                    <a:pt x="1526171" y="2333441"/>
                  </a:lnTo>
                  <a:lnTo>
                    <a:pt x="1521695" y="2365406"/>
                  </a:lnTo>
                  <a:lnTo>
                    <a:pt x="1517220" y="2237546"/>
                  </a:lnTo>
                  <a:lnTo>
                    <a:pt x="1503793" y="2381388"/>
                  </a:lnTo>
                  <a:lnTo>
                    <a:pt x="1499317" y="2509248"/>
                  </a:lnTo>
                  <a:lnTo>
                    <a:pt x="1494842" y="2573178"/>
                  </a:lnTo>
                  <a:lnTo>
                    <a:pt x="1490366" y="2421344"/>
                  </a:lnTo>
                  <a:lnTo>
                    <a:pt x="1485891" y="2629117"/>
                  </a:lnTo>
                  <a:lnTo>
                    <a:pt x="1472464" y="2397371"/>
                  </a:lnTo>
                  <a:lnTo>
                    <a:pt x="1467988" y="2357415"/>
                  </a:lnTo>
                  <a:lnTo>
                    <a:pt x="1463513" y="2381388"/>
                  </a:lnTo>
                  <a:lnTo>
                    <a:pt x="1459037" y="2213572"/>
                  </a:lnTo>
                  <a:lnTo>
                    <a:pt x="1454562" y="2037765"/>
                  </a:lnTo>
                  <a:lnTo>
                    <a:pt x="1441135" y="2165625"/>
                  </a:lnTo>
                  <a:lnTo>
                    <a:pt x="1436659" y="1893923"/>
                  </a:lnTo>
                  <a:lnTo>
                    <a:pt x="1432184" y="1877940"/>
                  </a:lnTo>
                  <a:lnTo>
                    <a:pt x="1427708" y="1726107"/>
                  </a:lnTo>
                  <a:lnTo>
                    <a:pt x="1423233" y="1654186"/>
                  </a:lnTo>
                  <a:lnTo>
                    <a:pt x="1409806" y="1742089"/>
                  </a:lnTo>
                  <a:lnTo>
                    <a:pt x="1405330" y="1909905"/>
                  </a:lnTo>
                  <a:lnTo>
                    <a:pt x="1400855" y="2045756"/>
                  </a:lnTo>
                  <a:lnTo>
                    <a:pt x="1396379" y="2085712"/>
                  </a:lnTo>
                  <a:lnTo>
                    <a:pt x="1391904" y="2173616"/>
                  </a:lnTo>
                  <a:lnTo>
                    <a:pt x="1378477" y="2253528"/>
                  </a:lnTo>
                  <a:lnTo>
                    <a:pt x="1374001" y="2125669"/>
                  </a:lnTo>
                  <a:lnTo>
                    <a:pt x="1369526" y="1997809"/>
                  </a:lnTo>
                  <a:lnTo>
                    <a:pt x="1365050" y="1638203"/>
                  </a:lnTo>
                  <a:lnTo>
                    <a:pt x="1360575" y="1094799"/>
                  </a:lnTo>
                  <a:lnTo>
                    <a:pt x="1347148" y="1526326"/>
                  </a:lnTo>
                  <a:lnTo>
                    <a:pt x="1342672" y="1678159"/>
                  </a:lnTo>
                  <a:lnTo>
                    <a:pt x="1338197" y="1670168"/>
                  </a:lnTo>
                  <a:lnTo>
                    <a:pt x="1333721" y="1869949"/>
                  </a:lnTo>
                  <a:lnTo>
                    <a:pt x="1329246" y="1869949"/>
                  </a:lnTo>
                  <a:lnTo>
                    <a:pt x="1315819" y="1478378"/>
                  </a:lnTo>
                  <a:lnTo>
                    <a:pt x="1311343" y="1350519"/>
                  </a:lnTo>
                  <a:lnTo>
                    <a:pt x="1306868" y="1470387"/>
                  </a:lnTo>
                  <a:lnTo>
                    <a:pt x="1302392" y="1845975"/>
                  </a:lnTo>
                  <a:lnTo>
                    <a:pt x="1297916" y="1845975"/>
                  </a:lnTo>
                  <a:lnTo>
                    <a:pt x="1284490" y="1829993"/>
                  </a:lnTo>
                  <a:lnTo>
                    <a:pt x="1280014" y="1861958"/>
                  </a:lnTo>
                  <a:lnTo>
                    <a:pt x="1275539" y="1989818"/>
                  </a:lnTo>
                  <a:lnTo>
                    <a:pt x="1271063" y="1941870"/>
                  </a:lnTo>
                  <a:lnTo>
                    <a:pt x="1266587" y="1997809"/>
                  </a:lnTo>
                  <a:lnTo>
                    <a:pt x="1253161" y="1478378"/>
                  </a:lnTo>
                  <a:lnTo>
                    <a:pt x="1248685" y="1470387"/>
                  </a:lnTo>
                  <a:lnTo>
                    <a:pt x="1244210" y="1590256"/>
                  </a:lnTo>
                  <a:lnTo>
                    <a:pt x="1239734" y="1470387"/>
                  </a:lnTo>
                  <a:lnTo>
                    <a:pt x="1235258" y="1510343"/>
                  </a:lnTo>
                  <a:lnTo>
                    <a:pt x="1221832" y="1342527"/>
                  </a:lnTo>
                  <a:lnTo>
                    <a:pt x="1217356" y="1438422"/>
                  </a:lnTo>
                  <a:lnTo>
                    <a:pt x="1212881" y="1422440"/>
                  </a:lnTo>
                  <a:lnTo>
                    <a:pt x="1208405" y="1558291"/>
                  </a:lnTo>
                  <a:lnTo>
                    <a:pt x="1203929" y="1758072"/>
                  </a:lnTo>
                  <a:lnTo>
                    <a:pt x="1190503" y="1654186"/>
                  </a:lnTo>
                  <a:lnTo>
                    <a:pt x="1186027" y="1158729"/>
                  </a:lnTo>
                  <a:lnTo>
                    <a:pt x="1181552" y="1158729"/>
                  </a:lnTo>
                  <a:lnTo>
                    <a:pt x="1177076" y="1222659"/>
                  </a:lnTo>
                  <a:lnTo>
                    <a:pt x="1172600" y="1222659"/>
                  </a:lnTo>
                  <a:lnTo>
                    <a:pt x="1159174" y="1486370"/>
                  </a:lnTo>
                  <a:lnTo>
                    <a:pt x="1154698" y="1478378"/>
                  </a:lnTo>
                  <a:lnTo>
                    <a:pt x="1150222" y="1110782"/>
                  </a:lnTo>
                  <a:lnTo>
                    <a:pt x="1145747" y="799123"/>
                  </a:lnTo>
                  <a:lnTo>
                    <a:pt x="1141271" y="887027"/>
                  </a:lnTo>
                  <a:lnTo>
                    <a:pt x="1127845" y="1238641"/>
                  </a:lnTo>
                  <a:lnTo>
                    <a:pt x="1123369" y="1302571"/>
                  </a:lnTo>
                  <a:lnTo>
                    <a:pt x="1118893" y="1030869"/>
                  </a:lnTo>
                  <a:lnTo>
                    <a:pt x="1114418" y="1190694"/>
                  </a:lnTo>
                  <a:lnTo>
                    <a:pt x="1109942" y="1326545"/>
                  </a:lnTo>
                  <a:lnTo>
                    <a:pt x="1096516" y="1046852"/>
                  </a:lnTo>
                  <a:lnTo>
                    <a:pt x="1092040" y="1334536"/>
                  </a:lnTo>
                  <a:lnTo>
                    <a:pt x="1087564" y="1318554"/>
                  </a:lnTo>
                  <a:lnTo>
                    <a:pt x="1083089" y="1350519"/>
                  </a:lnTo>
                  <a:lnTo>
                    <a:pt x="1078613" y="1286589"/>
                  </a:lnTo>
                  <a:lnTo>
                    <a:pt x="1065187" y="1110782"/>
                  </a:lnTo>
                  <a:lnTo>
                    <a:pt x="1060711" y="1166720"/>
                  </a:lnTo>
                  <a:lnTo>
                    <a:pt x="1056235" y="1086808"/>
                  </a:lnTo>
                  <a:lnTo>
                    <a:pt x="1051760" y="1166720"/>
                  </a:lnTo>
                  <a:lnTo>
                    <a:pt x="1047284" y="1230650"/>
                  </a:lnTo>
                  <a:lnTo>
                    <a:pt x="1033858" y="575369"/>
                  </a:lnTo>
                  <a:lnTo>
                    <a:pt x="1029382" y="567377"/>
                  </a:lnTo>
                  <a:lnTo>
                    <a:pt x="1024906" y="839079"/>
                  </a:lnTo>
                  <a:lnTo>
                    <a:pt x="1020431" y="918992"/>
                  </a:lnTo>
                  <a:lnTo>
                    <a:pt x="1015955" y="863053"/>
                  </a:lnTo>
                  <a:lnTo>
                    <a:pt x="1002528" y="735193"/>
                  </a:lnTo>
                  <a:lnTo>
                    <a:pt x="998053" y="711220"/>
                  </a:lnTo>
                  <a:lnTo>
                    <a:pt x="993577" y="583360"/>
                  </a:lnTo>
                  <a:lnTo>
                    <a:pt x="989102" y="543404"/>
                  </a:lnTo>
                  <a:lnTo>
                    <a:pt x="984626" y="719211"/>
                  </a:lnTo>
                  <a:lnTo>
                    <a:pt x="971199" y="639298"/>
                  </a:lnTo>
                  <a:lnTo>
                    <a:pt x="966724" y="839079"/>
                  </a:lnTo>
                  <a:lnTo>
                    <a:pt x="962248" y="1070825"/>
                  </a:lnTo>
                  <a:lnTo>
                    <a:pt x="957773" y="1318554"/>
                  </a:lnTo>
                  <a:lnTo>
                    <a:pt x="953297" y="1134755"/>
                  </a:lnTo>
                  <a:lnTo>
                    <a:pt x="939870" y="918992"/>
                  </a:lnTo>
                  <a:lnTo>
                    <a:pt x="935395" y="1150738"/>
                  </a:lnTo>
                  <a:lnTo>
                    <a:pt x="930919" y="1134755"/>
                  </a:lnTo>
                  <a:lnTo>
                    <a:pt x="926444" y="950957"/>
                  </a:lnTo>
                  <a:lnTo>
                    <a:pt x="921968" y="958948"/>
                  </a:lnTo>
                  <a:lnTo>
                    <a:pt x="908541" y="966939"/>
                  </a:lnTo>
                  <a:lnTo>
                    <a:pt x="904066" y="1030869"/>
                  </a:lnTo>
                  <a:lnTo>
                    <a:pt x="899590" y="1238641"/>
                  </a:lnTo>
                  <a:lnTo>
                    <a:pt x="895115" y="1278597"/>
                  </a:lnTo>
                  <a:lnTo>
                    <a:pt x="890639" y="1078817"/>
                  </a:lnTo>
                  <a:lnTo>
                    <a:pt x="863786" y="1198685"/>
                  </a:lnTo>
                  <a:lnTo>
                    <a:pt x="859310" y="1142746"/>
                  </a:lnTo>
                  <a:lnTo>
                    <a:pt x="845883" y="1374492"/>
                  </a:lnTo>
                  <a:lnTo>
                    <a:pt x="841408" y="1446413"/>
                  </a:lnTo>
                  <a:lnTo>
                    <a:pt x="836932" y="1334536"/>
                  </a:lnTo>
                  <a:lnTo>
                    <a:pt x="832457" y="1310562"/>
                  </a:lnTo>
                  <a:lnTo>
                    <a:pt x="827981" y="1302571"/>
                  </a:lnTo>
                  <a:lnTo>
                    <a:pt x="814554" y="1070825"/>
                  </a:lnTo>
                  <a:lnTo>
                    <a:pt x="810079" y="1126764"/>
                  </a:lnTo>
                  <a:lnTo>
                    <a:pt x="801128" y="1174711"/>
                  </a:lnTo>
                  <a:lnTo>
                    <a:pt x="796652" y="1038860"/>
                  </a:lnTo>
                  <a:lnTo>
                    <a:pt x="783225" y="823097"/>
                  </a:lnTo>
                  <a:lnTo>
                    <a:pt x="778750" y="958948"/>
                  </a:lnTo>
                  <a:lnTo>
                    <a:pt x="774274" y="1014887"/>
                  </a:lnTo>
                  <a:lnTo>
                    <a:pt x="769799" y="942966"/>
                  </a:lnTo>
                  <a:lnTo>
                    <a:pt x="765323" y="990913"/>
                  </a:lnTo>
                  <a:lnTo>
                    <a:pt x="751896" y="1286589"/>
                  </a:lnTo>
                  <a:lnTo>
                    <a:pt x="747421" y="1102790"/>
                  </a:lnTo>
                  <a:lnTo>
                    <a:pt x="742945" y="1126764"/>
                  </a:lnTo>
                  <a:lnTo>
                    <a:pt x="738470" y="1174711"/>
                  </a:lnTo>
                  <a:lnTo>
                    <a:pt x="733994" y="1318554"/>
                  </a:lnTo>
                  <a:lnTo>
                    <a:pt x="720567" y="958948"/>
                  </a:lnTo>
                  <a:lnTo>
                    <a:pt x="716092" y="1334536"/>
                  </a:lnTo>
                  <a:lnTo>
                    <a:pt x="711616" y="1382484"/>
                  </a:lnTo>
                  <a:lnTo>
                    <a:pt x="707140" y="1390475"/>
                  </a:lnTo>
                  <a:lnTo>
                    <a:pt x="702665" y="1374492"/>
                  </a:lnTo>
                  <a:lnTo>
                    <a:pt x="689238" y="1574273"/>
                  </a:lnTo>
                  <a:lnTo>
                    <a:pt x="684763" y="1310562"/>
                  </a:lnTo>
                  <a:lnTo>
                    <a:pt x="680287" y="1006895"/>
                  </a:lnTo>
                  <a:lnTo>
                    <a:pt x="675811" y="1126764"/>
                  </a:lnTo>
                  <a:lnTo>
                    <a:pt x="657909" y="1422440"/>
                  </a:lnTo>
                  <a:lnTo>
                    <a:pt x="653434" y="1390475"/>
                  </a:lnTo>
                  <a:lnTo>
                    <a:pt x="648958" y="1278597"/>
                  </a:lnTo>
                  <a:lnTo>
                    <a:pt x="644482" y="1430431"/>
                  </a:lnTo>
                  <a:lnTo>
                    <a:pt x="640007" y="1526326"/>
                  </a:lnTo>
                  <a:lnTo>
                    <a:pt x="626580" y="1142746"/>
                  </a:lnTo>
                  <a:lnTo>
                    <a:pt x="617629" y="1326545"/>
                  </a:lnTo>
                  <a:lnTo>
                    <a:pt x="613153" y="1286589"/>
                  </a:lnTo>
                  <a:lnTo>
                    <a:pt x="608678" y="1294580"/>
                  </a:lnTo>
                  <a:lnTo>
                    <a:pt x="595251" y="1822002"/>
                  </a:lnTo>
                  <a:lnTo>
                    <a:pt x="590776" y="1829993"/>
                  </a:lnTo>
                  <a:lnTo>
                    <a:pt x="586300" y="1829993"/>
                  </a:lnTo>
                  <a:lnTo>
                    <a:pt x="581824" y="1949861"/>
                  </a:lnTo>
                  <a:lnTo>
                    <a:pt x="577349" y="1829993"/>
                  </a:lnTo>
                  <a:lnTo>
                    <a:pt x="563922" y="1518335"/>
                  </a:lnTo>
                  <a:lnTo>
                    <a:pt x="559446" y="1638203"/>
                  </a:lnTo>
                  <a:lnTo>
                    <a:pt x="554971" y="1774054"/>
                  </a:lnTo>
                  <a:lnTo>
                    <a:pt x="546020" y="1694142"/>
                  </a:lnTo>
                  <a:lnTo>
                    <a:pt x="528117" y="1478378"/>
                  </a:lnTo>
                  <a:lnTo>
                    <a:pt x="523642" y="1622221"/>
                  </a:lnTo>
                  <a:lnTo>
                    <a:pt x="519166" y="1494361"/>
                  </a:lnTo>
                  <a:lnTo>
                    <a:pt x="514691" y="1406457"/>
                  </a:lnTo>
                  <a:lnTo>
                    <a:pt x="501264" y="1510343"/>
                  </a:lnTo>
                  <a:lnTo>
                    <a:pt x="496788" y="1358510"/>
                  </a:lnTo>
                  <a:lnTo>
                    <a:pt x="492313" y="1518335"/>
                  </a:lnTo>
                  <a:lnTo>
                    <a:pt x="487837" y="1542308"/>
                  </a:lnTo>
                  <a:lnTo>
                    <a:pt x="483362" y="1670168"/>
                  </a:lnTo>
                  <a:lnTo>
                    <a:pt x="469935" y="1718116"/>
                  </a:lnTo>
                  <a:lnTo>
                    <a:pt x="465459" y="1654186"/>
                  </a:lnTo>
                  <a:lnTo>
                    <a:pt x="460984" y="1845975"/>
                  </a:lnTo>
                  <a:lnTo>
                    <a:pt x="456508" y="2141651"/>
                  </a:lnTo>
                  <a:lnTo>
                    <a:pt x="443082" y="1646194"/>
                  </a:lnTo>
                  <a:lnTo>
                    <a:pt x="434130" y="1614229"/>
                  </a:lnTo>
                  <a:lnTo>
                    <a:pt x="429655" y="1326545"/>
                  </a:lnTo>
                  <a:lnTo>
                    <a:pt x="425179" y="1422440"/>
                  </a:lnTo>
                  <a:lnTo>
                    <a:pt x="420704" y="1526326"/>
                  </a:lnTo>
                  <a:lnTo>
                    <a:pt x="407277" y="1973835"/>
                  </a:lnTo>
                  <a:lnTo>
                    <a:pt x="402801" y="2021783"/>
                  </a:lnTo>
                  <a:lnTo>
                    <a:pt x="398326" y="2269511"/>
                  </a:lnTo>
                  <a:lnTo>
                    <a:pt x="393850" y="2333441"/>
                  </a:lnTo>
                  <a:lnTo>
                    <a:pt x="389375" y="2381388"/>
                  </a:lnTo>
                  <a:lnTo>
                    <a:pt x="380423" y="1869949"/>
                  </a:lnTo>
                  <a:lnTo>
                    <a:pt x="375948" y="1845975"/>
                  </a:lnTo>
                  <a:lnTo>
                    <a:pt x="371472" y="2205581"/>
                  </a:lnTo>
                  <a:lnTo>
                    <a:pt x="366997" y="2317458"/>
                  </a:lnTo>
                  <a:lnTo>
                    <a:pt x="362521" y="2373397"/>
                  </a:lnTo>
                  <a:lnTo>
                    <a:pt x="358046" y="2437327"/>
                  </a:lnTo>
                  <a:lnTo>
                    <a:pt x="344619" y="1909905"/>
                  </a:lnTo>
                  <a:lnTo>
                    <a:pt x="340143" y="1806019"/>
                  </a:lnTo>
                  <a:lnTo>
                    <a:pt x="335668" y="1614229"/>
                  </a:lnTo>
                  <a:lnTo>
                    <a:pt x="331192" y="1822002"/>
                  </a:lnTo>
                  <a:lnTo>
                    <a:pt x="326717" y="1726107"/>
                  </a:lnTo>
                  <a:lnTo>
                    <a:pt x="313290" y="1989818"/>
                  </a:lnTo>
                  <a:lnTo>
                    <a:pt x="308814" y="1790037"/>
                  </a:lnTo>
                  <a:lnTo>
                    <a:pt x="304339" y="1638203"/>
                  </a:lnTo>
                  <a:lnTo>
                    <a:pt x="299863" y="1981826"/>
                  </a:lnTo>
                  <a:lnTo>
                    <a:pt x="295388" y="1925888"/>
                  </a:lnTo>
                  <a:lnTo>
                    <a:pt x="281961" y="2029774"/>
                  </a:lnTo>
                  <a:lnTo>
                    <a:pt x="277485" y="2117677"/>
                  </a:lnTo>
                  <a:lnTo>
                    <a:pt x="273010" y="2245537"/>
                  </a:lnTo>
                  <a:lnTo>
                    <a:pt x="268534" y="2077721"/>
                  </a:lnTo>
                  <a:lnTo>
                    <a:pt x="264058" y="1981826"/>
                  </a:lnTo>
                  <a:lnTo>
                    <a:pt x="250632" y="2253528"/>
                  </a:lnTo>
                  <a:lnTo>
                    <a:pt x="246156" y="2253528"/>
                  </a:lnTo>
                  <a:lnTo>
                    <a:pt x="241681" y="2221564"/>
                  </a:lnTo>
                  <a:lnTo>
                    <a:pt x="237205" y="1933879"/>
                  </a:lnTo>
                  <a:lnTo>
                    <a:pt x="232729" y="1997809"/>
                  </a:lnTo>
                  <a:lnTo>
                    <a:pt x="219303" y="1997809"/>
                  </a:lnTo>
                  <a:lnTo>
                    <a:pt x="214827" y="2029774"/>
                  </a:lnTo>
                  <a:lnTo>
                    <a:pt x="210352" y="2061739"/>
                  </a:lnTo>
                  <a:lnTo>
                    <a:pt x="205876" y="1949861"/>
                  </a:lnTo>
                  <a:lnTo>
                    <a:pt x="201400" y="1774054"/>
                  </a:lnTo>
                  <a:lnTo>
                    <a:pt x="187974" y="2069730"/>
                  </a:lnTo>
                  <a:lnTo>
                    <a:pt x="183498" y="2189599"/>
                  </a:lnTo>
                  <a:lnTo>
                    <a:pt x="179023" y="2205581"/>
                  </a:lnTo>
                  <a:lnTo>
                    <a:pt x="174547" y="2117677"/>
                  </a:lnTo>
                  <a:lnTo>
                    <a:pt x="170071" y="1909905"/>
                  </a:lnTo>
                  <a:lnTo>
                    <a:pt x="156645" y="2445318"/>
                  </a:lnTo>
                  <a:lnTo>
                    <a:pt x="152169" y="2445318"/>
                  </a:lnTo>
                  <a:lnTo>
                    <a:pt x="147694" y="2285493"/>
                  </a:lnTo>
                  <a:lnTo>
                    <a:pt x="143218" y="2101695"/>
                  </a:lnTo>
                  <a:lnTo>
                    <a:pt x="138742" y="1861958"/>
                  </a:lnTo>
                  <a:lnTo>
                    <a:pt x="125316" y="1614229"/>
                  </a:lnTo>
                  <a:lnTo>
                    <a:pt x="120840" y="1981826"/>
                  </a:lnTo>
                  <a:lnTo>
                    <a:pt x="116364" y="2213572"/>
                  </a:lnTo>
                  <a:lnTo>
                    <a:pt x="111889" y="2061739"/>
                  </a:lnTo>
                  <a:lnTo>
                    <a:pt x="107413" y="2101695"/>
                  </a:lnTo>
                  <a:lnTo>
                    <a:pt x="93987" y="2573178"/>
                  </a:lnTo>
                  <a:lnTo>
                    <a:pt x="89511" y="2597152"/>
                  </a:lnTo>
                  <a:lnTo>
                    <a:pt x="85035" y="2701038"/>
                  </a:lnTo>
                  <a:lnTo>
                    <a:pt x="80560" y="2621125"/>
                  </a:lnTo>
                  <a:lnTo>
                    <a:pt x="76084" y="2365406"/>
                  </a:lnTo>
                  <a:lnTo>
                    <a:pt x="62658" y="2165625"/>
                  </a:lnTo>
                  <a:lnTo>
                    <a:pt x="58182" y="2069730"/>
                  </a:lnTo>
                  <a:lnTo>
                    <a:pt x="53706" y="2005800"/>
                  </a:lnTo>
                  <a:lnTo>
                    <a:pt x="49231" y="2013791"/>
                  </a:lnTo>
                  <a:lnTo>
                    <a:pt x="44755" y="2149642"/>
                  </a:lnTo>
                  <a:lnTo>
                    <a:pt x="31329" y="1806019"/>
                  </a:lnTo>
                  <a:lnTo>
                    <a:pt x="26853" y="1837984"/>
                  </a:lnTo>
                  <a:lnTo>
                    <a:pt x="22377" y="2205581"/>
                  </a:lnTo>
                  <a:lnTo>
                    <a:pt x="17902" y="2317458"/>
                  </a:lnTo>
                  <a:lnTo>
                    <a:pt x="13426" y="2445318"/>
                  </a:lnTo>
                  <a:lnTo>
                    <a:pt x="0" y="2133660"/>
                  </a:lnTo>
                  <a:close/>
                </a:path>
              </a:pathLst>
            </a:custGeom>
            <a:solidFill>
              <a:srgbClr val="8B0000">
                <a:alpha val="50196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</p:grpSp>
      <p:sp>
        <p:nvSpPr>
          <p:cNvPr id="12" name="tx9">
            <a:extLst>
              <a:ext uri="{FF2B5EF4-FFF2-40B4-BE49-F238E27FC236}">
                <a16:creationId xmlns:a16="http://schemas.microsoft.com/office/drawing/2014/main" id="{63A76E5A-F7A7-4DDA-A876-CB768DD28CFA}"/>
              </a:ext>
            </a:extLst>
          </p:cNvPr>
          <p:cNvSpPr/>
          <p:nvPr/>
        </p:nvSpPr>
        <p:spPr>
          <a:xfrm>
            <a:off x="581549" y="3133748"/>
            <a:ext cx="163900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-10</a:t>
            </a:r>
          </a:p>
        </p:txBody>
      </p:sp>
      <p:sp>
        <p:nvSpPr>
          <p:cNvPr id="13" name="tx10">
            <a:extLst>
              <a:ext uri="{FF2B5EF4-FFF2-40B4-BE49-F238E27FC236}">
                <a16:creationId xmlns:a16="http://schemas.microsoft.com/office/drawing/2014/main" id="{56DAAA95-8FE4-41DE-B864-40C1B0D0FC78}"/>
              </a:ext>
            </a:extLst>
          </p:cNvPr>
          <p:cNvSpPr/>
          <p:nvPr/>
        </p:nvSpPr>
        <p:spPr>
          <a:xfrm>
            <a:off x="682382" y="2689394"/>
            <a:ext cx="63068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14" name="tx11">
            <a:extLst>
              <a:ext uri="{FF2B5EF4-FFF2-40B4-BE49-F238E27FC236}">
                <a16:creationId xmlns:a16="http://schemas.microsoft.com/office/drawing/2014/main" id="{E1A6C7D5-A40E-4D25-91EF-42CEE4C8B0A9}"/>
              </a:ext>
            </a:extLst>
          </p:cNvPr>
          <p:cNvSpPr/>
          <p:nvPr/>
        </p:nvSpPr>
        <p:spPr>
          <a:xfrm>
            <a:off x="619313" y="2245041"/>
            <a:ext cx="126137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</a:t>
            </a:r>
          </a:p>
        </p:txBody>
      </p:sp>
      <p:sp>
        <p:nvSpPr>
          <p:cNvPr id="15" name="tx12">
            <a:extLst>
              <a:ext uri="{FF2B5EF4-FFF2-40B4-BE49-F238E27FC236}">
                <a16:creationId xmlns:a16="http://schemas.microsoft.com/office/drawing/2014/main" id="{3D094467-443A-4D43-9D0C-9D267205F532}"/>
              </a:ext>
            </a:extLst>
          </p:cNvPr>
          <p:cNvSpPr/>
          <p:nvPr/>
        </p:nvSpPr>
        <p:spPr>
          <a:xfrm>
            <a:off x="619313" y="1800687"/>
            <a:ext cx="126137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</a:t>
            </a:r>
          </a:p>
        </p:txBody>
      </p:sp>
      <p:sp>
        <p:nvSpPr>
          <p:cNvPr id="16" name="tx13">
            <a:extLst>
              <a:ext uri="{FF2B5EF4-FFF2-40B4-BE49-F238E27FC236}">
                <a16:creationId xmlns:a16="http://schemas.microsoft.com/office/drawing/2014/main" id="{48656BC0-2BDD-4801-9AE8-0A10B44F93EA}"/>
              </a:ext>
            </a:extLst>
          </p:cNvPr>
          <p:cNvSpPr/>
          <p:nvPr/>
        </p:nvSpPr>
        <p:spPr>
          <a:xfrm>
            <a:off x="619313" y="1356279"/>
            <a:ext cx="126137" cy="826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30</a:t>
            </a:r>
          </a:p>
        </p:txBody>
      </p:sp>
      <p:sp>
        <p:nvSpPr>
          <p:cNvPr id="17" name="tx14">
            <a:extLst>
              <a:ext uri="{FF2B5EF4-FFF2-40B4-BE49-F238E27FC236}">
                <a16:creationId xmlns:a16="http://schemas.microsoft.com/office/drawing/2014/main" id="{A23DEA08-0D81-429A-8863-0A1E9B4CF489}"/>
              </a:ext>
            </a:extLst>
          </p:cNvPr>
          <p:cNvSpPr/>
          <p:nvPr/>
        </p:nvSpPr>
        <p:spPr>
          <a:xfrm>
            <a:off x="931886" y="3433689"/>
            <a:ext cx="252274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8" name="tx15">
            <a:extLst>
              <a:ext uri="{FF2B5EF4-FFF2-40B4-BE49-F238E27FC236}">
                <a16:creationId xmlns:a16="http://schemas.microsoft.com/office/drawing/2014/main" id="{892352B8-04E3-462D-B83B-36DE648CDED7}"/>
              </a:ext>
            </a:extLst>
          </p:cNvPr>
          <p:cNvSpPr/>
          <p:nvPr/>
        </p:nvSpPr>
        <p:spPr>
          <a:xfrm>
            <a:off x="2757719" y="3433689"/>
            <a:ext cx="252274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lang="de-DE" sz="1600">
                <a:solidFill>
                  <a:srgbClr val="FFFFFF">
                    <a:alpha val="100000"/>
                  </a:srgbClr>
                </a:solidFill>
                <a:latin typeface="Roboto" pitchFamily="2" charset="0"/>
                <a:ea typeface="Roboto" pitchFamily="2" charset="0"/>
                <a:cs typeface="Arial"/>
              </a:rPr>
              <a:t>3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9" name="tx16">
            <a:extLst>
              <a:ext uri="{FF2B5EF4-FFF2-40B4-BE49-F238E27FC236}">
                <a16:creationId xmlns:a16="http://schemas.microsoft.com/office/drawing/2014/main" id="{B1D171E6-D38D-4C82-B1A8-7709E08D6158}"/>
              </a:ext>
            </a:extLst>
          </p:cNvPr>
          <p:cNvSpPr/>
          <p:nvPr/>
        </p:nvSpPr>
        <p:spPr>
          <a:xfrm>
            <a:off x="4581056" y="3433689"/>
            <a:ext cx="252274" cy="825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5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20" name="tx17">
            <a:extLst>
              <a:ext uri="{FF2B5EF4-FFF2-40B4-BE49-F238E27FC236}">
                <a16:creationId xmlns:a16="http://schemas.microsoft.com/office/drawing/2014/main" id="{4900E838-2EDF-4801-B2A7-586C422F7D85}"/>
              </a:ext>
            </a:extLst>
          </p:cNvPr>
          <p:cNvSpPr/>
          <p:nvPr/>
        </p:nvSpPr>
        <p:spPr>
          <a:xfrm rot="16200000">
            <a:off x="-398079" y="2252527"/>
            <a:ext cx="1524503" cy="1330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Average temperature °C</a:t>
            </a:r>
          </a:p>
        </p:txBody>
      </p: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8A53E430-FCE0-4410-A5FD-8FEC957DF717}"/>
              </a:ext>
            </a:extLst>
          </p:cNvPr>
          <p:cNvGrpSpPr/>
          <p:nvPr/>
        </p:nvGrpSpPr>
        <p:grpSpPr>
          <a:xfrm>
            <a:off x="1014326" y="4439890"/>
            <a:ext cx="5116219" cy="1917073"/>
            <a:chOff x="1014326" y="4189632"/>
            <a:chExt cx="5116219" cy="1917073"/>
          </a:xfrm>
        </p:grpSpPr>
        <p:sp>
          <p:nvSpPr>
            <p:cNvPr id="25" name="pl5">
              <a:extLst>
                <a:ext uri="{FF2B5EF4-FFF2-40B4-BE49-F238E27FC236}">
                  <a16:creationId xmlns:a16="http://schemas.microsoft.com/office/drawing/2014/main" id="{21B02BDE-AEBF-4832-BEF4-94EFFCBF24C7}"/>
                </a:ext>
              </a:extLst>
            </p:cNvPr>
            <p:cNvSpPr/>
            <p:nvPr/>
          </p:nvSpPr>
          <p:spPr>
            <a:xfrm>
              <a:off x="1014326" y="5655144"/>
              <a:ext cx="5116219" cy="451561"/>
            </a:xfrm>
            <a:custGeom>
              <a:avLst/>
              <a:gdLst/>
              <a:ahLst/>
              <a:cxnLst/>
              <a:rect l="0" t="0" r="0" b="0"/>
              <a:pathLst>
                <a:path w="9164836" h="796218">
                  <a:moveTo>
                    <a:pt x="0" y="713687"/>
                  </a:moveTo>
                  <a:lnTo>
                    <a:pt x="13517" y="786732"/>
                  </a:lnTo>
                  <a:lnTo>
                    <a:pt x="18023" y="781040"/>
                  </a:lnTo>
                  <a:lnTo>
                    <a:pt x="22529" y="682382"/>
                  </a:lnTo>
                  <a:lnTo>
                    <a:pt x="27034" y="643172"/>
                  </a:lnTo>
                  <a:lnTo>
                    <a:pt x="31540" y="747522"/>
                  </a:lnTo>
                  <a:lnTo>
                    <a:pt x="45058" y="789262"/>
                  </a:lnTo>
                  <a:lnTo>
                    <a:pt x="49564" y="784518"/>
                  </a:lnTo>
                  <a:lnTo>
                    <a:pt x="54069" y="787364"/>
                  </a:lnTo>
                  <a:lnTo>
                    <a:pt x="58575" y="796218"/>
                  </a:lnTo>
                  <a:lnTo>
                    <a:pt x="63081" y="761751"/>
                  </a:lnTo>
                  <a:lnTo>
                    <a:pt x="76598" y="796218"/>
                  </a:lnTo>
                  <a:lnTo>
                    <a:pt x="81104" y="796218"/>
                  </a:lnTo>
                  <a:lnTo>
                    <a:pt x="85610" y="795902"/>
                  </a:lnTo>
                  <a:lnTo>
                    <a:pt x="90116" y="796218"/>
                  </a:lnTo>
                  <a:lnTo>
                    <a:pt x="94622" y="795270"/>
                  </a:lnTo>
                  <a:lnTo>
                    <a:pt x="108139" y="688074"/>
                  </a:lnTo>
                  <a:lnTo>
                    <a:pt x="112645" y="643488"/>
                  </a:lnTo>
                  <a:lnTo>
                    <a:pt x="117151" y="661829"/>
                  </a:lnTo>
                  <a:lnTo>
                    <a:pt x="121657" y="750368"/>
                  </a:lnTo>
                  <a:lnTo>
                    <a:pt x="126162" y="781356"/>
                  </a:lnTo>
                  <a:lnTo>
                    <a:pt x="139680" y="387358"/>
                  </a:lnTo>
                  <a:lnTo>
                    <a:pt x="144186" y="730130"/>
                  </a:lnTo>
                  <a:lnTo>
                    <a:pt x="148692" y="793689"/>
                  </a:lnTo>
                  <a:lnTo>
                    <a:pt x="153197" y="795902"/>
                  </a:lnTo>
                  <a:lnTo>
                    <a:pt x="157703" y="795586"/>
                  </a:lnTo>
                  <a:lnTo>
                    <a:pt x="171221" y="544198"/>
                  </a:lnTo>
                  <a:lnTo>
                    <a:pt x="175726" y="716217"/>
                  </a:lnTo>
                  <a:lnTo>
                    <a:pt x="180232" y="772186"/>
                  </a:lnTo>
                  <a:lnTo>
                    <a:pt x="184738" y="643172"/>
                  </a:lnTo>
                  <a:lnTo>
                    <a:pt x="189244" y="781673"/>
                  </a:lnTo>
                  <a:lnTo>
                    <a:pt x="202761" y="711790"/>
                  </a:lnTo>
                  <a:lnTo>
                    <a:pt x="207267" y="749419"/>
                  </a:lnTo>
                  <a:lnTo>
                    <a:pt x="211773" y="743095"/>
                  </a:lnTo>
                  <a:lnTo>
                    <a:pt x="216279" y="698825"/>
                  </a:lnTo>
                  <a:lnTo>
                    <a:pt x="220785" y="788313"/>
                  </a:lnTo>
                  <a:lnTo>
                    <a:pt x="234302" y="637480"/>
                  </a:lnTo>
                  <a:lnTo>
                    <a:pt x="238808" y="701039"/>
                  </a:lnTo>
                  <a:lnTo>
                    <a:pt x="243314" y="719695"/>
                  </a:lnTo>
                  <a:lnTo>
                    <a:pt x="247820" y="565384"/>
                  </a:lnTo>
                  <a:lnTo>
                    <a:pt x="252325" y="669418"/>
                  </a:lnTo>
                  <a:lnTo>
                    <a:pt x="265843" y="708312"/>
                  </a:lnTo>
                  <a:lnTo>
                    <a:pt x="270349" y="767759"/>
                  </a:lnTo>
                  <a:lnTo>
                    <a:pt x="274854" y="778827"/>
                  </a:lnTo>
                  <a:lnTo>
                    <a:pt x="279360" y="569179"/>
                  </a:lnTo>
                  <a:lnTo>
                    <a:pt x="283866" y="690288"/>
                  </a:lnTo>
                  <a:lnTo>
                    <a:pt x="297384" y="703885"/>
                  </a:lnTo>
                  <a:lnTo>
                    <a:pt x="301889" y="426568"/>
                  </a:lnTo>
                  <a:lnTo>
                    <a:pt x="306395" y="696296"/>
                  </a:lnTo>
                  <a:lnTo>
                    <a:pt x="310901" y="740249"/>
                  </a:lnTo>
                  <a:lnTo>
                    <a:pt x="315407" y="750684"/>
                  </a:lnTo>
                  <a:lnTo>
                    <a:pt x="328924" y="796218"/>
                  </a:lnTo>
                  <a:lnTo>
                    <a:pt x="333430" y="796218"/>
                  </a:lnTo>
                  <a:lnTo>
                    <a:pt x="337936" y="789262"/>
                  </a:lnTo>
                  <a:lnTo>
                    <a:pt x="342442" y="794953"/>
                  </a:lnTo>
                  <a:lnTo>
                    <a:pt x="346948" y="718114"/>
                  </a:lnTo>
                  <a:lnTo>
                    <a:pt x="360465" y="796218"/>
                  </a:lnTo>
                  <a:lnTo>
                    <a:pt x="364971" y="796218"/>
                  </a:lnTo>
                  <a:lnTo>
                    <a:pt x="369477" y="796218"/>
                  </a:lnTo>
                  <a:lnTo>
                    <a:pt x="373983" y="796218"/>
                  </a:lnTo>
                  <a:lnTo>
                    <a:pt x="378488" y="796218"/>
                  </a:lnTo>
                  <a:lnTo>
                    <a:pt x="382994" y="789894"/>
                  </a:lnTo>
                  <a:lnTo>
                    <a:pt x="392006" y="760486"/>
                  </a:lnTo>
                  <a:lnTo>
                    <a:pt x="396512" y="795902"/>
                  </a:lnTo>
                  <a:lnTo>
                    <a:pt x="401017" y="796218"/>
                  </a:lnTo>
                  <a:lnTo>
                    <a:pt x="405523" y="789894"/>
                  </a:lnTo>
                  <a:lnTo>
                    <a:pt x="410029" y="795586"/>
                  </a:lnTo>
                  <a:lnTo>
                    <a:pt x="423547" y="796218"/>
                  </a:lnTo>
                  <a:lnTo>
                    <a:pt x="428052" y="796218"/>
                  </a:lnTo>
                  <a:lnTo>
                    <a:pt x="432558" y="796218"/>
                  </a:lnTo>
                  <a:lnTo>
                    <a:pt x="437064" y="796218"/>
                  </a:lnTo>
                  <a:lnTo>
                    <a:pt x="446076" y="796218"/>
                  </a:lnTo>
                  <a:lnTo>
                    <a:pt x="459593" y="796218"/>
                  </a:lnTo>
                  <a:lnTo>
                    <a:pt x="464099" y="796218"/>
                  </a:lnTo>
                  <a:lnTo>
                    <a:pt x="468605" y="796218"/>
                  </a:lnTo>
                  <a:lnTo>
                    <a:pt x="473111" y="796218"/>
                  </a:lnTo>
                  <a:lnTo>
                    <a:pt x="486628" y="796218"/>
                  </a:lnTo>
                  <a:lnTo>
                    <a:pt x="491134" y="796218"/>
                  </a:lnTo>
                  <a:lnTo>
                    <a:pt x="495640" y="796218"/>
                  </a:lnTo>
                  <a:lnTo>
                    <a:pt x="500145" y="796218"/>
                  </a:lnTo>
                  <a:lnTo>
                    <a:pt x="504651" y="796218"/>
                  </a:lnTo>
                  <a:lnTo>
                    <a:pt x="518169" y="794321"/>
                  </a:lnTo>
                  <a:lnTo>
                    <a:pt x="522675" y="673528"/>
                  </a:lnTo>
                  <a:lnTo>
                    <a:pt x="527180" y="671947"/>
                  </a:lnTo>
                  <a:lnTo>
                    <a:pt x="531686" y="658034"/>
                  </a:lnTo>
                  <a:lnTo>
                    <a:pt x="549709" y="726968"/>
                  </a:lnTo>
                  <a:lnTo>
                    <a:pt x="558721" y="796218"/>
                  </a:lnTo>
                  <a:lnTo>
                    <a:pt x="563227" y="796218"/>
                  </a:lnTo>
                  <a:lnTo>
                    <a:pt x="567733" y="796218"/>
                  </a:lnTo>
                  <a:lnTo>
                    <a:pt x="581250" y="518585"/>
                  </a:lnTo>
                  <a:lnTo>
                    <a:pt x="585756" y="775665"/>
                  </a:lnTo>
                  <a:lnTo>
                    <a:pt x="590262" y="733609"/>
                  </a:lnTo>
                  <a:lnTo>
                    <a:pt x="594768" y="773135"/>
                  </a:lnTo>
                  <a:lnTo>
                    <a:pt x="599273" y="788629"/>
                  </a:lnTo>
                  <a:lnTo>
                    <a:pt x="612791" y="794005"/>
                  </a:lnTo>
                  <a:lnTo>
                    <a:pt x="617297" y="796218"/>
                  </a:lnTo>
                  <a:lnTo>
                    <a:pt x="621803" y="796218"/>
                  </a:lnTo>
                  <a:lnTo>
                    <a:pt x="630814" y="707047"/>
                  </a:lnTo>
                  <a:lnTo>
                    <a:pt x="644332" y="780408"/>
                  </a:lnTo>
                  <a:lnTo>
                    <a:pt x="648838" y="796218"/>
                  </a:lnTo>
                  <a:lnTo>
                    <a:pt x="653343" y="777246"/>
                  </a:lnTo>
                  <a:lnTo>
                    <a:pt x="657849" y="793056"/>
                  </a:lnTo>
                  <a:lnTo>
                    <a:pt x="662355" y="796218"/>
                  </a:lnTo>
                  <a:lnTo>
                    <a:pt x="680378" y="781989"/>
                  </a:lnTo>
                  <a:lnTo>
                    <a:pt x="684884" y="749735"/>
                  </a:lnTo>
                  <a:lnTo>
                    <a:pt x="689390" y="617875"/>
                  </a:lnTo>
                  <a:lnTo>
                    <a:pt x="693896" y="611551"/>
                  </a:lnTo>
                  <a:lnTo>
                    <a:pt x="707413" y="742462"/>
                  </a:lnTo>
                  <a:lnTo>
                    <a:pt x="711919" y="735506"/>
                  </a:lnTo>
                  <a:lnTo>
                    <a:pt x="716425" y="691553"/>
                  </a:lnTo>
                  <a:lnTo>
                    <a:pt x="720931" y="762384"/>
                  </a:lnTo>
                  <a:lnTo>
                    <a:pt x="725436" y="780092"/>
                  </a:lnTo>
                  <a:lnTo>
                    <a:pt x="738954" y="643805"/>
                  </a:lnTo>
                  <a:lnTo>
                    <a:pt x="743460" y="728233"/>
                  </a:lnTo>
                  <a:lnTo>
                    <a:pt x="747966" y="608389"/>
                  </a:lnTo>
                  <a:lnTo>
                    <a:pt x="752471" y="775981"/>
                  </a:lnTo>
                  <a:lnTo>
                    <a:pt x="756977" y="717166"/>
                  </a:lnTo>
                  <a:lnTo>
                    <a:pt x="770495" y="796218"/>
                  </a:lnTo>
                  <a:lnTo>
                    <a:pt x="775000" y="796218"/>
                  </a:lnTo>
                  <a:lnTo>
                    <a:pt x="779506" y="788629"/>
                  </a:lnTo>
                  <a:lnTo>
                    <a:pt x="784012" y="795902"/>
                  </a:lnTo>
                  <a:lnTo>
                    <a:pt x="788518" y="717482"/>
                  </a:lnTo>
                  <a:lnTo>
                    <a:pt x="802035" y="739617"/>
                  </a:lnTo>
                  <a:lnTo>
                    <a:pt x="806541" y="769973"/>
                  </a:lnTo>
                  <a:lnTo>
                    <a:pt x="815553" y="596057"/>
                  </a:lnTo>
                  <a:lnTo>
                    <a:pt x="820059" y="794321"/>
                  </a:lnTo>
                  <a:lnTo>
                    <a:pt x="833576" y="764597"/>
                  </a:lnTo>
                  <a:lnTo>
                    <a:pt x="838082" y="777878"/>
                  </a:lnTo>
                  <a:lnTo>
                    <a:pt x="842588" y="714636"/>
                  </a:lnTo>
                  <a:lnTo>
                    <a:pt x="847094" y="642540"/>
                  </a:lnTo>
                  <a:lnTo>
                    <a:pt x="851599" y="613132"/>
                  </a:lnTo>
                  <a:lnTo>
                    <a:pt x="865117" y="796218"/>
                  </a:lnTo>
                  <a:lnTo>
                    <a:pt x="869623" y="718747"/>
                  </a:lnTo>
                  <a:lnTo>
                    <a:pt x="896658" y="795902"/>
                  </a:lnTo>
                  <a:lnTo>
                    <a:pt x="901163" y="769024"/>
                  </a:lnTo>
                  <a:lnTo>
                    <a:pt x="905669" y="791791"/>
                  </a:lnTo>
                  <a:lnTo>
                    <a:pt x="910175" y="796218"/>
                  </a:lnTo>
                  <a:lnTo>
                    <a:pt x="914681" y="791159"/>
                  </a:lnTo>
                  <a:lnTo>
                    <a:pt x="928198" y="794005"/>
                  </a:lnTo>
                  <a:lnTo>
                    <a:pt x="932704" y="782621"/>
                  </a:lnTo>
                  <a:lnTo>
                    <a:pt x="937210" y="794005"/>
                  </a:lnTo>
                  <a:lnTo>
                    <a:pt x="941716" y="796218"/>
                  </a:lnTo>
                  <a:lnTo>
                    <a:pt x="946222" y="795586"/>
                  </a:lnTo>
                  <a:lnTo>
                    <a:pt x="959739" y="644437"/>
                  </a:lnTo>
                  <a:lnTo>
                    <a:pt x="964245" y="762384"/>
                  </a:lnTo>
                  <a:lnTo>
                    <a:pt x="968751" y="796218"/>
                  </a:lnTo>
                  <a:lnTo>
                    <a:pt x="973257" y="796218"/>
                  </a:lnTo>
                  <a:lnTo>
                    <a:pt x="977762" y="796218"/>
                  </a:lnTo>
                  <a:lnTo>
                    <a:pt x="991280" y="733292"/>
                  </a:lnTo>
                  <a:lnTo>
                    <a:pt x="995786" y="716217"/>
                  </a:lnTo>
                  <a:lnTo>
                    <a:pt x="1000291" y="639694"/>
                  </a:lnTo>
                  <a:lnTo>
                    <a:pt x="1004797" y="692185"/>
                  </a:lnTo>
                  <a:lnTo>
                    <a:pt x="1009303" y="714952"/>
                  </a:lnTo>
                  <a:lnTo>
                    <a:pt x="1022821" y="590997"/>
                  </a:lnTo>
                  <a:lnTo>
                    <a:pt x="1027326" y="594476"/>
                  </a:lnTo>
                  <a:lnTo>
                    <a:pt x="1031832" y="784518"/>
                  </a:lnTo>
                  <a:lnTo>
                    <a:pt x="1036338" y="786732"/>
                  </a:lnTo>
                  <a:lnTo>
                    <a:pt x="1040844" y="741830"/>
                  </a:lnTo>
                  <a:lnTo>
                    <a:pt x="1054361" y="757641"/>
                  </a:lnTo>
                  <a:lnTo>
                    <a:pt x="1058867" y="759538"/>
                  </a:lnTo>
                  <a:lnTo>
                    <a:pt x="1063373" y="717482"/>
                  </a:lnTo>
                  <a:lnTo>
                    <a:pt x="1067879" y="778194"/>
                  </a:lnTo>
                  <a:lnTo>
                    <a:pt x="1072385" y="554633"/>
                  </a:lnTo>
                  <a:lnTo>
                    <a:pt x="1085902" y="728233"/>
                  </a:lnTo>
                  <a:lnTo>
                    <a:pt x="1090408" y="757324"/>
                  </a:lnTo>
                  <a:lnTo>
                    <a:pt x="1094914" y="758273"/>
                  </a:lnTo>
                  <a:lnTo>
                    <a:pt x="1099419" y="664991"/>
                  </a:lnTo>
                  <a:lnTo>
                    <a:pt x="1103925" y="764913"/>
                  </a:lnTo>
                  <a:lnTo>
                    <a:pt x="1117443" y="795270"/>
                  </a:lnTo>
                  <a:lnTo>
                    <a:pt x="1121949" y="796218"/>
                  </a:lnTo>
                  <a:lnTo>
                    <a:pt x="1126454" y="778510"/>
                  </a:lnTo>
                  <a:lnTo>
                    <a:pt x="1130960" y="793689"/>
                  </a:lnTo>
                  <a:lnTo>
                    <a:pt x="1135466" y="796218"/>
                  </a:lnTo>
                  <a:lnTo>
                    <a:pt x="1148983" y="796218"/>
                  </a:lnTo>
                  <a:lnTo>
                    <a:pt x="1153489" y="796218"/>
                  </a:lnTo>
                  <a:lnTo>
                    <a:pt x="1157995" y="796218"/>
                  </a:lnTo>
                  <a:lnTo>
                    <a:pt x="1162501" y="796218"/>
                  </a:lnTo>
                  <a:lnTo>
                    <a:pt x="1167007" y="796218"/>
                  </a:lnTo>
                  <a:lnTo>
                    <a:pt x="1180524" y="796218"/>
                  </a:lnTo>
                  <a:lnTo>
                    <a:pt x="1185030" y="775981"/>
                  </a:lnTo>
                  <a:lnTo>
                    <a:pt x="1189536" y="729814"/>
                  </a:lnTo>
                  <a:lnTo>
                    <a:pt x="1194042" y="588468"/>
                  </a:lnTo>
                  <a:lnTo>
                    <a:pt x="1198547" y="617243"/>
                  </a:lnTo>
                  <a:lnTo>
                    <a:pt x="1212065" y="785783"/>
                  </a:lnTo>
                  <a:lnTo>
                    <a:pt x="1216571" y="757324"/>
                  </a:lnTo>
                  <a:lnTo>
                    <a:pt x="1221077" y="792740"/>
                  </a:lnTo>
                  <a:lnTo>
                    <a:pt x="1225582" y="779775"/>
                  </a:lnTo>
                  <a:lnTo>
                    <a:pt x="1230088" y="794953"/>
                  </a:lnTo>
                  <a:lnTo>
                    <a:pt x="1243606" y="689655"/>
                  </a:lnTo>
                  <a:lnTo>
                    <a:pt x="1248111" y="695979"/>
                  </a:lnTo>
                  <a:lnTo>
                    <a:pt x="1252617" y="726652"/>
                  </a:lnTo>
                  <a:lnTo>
                    <a:pt x="1257123" y="646651"/>
                  </a:lnTo>
                  <a:lnTo>
                    <a:pt x="1261629" y="713371"/>
                  </a:lnTo>
                  <a:lnTo>
                    <a:pt x="1275146" y="761751"/>
                  </a:lnTo>
                  <a:lnTo>
                    <a:pt x="1279652" y="710209"/>
                  </a:lnTo>
                  <a:lnTo>
                    <a:pt x="1284158" y="627678"/>
                  </a:lnTo>
                  <a:lnTo>
                    <a:pt x="1288664" y="749103"/>
                  </a:lnTo>
                  <a:lnTo>
                    <a:pt x="1293170" y="745625"/>
                  </a:lnTo>
                  <a:lnTo>
                    <a:pt x="1306687" y="796218"/>
                  </a:lnTo>
                  <a:lnTo>
                    <a:pt x="1311193" y="731711"/>
                  </a:lnTo>
                  <a:lnTo>
                    <a:pt x="1315699" y="758273"/>
                  </a:lnTo>
                  <a:lnTo>
                    <a:pt x="1320205" y="760803"/>
                  </a:lnTo>
                  <a:lnTo>
                    <a:pt x="1324710" y="649813"/>
                  </a:lnTo>
                  <a:lnTo>
                    <a:pt x="1338228" y="700406"/>
                  </a:lnTo>
                  <a:lnTo>
                    <a:pt x="1342734" y="777246"/>
                  </a:lnTo>
                  <a:lnTo>
                    <a:pt x="1347240" y="681750"/>
                  </a:lnTo>
                  <a:lnTo>
                    <a:pt x="1351745" y="543566"/>
                  </a:lnTo>
                  <a:lnTo>
                    <a:pt x="1356251" y="668469"/>
                  </a:lnTo>
                  <a:lnTo>
                    <a:pt x="1369769" y="727917"/>
                  </a:lnTo>
                  <a:lnTo>
                    <a:pt x="1374274" y="763965"/>
                  </a:lnTo>
                  <a:lnTo>
                    <a:pt x="1378780" y="795902"/>
                  </a:lnTo>
                  <a:lnTo>
                    <a:pt x="1383286" y="796218"/>
                  </a:lnTo>
                  <a:lnTo>
                    <a:pt x="1387792" y="796218"/>
                  </a:lnTo>
                  <a:lnTo>
                    <a:pt x="1401309" y="795270"/>
                  </a:lnTo>
                  <a:lnTo>
                    <a:pt x="1405815" y="795902"/>
                  </a:lnTo>
                  <a:lnTo>
                    <a:pt x="1410321" y="794953"/>
                  </a:lnTo>
                  <a:lnTo>
                    <a:pt x="1414827" y="778510"/>
                  </a:lnTo>
                  <a:lnTo>
                    <a:pt x="1419333" y="792740"/>
                  </a:lnTo>
                  <a:lnTo>
                    <a:pt x="1432850" y="784518"/>
                  </a:lnTo>
                  <a:lnTo>
                    <a:pt x="1437356" y="783254"/>
                  </a:lnTo>
                  <a:lnTo>
                    <a:pt x="1441862" y="793372"/>
                  </a:lnTo>
                  <a:lnTo>
                    <a:pt x="1446368" y="749419"/>
                  </a:lnTo>
                  <a:lnTo>
                    <a:pt x="1450873" y="795902"/>
                  </a:lnTo>
                  <a:lnTo>
                    <a:pt x="1464391" y="790526"/>
                  </a:lnTo>
                  <a:lnTo>
                    <a:pt x="1468897" y="796218"/>
                  </a:lnTo>
                  <a:lnTo>
                    <a:pt x="1473402" y="795902"/>
                  </a:lnTo>
                  <a:lnTo>
                    <a:pt x="1477908" y="788629"/>
                  </a:lnTo>
                  <a:lnTo>
                    <a:pt x="1482414" y="795902"/>
                  </a:lnTo>
                  <a:lnTo>
                    <a:pt x="1495932" y="638745"/>
                  </a:lnTo>
                  <a:lnTo>
                    <a:pt x="1500437" y="739933"/>
                  </a:lnTo>
                  <a:lnTo>
                    <a:pt x="1504943" y="784835"/>
                  </a:lnTo>
                  <a:lnTo>
                    <a:pt x="1509449" y="772502"/>
                  </a:lnTo>
                  <a:lnTo>
                    <a:pt x="1513955" y="755427"/>
                  </a:lnTo>
                  <a:lnTo>
                    <a:pt x="1527472" y="769024"/>
                  </a:lnTo>
                  <a:lnTo>
                    <a:pt x="1531978" y="784518"/>
                  </a:lnTo>
                  <a:lnTo>
                    <a:pt x="1536484" y="743095"/>
                  </a:lnTo>
                  <a:lnTo>
                    <a:pt x="1540990" y="794637"/>
                  </a:lnTo>
                  <a:lnTo>
                    <a:pt x="1545496" y="776929"/>
                  </a:lnTo>
                  <a:lnTo>
                    <a:pt x="1559013" y="731395"/>
                  </a:lnTo>
                  <a:lnTo>
                    <a:pt x="1563519" y="729814"/>
                  </a:lnTo>
                  <a:lnTo>
                    <a:pt x="1568025" y="796218"/>
                  </a:lnTo>
                  <a:lnTo>
                    <a:pt x="1572530" y="774084"/>
                  </a:lnTo>
                  <a:lnTo>
                    <a:pt x="1577036" y="796218"/>
                  </a:lnTo>
                  <a:lnTo>
                    <a:pt x="1590554" y="608073"/>
                  </a:lnTo>
                  <a:lnTo>
                    <a:pt x="1595060" y="628310"/>
                  </a:lnTo>
                  <a:lnTo>
                    <a:pt x="1599565" y="443011"/>
                  </a:lnTo>
                  <a:lnTo>
                    <a:pt x="1622095" y="735822"/>
                  </a:lnTo>
                  <a:lnTo>
                    <a:pt x="1626600" y="759854"/>
                  </a:lnTo>
                  <a:lnTo>
                    <a:pt x="1653635" y="771554"/>
                  </a:lnTo>
                  <a:lnTo>
                    <a:pt x="1658141" y="759222"/>
                  </a:lnTo>
                  <a:lnTo>
                    <a:pt x="1662647" y="724438"/>
                  </a:lnTo>
                  <a:lnTo>
                    <a:pt x="1667153" y="738668"/>
                  </a:lnTo>
                  <a:lnTo>
                    <a:pt x="1671659" y="773767"/>
                  </a:lnTo>
                  <a:lnTo>
                    <a:pt x="1685176" y="685861"/>
                  </a:lnTo>
                  <a:lnTo>
                    <a:pt x="1689682" y="640643"/>
                  </a:lnTo>
                  <a:lnTo>
                    <a:pt x="1694188" y="746889"/>
                  </a:lnTo>
                  <a:lnTo>
                    <a:pt x="1698693" y="794321"/>
                  </a:lnTo>
                  <a:lnTo>
                    <a:pt x="1703199" y="793056"/>
                  </a:lnTo>
                  <a:lnTo>
                    <a:pt x="1716717" y="733925"/>
                  </a:lnTo>
                  <a:lnTo>
                    <a:pt x="1721223" y="615662"/>
                  </a:lnTo>
                  <a:lnTo>
                    <a:pt x="1725728" y="792740"/>
                  </a:lnTo>
                  <a:lnTo>
                    <a:pt x="1730234" y="707047"/>
                  </a:lnTo>
                  <a:lnTo>
                    <a:pt x="1734740" y="705466"/>
                  </a:lnTo>
                  <a:lnTo>
                    <a:pt x="1748257" y="719379"/>
                  </a:lnTo>
                  <a:lnTo>
                    <a:pt x="1752763" y="779459"/>
                  </a:lnTo>
                  <a:lnTo>
                    <a:pt x="1757269" y="753846"/>
                  </a:lnTo>
                  <a:lnTo>
                    <a:pt x="1761775" y="371863"/>
                  </a:lnTo>
                  <a:lnTo>
                    <a:pt x="1766281" y="630524"/>
                  </a:lnTo>
                  <a:lnTo>
                    <a:pt x="1779798" y="746889"/>
                  </a:lnTo>
                  <a:lnTo>
                    <a:pt x="1784304" y="627046"/>
                  </a:lnTo>
                  <a:lnTo>
                    <a:pt x="1788810" y="427833"/>
                  </a:lnTo>
                  <a:lnTo>
                    <a:pt x="1793316" y="772819"/>
                  </a:lnTo>
                  <a:lnTo>
                    <a:pt x="1797821" y="740249"/>
                  </a:lnTo>
                  <a:lnTo>
                    <a:pt x="1811339" y="770921"/>
                  </a:lnTo>
                  <a:lnTo>
                    <a:pt x="1815845" y="781989"/>
                  </a:lnTo>
                  <a:lnTo>
                    <a:pt x="1820351" y="765230"/>
                  </a:lnTo>
                  <a:lnTo>
                    <a:pt x="1824856" y="794953"/>
                  </a:lnTo>
                  <a:lnTo>
                    <a:pt x="1829362" y="796218"/>
                  </a:lnTo>
                  <a:lnTo>
                    <a:pt x="1842880" y="688707"/>
                  </a:lnTo>
                  <a:lnTo>
                    <a:pt x="1847385" y="744676"/>
                  </a:lnTo>
                  <a:lnTo>
                    <a:pt x="1851891" y="781673"/>
                  </a:lnTo>
                  <a:lnTo>
                    <a:pt x="1856397" y="757324"/>
                  </a:lnTo>
                  <a:lnTo>
                    <a:pt x="1860903" y="790843"/>
                  </a:lnTo>
                  <a:lnTo>
                    <a:pt x="1874420" y="796218"/>
                  </a:lnTo>
                  <a:lnTo>
                    <a:pt x="1878926" y="796218"/>
                  </a:lnTo>
                  <a:lnTo>
                    <a:pt x="1883432" y="796218"/>
                  </a:lnTo>
                  <a:lnTo>
                    <a:pt x="1887938" y="778827"/>
                  </a:lnTo>
                  <a:lnTo>
                    <a:pt x="1892444" y="761751"/>
                  </a:lnTo>
                  <a:lnTo>
                    <a:pt x="1905961" y="795586"/>
                  </a:lnTo>
                  <a:lnTo>
                    <a:pt x="1910467" y="796218"/>
                  </a:lnTo>
                  <a:lnTo>
                    <a:pt x="1914973" y="796218"/>
                  </a:lnTo>
                  <a:lnTo>
                    <a:pt x="1919479" y="601749"/>
                  </a:lnTo>
                  <a:lnTo>
                    <a:pt x="1923984" y="784202"/>
                  </a:lnTo>
                  <a:lnTo>
                    <a:pt x="1937502" y="776929"/>
                  </a:lnTo>
                  <a:lnTo>
                    <a:pt x="1942008" y="775981"/>
                  </a:lnTo>
                  <a:lnTo>
                    <a:pt x="1946514" y="683647"/>
                  </a:lnTo>
                  <a:lnTo>
                    <a:pt x="1951019" y="643805"/>
                  </a:lnTo>
                  <a:lnTo>
                    <a:pt x="1955525" y="718430"/>
                  </a:lnTo>
                  <a:lnTo>
                    <a:pt x="1969043" y="701671"/>
                  </a:lnTo>
                  <a:lnTo>
                    <a:pt x="1973548" y="720644"/>
                  </a:lnTo>
                  <a:lnTo>
                    <a:pt x="1978054" y="765230"/>
                  </a:lnTo>
                  <a:lnTo>
                    <a:pt x="1982560" y="747522"/>
                  </a:lnTo>
                  <a:lnTo>
                    <a:pt x="1987066" y="778194"/>
                  </a:lnTo>
                  <a:lnTo>
                    <a:pt x="2000583" y="792108"/>
                  </a:lnTo>
                  <a:lnTo>
                    <a:pt x="2005089" y="795270"/>
                  </a:lnTo>
                  <a:lnTo>
                    <a:pt x="2009595" y="796218"/>
                  </a:lnTo>
                  <a:lnTo>
                    <a:pt x="2014101" y="795586"/>
                  </a:lnTo>
                  <a:lnTo>
                    <a:pt x="2018607" y="763332"/>
                  </a:lnTo>
                  <a:lnTo>
                    <a:pt x="2023112" y="756692"/>
                  </a:lnTo>
                  <a:lnTo>
                    <a:pt x="2032124" y="795902"/>
                  </a:lnTo>
                  <a:lnTo>
                    <a:pt x="2036630" y="796218"/>
                  </a:lnTo>
                  <a:lnTo>
                    <a:pt x="2041136" y="796218"/>
                  </a:lnTo>
                  <a:lnTo>
                    <a:pt x="2045642" y="794321"/>
                  </a:lnTo>
                  <a:lnTo>
                    <a:pt x="2068171" y="727601"/>
                  </a:lnTo>
                  <a:lnTo>
                    <a:pt x="2072676" y="717166"/>
                  </a:lnTo>
                  <a:lnTo>
                    <a:pt x="2077182" y="795270"/>
                  </a:lnTo>
                  <a:lnTo>
                    <a:pt x="2081688" y="759854"/>
                  </a:lnTo>
                  <a:lnTo>
                    <a:pt x="2086194" y="642224"/>
                  </a:lnTo>
                  <a:lnTo>
                    <a:pt x="2095206" y="741198"/>
                  </a:lnTo>
                  <a:lnTo>
                    <a:pt x="2099711" y="793056"/>
                  </a:lnTo>
                  <a:lnTo>
                    <a:pt x="2104217" y="791475"/>
                  </a:lnTo>
                  <a:lnTo>
                    <a:pt x="2108723" y="786100"/>
                  </a:lnTo>
                  <a:lnTo>
                    <a:pt x="2113229" y="793689"/>
                  </a:lnTo>
                  <a:lnTo>
                    <a:pt x="2126746" y="735822"/>
                  </a:lnTo>
                  <a:lnTo>
                    <a:pt x="2131252" y="796218"/>
                  </a:lnTo>
                  <a:lnTo>
                    <a:pt x="2140264" y="796218"/>
                  </a:lnTo>
                  <a:lnTo>
                    <a:pt x="2144770" y="796218"/>
                  </a:lnTo>
                  <a:lnTo>
                    <a:pt x="2158287" y="796218"/>
                  </a:lnTo>
                  <a:lnTo>
                    <a:pt x="2162793" y="796218"/>
                  </a:lnTo>
                  <a:lnTo>
                    <a:pt x="2167299" y="747206"/>
                  </a:lnTo>
                  <a:lnTo>
                    <a:pt x="2171804" y="704201"/>
                  </a:lnTo>
                  <a:lnTo>
                    <a:pt x="2176310" y="718430"/>
                  </a:lnTo>
                  <a:lnTo>
                    <a:pt x="2189828" y="758905"/>
                  </a:lnTo>
                  <a:lnTo>
                    <a:pt x="2194334" y="698825"/>
                  </a:lnTo>
                  <a:lnTo>
                    <a:pt x="2198839" y="704833"/>
                  </a:lnTo>
                  <a:lnTo>
                    <a:pt x="2203345" y="644437"/>
                  </a:lnTo>
                  <a:lnTo>
                    <a:pt x="2207851" y="720011"/>
                  </a:lnTo>
                  <a:lnTo>
                    <a:pt x="2221368" y="683331"/>
                  </a:lnTo>
                  <a:lnTo>
                    <a:pt x="2225874" y="658034"/>
                  </a:lnTo>
                  <a:lnTo>
                    <a:pt x="2230380" y="652026"/>
                  </a:lnTo>
                  <a:lnTo>
                    <a:pt x="2239392" y="768076"/>
                  </a:lnTo>
                  <a:lnTo>
                    <a:pt x="2252909" y="678904"/>
                  </a:lnTo>
                  <a:lnTo>
                    <a:pt x="2257415" y="727917"/>
                  </a:lnTo>
                  <a:lnTo>
                    <a:pt x="2261921" y="712739"/>
                  </a:lnTo>
                  <a:lnTo>
                    <a:pt x="2266427" y="775981"/>
                  </a:lnTo>
                  <a:lnTo>
                    <a:pt x="2270933" y="672580"/>
                  </a:lnTo>
                  <a:lnTo>
                    <a:pt x="2288956" y="659615"/>
                  </a:lnTo>
                  <a:lnTo>
                    <a:pt x="2293462" y="635583"/>
                  </a:lnTo>
                  <a:lnTo>
                    <a:pt x="2297967" y="699774"/>
                  </a:lnTo>
                  <a:lnTo>
                    <a:pt x="2302473" y="780724"/>
                  </a:lnTo>
                  <a:lnTo>
                    <a:pt x="2315991" y="796218"/>
                  </a:lnTo>
                  <a:lnTo>
                    <a:pt x="2320497" y="795586"/>
                  </a:lnTo>
                  <a:lnTo>
                    <a:pt x="2325002" y="795270"/>
                  </a:lnTo>
                  <a:lnTo>
                    <a:pt x="2329508" y="685228"/>
                  </a:lnTo>
                  <a:lnTo>
                    <a:pt x="2334014" y="677639"/>
                  </a:lnTo>
                  <a:lnTo>
                    <a:pt x="2347531" y="713055"/>
                  </a:lnTo>
                  <a:lnTo>
                    <a:pt x="2352037" y="661829"/>
                  </a:lnTo>
                  <a:lnTo>
                    <a:pt x="2356543" y="792108"/>
                  </a:lnTo>
                  <a:lnTo>
                    <a:pt x="2361049" y="661829"/>
                  </a:lnTo>
                  <a:lnTo>
                    <a:pt x="2365555" y="796218"/>
                  </a:lnTo>
                  <a:lnTo>
                    <a:pt x="2379072" y="796218"/>
                  </a:lnTo>
                  <a:lnTo>
                    <a:pt x="2383578" y="796218"/>
                  </a:lnTo>
                  <a:lnTo>
                    <a:pt x="2388084" y="796218"/>
                  </a:lnTo>
                  <a:lnTo>
                    <a:pt x="2392590" y="796218"/>
                  </a:lnTo>
                  <a:lnTo>
                    <a:pt x="2397095" y="795586"/>
                  </a:lnTo>
                  <a:lnTo>
                    <a:pt x="2410613" y="534396"/>
                  </a:lnTo>
                  <a:lnTo>
                    <a:pt x="2415119" y="563487"/>
                  </a:lnTo>
                  <a:lnTo>
                    <a:pt x="2419625" y="539139"/>
                  </a:lnTo>
                  <a:lnTo>
                    <a:pt x="2424130" y="689655"/>
                  </a:lnTo>
                  <a:lnTo>
                    <a:pt x="2428636" y="737719"/>
                  </a:lnTo>
                  <a:lnTo>
                    <a:pt x="2442154" y="534712"/>
                  </a:lnTo>
                  <a:lnTo>
                    <a:pt x="2446659" y="153046"/>
                  </a:lnTo>
                  <a:lnTo>
                    <a:pt x="2455671" y="688390"/>
                  </a:lnTo>
                  <a:lnTo>
                    <a:pt x="2460177" y="787997"/>
                  </a:lnTo>
                  <a:lnTo>
                    <a:pt x="2473694" y="759538"/>
                  </a:lnTo>
                  <a:lnTo>
                    <a:pt x="2478200" y="561274"/>
                  </a:lnTo>
                  <a:lnTo>
                    <a:pt x="2482706" y="741830"/>
                  </a:lnTo>
                  <a:lnTo>
                    <a:pt x="2487212" y="517953"/>
                  </a:lnTo>
                  <a:lnTo>
                    <a:pt x="2491718" y="643488"/>
                  </a:lnTo>
                  <a:lnTo>
                    <a:pt x="2505235" y="709260"/>
                  </a:lnTo>
                  <a:lnTo>
                    <a:pt x="2509741" y="521115"/>
                  </a:lnTo>
                  <a:lnTo>
                    <a:pt x="2514247" y="264036"/>
                  </a:lnTo>
                  <a:lnTo>
                    <a:pt x="2518753" y="737719"/>
                  </a:lnTo>
                  <a:lnTo>
                    <a:pt x="2523258" y="713055"/>
                  </a:lnTo>
                  <a:lnTo>
                    <a:pt x="2536776" y="796218"/>
                  </a:lnTo>
                  <a:lnTo>
                    <a:pt x="2541282" y="794953"/>
                  </a:lnTo>
                  <a:lnTo>
                    <a:pt x="2545787" y="794321"/>
                  </a:lnTo>
                  <a:lnTo>
                    <a:pt x="2550293" y="795586"/>
                  </a:lnTo>
                  <a:lnTo>
                    <a:pt x="2554799" y="795902"/>
                  </a:lnTo>
                  <a:lnTo>
                    <a:pt x="2568317" y="693450"/>
                  </a:lnTo>
                  <a:lnTo>
                    <a:pt x="2572822" y="707047"/>
                  </a:lnTo>
                  <a:lnTo>
                    <a:pt x="2577328" y="714636"/>
                  </a:lnTo>
                  <a:lnTo>
                    <a:pt x="2581834" y="795586"/>
                  </a:lnTo>
                  <a:lnTo>
                    <a:pt x="2586340" y="758905"/>
                  </a:lnTo>
                  <a:lnTo>
                    <a:pt x="2599857" y="743095"/>
                  </a:lnTo>
                  <a:lnTo>
                    <a:pt x="2604363" y="739300"/>
                  </a:lnTo>
                  <a:lnTo>
                    <a:pt x="2608869" y="697561"/>
                  </a:lnTo>
                  <a:lnTo>
                    <a:pt x="2613375" y="658667"/>
                  </a:lnTo>
                  <a:lnTo>
                    <a:pt x="2617881" y="628627"/>
                  </a:lnTo>
                  <a:lnTo>
                    <a:pt x="2631398" y="685228"/>
                  </a:lnTo>
                  <a:lnTo>
                    <a:pt x="2635904" y="701987"/>
                  </a:lnTo>
                  <a:lnTo>
                    <a:pt x="2640410" y="796218"/>
                  </a:lnTo>
                  <a:lnTo>
                    <a:pt x="2644916" y="796218"/>
                  </a:lnTo>
                  <a:lnTo>
                    <a:pt x="2649421" y="782305"/>
                  </a:lnTo>
                  <a:lnTo>
                    <a:pt x="2662939" y="591314"/>
                  </a:lnTo>
                  <a:lnTo>
                    <a:pt x="2667445" y="695663"/>
                  </a:lnTo>
                  <a:lnTo>
                    <a:pt x="2671950" y="785151"/>
                  </a:lnTo>
                  <a:lnTo>
                    <a:pt x="2676456" y="778510"/>
                  </a:lnTo>
                  <a:lnTo>
                    <a:pt x="2680962" y="776297"/>
                  </a:lnTo>
                  <a:lnTo>
                    <a:pt x="2694480" y="707363"/>
                  </a:lnTo>
                  <a:lnTo>
                    <a:pt x="2698985" y="796218"/>
                  </a:lnTo>
                  <a:lnTo>
                    <a:pt x="2703491" y="754162"/>
                  </a:lnTo>
                  <a:lnTo>
                    <a:pt x="2707997" y="668153"/>
                  </a:lnTo>
                  <a:lnTo>
                    <a:pt x="2712503" y="572341"/>
                  </a:lnTo>
                  <a:lnTo>
                    <a:pt x="2726020" y="660880"/>
                  </a:lnTo>
                  <a:lnTo>
                    <a:pt x="2730526" y="777246"/>
                  </a:lnTo>
                  <a:lnTo>
                    <a:pt x="2735032" y="796218"/>
                  </a:lnTo>
                  <a:lnTo>
                    <a:pt x="2739538" y="796218"/>
                  </a:lnTo>
                  <a:lnTo>
                    <a:pt x="2744044" y="796218"/>
                  </a:lnTo>
                  <a:lnTo>
                    <a:pt x="2757561" y="796218"/>
                  </a:lnTo>
                  <a:lnTo>
                    <a:pt x="2762067" y="796218"/>
                  </a:lnTo>
                  <a:lnTo>
                    <a:pt x="2766573" y="796218"/>
                  </a:lnTo>
                  <a:lnTo>
                    <a:pt x="2771078" y="711158"/>
                  </a:lnTo>
                  <a:lnTo>
                    <a:pt x="2775584" y="605859"/>
                  </a:lnTo>
                  <a:lnTo>
                    <a:pt x="2789102" y="796218"/>
                  </a:lnTo>
                  <a:lnTo>
                    <a:pt x="2793608" y="789578"/>
                  </a:lnTo>
                  <a:lnTo>
                    <a:pt x="2798113" y="583408"/>
                  </a:lnTo>
                  <a:lnTo>
                    <a:pt x="2802619" y="751633"/>
                  </a:lnTo>
                  <a:lnTo>
                    <a:pt x="2807125" y="795902"/>
                  </a:lnTo>
                  <a:lnTo>
                    <a:pt x="2820642" y="795902"/>
                  </a:lnTo>
                  <a:lnTo>
                    <a:pt x="2825148" y="785783"/>
                  </a:lnTo>
                  <a:lnTo>
                    <a:pt x="2829654" y="796218"/>
                  </a:lnTo>
                  <a:lnTo>
                    <a:pt x="2834160" y="781673"/>
                  </a:lnTo>
                  <a:lnTo>
                    <a:pt x="2838666" y="795270"/>
                  </a:lnTo>
                  <a:lnTo>
                    <a:pt x="2852183" y="737719"/>
                  </a:lnTo>
                  <a:lnTo>
                    <a:pt x="2856689" y="793689"/>
                  </a:lnTo>
                  <a:lnTo>
                    <a:pt x="2861195" y="626097"/>
                  </a:lnTo>
                  <a:lnTo>
                    <a:pt x="2865701" y="795902"/>
                  </a:lnTo>
                  <a:lnTo>
                    <a:pt x="2870206" y="772502"/>
                  </a:lnTo>
                  <a:lnTo>
                    <a:pt x="2883724" y="731395"/>
                  </a:lnTo>
                  <a:lnTo>
                    <a:pt x="2888230" y="705466"/>
                  </a:lnTo>
                  <a:lnTo>
                    <a:pt x="2892736" y="755111"/>
                  </a:lnTo>
                  <a:lnTo>
                    <a:pt x="2897241" y="794005"/>
                  </a:lnTo>
                  <a:lnTo>
                    <a:pt x="2901747" y="795902"/>
                  </a:lnTo>
                  <a:lnTo>
                    <a:pt x="2915265" y="707995"/>
                  </a:lnTo>
                  <a:lnTo>
                    <a:pt x="2919771" y="644437"/>
                  </a:lnTo>
                  <a:lnTo>
                    <a:pt x="2924276" y="776613"/>
                  </a:lnTo>
                  <a:lnTo>
                    <a:pt x="2928782" y="770921"/>
                  </a:lnTo>
                  <a:lnTo>
                    <a:pt x="2933288" y="735506"/>
                  </a:lnTo>
                  <a:lnTo>
                    <a:pt x="2946805" y="770921"/>
                  </a:lnTo>
                  <a:lnTo>
                    <a:pt x="2951311" y="766178"/>
                  </a:lnTo>
                  <a:lnTo>
                    <a:pt x="2955817" y="624832"/>
                  </a:lnTo>
                  <a:lnTo>
                    <a:pt x="2960323" y="641275"/>
                  </a:lnTo>
                  <a:lnTo>
                    <a:pt x="2964829" y="705782"/>
                  </a:lnTo>
                  <a:lnTo>
                    <a:pt x="2978346" y="779143"/>
                  </a:lnTo>
                  <a:lnTo>
                    <a:pt x="2982852" y="794005"/>
                  </a:lnTo>
                  <a:lnTo>
                    <a:pt x="2987358" y="796218"/>
                  </a:lnTo>
                  <a:lnTo>
                    <a:pt x="2991864" y="796218"/>
                  </a:lnTo>
                  <a:lnTo>
                    <a:pt x="2996369" y="786100"/>
                  </a:lnTo>
                  <a:lnTo>
                    <a:pt x="3009887" y="641591"/>
                  </a:lnTo>
                  <a:lnTo>
                    <a:pt x="3014393" y="745941"/>
                  </a:lnTo>
                  <a:lnTo>
                    <a:pt x="3018899" y="657402"/>
                  </a:lnTo>
                  <a:lnTo>
                    <a:pt x="3023404" y="548941"/>
                  </a:lnTo>
                  <a:lnTo>
                    <a:pt x="3027910" y="774716"/>
                  </a:lnTo>
                  <a:lnTo>
                    <a:pt x="3041428" y="786732"/>
                  </a:lnTo>
                  <a:lnTo>
                    <a:pt x="3045933" y="796218"/>
                  </a:lnTo>
                  <a:lnTo>
                    <a:pt x="3050439" y="794321"/>
                  </a:lnTo>
                  <a:lnTo>
                    <a:pt x="3054945" y="792740"/>
                  </a:lnTo>
                  <a:lnTo>
                    <a:pt x="3059451" y="782305"/>
                  </a:lnTo>
                  <a:lnTo>
                    <a:pt x="3072968" y="796218"/>
                  </a:lnTo>
                  <a:lnTo>
                    <a:pt x="3077474" y="794637"/>
                  </a:lnTo>
                  <a:lnTo>
                    <a:pt x="3081980" y="783570"/>
                  </a:lnTo>
                  <a:lnTo>
                    <a:pt x="3086486" y="780408"/>
                  </a:lnTo>
                  <a:lnTo>
                    <a:pt x="3090992" y="791159"/>
                  </a:lnTo>
                  <a:lnTo>
                    <a:pt x="3104509" y="778510"/>
                  </a:lnTo>
                  <a:lnTo>
                    <a:pt x="3109015" y="786100"/>
                  </a:lnTo>
                  <a:lnTo>
                    <a:pt x="3113521" y="795270"/>
                  </a:lnTo>
                  <a:lnTo>
                    <a:pt x="3118027" y="782621"/>
                  </a:lnTo>
                  <a:lnTo>
                    <a:pt x="3122532" y="747522"/>
                  </a:lnTo>
                  <a:lnTo>
                    <a:pt x="3136050" y="734873"/>
                  </a:lnTo>
                  <a:lnTo>
                    <a:pt x="3140556" y="629891"/>
                  </a:lnTo>
                  <a:lnTo>
                    <a:pt x="3145061" y="716849"/>
                  </a:lnTo>
                  <a:lnTo>
                    <a:pt x="3149567" y="750684"/>
                  </a:lnTo>
                  <a:lnTo>
                    <a:pt x="3154073" y="734557"/>
                  </a:lnTo>
                  <a:lnTo>
                    <a:pt x="3167591" y="710525"/>
                  </a:lnTo>
                  <a:lnTo>
                    <a:pt x="3172096" y="762068"/>
                  </a:lnTo>
                  <a:lnTo>
                    <a:pt x="3176602" y="738984"/>
                  </a:lnTo>
                  <a:lnTo>
                    <a:pt x="3181108" y="753846"/>
                  </a:lnTo>
                  <a:lnTo>
                    <a:pt x="3185614" y="766178"/>
                  </a:lnTo>
                  <a:lnTo>
                    <a:pt x="3199131" y="779775"/>
                  </a:lnTo>
                  <a:lnTo>
                    <a:pt x="3203637" y="787364"/>
                  </a:lnTo>
                  <a:lnTo>
                    <a:pt x="3208143" y="794637"/>
                  </a:lnTo>
                  <a:lnTo>
                    <a:pt x="3212649" y="793372"/>
                  </a:lnTo>
                  <a:lnTo>
                    <a:pt x="3217155" y="795270"/>
                  </a:lnTo>
                  <a:lnTo>
                    <a:pt x="3230672" y="795270"/>
                  </a:lnTo>
                  <a:lnTo>
                    <a:pt x="3235178" y="796218"/>
                  </a:lnTo>
                  <a:lnTo>
                    <a:pt x="3239684" y="796218"/>
                  </a:lnTo>
                  <a:lnTo>
                    <a:pt x="3244190" y="654872"/>
                  </a:lnTo>
                  <a:lnTo>
                    <a:pt x="3262213" y="732976"/>
                  </a:lnTo>
                  <a:lnTo>
                    <a:pt x="3266719" y="520799"/>
                  </a:lnTo>
                  <a:lnTo>
                    <a:pt x="3271224" y="663410"/>
                  </a:lnTo>
                  <a:lnTo>
                    <a:pt x="3298259" y="482537"/>
                  </a:lnTo>
                  <a:lnTo>
                    <a:pt x="3302765" y="743095"/>
                  </a:lnTo>
                  <a:lnTo>
                    <a:pt x="3307271" y="787364"/>
                  </a:lnTo>
                  <a:lnTo>
                    <a:pt x="3311777" y="701355"/>
                  </a:lnTo>
                  <a:lnTo>
                    <a:pt x="3325294" y="795586"/>
                  </a:lnTo>
                  <a:lnTo>
                    <a:pt x="3329800" y="795270"/>
                  </a:lnTo>
                  <a:lnTo>
                    <a:pt x="3334306" y="795270"/>
                  </a:lnTo>
                  <a:lnTo>
                    <a:pt x="3338812" y="796218"/>
                  </a:lnTo>
                  <a:lnTo>
                    <a:pt x="3343318" y="794321"/>
                  </a:lnTo>
                  <a:lnTo>
                    <a:pt x="3356835" y="751633"/>
                  </a:lnTo>
                  <a:lnTo>
                    <a:pt x="3361341" y="795902"/>
                  </a:lnTo>
                  <a:lnTo>
                    <a:pt x="3365847" y="766178"/>
                  </a:lnTo>
                  <a:lnTo>
                    <a:pt x="3370352" y="763965"/>
                  </a:lnTo>
                  <a:lnTo>
                    <a:pt x="3374858" y="757324"/>
                  </a:lnTo>
                  <a:lnTo>
                    <a:pt x="3388376" y="795586"/>
                  </a:lnTo>
                  <a:lnTo>
                    <a:pt x="3392882" y="790210"/>
                  </a:lnTo>
                  <a:lnTo>
                    <a:pt x="3397387" y="790526"/>
                  </a:lnTo>
                  <a:lnTo>
                    <a:pt x="3401893" y="754478"/>
                  </a:lnTo>
                  <a:lnTo>
                    <a:pt x="3406399" y="775032"/>
                  </a:lnTo>
                  <a:lnTo>
                    <a:pt x="3419916" y="673845"/>
                  </a:lnTo>
                  <a:lnTo>
                    <a:pt x="3424422" y="716217"/>
                  </a:lnTo>
                  <a:lnTo>
                    <a:pt x="3428928" y="754162"/>
                  </a:lnTo>
                  <a:lnTo>
                    <a:pt x="3433434" y="756692"/>
                  </a:lnTo>
                  <a:lnTo>
                    <a:pt x="3437940" y="726019"/>
                  </a:lnTo>
                  <a:lnTo>
                    <a:pt x="3451457" y="784202"/>
                  </a:lnTo>
                  <a:lnTo>
                    <a:pt x="3455963" y="758905"/>
                  </a:lnTo>
                  <a:lnTo>
                    <a:pt x="3460469" y="779143"/>
                  </a:lnTo>
                  <a:lnTo>
                    <a:pt x="3464975" y="686809"/>
                  </a:lnTo>
                  <a:lnTo>
                    <a:pt x="3469480" y="776613"/>
                  </a:lnTo>
                  <a:lnTo>
                    <a:pt x="3482998" y="781989"/>
                  </a:lnTo>
                  <a:lnTo>
                    <a:pt x="3487504" y="713687"/>
                  </a:lnTo>
                  <a:lnTo>
                    <a:pt x="3492010" y="594476"/>
                  </a:lnTo>
                  <a:lnTo>
                    <a:pt x="3496515" y="710525"/>
                  </a:lnTo>
                  <a:lnTo>
                    <a:pt x="3501021" y="691236"/>
                  </a:lnTo>
                  <a:lnTo>
                    <a:pt x="3514539" y="695979"/>
                  </a:lnTo>
                  <a:lnTo>
                    <a:pt x="3519044" y="732976"/>
                  </a:lnTo>
                  <a:lnTo>
                    <a:pt x="3523550" y="796218"/>
                  </a:lnTo>
                  <a:lnTo>
                    <a:pt x="3528056" y="733609"/>
                  </a:lnTo>
                  <a:lnTo>
                    <a:pt x="3532562" y="745625"/>
                  </a:lnTo>
                  <a:lnTo>
                    <a:pt x="3546079" y="796218"/>
                  </a:lnTo>
                  <a:lnTo>
                    <a:pt x="3550585" y="796218"/>
                  </a:lnTo>
                  <a:lnTo>
                    <a:pt x="3555091" y="796218"/>
                  </a:lnTo>
                  <a:lnTo>
                    <a:pt x="3559597" y="796218"/>
                  </a:lnTo>
                  <a:lnTo>
                    <a:pt x="3564103" y="795902"/>
                  </a:lnTo>
                  <a:lnTo>
                    <a:pt x="3577620" y="796218"/>
                  </a:lnTo>
                  <a:lnTo>
                    <a:pt x="3582126" y="796218"/>
                  </a:lnTo>
                  <a:lnTo>
                    <a:pt x="3586632" y="796218"/>
                  </a:lnTo>
                  <a:lnTo>
                    <a:pt x="3591138" y="796218"/>
                  </a:lnTo>
                  <a:lnTo>
                    <a:pt x="3595643" y="796218"/>
                  </a:lnTo>
                  <a:lnTo>
                    <a:pt x="3609161" y="759222"/>
                  </a:lnTo>
                  <a:lnTo>
                    <a:pt x="3613667" y="698825"/>
                  </a:lnTo>
                  <a:lnTo>
                    <a:pt x="3618173" y="789894"/>
                  </a:lnTo>
                  <a:lnTo>
                    <a:pt x="3622678" y="766178"/>
                  </a:lnTo>
                  <a:lnTo>
                    <a:pt x="3627184" y="796218"/>
                  </a:lnTo>
                  <a:lnTo>
                    <a:pt x="3640702" y="796218"/>
                  </a:lnTo>
                  <a:lnTo>
                    <a:pt x="3645207" y="796218"/>
                  </a:lnTo>
                  <a:lnTo>
                    <a:pt x="3649713" y="796218"/>
                  </a:lnTo>
                  <a:lnTo>
                    <a:pt x="3654219" y="796218"/>
                  </a:lnTo>
                  <a:lnTo>
                    <a:pt x="3658725" y="796218"/>
                  </a:lnTo>
                  <a:lnTo>
                    <a:pt x="3672242" y="794321"/>
                  </a:lnTo>
                  <a:lnTo>
                    <a:pt x="3676748" y="785467"/>
                  </a:lnTo>
                  <a:lnTo>
                    <a:pt x="3681254" y="697244"/>
                  </a:lnTo>
                  <a:lnTo>
                    <a:pt x="3685760" y="636848"/>
                  </a:lnTo>
                  <a:lnTo>
                    <a:pt x="3690266" y="672896"/>
                  </a:lnTo>
                  <a:lnTo>
                    <a:pt x="3703783" y="648548"/>
                  </a:lnTo>
                  <a:lnTo>
                    <a:pt x="3708289" y="653923"/>
                  </a:lnTo>
                  <a:lnTo>
                    <a:pt x="3712795" y="765546"/>
                  </a:lnTo>
                  <a:lnTo>
                    <a:pt x="3717301" y="555582"/>
                  </a:lnTo>
                  <a:lnTo>
                    <a:pt x="3721806" y="530917"/>
                  </a:lnTo>
                  <a:lnTo>
                    <a:pt x="3744335" y="756692"/>
                  </a:lnTo>
                  <a:lnTo>
                    <a:pt x="3748841" y="765546"/>
                  </a:lnTo>
                  <a:lnTo>
                    <a:pt x="3771370" y="796218"/>
                  </a:lnTo>
                  <a:lnTo>
                    <a:pt x="3775876" y="790843"/>
                  </a:lnTo>
                  <a:lnTo>
                    <a:pt x="3780382" y="793689"/>
                  </a:lnTo>
                  <a:lnTo>
                    <a:pt x="3784888" y="796218"/>
                  </a:lnTo>
                  <a:lnTo>
                    <a:pt x="3798405" y="667204"/>
                  </a:lnTo>
                  <a:lnTo>
                    <a:pt x="3802911" y="666888"/>
                  </a:lnTo>
                  <a:lnTo>
                    <a:pt x="3807417" y="796218"/>
                  </a:lnTo>
                  <a:lnTo>
                    <a:pt x="3811923" y="796218"/>
                  </a:lnTo>
                  <a:lnTo>
                    <a:pt x="3816429" y="784518"/>
                  </a:lnTo>
                  <a:lnTo>
                    <a:pt x="3829946" y="794953"/>
                  </a:lnTo>
                  <a:lnTo>
                    <a:pt x="3834452" y="705782"/>
                  </a:lnTo>
                  <a:lnTo>
                    <a:pt x="3838958" y="759854"/>
                  </a:lnTo>
                  <a:lnTo>
                    <a:pt x="3843463" y="757957"/>
                  </a:lnTo>
                  <a:lnTo>
                    <a:pt x="3847969" y="790210"/>
                  </a:lnTo>
                  <a:lnTo>
                    <a:pt x="3861487" y="796218"/>
                  </a:lnTo>
                  <a:lnTo>
                    <a:pt x="3865993" y="780724"/>
                  </a:lnTo>
                  <a:lnTo>
                    <a:pt x="3870498" y="775348"/>
                  </a:lnTo>
                  <a:lnTo>
                    <a:pt x="3875004" y="756060"/>
                  </a:lnTo>
                  <a:lnTo>
                    <a:pt x="3879510" y="658034"/>
                  </a:lnTo>
                  <a:lnTo>
                    <a:pt x="3893028" y="648232"/>
                  </a:lnTo>
                  <a:lnTo>
                    <a:pt x="3897533" y="775032"/>
                  </a:lnTo>
                  <a:lnTo>
                    <a:pt x="3902039" y="796218"/>
                  </a:lnTo>
                  <a:lnTo>
                    <a:pt x="3906545" y="648232"/>
                  </a:lnTo>
                  <a:lnTo>
                    <a:pt x="3911051" y="658667"/>
                  </a:lnTo>
                  <a:lnTo>
                    <a:pt x="3924568" y="577717"/>
                  </a:lnTo>
                  <a:lnTo>
                    <a:pt x="3929074" y="711474"/>
                  </a:lnTo>
                  <a:lnTo>
                    <a:pt x="3933580" y="776929"/>
                  </a:lnTo>
                  <a:lnTo>
                    <a:pt x="3942592" y="711158"/>
                  </a:lnTo>
                  <a:lnTo>
                    <a:pt x="3956109" y="795586"/>
                  </a:lnTo>
                  <a:lnTo>
                    <a:pt x="3960615" y="761751"/>
                  </a:lnTo>
                  <a:lnTo>
                    <a:pt x="3965121" y="711790"/>
                  </a:lnTo>
                  <a:lnTo>
                    <a:pt x="3969626" y="793689"/>
                  </a:lnTo>
                  <a:lnTo>
                    <a:pt x="3974132" y="703252"/>
                  </a:lnTo>
                  <a:lnTo>
                    <a:pt x="3992156" y="715901"/>
                  </a:lnTo>
                  <a:lnTo>
                    <a:pt x="3996661" y="660880"/>
                  </a:lnTo>
                  <a:lnTo>
                    <a:pt x="4001167" y="736454"/>
                  </a:lnTo>
                  <a:lnTo>
                    <a:pt x="4005673" y="794005"/>
                  </a:lnTo>
                  <a:lnTo>
                    <a:pt x="4019190" y="776613"/>
                  </a:lnTo>
                  <a:lnTo>
                    <a:pt x="4023696" y="796218"/>
                  </a:lnTo>
                  <a:lnTo>
                    <a:pt x="4028202" y="796218"/>
                  </a:lnTo>
                  <a:lnTo>
                    <a:pt x="4032708" y="795902"/>
                  </a:lnTo>
                  <a:lnTo>
                    <a:pt x="4037214" y="796218"/>
                  </a:lnTo>
                  <a:lnTo>
                    <a:pt x="4050731" y="729498"/>
                  </a:lnTo>
                  <a:lnTo>
                    <a:pt x="4055237" y="790843"/>
                  </a:lnTo>
                  <a:lnTo>
                    <a:pt x="4059743" y="794637"/>
                  </a:lnTo>
                  <a:lnTo>
                    <a:pt x="4064249" y="689023"/>
                  </a:lnTo>
                  <a:lnTo>
                    <a:pt x="4068754" y="602978"/>
                  </a:lnTo>
                  <a:lnTo>
                    <a:pt x="4082272" y="658034"/>
                  </a:lnTo>
                  <a:lnTo>
                    <a:pt x="4086778" y="790843"/>
                  </a:lnTo>
                  <a:lnTo>
                    <a:pt x="4095789" y="607440"/>
                  </a:lnTo>
                  <a:lnTo>
                    <a:pt x="4100295" y="721593"/>
                  </a:lnTo>
                  <a:lnTo>
                    <a:pt x="4113813" y="756692"/>
                  </a:lnTo>
                  <a:lnTo>
                    <a:pt x="4118318" y="782305"/>
                  </a:lnTo>
                  <a:lnTo>
                    <a:pt x="4122824" y="720960"/>
                  </a:lnTo>
                  <a:lnTo>
                    <a:pt x="4127330" y="709260"/>
                  </a:lnTo>
                  <a:lnTo>
                    <a:pt x="4131836" y="794321"/>
                  </a:lnTo>
                  <a:lnTo>
                    <a:pt x="4145353" y="794637"/>
                  </a:lnTo>
                  <a:lnTo>
                    <a:pt x="4149859" y="796218"/>
                  </a:lnTo>
                  <a:lnTo>
                    <a:pt x="4154365" y="796218"/>
                  </a:lnTo>
                  <a:lnTo>
                    <a:pt x="4158871" y="793689"/>
                  </a:lnTo>
                  <a:lnTo>
                    <a:pt x="4163377" y="785467"/>
                  </a:lnTo>
                  <a:lnTo>
                    <a:pt x="4176894" y="796218"/>
                  </a:lnTo>
                  <a:lnTo>
                    <a:pt x="4181400" y="796218"/>
                  </a:lnTo>
                  <a:lnTo>
                    <a:pt x="4185906" y="670050"/>
                  </a:lnTo>
                  <a:lnTo>
                    <a:pt x="4190412" y="730130"/>
                  </a:lnTo>
                  <a:lnTo>
                    <a:pt x="4194917" y="759854"/>
                  </a:lnTo>
                  <a:lnTo>
                    <a:pt x="4208435" y="638113"/>
                  </a:lnTo>
                  <a:lnTo>
                    <a:pt x="4212941" y="770605"/>
                  </a:lnTo>
                  <a:lnTo>
                    <a:pt x="4217447" y="796218"/>
                  </a:lnTo>
                  <a:lnTo>
                    <a:pt x="4221952" y="785467"/>
                  </a:lnTo>
                  <a:lnTo>
                    <a:pt x="4226458" y="758905"/>
                  </a:lnTo>
                  <a:lnTo>
                    <a:pt x="4239976" y="741198"/>
                  </a:lnTo>
                  <a:lnTo>
                    <a:pt x="4244481" y="796218"/>
                  </a:lnTo>
                  <a:lnTo>
                    <a:pt x="4248987" y="796218"/>
                  </a:lnTo>
                  <a:lnTo>
                    <a:pt x="4253493" y="717482"/>
                  </a:lnTo>
                  <a:lnTo>
                    <a:pt x="4257999" y="669734"/>
                  </a:lnTo>
                  <a:lnTo>
                    <a:pt x="4271516" y="796218"/>
                  </a:lnTo>
                  <a:lnTo>
                    <a:pt x="4276022" y="796218"/>
                  </a:lnTo>
                  <a:lnTo>
                    <a:pt x="4280528" y="796218"/>
                  </a:lnTo>
                  <a:lnTo>
                    <a:pt x="4285034" y="796218"/>
                  </a:lnTo>
                  <a:lnTo>
                    <a:pt x="4289540" y="796218"/>
                  </a:lnTo>
                  <a:lnTo>
                    <a:pt x="4303057" y="691517"/>
                  </a:lnTo>
                  <a:lnTo>
                    <a:pt x="4307563" y="796218"/>
                  </a:lnTo>
                  <a:lnTo>
                    <a:pt x="4312069" y="779143"/>
                  </a:lnTo>
                  <a:lnTo>
                    <a:pt x="4316575" y="741514"/>
                  </a:lnTo>
                  <a:lnTo>
                    <a:pt x="4321080" y="557163"/>
                  </a:lnTo>
                  <a:lnTo>
                    <a:pt x="4334598" y="779775"/>
                  </a:lnTo>
                  <a:lnTo>
                    <a:pt x="4339104" y="796218"/>
                  </a:lnTo>
                  <a:lnTo>
                    <a:pt x="4343609" y="796218"/>
                  </a:lnTo>
                  <a:lnTo>
                    <a:pt x="4348115" y="796218"/>
                  </a:lnTo>
                  <a:lnTo>
                    <a:pt x="4352621" y="593843"/>
                  </a:lnTo>
                  <a:lnTo>
                    <a:pt x="4366139" y="796218"/>
                  </a:lnTo>
                  <a:lnTo>
                    <a:pt x="4370644" y="736771"/>
                  </a:lnTo>
                  <a:lnTo>
                    <a:pt x="4375150" y="773135"/>
                  </a:lnTo>
                  <a:lnTo>
                    <a:pt x="4379656" y="796218"/>
                  </a:lnTo>
                  <a:lnTo>
                    <a:pt x="4384162" y="796218"/>
                  </a:lnTo>
                  <a:lnTo>
                    <a:pt x="4397679" y="793056"/>
                  </a:lnTo>
                  <a:lnTo>
                    <a:pt x="4402185" y="713371"/>
                  </a:lnTo>
                  <a:lnTo>
                    <a:pt x="4406691" y="698509"/>
                  </a:lnTo>
                  <a:lnTo>
                    <a:pt x="4411197" y="536609"/>
                  </a:lnTo>
                  <a:lnTo>
                    <a:pt x="4415703" y="664991"/>
                  </a:lnTo>
                  <a:lnTo>
                    <a:pt x="4429220" y="786416"/>
                  </a:lnTo>
                  <a:lnTo>
                    <a:pt x="4433726" y="588468"/>
                  </a:lnTo>
                  <a:lnTo>
                    <a:pt x="4438232" y="462932"/>
                  </a:lnTo>
                  <a:lnTo>
                    <a:pt x="4442737" y="727284"/>
                  </a:lnTo>
                  <a:lnTo>
                    <a:pt x="4447243" y="598587"/>
                  </a:lnTo>
                  <a:lnTo>
                    <a:pt x="4460761" y="650129"/>
                  </a:lnTo>
                  <a:lnTo>
                    <a:pt x="4465267" y="760486"/>
                  </a:lnTo>
                  <a:lnTo>
                    <a:pt x="4469772" y="795270"/>
                  </a:lnTo>
                  <a:lnTo>
                    <a:pt x="4474278" y="796218"/>
                  </a:lnTo>
                  <a:lnTo>
                    <a:pt x="4478784" y="783570"/>
                  </a:lnTo>
                  <a:lnTo>
                    <a:pt x="4492301" y="574555"/>
                  </a:lnTo>
                  <a:lnTo>
                    <a:pt x="4496807" y="590681"/>
                  </a:lnTo>
                  <a:lnTo>
                    <a:pt x="4501313" y="729182"/>
                  </a:lnTo>
                  <a:lnTo>
                    <a:pt x="4505819" y="778194"/>
                  </a:lnTo>
                  <a:lnTo>
                    <a:pt x="4510325" y="706731"/>
                  </a:lnTo>
                  <a:lnTo>
                    <a:pt x="4528348" y="796218"/>
                  </a:lnTo>
                  <a:lnTo>
                    <a:pt x="4532854" y="793056"/>
                  </a:lnTo>
                  <a:lnTo>
                    <a:pt x="4537360" y="795586"/>
                  </a:lnTo>
                  <a:lnTo>
                    <a:pt x="4541866" y="794953"/>
                  </a:lnTo>
                  <a:lnTo>
                    <a:pt x="4555383" y="755743"/>
                  </a:lnTo>
                  <a:lnTo>
                    <a:pt x="4559889" y="796218"/>
                  </a:lnTo>
                  <a:lnTo>
                    <a:pt x="4564395" y="796218"/>
                  </a:lnTo>
                  <a:lnTo>
                    <a:pt x="4568900" y="748470"/>
                  </a:lnTo>
                  <a:lnTo>
                    <a:pt x="4573406" y="623883"/>
                  </a:lnTo>
                  <a:lnTo>
                    <a:pt x="4586924" y="642540"/>
                  </a:lnTo>
                  <a:lnTo>
                    <a:pt x="4591430" y="727284"/>
                  </a:lnTo>
                  <a:lnTo>
                    <a:pt x="4595935" y="795902"/>
                  </a:lnTo>
                  <a:lnTo>
                    <a:pt x="4600441" y="733609"/>
                  </a:lnTo>
                  <a:lnTo>
                    <a:pt x="4604947" y="659299"/>
                  </a:lnTo>
                  <a:lnTo>
                    <a:pt x="4618464" y="708628"/>
                  </a:lnTo>
                  <a:lnTo>
                    <a:pt x="4622970" y="786416"/>
                  </a:lnTo>
                  <a:lnTo>
                    <a:pt x="4627476" y="794005"/>
                  </a:lnTo>
                  <a:lnTo>
                    <a:pt x="4631982" y="795270"/>
                  </a:lnTo>
                  <a:lnTo>
                    <a:pt x="4636488" y="796218"/>
                  </a:lnTo>
                  <a:lnTo>
                    <a:pt x="4654511" y="793056"/>
                  </a:lnTo>
                  <a:lnTo>
                    <a:pt x="4659017" y="795902"/>
                  </a:lnTo>
                  <a:lnTo>
                    <a:pt x="4663523" y="743095"/>
                  </a:lnTo>
                  <a:lnTo>
                    <a:pt x="4668028" y="646018"/>
                  </a:lnTo>
                  <a:lnTo>
                    <a:pt x="4681546" y="795270"/>
                  </a:lnTo>
                  <a:lnTo>
                    <a:pt x="4686052" y="765230"/>
                  </a:lnTo>
                  <a:lnTo>
                    <a:pt x="4690558" y="736138"/>
                  </a:lnTo>
                  <a:lnTo>
                    <a:pt x="4695063" y="796218"/>
                  </a:lnTo>
                  <a:lnTo>
                    <a:pt x="4699569" y="796218"/>
                  </a:lnTo>
                  <a:lnTo>
                    <a:pt x="4713087" y="780724"/>
                  </a:lnTo>
                  <a:lnTo>
                    <a:pt x="4717592" y="674477"/>
                  </a:lnTo>
                  <a:lnTo>
                    <a:pt x="4722098" y="693450"/>
                  </a:lnTo>
                  <a:lnTo>
                    <a:pt x="4726604" y="537242"/>
                  </a:lnTo>
                  <a:lnTo>
                    <a:pt x="4731110" y="695979"/>
                  </a:lnTo>
                  <a:lnTo>
                    <a:pt x="4744627" y="770605"/>
                  </a:lnTo>
                  <a:lnTo>
                    <a:pt x="4749133" y="777878"/>
                  </a:lnTo>
                  <a:lnTo>
                    <a:pt x="4753639" y="729182"/>
                  </a:lnTo>
                  <a:lnTo>
                    <a:pt x="4758145" y="763965"/>
                  </a:lnTo>
                  <a:lnTo>
                    <a:pt x="4762651" y="738984"/>
                  </a:lnTo>
                  <a:lnTo>
                    <a:pt x="4776168" y="705782"/>
                  </a:lnTo>
                  <a:lnTo>
                    <a:pt x="4780674" y="757324"/>
                  </a:lnTo>
                  <a:lnTo>
                    <a:pt x="4785180" y="791791"/>
                  </a:lnTo>
                  <a:lnTo>
                    <a:pt x="4789686" y="791159"/>
                  </a:lnTo>
                  <a:lnTo>
                    <a:pt x="4794191" y="775981"/>
                  </a:lnTo>
                  <a:lnTo>
                    <a:pt x="4807709" y="706731"/>
                  </a:lnTo>
                  <a:lnTo>
                    <a:pt x="4812215" y="781989"/>
                  </a:lnTo>
                  <a:lnTo>
                    <a:pt x="4816720" y="765862"/>
                  </a:lnTo>
                  <a:lnTo>
                    <a:pt x="4821226" y="765546"/>
                  </a:lnTo>
                  <a:lnTo>
                    <a:pt x="4825732" y="790526"/>
                  </a:lnTo>
                  <a:lnTo>
                    <a:pt x="4839250" y="790843"/>
                  </a:lnTo>
                  <a:lnTo>
                    <a:pt x="4843755" y="796218"/>
                  </a:lnTo>
                  <a:lnTo>
                    <a:pt x="4852767" y="772502"/>
                  </a:lnTo>
                  <a:lnTo>
                    <a:pt x="4857273" y="780724"/>
                  </a:lnTo>
                  <a:lnTo>
                    <a:pt x="4870790" y="717482"/>
                  </a:lnTo>
                  <a:lnTo>
                    <a:pt x="4875296" y="658983"/>
                  </a:lnTo>
                  <a:lnTo>
                    <a:pt x="4879802" y="673845"/>
                  </a:lnTo>
                  <a:lnTo>
                    <a:pt x="4884308" y="629575"/>
                  </a:lnTo>
                  <a:lnTo>
                    <a:pt x="4888814" y="460719"/>
                  </a:lnTo>
                  <a:lnTo>
                    <a:pt x="4906837" y="780724"/>
                  </a:lnTo>
                  <a:lnTo>
                    <a:pt x="4938378" y="751949"/>
                  </a:lnTo>
                  <a:lnTo>
                    <a:pt x="4942883" y="613448"/>
                  </a:lnTo>
                  <a:lnTo>
                    <a:pt x="4947389" y="750684"/>
                  </a:lnTo>
                  <a:lnTo>
                    <a:pt x="4951895" y="777878"/>
                  </a:lnTo>
                  <a:lnTo>
                    <a:pt x="4965413" y="769657"/>
                  </a:lnTo>
                  <a:lnTo>
                    <a:pt x="4969918" y="708944"/>
                  </a:lnTo>
                  <a:lnTo>
                    <a:pt x="4974424" y="659299"/>
                  </a:lnTo>
                  <a:lnTo>
                    <a:pt x="4978930" y="601432"/>
                  </a:lnTo>
                  <a:lnTo>
                    <a:pt x="4983436" y="714003"/>
                  </a:lnTo>
                  <a:lnTo>
                    <a:pt x="4996953" y="739933"/>
                  </a:lnTo>
                  <a:lnTo>
                    <a:pt x="5001459" y="770289"/>
                  </a:lnTo>
                  <a:lnTo>
                    <a:pt x="5005965" y="773451"/>
                  </a:lnTo>
                  <a:lnTo>
                    <a:pt x="5010471" y="771870"/>
                  </a:lnTo>
                  <a:lnTo>
                    <a:pt x="5014977" y="778827"/>
                  </a:lnTo>
                  <a:lnTo>
                    <a:pt x="5028494" y="795586"/>
                  </a:lnTo>
                  <a:lnTo>
                    <a:pt x="5033000" y="796218"/>
                  </a:lnTo>
                  <a:lnTo>
                    <a:pt x="5037506" y="795586"/>
                  </a:lnTo>
                  <a:lnTo>
                    <a:pt x="5042011" y="791475"/>
                  </a:lnTo>
                  <a:lnTo>
                    <a:pt x="5046517" y="794321"/>
                  </a:lnTo>
                  <a:lnTo>
                    <a:pt x="5060035" y="746257"/>
                  </a:lnTo>
                  <a:lnTo>
                    <a:pt x="5064541" y="717166"/>
                  </a:lnTo>
                  <a:lnTo>
                    <a:pt x="5069046" y="683015"/>
                  </a:lnTo>
                  <a:lnTo>
                    <a:pt x="5073552" y="620089"/>
                  </a:lnTo>
                  <a:lnTo>
                    <a:pt x="5078058" y="697877"/>
                  </a:lnTo>
                  <a:lnTo>
                    <a:pt x="5091575" y="792108"/>
                  </a:lnTo>
                  <a:lnTo>
                    <a:pt x="5096081" y="796218"/>
                  </a:lnTo>
                  <a:lnTo>
                    <a:pt x="5100587" y="796218"/>
                  </a:lnTo>
                  <a:lnTo>
                    <a:pt x="5105093" y="795902"/>
                  </a:lnTo>
                  <a:lnTo>
                    <a:pt x="5109599" y="796218"/>
                  </a:lnTo>
                  <a:lnTo>
                    <a:pt x="5123116" y="796218"/>
                  </a:lnTo>
                  <a:lnTo>
                    <a:pt x="5127622" y="796218"/>
                  </a:lnTo>
                  <a:lnTo>
                    <a:pt x="5132128" y="796218"/>
                  </a:lnTo>
                  <a:lnTo>
                    <a:pt x="5136634" y="776613"/>
                  </a:lnTo>
                  <a:lnTo>
                    <a:pt x="5141139" y="762700"/>
                  </a:lnTo>
                  <a:lnTo>
                    <a:pt x="5154657" y="761751"/>
                  </a:lnTo>
                  <a:lnTo>
                    <a:pt x="5159163" y="789262"/>
                  </a:lnTo>
                  <a:lnTo>
                    <a:pt x="5163669" y="761435"/>
                  </a:lnTo>
                  <a:lnTo>
                    <a:pt x="5168174" y="764281"/>
                  </a:lnTo>
                  <a:lnTo>
                    <a:pt x="5172680" y="646018"/>
                  </a:lnTo>
                  <a:lnTo>
                    <a:pt x="5186198" y="795902"/>
                  </a:lnTo>
                  <a:lnTo>
                    <a:pt x="5190704" y="796218"/>
                  </a:lnTo>
                  <a:lnTo>
                    <a:pt x="5195209" y="796218"/>
                  </a:lnTo>
                  <a:lnTo>
                    <a:pt x="5199715" y="796218"/>
                  </a:lnTo>
                  <a:lnTo>
                    <a:pt x="5204221" y="796218"/>
                  </a:lnTo>
                  <a:lnTo>
                    <a:pt x="5217738" y="765230"/>
                  </a:lnTo>
                  <a:lnTo>
                    <a:pt x="5222244" y="697561"/>
                  </a:lnTo>
                  <a:lnTo>
                    <a:pt x="5226750" y="457240"/>
                  </a:lnTo>
                  <a:lnTo>
                    <a:pt x="5231256" y="658667"/>
                  </a:lnTo>
                  <a:lnTo>
                    <a:pt x="5235762" y="585306"/>
                  </a:lnTo>
                  <a:lnTo>
                    <a:pt x="5249279" y="531550"/>
                  </a:lnTo>
                  <a:lnTo>
                    <a:pt x="5253785" y="637164"/>
                  </a:lnTo>
                  <a:lnTo>
                    <a:pt x="5258291" y="781356"/>
                  </a:lnTo>
                  <a:lnTo>
                    <a:pt x="5262797" y="796218"/>
                  </a:lnTo>
                  <a:lnTo>
                    <a:pt x="5267302" y="782305"/>
                  </a:lnTo>
                  <a:lnTo>
                    <a:pt x="5280820" y="790526"/>
                  </a:lnTo>
                  <a:lnTo>
                    <a:pt x="5285326" y="750052"/>
                  </a:lnTo>
                  <a:lnTo>
                    <a:pt x="5289832" y="766178"/>
                  </a:lnTo>
                  <a:lnTo>
                    <a:pt x="5294337" y="672580"/>
                  </a:lnTo>
                  <a:lnTo>
                    <a:pt x="5298843" y="687126"/>
                  </a:lnTo>
                  <a:lnTo>
                    <a:pt x="5312361" y="753214"/>
                  </a:lnTo>
                  <a:lnTo>
                    <a:pt x="5316866" y="787997"/>
                  </a:lnTo>
                  <a:lnTo>
                    <a:pt x="5321372" y="760486"/>
                  </a:lnTo>
                  <a:lnTo>
                    <a:pt x="5325878" y="601749"/>
                  </a:lnTo>
                  <a:lnTo>
                    <a:pt x="5330384" y="591314"/>
                  </a:lnTo>
                  <a:lnTo>
                    <a:pt x="5343901" y="796218"/>
                  </a:lnTo>
                  <a:lnTo>
                    <a:pt x="5348407" y="796218"/>
                  </a:lnTo>
                  <a:lnTo>
                    <a:pt x="5352913" y="796218"/>
                  </a:lnTo>
                  <a:lnTo>
                    <a:pt x="5379948" y="711474"/>
                  </a:lnTo>
                  <a:lnTo>
                    <a:pt x="5388960" y="709893"/>
                  </a:lnTo>
                  <a:lnTo>
                    <a:pt x="5393465" y="642540"/>
                  </a:lnTo>
                  <a:lnTo>
                    <a:pt x="5406983" y="779143"/>
                  </a:lnTo>
                  <a:lnTo>
                    <a:pt x="5411489" y="794953"/>
                  </a:lnTo>
                  <a:lnTo>
                    <a:pt x="5415994" y="712739"/>
                  </a:lnTo>
                  <a:lnTo>
                    <a:pt x="5420500" y="686809"/>
                  </a:lnTo>
                  <a:lnTo>
                    <a:pt x="5425006" y="789894"/>
                  </a:lnTo>
                  <a:lnTo>
                    <a:pt x="5438524" y="671315"/>
                  </a:lnTo>
                  <a:lnTo>
                    <a:pt x="5443029" y="753846"/>
                  </a:lnTo>
                  <a:lnTo>
                    <a:pt x="5447535" y="795902"/>
                  </a:lnTo>
                  <a:lnTo>
                    <a:pt x="5452041" y="787048"/>
                  </a:lnTo>
                  <a:lnTo>
                    <a:pt x="5456547" y="597638"/>
                  </a:lnTo>
                  <a:lnTo>
                    <a:pt x="5465558" y="796218"/>
                  </a:lnTo>
                  <a:lnTo>
                    <a:pt x="5479076" y="796218"/>
                  </a:lnTo>
                  <a:lnTo>
                    <a:pt x="5483582" y="796218"/>
                  </a:lnTo>
                  <a:lnTo>
                    <a:pt x="5488088" y="594476"/>
                  </a:lnTo>
                  <a:lnTo>
                    <a:pt x="5501605" y="761119"/>
                  </a:lnTo>
                  <a:lnTo>
                    <a:pt x="5506111" y="510680"/>
                  </a:lnTo>
                  <a:lnTo>
                    <a:pt x="5510617" y="648864"/>
                  </a:lnTo>
                  <a:lnTo>
                    <a:pt x="5515123" y="556531"/>
                  </a:lnTo>
                  <a:lnTo>
                    <a:pt x="5519628" y="787681"/>
                  </a:lnTo>
                  <a:lnTo>
                    <a:pt x="5533146" y="757324"/>
                  </a:lnTo>
                  <a:lnTo>
                    <a:pt x="5537652" y="750052"/>
                  </a:lnTo>
                  <a:lnTo>
                    <a:pt x="5542157" y="796218"/>
                  </a:lnTo>
                  <a:lnTo>
                    <a:pt x="5551169" y="796218"/>
                  </a:lnTo>
                  <a:lnTo>
                    <a:pt x="5564687" y="741830"/>
                  </a:lnTo>
                  <a:lnTo>
                    <a:pt x="5569192" y="781356"/>
                  </a:lnTo>
                  <a:lnTo>
                    <a:pt x="5573698" y="795586"/>
                  </a:lnTo>
                  <a:lnTo>
                    <a:pt x="5578204" y="796218"/>
                  </a:lnTo>
                  <a:lnTo>
                    <a:pt x="5582710" y="796218"/>
                  </a:lnTo>
                  <a:lnTo>
                    <a:pt x="5600733" y="796218"/>
                  </a:lnTo>
                  <a:lnTo>
                    <a:pt x="5605239" y="796218"/>
                  </a:lnTo>
                  <a:lnTo>
                    <a:pt x="5609745" y="796218"/>
                  </a:lnTo>
                  <a:lnTo>
                    <a:pt x="5614251" y="796218"/>
                  </a:lnTo>
                  <a:lnTo>
                    <a:pt x="5627768" y="776297"/>
                  </a:lnTo>
                  <a:lnTo>
                    <a:pt x="5632274" y="784518"/>
                  </a:lnTo>
                  <a:lnTo>
                    <a:pt x="5636780" y="763016"/>
                  </a:lnTo>
                  <a:lnTo>
                    <a:pt x="5641285" y="567598"/>
                  </a:lnTo>
                  <a:lnTo>
                    <a:pt x="5645791" y="795902"/>
                  </a:lnTo>
                  <a:lnTo>
                    <a:pt x="5659309" y="796218"/>
                  </a:lnTo>
                  <a:lnTo>
                    <a:pt x="5663815" y="796218"/>
                  </a:lnTo>
                  <a:lnTo>
                    <a:pt x="5668320" y="796218"/>
                  </a:lnTo>
                  <a:lnTo>
                    <a:pt x="5672826" y="783886"/>
                  </a:lnTo>
                  <a:lnTo>
                    <a:pt x="5677332" y="780056"/>
                  </a:lnTo>
                  <a:lnTo>
                    <a:pt x="5690849" y="771554"/>
                  </a:lnTo>
                  <a:lnTo>
                    <a:pt x="5695355" y="584752"/>
                  </a:lnTo>
                  <a:lnTo>
                    <a:pt x="5699861" y="780408"/>
                  </a:lnTo>
                  <a:lnTo>
                    <a:pt x="5704367" y="0"/>
                  </a:lnTo>
                  <a:lnTo>
                    <a:pt x="5708873" y="658350"/>
                  </a:lnTo>
                  <a:lnTo>
                    <a:pt x="5726896" y="717482"/>
                  </a:lnTo>
                  <a:lnTo>
                    <a:pt x="5731402" y="795902"/>
                  </a:lnTo>
                  <a:lnTo>
                    <a:pt x="5735908" y="728233"/>
                  </a:lnTo>
                  <a:lnTo>
                    <a:pt x="5740413" y="689339"/>
                  </a:lnTo>
                  <a:lnTo>
                    <a:pt x="5753931" y="773451"/>
                  </a:lnTo>
                  <a:lnTo>
                    <a:pt x="5758437" y="694082"/>
                  </a:lnTo>
                  <a:lnTo>
                    <a:pt x="5762943" y="709787"/>
                  </a:lnTo>
                  <a:lnTo>
                    <a:pt x="5767448" y="792424"/>
                  </a:lnTo>
                  <a:lnTo>
                    <a:pt x="5771954" y="796218"/>
                  </a:lnTo>
                  <a:lnTo>
                    <a:pt x="5785472" y="780092"/>
                  </a:lnTo>
                  <a:lnTo>
                    <a:pt x="5789977" y="621670"/>
                  </a:lnTo>
                  <a:lnTo>
                    <a:pt x="5794483" y="718430"/>
                  </a:lnTo>
                  <a:lnTo>
                    <a:pt x="5798989" y="760803"/>
                  </a:lnTo>
                  <a:lnTo>
                    <a:pt x="5803495" y="795586"/>
                  </a:lnTo>
                  <a:lnTo>
                    <a:pt x="5817012" y="765230"/>
                  </a:lnTo>
                  <a:lnTo>
                    <a:pt x="5821518" y="789262"/>
                  </a:lnTo>
                  <a:lnTo>
                    <a:pt x="5826024" y="738036"/>
                  </a:lnTo>
                  <a:lnTo>
                    <a:pt x="5830530" y="774084"/>
                  </a:lnTo>
                  <a:lnTo>
                    <a:pt x="5835036" y="693450"/>
                  </a:lnTo>
                  <a:lnTo>
                    <a:pt x="5848553" y="515423"/>
                  </a:lnTo>
                  <a:lnTo>
                    <a:pt x="5853059" y="608705"/>
                  </a:lnTo>
                  <a:lnTo>
                    <a:pt x="5857565" y="633370"/>
                  </a:lnTo>
                  <a:lnTo>
                    <a:pt x="5862071" y="432892"/>
                  </a:lnTo>
                  <a:lnTo>
                    <a:pt x="5866576" y="646018"/>
                  </a:lnTo>
                  <a:lnTo>
                    <a:pt x="5880094" y="321586"/>
                  </a:lnTo>
                  <a:lnTo>
                    <a:pt x="5884600" y="638745"/>
                  </a:lnTo>
                  <a:lnTo>
                    <a:pt x="5889106" y="480007"/>
                  </a:lnTo>
                  <a:lnTo>
                    <a:pt x="5893611" y="717166"/>
                  </a:lnTo>
                  <a:lnTo>
                    <a:pt x="5898117" y="705150"/>
                  </a:lnTo>
                  <a:lnTo>
                    <a:pt x="5911635" y="723490"/>
                  </a:lnTo>
                  <a:lnTo>
                    <a:pt x="5916140" y="632737"/>
                  </a:lnTo>
                  <a:lnTo>
                    <a:pt x="5920646" y="744676"/>
                  </a:lnTo>
                  <a:lnTo>
                    <a:pt x="5925152" y="796218"/>
                  </a:lnTo>
                  <a:lnTo>
                    <a:pt x="5929658" y="744360"/>
                  </a:lnTo>
                  <a:lnTo>
                    <a:pt x="5943175" y="681434"/>
                  </a:lnTo>
                  <a:lnTo>
                    <a:pt x="5947681" y="750684"/>
                  </a:lnTo>
                  <a:lnTo>
                    <a:pt x="5952187" y="517637"/>
                  </a:lnTo>
                  <a:lnTo>
                    <a:pt x="5956693" y="558428"/>
                  </a:lnTo>
                  <a:lnTo>
                    <a:pt x="5961199" y="796218"/>
                  </a:lnTo>
                  <a:lnTo>
                    <a:pt x="5974716" y="796218"/>
                  </a:lnTo>
                  <a:lnTo>
                    <a:pt x="5979222" y="796218"/>
                  </a:lnTo>
                  <a:lnTo>
                    <a:pt x="5983728" y="790526"/>
                  </a:lnTo>
                  <a:lnTo>
                    <a:pt x="5988234" y="742779"/>
                  </a:lnTo>
                  <a:lnTo>
                    <a:pt x="5992739" y="416449"/>
                  </a:lnTo>
                  <a:lnTo>
                    <a:pt x="6006257" y="614081"/>
                  </a:lnTo>
                  <a:lnTo>
                    <a:pt x="6010763" y="654872"/>
                  </a:lnTo>
                  <a:lnTo>
                    <a:pt x="6015268" y="693134"/>
                  </a:lnTo>
                  <a:lnTo>
                    <a:pt x="6019774" y="739617"/>
                  </a:lnTo>
                  <a:lnTo>
                    <a:pt x="6024280" y="671631"/>
                  </a:lnTo>
                  <a:lnTo>
                    <a:pt x="6037798" y="796218"/>
                  </a:lnTo>
                  <a:lnTo>
                    <a:pt x="6042303" y="796218"/>
                  </a:lnTo>
                  <a:lnTo>
                    <a:pt x="6046809" y="796218"/>
                  </a:lnTo>
                  <a:lnTo>
                    <a:pt x="6051315" y="796218"/>
                  </a:lnTo>
                  <a:lnTo>
                    <a:pt x="6055821" y="796218"/>
                  </a:lnTo>
                  <a:lnTo>
                    <a:pt x="6069338" y="791651"/>
                  </a:lnTo>
                  <a:lnTo>
                    <a:pt x="6073844" y="611059"/>
                  </a:lnTo>
                  <a:lnTo>
                    <a:pt x="6078350" y="675742"/>
                  </a:lnTo>
                  <a:lnTo>
                    <a:pt x="6082856" y="796218"/>
                  </a:lnTo>
                  <a:lnTo>
                    <a:pt x="6087362" y="796218"/>
                  </a:lnTo>
                  <a:lnTo>
                    <a:pt x="6100879" y="708628"/>
                  </a:lnTo>
                  <a:lnTo>
                    <a:pt x="6105385" y="793372"/>
                  </a:lnTo>
                  <a:lnTo>
                    <a:pt x="6109891" y="796218"/>
                  </a:lnTo>
                  <a:lnTo>
                    <a:pt x="6114396" y="594476"/>
                  </a:lnTo>
                  <a:lnTo>
                    <a:pt x="6118902" y="690920"/>
                  </a:lnTo>
                  <a:lnTo>
                    <a:pt x="6132420" y="796218"/>
                  </a:lnTo>
                  <a:lnTo>
                    <a:pt x="6136926" y="796218"/>
                  </a:lnTo>
                  <a:lnTo>
                    <a:pt x="6141431" y="795902"/>
                  </a:lnTo>
                  <a:lnTo>
                    <a:pt x="6145937" y="796218"/>
                  </a:lnTo>
                  <a:lnTo>
                    <a:pt x="6150443" y="777562"/>
                  </a:lnTo>
                  <a:lnTo>
                    <a:pt x="6163961" y="796218"/>
                  </a:lnTo>
                  <a:lnTo>
                    <a:pt x="6172972" y="794953"/>
                  </a:lnTo>
                  <a:lnTo>
                    <a:pt x="6177478" y="737719"/>
                  </a:lnTo>
                  <a:lnTo>
                    <a:pt x="6181984" y="763332"/>
                  </a:lnTo>
                  <a:lnTo>
                    <a:pt x="6195501" y="720723"/>
                  </a:lnTo>
                  <a:lnTo>
                    <a:pt x="6200007" y="793847"/>
                  </a:lnTo>
                  <a:lnTo>
                    <a:pt x="6204513" y="725466"/>
                  </a:lnTo>
                  <a:lnTo>
                    <a:pt x="6209019" y="726652"/>
                  </a:lnTo>
                  <a:lnTo>
                    <a:pt x="6213525" y="658667"/>
                  </a:lnTo>
                  <a:lnTo>
                    <a:pt x="6227042" y="792108"/>
                  </a:lnTo>
                  <a:lnTo>
                    <a:pt x="6231548" y="796218"/>
                  </a:lnTo>
                  <a:lnTo>
                    <a:pt x="6236054" y="589733"/>
                  </a:lnTo>
                  <a:lnTo>
                    <a:pt x="6240559" y="646334"/>
                  </a:lnTo>
                  <a:lnTo>
                    <a:pt x="6245065" y="455027"/>
                  </a:lnTo>
                  <a:lnTo>
                    <a:pt x="6258583" y="756060"/>
                  </a:lnTo>
                  <a:lnTo>
                    <a:pt x="6263089" y="615030"/>
                  </a:lnTo>
                  <a:lnTo>
                    <a:pt x="6267594" y="580879"/>
                  </a:lnTo>
                  <a:lnTo>
                    <a:pt x="6272100" y="690604"/>
                  </a:lnTo>
                  <a:lnTo>
                    <a:pt x="6276606" y="585938"/>
                  </a:lnTo>
                  <a:lnTo>
                    <a:pt x="6290123" y="583092"/>
                  </a:lnTo>
                  <a:lnTo>
                    <a:pt x="6294629" y="702936"/>
                  </a:lnTo>
                  <a:lnTo>
                    <a:pt x="6299135" y="786732"/>
                  </a:lnTo>
                  <a:lnTo>
                    <a:pt x="6303641" y="665939"/>
                  </a:lnTo>
                  <a:lnTo>
                    <a:pt x="6308147" y="786732"/>
                  </a:lnTo>
                  <a:lnTo>
                    <a:pt x="6321664" y="779143"/>
                  </a:lnTo>
                  <a:lnTo>
                    <a:pt x="6326170" y="771238"/>
                  </a:lnTo>
                  <a:lnTo>
                    <a:pt x="6330676" y="687442"/>
                  </a:lnTo>
                  <a:lnTo>
                    <a:pt x="6335182" y="715268"/>
                  </a:lnTo>
                  <a:lnTo>
                    <a:pt x="6339687" y="706731"/>
                  </a:lnTo>
                  <a:lnTo>
                    <a:pt x="6353205" y="442695"/>
                  </a:lnTo>
                  <a:lnTo>
                    <a:pt x="6357711" y="492340"/>
                  </a:lnTo>
                  <a:lnTo>
                    <a:pt x="6362217" y="748787"/>
                  </a:lnTo>
                  <a:lnTo>
                    <a:pt x="6366722" y="544198"/>
                  </a:lnTo>
                  <a:lnTo>
                    <a:pt x="6371228" y="783570"/>
                  </a:lnTo>
                  <a:lnTo>
                    <a:pt x="6384746" y="628627"/>
                  </a:lnTo>
                  <a:lnTo>
                    <a:pt x="6389251" y="770289"/>
                  </a:lnTo>
                  <a:lnTo>
                    <a:pt x="6393757" y="793372"/>
                  </a:lnTo>
                  <a:lnTo>
                    <a:pt x="6398263" y="670999"/>
                  </a:lnTo>
                  <a:lnTo>
                    <a:pt x="6402769" y="594792"/>
                  </a:lnTo>
                  <a:lnTo>
                    <a:pt x="6416286" y="429414"/>
                  </a:lnTo>
                  <a:lnTo>
                    <a:pt x="6420792" y="741830"/>
                  </a:lnTo>
                  <a:lnTo>
                    <a:pt x="6425298" y="772186"/>
                  </a:lnTo>
                  <a:lnTo>
                    <a:pt x="6429804" y="724438"/>
                  </a:lnTo>
                  <a:lnTo>
                    <a:pt x="6434310" y="639694"/>
                  </a:lnTo>
                  <a:lnTo>
                    <a:pt x="6438815" y="767443"/>
                  </a:lnTo>
                  <a:lnTo>
                    <a:pt x="6447827" y="705150"/>
                  </a:lnTo>
                  <a:lnTo>
                    <a:pt x="6452333" y="700406"/>
                  </a:lnTo>
                  <a:lnTo>
                    <a:pt x="6456839" y="773767"/>
                  </a:lnTo>
                  <a:lnTo>
                    <a:pt x="6461345" y="785151"/>
                  </a:lnTo>
                  <a:lnTo>
                    <a:pt x="6465850" y="732344"/>
                  </a:lnTo>
                  <a:lnTo>
                    <a:pt x="6479368" y="686177"/>
                  </a:lnTo>
                  <a:lnTo>
                    <a:pt x="6483874" y="619140"/>
                  </a:lnTo>
                  <a:lnTo>
                    <a:pt x="6488380" y="681434"/>
                  </a:lnTo>
                  <a:lnTo>
                    <a:pt x="6492885" y="753846"/>
                  </a:lnTo>
                  <a:lnTo>
                    <a:pt x="6497391" y="788945"/>
                  </a:lnTo>
                  <a:lnTo>
                    <a:pt x="6510909" y="783570"/>
                  </a:lnTo>
                  <a:lnTo>
                    <a:pt x="6515414" y="498664"/>
                  </a:lnTo>
                  <a:lnTo>
                    <a:pt x="6519920" y="664358"/>
                  </a:lnTo>
                  <a:lnTo>
                    <a:pt x="6524426" y="470205"/>
                  </a:lnTo>
                  <a:lnTo>
                    <a:pt x="6528932" y="585622"/>
                  </a:lnTo>
                  <a:lnTo>
                    <a:pt x="6551461" y="782937"/>
                  </a:lnTo>
                  <a:lnTo>
                    <a:pt x="6555967" y="777878"/>
                  </a:lnTo>
                  <a:lnTo>
                    <a:pt x="6583002" y="578665"/>
                  </a:lnTo>
                  <a:lnTo>
                    <a:pt x="6587508" y="753530"/>
                  </a:lnTo>
                  <a:lnTo>
                    <a:pt x="6592013" y="690920"/>
                  </a:lnTo>
                  <a:lnTo>
                    <a:pt x="6596519" y="734241"/>
                  </a:lnTo>
                  <a:lnTo>
                    <a:pt x="6605531" y="796218"/>
                  </a:lnTo>
                  <a:lnTo>
                    <a:pt x="6610037" y="796218"/>
                  </a:lnTo>
                  <a:lnTo>
                    <a:pt x="6614542" y="796218"/>
                  </a:lnTo>
                  <a:lnTo>
                    <a:pt x="6619048" y="796218"/>
                  </a:lnTo>
                  <a:lnTo>
                    <a:pt x="6623554" y="793689"/>
                  </a:lnTo>
                  <a:lnTo>
                    <a:pt x="6637072" y="738668"/>
                  </a:lnTo>
                  <a:lnTo>
                    <a:pt x="6641577" y="782621"/>
                  </a:lnTo>
                  <a:lnTo>
                    <a:pt x="6646083" y="596057"/>
                  </a:lnTo>
                  <a:lnTo>
                    <a:pt x="6650589" y="745625"/>
                  </a:lnTo>
                  <a:lnTo>
                    <a:pt x="6655095" y="790843"/>
                  </a:lnTo>
                  <a:lnTo>
                    <a:pt x="6668612" y="716533"/>
                  </a:lnTo>
                  <a:lnTo>
                    <a:pt x="6673118" y="670999"/>
                  </a:lnTo>
                  <a:lnTo>
                    <a:pt x="6677624" y="753846"/>
                  </a:lnTo>
                  <a:lnTo>
                    <a:pt x="6682130" y="776613"/>
                  </a:lnTo>
                  <a:lnTo>
                    <a:pt x="6686636" y="662145"/>
                  </a:lnTo>
                  <a:lnTo>
                    <a:pt x="6700153" y="796218"/>
                  </a:lnTo>
                  <a:lnTo>
                    <a:pt x="6704659" y="791159"/>
                  </a:lnTo>
                  <a:lnTo>
                    <a:pt x="6709165" y="741198"/>
                  </a:lnTo>
                  <a:lnTo>
                    <a:pt x="6713670" y="757641"/>
                  </a:lnTo>
                  <a:lnTo>
                    <a:pt x="6718176" y="785151"/>
                  </a:lnTo>
                  <a:lnTo>
                    <a:pt x="6731694" y="773135"/>
                  </a:lnTo>
                  <a:lnTo>
                    <a:pt x="6736200" y="625781"/>
                  </a:lnTo>
                  <a:lnTo>
                    <a:pt x="6740705" y="609970"/>
                  </a:lnTo>
                  <a:lnTo>
                    <a:pt x="6745211" y="520799"/>
                  </a:lnTo>
                  <a:lnTo>
                    <a:pt x="6749717" y="614081"/>
                  </a:lnTo>
                  <a:lnTo>
                    <a:pt x="6763234" y="779775"/>
                  </a:lnTo>
                  <a:lnTo>
                    <a:pt x="6767740" y="760803"/>
                  </a:lnTo>
                  <a:lnTo>
                    <a:pt x="6772246" y="713687"/>
                  </a:lnTo>
                  <a:lnTo>
                    <a:pt x="6776752" y="776613"/>
                  </a:lnTo>
                  <a:lnTo>
                    <a:pt x="6781258" y="709893"/>
                  </a:lnTo>
                  <a:lnTo>
                    <a:pt x="6794775" y="725071"/>
                  </a:lnTo>
                  <a:lnTo>
                    <a:pt x="6799281" y="778827"/>
                  </a:lnTo>
                  <a:lnTo>
                    <a:pt x="6803787" y="592895"/>
                  </a:lnTo>
                  <a:lnTo>
                    <a:pt x="6808293" y="623251"/>
                  </a:lnTo>
                  <a:lnTo>
                    <a:pt x="6812799" y="791475"/>
                  </a:lnTo>
                  <a:lnTo>
                    <a:pt x="6826316" y="722857"/>
                  </a:lnTo>
                  <a:lnTo>
                    <a:pt x="6830822" y="794321"/>
                  </a:lnTo>
                  <a:lnTo>
                    <a:pt x="6835328" y="796218"/>
                  </a:lnTo>
                  <a:lnTo>
                    <a:pt x="6839833" y="796218"/>
                  </a:lnTo>
                  <a:lnTo>
                    <a:pt x="6844339" y="789262"/>
                  </a:lnTo>
                  <a:lnTo>
                    <a:pt x="6857857" y="787681"/>
                  </a:lnTo>
                  <a:lnTo>
                    <a:pt x="6862363" y="742462"/>
                  </a:lnTo>
                  <a:lnTo>
                    <a:pt x="6866868" y="759222"/>
                  </a:lnTo>
                  <a:lnTo>
                    <a:pt x="6871374" y="796218"/>
                  </a:lnTo>
                  <a:lnTo>
                    <a:pt x="6875880" y="796218"/>
                  </a:lnTo>
                  <a:lnTo>
                    <a:pt x="6889397" y="705466"/>
                  </a:lnTo>
                  <a:lnTo>
                    <a:pt x="6893903" y="720011"/>
                  </a:lnTo>
                  <a:lnTo>
                    <a:pt x="6898409" y="771238"/>
                  </a:lnTo>
                  <a:lnTo>
                    <a:pt x="6902915" y="795902"/>
                  </a:lnTo>
                  <a:lnTo>
                    <a:pt x="6907421" y="695663"/>
                  </a:lnTo>
                  <a:lnTo>
                    <a:pt x="6920938" y="738352"/>
                  </a:lnTo>
                  <a:lnTo>
                    <a:pt x="6925444" y="794321"/>
                  </a:lnTo>
                  <a:lnTo>
                    <a:pt x="6929950" y="779459"/>
                  </a:lnTo>
                  <a:lnTo>
                    <a:pt x="6934456" y="737087"/>
                  </a:lnTo>
                  <a:lnTo>
                    <a:pt x="6938961" y="695663"/>
                  </a:lnTo>
                  <a:lnTo>
                    <a:pt x="6952479" y="790210"/>
                  </a:lnTo>
                  <a:lnTo>
                    <a:pt x="6956985" y="794005"/>
                  </a:lnTo>
                  <a:lnTo>
                    <a:pt x="6961491" y="666888"/>
                  </a:lnTo>
                  <a:lnTo>
                    <a:pt x="6965996" y="727284"/>
                  </a:lnTo>
                  <a:lnTo>
                    <a:pt x="6988525" y="746573"/>
                  </a:lnTo>
                  <a:lnTo>
                    <a:pt x="6993031" y="679220"/>
                  </a:lnTo>
                  <a:lnTo>
                    <a:pt x="6997537" y="621038"/>
                  </a:lnTo>
                  <a:lnTo>
                    <a:pt x="7015560" y="789894"/>
                  </a:lnTo>
                  <a:lnTo>
                    <a:pt x="7020066" y="713055"/>
                  </a:lnTo>
                  <a:lnTo>
                    <a:pt x="7024572" y="795902"/>
                  </a:lnTo>
                  <a:lnTo>
                    <a:pt x="7029078" y="784518"/>
                  </a:lnTo>
                  <a:lnTo>
                    <a:pt x="7033584" y="796218"/>
                  </a:lnTo>
                  <a:lnTo>
                    <a:pt x="7047101" y="677007"/>
                  </a:lnTo>
                  <a:lnTo>
                    <a:pt x="7051607" y="634318"/>
                  </a:lnTo>
                  <a:lnTo>
                    <a:pt x="7056113" y="736138"/>
                  </a:lnTo>
                  <a:lnTo>
                    <a:pt x="7060619" y="708944"/>
                  </a:lnTo>
                  <a:lnTo>
                    <a:pt x="7065124" y="559376"/>
                  </a:lnTo>
                  <a:lnTo>
                    <a:pt x="7078642" y="790526"/>
                  </a:lnTo>
                  <a:lnTo>
                    <a:pt x="7083148" y="780092"/>
                  </a:lnTo>
                  <a:lnTo>
                    <a:pt x="7087653" y="713055"/>
                  </a:lnTo>
                  <a:lnTo>
                    <a:pt x="7092159" y="760486"/>
                  </a:lnTo>
                  <a:lnTo>
                    <a:pt x="7096665" y="787681"/>
                  </a:lnTo>
                  <a:lnTo>
                    <a:pt x="7110183" y="795902"/>
                  </a:lnTo>
                  <a:lnTo>
                    <a:pt x="7114688" y="796218"/>
                  </a:lnTo>
                  <a:lnTo>
                    <a:pt x="7123700" y="427833"/>
                  </a:lnTo>
                  <a:lnTo>
                    <a:pt x="7128206" y="748787"/>
                  </a:lnTo>
                  <a:lnTo>
                    <a:pt x="7141723" y="533763"/>
                  </a:lnTo>
                  <a:lnTo>
                    <a:pt x="7146229" y="780408"/>
                  </a:lnTo>
                  <a:lnTo>
                    <a:pt x="7150735" y="773451"/>
                  </a:lnTo>
                  <a:lnTo>
                    <a:pt x="7159747" y="796218"/>
                  </a:lnTo>
                  <a:lnTo>
                    <a:pt x="7173264" y="784835"/>
                  </a:lnTo>
                  <a:lnTo>
                    <a:pt x="7177770" y="796218"/>
                  </a:lnTo>
                  <a:lnTo>
                    <a:pt x="7182276" y="739933"/>
                  </a:lnTo>
                  <a:lnTo>
                    <a:pt x="7186782" y="523961"/>
                  </a:lnTo>
                  <a:lnTo>
                    <a:pt x="7191287" y="668469"/>
                  </a:lnTo>
                  <a:lnTo>
                    <a:pt x="7209311" y="528072"/>
                  </a:lnTo>
                  <a:lnTo>
                    <a:pt x="7213816" y="671631"/>
                  </a:lnTo>
                  <a:lnTo>
                    <a:pt x="7218322" y="596057"/>
                  </a:lnTo>
                  <a:lnTo>
                    <a:pt x="7222828" y="455975"/>
                  </a:lnTo>
                  <a:lnTo>
                    <a:pt x="7227334" y="756692"/>
                  </a:lnTo>
                  <a:lnTo>
                    <a:pt x="7236346" y="501194"/>
                  </a:lnTo>
                  <a:lnTo>
                    <a:pt x="7240851" y="679853"/>
                  </a:lnTo>
                  <a:lnTo>
                    <a:pt x="7245357" y="515107"/>
                  </a:lnTo>
                  <a:lnTo>
                    <a:pt x="7249863" y="568230"/>
                  </a:lnTo>
                  <a:lnTo>
                    <a:pt x="7254369" y="396212"/>
                  </a:lnTo>
                  <a:lnTo>
                    <a:pt x="7267886" y="746889"/>
                  </a:lnTo>
                  <a:lnTo>
                    <a:pt x="7272392" y="771238"/>
                  </a:lnTo>
                  <a:lnTo>
                    <a:pt x="7276898" y="761435"/>
                  </a:lnTo>
                  <a:lnTo>
                    <a:pt x="7281404" y="783886"/>
                  </a:lnTo>
                  <a:lnTo>
                    <a:pt x="7285910" y="787681"/>
                  </a:lnTo>
                  <a:lnTo>
                    <a:pt x="7299427" y="660880"/>
                  </a:lnTo>
                  <a:lnTo>
                    <a:pt x="7303933" y="762700"/>
                  </a:lnTo>
                  <a:lnTo>
                    <a:pt x="7308439" y="770921"/>
                  </a:lnTo>
                  <a:lnTo>
                    <a:pt x="7312944" y="794005"/>
                  </a:lnTo>
                  <a:lnTo>
                    <a:pt x="7317450" y="699774"/>
                  </a:lnTo>
                  <a:lnTo>
                    <a:pt x="7330968" y="693134"/>
                  </a:lnTo>
                  <a:lnTo>
                    <a:pt x="7335474" y="428781"/>
                  </a:lnTo>
                  <a:lnTo>
                    <a:pt x="7339979" y="738036"/>
                  </a:lnTo>
                  <a:lnTo>
                    <a:pt x="7344485" y="790210"/>
                  </a:lnTo>
                  <a:lnTo>
                    <a:pt x="7348991" y="548625"/>
                  </a:lnTo>
                  <a:lnTo>
                    <a:pt x="7362508" y="796218"/>
                  </a:lnTo>
                  <a:lnTo>
                    <a:pt x="7367014" y="796218"/>
                  </a:lnTo>
                  <a:lnTo>
                    <a:pt x="7371520" y="734873"/>
                  </a:lnTo>
                  <a:lnTo>
                    <a:pt x="7376026" y="394631"/>
                  </a:lnTo>
                  <a:lnTo>
                    <a:pt x="7380532" y="735506"/>
                  </a:lnTo>
                  <a:lnTo>
                    <a:pt x="7394049" y="593527"/>
                  </a:lnTo>
                  <a:lnTo>
                    <a:pt x="7398555" y="656453"/>
                  </a:lnTo>
                  <a:lnTo>
                    <a:pt x="7403061" y="620721"/>
                  </a:lnTo>
                  <a:lnTo>
                    <a:pt x="7407567" y="720960"/>
                  </a:lnTo>
                  <a:lnTo>
                    <a:pt x="7412072" y="785783"/>
                  </a:lnTo>
                  <a:lnTo>
                    <a:pt x="7425590" y="795270"/>
                  </a:lnTo>
                  <a:lnTo>
                    <a:pt x="7430096" y="730446"/>
                  </a:lnTo>
                  <a:lnTo>
                    <a:pt x="7434602" y="619140"/>
                  </a:lnTo>
                  <a:lnTo>
                    <a:pt x="7439107" y="754478"/>
                  </a:lnTo>
                  <a:lnTo>
                    <a:pt x="7443613" y="559693"/>
                  </a:lnTo>
                  <a:lnTo>
                    <a:pt x="7461637" y="713055"/>
                  </a:lnTo>
                  <a:lnTo>
                    <a:pt x="7466142" y="774084"/>
                  </a:lnTo>
                  <a:lnTo>
                    <a:pt x="7470648" y="796218"/>
                  </a:lnTo>
                  <a:lnTo>
                    <a:pt x="7475154" y="774400"/>
                  </a:lnTo>
                  <a:lnTo>
                    <a:pt x="7488671" y="771870"/>
                  </a:lnTo>
                  <a:lnTo>
                    <a:pt x="7493177" y="666256"/>
                  </a:lnTo>
                  <a:lnTo>
                    <a:pt x="7497683" y="791159"/>
                  </a:lnTo>
                  <a:lnTo>
                    <a:pt x="7502189" y="756060"/>
                  </a:lnTo>
                  <a:lnTo>
                    <a:pt x="7506695" y="658350"/>
                  </a:lnTo>
                  <a:lnTo>
                    <a:pt x="7520212" y="796218"/>
                  </a:lnTo>
                  <a:lnTo>
                    <a:pt x="7524718" y="796218"/>
                  </a:lnTo>
                  <a:lnTo>
                    <a:pt x="7529224" y="762068"/>
                  </a:lnTo>
                  <a:lnTo>
                    <a:pt x="7533730" y="481589"/>
                  </a:lnTo>
                  <a:lnTo>
                    <a:pt x="7538235" y="682382"/>
                  </a:lnTo>
                  <a:lnTo>
                    <a:pt x="7551753" y="796218"/>
                  </a:lnTo>
                  <a:lnTo>
                    <a:pt x="7556259" y="796218"/>
                  </a:lnTo>
                  <a:lnTo>
                    <a:pt x="7560765" y="667204"/>
                  </a:lnTo>
                  <a:lnTo>
                    <a:pt x="7565270" y="777246"/>
                  </a:lnTo>
                  <a:lnTo>
                    <a:pt x="7569776" y="781356"/>
                  </a:lnTo>
                  <a:lnTo>
                    <a:pt x="7583294" y="796218"/>
                  </a:lnTo>
                  <a:lnTo>
                    <a:pt x="7587799" y="594160"/>
                  </a:lnTo>
                  <a:lnTo>
                    <a:pt x="7592305" y="693766"/>
                  </a:lnTo>
                  <a:lnTo>
                    <a:pt x="7596811" y="795902"/>
                  </a:lnTo>
                  <a:lnTo>
                    <a:pt x="7601317" y="747206"/>
                  </a:lnTo>
                  <a:lnTo>
                    <a:pt x="7605823" y="672896"/>
                  </a:lnTo>
                  <a:lnTo>
                    <a:pt x="7614834" y="778194"/>
                  </a:lnTo>
                  <a:lnTo>
                    <a:pt x="7619340" y="725387"/>
                  </a:lnTo>
                  <a:lnTo>
                    <a:pt x="7623846" y="786416"/>
                  </a:lnTo>
                  <a:lnTo>
                    <a:pt x="7628352" y="795902"/>
                  </a:lnTo>
                  <a:lnTo>
                    <a:pt x="7632858" y="788945"/>
                  </a:lnTo>
                  <a:lnTo>
                    <a:pt x="7646375" y="794321"/>
                  </a:lnTo>
                  <a:lnTo>
                    <a:pt x="7650881" y="796218"/>
                  </a:lnTo>
                  <a:lnTo>
                    <a:pt x="7655387" y="796218"/>
                  </a:lnTo>
                  <a:lnTo>
                    <a:pt x="7659893" y="779459"/>
                  </a:lnTo>
                  <a:lnTo>
                    <a:pt x="7664398" y="784202"/>
                  </a:lnTo>
                  <a:lnTo>
                    <a:pt x="7668904" y="796218"/>
                  </a:lnTo>
                  <a:lnTo>
                    <a:pt x="7677916" y="771554"/>
                  </a:lnTo>
                  <a:lnTo>
                    <a:pt x="7682422" y="745308"/>
                  </a:lnTo>
                  <a:lnTo>
                    <a:pt x="7686927" y="439216"/>
                  </a:lnTo>
                  <a:lnTo>
                    <a:pt x="7691433" y="773135"/>
                  </a:lnTo>
                  <a:lnTo>
                    <a:pt x="7695939" y="796218"/>
                  </a:lnTo>
                  <a:lnTo>
                    <a:pt x="7700445" y="794953"/>
                  </a:lnTo>
                  <a:lnTo>
                    <a:pt x="7709457" y="620721"/>
                  </a:lnTo>
                  <a:lnTo>
                    <a:pt x="7713962" y="600800"/>
                  </a:lnTo>
                  <a:lnTo>
                    <a:pt x="7718468" y="666256"/>
                  </a:lnTo>
                  <a:lnTo>
                    <a:pt x="7722974" y="719695"/>
                  </a:lnTo>
                  <a:lnTo>
                    <a:pt x="7727480" y="508466"/>
                  </a:lnTo>
                  <a:lnTo>
                    <a:pt x="7740997" y="592895"/>
                  </a:lnTo>
                  <a:lnTo>
                    <a:pt x="7745503" y="793056"/>
                  </a:lnTo>
                  <a:lnTo>
                    <a:pt x="7750009" y="796218"/>
                  </a:lnTo>
                  <a:lnTo>
                    <a:pt x="7754515" y="787364"/>
                  </a:lnTo>
                  <a:lnTo>
                    <a:pt x="7759021" y="796218"/>
                  </a:lnTo>
                  <a:lnTo>
                    <a:pt x="7772538" y="595424"/>
                  </a:lnTo>
                  <a:lnTo>
                    <a:pt x="7777044" y="663410"/>
                  </a:lnTo>
                  <a:lnTo>
                    <a:pt x="7781550" y="473683"/>
                  </a:lnTo>
                  <a:lnTo>
                    <a:pt x="7786056" y="427833"/>
                  </a:lnTo>
                  <a:lnTo>
                    <a:pt x="7790561" y="705466"/>
                  </a:lnTo>
                  <a:lnTo>
                    <a:pt x="7804079" y="609970"/>
                  </a:lnTo>
                  <a:lnTo>
                    <a:pt x="7808585" y="609654"/>
                  </a:lnTo>
                  <a:lnTo>
                    <a:pt x="7813090" y="713371"/>
                  </a:lnTo>
                  <a:lnTo>
                    <a:pt x="7822102" y="744676"/>
                  </a:lnTo>
                  <a:lnTo>
                    <a:pt x="7835620" y="668469"/>
                  </a:lnTo>
                  <a:lnTo>
                    <a:pt x="7840125" y="640643"/>
                  </a:lnTo>
                  <a:lnTo>
                    <a:pt x="7844631" y="406647"/>
                  </a:lnTo>
                  <a:lnTo>
                    <a:pt x="7849137" y="683015"/>
                  </a:lnTo>
                  <a:lnTo>
                    <a:pt x="7853643" y="789894"/>
                  </a:lnTo>
                  <a:lnTo>
                    <a:pt x="7867160" y="692185"/>
                  </a:lnTo>
                  <a:lnTo>
                    <a:pt x="7871666" y="795902"/>
                  </a:lnTo>
                  <a:lnTo>
                    <a:pt x="7876172" y="783570"/>
                  </a:lnTo>
                  <a:lnTo>
                    <a:pt x="7880678" y="794005"/>
                  </a:lnTo>
                  <a:lnTo>
                    <a:pt x="7885184" y="761435"/>
                  </a:lnTo>
                  <a:lnTo>
                    <a:pt x="7898701" y="748470"/>
                  </a:lnTo>
                  <a:lnTo>
                    <a:pt x="7903207" y="783570"/>
                  </a:lnTo>
                  <a:lnTo>
                    <a:pt x="7907713" y="778194"/>
                  </a:lnTo>
                  <a:lnTo>
                    <a:pt x="7912218" y="795270"/>
                  </a:lnTo>
                  <a:lnTo>
                    <a:pt x="7916724" y="795902"/>
                  </a:lnTo>
                  <a:lnTo>
                    <a:pt x="7930242" y="759538"/>
                  </a:lnTo>
                  <a:lnTo>
                    <a:pt x="7934748" y="776929"/>
                  </a:lnTo>
                  <a:lnTo>
                    <a:pt x="7939253" y="793372"/>
                  </a:lnTo>
                  <a:lnTo>
                    <a:pt x="7943759" y="796218"/>
                  </a:lnTo>
                  <a:lnTo>
                    <a:pt x="7948265" y="787048"/>
                  </a:lnTo>
                  <a:lnTo>
                    <a:pt x="7961782" y="795586"/>
                  </a:lnTo>
                  <a:lnTo>
                    <a:pt x="7966288" y="795902"/>
                  </a:lnTo>
                  <a:lnTo>
                    <a:pt x="7970794" y="795586"/>
                  </a:lnTo>
                  <a:lnTo>
                    <a:pt x="7975300" y="795902"/>
                  </a:lnTo>
                  <a:lnTo>
                    <a:pt x="7979806" y="795902"/>
                  </a:lnTo>
                  <a:lnTo>
                    <a:pt x="7993323" y="672264"/>
                  </a:lnTo>
                  <a:lnTo>
                    <a:pt x="7997829" y="795586"/>
                  </a:lnTo>
                  <a:lnTo>
                    <a:pt x="8002335" y="722541"/>
                  </a:lnTo>
                  <a:lnTo>
                    <a:pt x="8006841" y="778194"/>
                  </a:lnTo>
                  <a:lnTo>
                    <a:pt x="8011346" y="795902"/>
                  </a:lnTo>
                  <a:lnTo>
                    <a:pt x="8024864" y="617559"/>
                  </a:lnTo>
                  <a:lnTo>
                    <a:pt x="8029370" y="415184"/>
                  </a:lnTo>
                  <a:lnTo>
                    <a:pt x="8033876" y="715585"/>
                  </a:lnTo>
                  <a:lnTo>
                    <a:pt x="8038381" y="768076"/>
                  </a:lnTo>
                  <a:lnTo>
                    <a:pt x="8042887" y="717482"/>
                  </a:lnTo>
                  <a:lnTo>
                    <a:pt x="8056405" y="666256"/>
                  </a:lnTo>
                  <a:lnTo>
                    <a:pt x="8060910" y="716533"/>
                  </a:lnTo>
                  <a:lnTo>
                    <a:pt x="8065416" y="589733"/>
                  </a:lnTo>
                  <a:lnTo>
                    <a:pt x="8069922" y="730446"/>
                  </a:lnTo>
                  <a:lnTo>
                    <a:pt x="8074428" y="796218"/>
                  </a:lnTo>
                  <a:lnTo>
                    <a:pt x="8087945" y="708628"/>
                  </a:lnTo>
                  <a:lnTo>
                    <a:pt x="8092451" y="753846"/>
                  </a:lnTo>
                  <a:lnTo>
                    <a:pt x="8096957" y="778194"/>
                  </a:lnTo>
                  <a:lnTo>
                    <a:pt x="8101463" y="488229"/>
                  </a:lnTo>
                  <a:lnTo>
                    <a:pt x="8105969" y="703252"/>
                  </a:lnTo>
                  <a:lnTo>
                    <a:pt x="8119486" y="748470"/>
                  </a:lnTo>
                  <a:lnTo>
                    <a:pt x="8123992" y="794953"/>
                  </a:lnTo>
                  <a:lnTo>
                    <a:pt x="8128498" y="796218"/>
                  </a:lnTo>
                  <a:lnTo>
                    <a:pt x="8133004" y="796218"/>
                  </a:lnTo>
                  <a:lnTo>
                    <a:pt x="8137509" y="796218"/>
                  </a:lnTo>
                  <a:lnTo>
                    <a:pt x="8151027" y="774400"/>
                  </a:lnTo>
                  <a:lnTo>
                    <a:pt x="8155533" y="793372"/>
                  </a:lnTo>
                  <a:lnTo>
                    <a:pt x="8160039" y="760803"/>
                  </a:lnTo>
                  <a:lnTo>
                    <a:pt x="8164544" y="651394"/>
                  </a:lnTo>
                  <a:lnTo>
                    <a:pt x="8169050" y="777246"/>
                  </a:lnTo>
                  <a:lnTo>
                    <a:pt x="8182568" y="774400"/>
                  </a:lnTo>
                  <a:lnTo>
                    <a:pt x="8200591" y="796218"/>
                  </a:lnTo>
                  <a:lnTo>
                    <a:pt x="8250155" y="745625"/>
                  </a:lnTo>
                  <a:lnTo>
                    <a:pt x="8254661" y="616294"/>
                  </a:lnTo>
                  <a:lnTo>
                    <a:pt x="8259167" y="610603"/>
                  </a:lnTo>
                  <a:lnTo>
                    <a:pt x="8263672" y="763649"/>
                  </a:lnTo>
                  <a:lnTo>
                    <a:pt x="8277190" y="796218"/>
                  </a:lnTo>
                  <a:lnTo>
                    <a:pt x="8281696" y="782305"/>
                  </a:lnTo>
                  <a:lnTo>
                    <a:pt x="8286201" y="781356"/>
                  </a:lnTo>
                  <a:lnTo>
                    <a:pt x="8290707" y="796218"/>
                  </a:lnTo>
                  <a:lnTo>
                    <a:pt x="8295213" y="796218"/>
                  </a:lnTo>
                  <a:lnTo>
                    <a:pt x="8308731" y="796218"/>
                  </a:lnTo>
                  <a:lnTo>
                    <a:pt x="8313236" y="796218"/>
                  </a:lnTo>
                  <a:lnTo>
                    <a:pt x="8317742" y="671631"/>
                  </a:lnTo>
                  <a:lnTo>
                    <a:pt x="8322248" y="745308"/>
                  </a:lnTo>
                  <a:lnTo>
                    <a:pt x="8326754" y="705782"/>
                  </a:lnTo>
                  <a:lnTo>
                    <a:pt x="8340271" y="694715"/>
                  </a:lnTo>
                  <a:lnTo>
                    <a:pt x="8344777" y="668469"/>
                  </a:lnTo>
                  <a:lnTo>
                    <a:pt x="8349283" y="745308"/>
                  </a:lnTo>
                  <a:lnTo>
                    <a:pt x="8353789" y="714636"/>
                  </a:lnTo>
                  <a:lnTo>
                    <a:pt x="8358295" y="795902"/>
                  </a:lnTo>
                  <a:lnTo>
                    <a:pt x="8371812" y="796218"/>
                  </a:lnTo>
                  <a:lnTo>
                    <a:pt x="8376318" y="795902"/>
                  </a:lnTo>
                  <a:lnTo>
                    <a:pt x="8380824" y="794953"/>
                  </a:lnTo>
                  <a:lnTo>
                    <a:pt x="8385329" y="795586"/>
                  </a:lnTo>
                  <a:lnTo>
                    <a:pt x="8389835" y="796218"/>
                  </a:lnTo>
                  <a:lnTo>
                    <a:pt x="8403353" y="738668"/>
                  </a:lnTo>
                  <a:lnTo>
                    <a:pt x="8407859" y="730130"/>
                  </a:lnTo>
                  <a:lnTo>
                    <a:pt x="8412364" y="695663"/>
                  </a:lnTo>
                  <a:lnTo>
                    <a:pt x="8421376" y="787364"/>
                  </a:lnTo>
                  <a:lnTo>
                    <a:pt x="8434894" y="796218"/>
                  </a:lnTo>
                  <a:lnTo>
                    <a:pt x="8439399" y="796218"/>
                  </a:lnTo>
                  <a:lnTo>
                    <a:pt x="8443905" y="796218"/>
                  </a:lnTo>
                  <a:lnTo>
                    <a:pt x="8448411" y="791475"/>
                  </a:lnTo>
                  <a:lnTo>
                    <a:pt x="8452917" y="794637"/>
                  </a:lnTo>
                  <a:lnTo>
                    <a:pt x="8466434" y="750684"/>
                  </a:lnTo>
                  <a:lnTo>
                    <a:pt x="8470940" y="717166"/>
                  </a:lnTo>
                  <a:lnTo>
                    <a:pt x="8475446" y="698825"/>
                  </a:lnTo>
                  <a:lnTo>
                    <a:pt x="8479952" y="729182"/>
                  </a:lnTo>
                  <a:lnTo>
                    <a:pt x="8484458" y="743095"/>
                  </a:lnTo>
                  <a:lnTo>
                    <a:pt x="8497975" y="796218"/>
                  </a:lnTo>
                  <a:lnTo>
                    <a:pt x="8502481" y="796218"/>
                  </a:lnTo>
                  <a:lnTo>
                    <a:pt x="8506987" y="796218"/>
                  </a:lnTo>
                  <a:lnTo>
                    <a:pt x="8511492" y="796218"/>
                  </a:lnTo>
                  <a:lnTo>
                    <a:pt x="8515998" y="796218"/>
                  </a:lnTo>
                  <a:lnTo>
                    <a:pt x="8529516" y="791791"/>
                  </a:lnTo>
                  <a:lnTo>
                    <a:pt x="8534022" y="773451"/>
                  </a:lnTo>
                  <a:lnTo>
                    <a:pt x="8538527" y="747838"/>
                  </a:lnTo>
                  <a:lnTo>
                    <a:pt x="8543033" y="742146"/>
                  </a:lnTo>
                  <a:lnTo>
                    <a:pt x="8547539" y="775665"/>
                  </a:lnTo>
                  <a:lnTo>
                    <a:pt x="8561056" y="795586"/>
                  </a:lnTo>
                  <a:lnTo>
                    <a:pt x="8565562" y="796218"/>
                  </a:lnTo>
                  <a:lnTo>
                    <a:pt x="8570068" y="796218"/>
                  </a:lnTo>
                  <a:lnTo>
                    <a:pt x="8574574" y="796218"/>
                  </a:lnTo>
                  <a:lnTo>
                    <a:pt x="8579080" y="796218"/>
                  </a:lnTo>
                  <a:lnTo>
                    <a:pt x="8592597" y="733925"/>
                  </a:lnTo>
                  <a:lnTo>
                    <a:pt x="8597103" y="770289"/>
                  </a:lnTo>
                  <a:lnTo>
                    <a:pt x="8606115" y="794321"/>
                  </a:lnTo>
                  <a:lnTo>
                    <a:pt x="8610620" y="785151"/>
                  </a:lnTo>
                  <a:lnTo>
                    <a:pt x="8624138" y="777246"/>
                  </a:lnTo>
                  <a:lnTo>
                    <a:pt x="8628644" y="795902"/>
                  </a:lnTo>
                  <a:lnTo>
                    <a:pt x="8633150" y="796218"/>
                  </a:lnTo>
                  <a:lnTo>
                    <a:pt x="8637655" y="796218"/>
                  </a:lnTo>
                  <a:lnTo>
                    <a:pt x="8642161" y="796218"/>
                  </a:lnTo>
                  <a:lnTo>
                    <a:pt x="8655679" y="796218"/>
                  </a:lnTo>
                  <a:lnTo>
                    <a:pt x="8660184" y="796218"/>
                  </a:lnTo>
                  <a:lnTo>
                    <a:pt x="8664690" y="796218"/>
                  </a:lnTo>
                  <a:lnTo>
                    <a:pt x="8669196" y="796218"/>
                  </a:lnTo>
                  <a:lnTo>
                    <a:pt x="8673702" y="796218"/>
                  </a:lnTo>
                  <a:lnTo>
                    <a:pt x="8687219" y="794321"/>
                  </a:lnTo>
                  <a:lnTo>
                    <a:pt x="8691725" y="762700"/>
                  </a:lnTo>
                  <a:lnTo>
                    <a:pt x="8696231" y="772819"/>
                  </a:lnTo>
                  <a:lnTo>
                    <a:pt x="8700737" y="688390"/>
                  </a:lnTo>
                  <a:lnTo>
                    <a:pt x="8723266" y="777562"/>
                  </a:lnTo>
                  <a:lnTo>
                    <a:pt x="8727772" y="543250"/>
                  </a:lnTo>
                  <a:lnTo>
                    <a:pt x="8732278" y="624832"/>
                  </a:lnTo>
                  <a:lnTo>
                    <a:pt x="8736783" y="778510"/>
                  </a:lnTo>
                  <a:lnTo>
                    <a:pt x="8750301" y="796218"/>
                  </a:lnTo>
                  <a:lnTo>
                    <a:pt x="8754807" y="796218"/>
                  </a:lnTo>
                  <a:lnTo>
                    <a:pt x="8759313" y="796218"/>
                  </a:lnTo>
                  <a:lnTo>
                    <a:pt x="8768324" y="782621"/>
                  </a:lnTo>
                  <a:lnTo>
                    <a:pt x="8781842" y="750684"/>
                  </a:lnTo>
                  <a:lnTo>
                    <a:pt x="8786347" y="796218"/>
                  </a:lnTo>
                  <a:lnTo>
                    <a:pt x="8790853" y="795586"/>
                  </a:lnTo>
                  <a:lnTo>
                    <a:pt x="8795359" y="796218"/>
                  </a:lnTo>
                  <a:lnTo>
                    <a:pt x="8799865" y="796218"/>
                  </a:lnTo>
                  <a:lnTo>
                    <a:pt x="8813382" y="796218"/>
                  </a:lnTo>
                  <a:lnTo>
                    <a:pt x="8817888" y="796218"/>
                  </a:lnTo>
                  <a:lnTo>
                    <a:pt x="8822394" y="796218"/>
                  </a:lnTo>
                  <a:lnTo>
                    <a:pt x="8826900" y="791791"/>
                  </a:lnTo>
                  <a:lnTo>
                    <a:pt x="8831406" y="760170"/>
                  </a:lnTo>
                  <a:lnTo>
                    <a:pt x="8844923" y="796218"/>
                  </a:lnTo>
                  <a:lnTo>
                    <a:pt x="8849429" y="796218"/>
                  </a:lnTo>
                  <a:lnTo>
                    <a:pt x="8853935" y="757957"/>
                  </a:lnTo>
                  <a:lnTo>
                    <a:pt x="8858441" y="752265"/>
                  </a:lnTo>
                  <a:lnTo>
                    <a:pt x="8862946" y="778510"/>
                  </a:lnTo>
                  <a:lnTo>
                    <a:pt x="8876464" y="763332"/>
                  </a:lnTo>
                  <a:lnTo>
                    <a:pt x="8880970" y="642540"/>
                  </a:lnTo>
                  <a:lnTo>
                    <a:pt x="8885475" y="605543"/>
                  </a:lnTo>
                  <a:lnTo>
                    <a:pt x="8894487" y="796218"/>
                  </a:lnTo>
                  <a:lnTo>
                    <a:pt x="8908005" y="672264"/>
                  </a:lnTo>
                  <a:lnTo>
                    <a:pt x="8912510" y="765230"/>
                  </a:lnTo>
                  <a:lnTo>
                    <a:pt x="8917016" y="674793"/>
                  </a:lnTo>
                  <a:lnTo>
                    <a:pt x="8921522" y="667837"/>
                  </a:lnTo>
                  <a:lnTo>
                    <a:pt x="8926028" y="705782"/>
                  </a:lnTo>
                  <a:lnTo>
                    <a:pt x="8944051" y="750368"/>
                  </a:lnTo>
                  <a:lnTo>
                    <a:pt x="8948557" y="796218"/>
                  </a:lnTo>
                  <a:lnTo>
                    <a:pt x="8953063" y="796218"/>
                  </a:lnTo>
                  <a:lnTo>
                    <a:pt x="8957569" y="796218"/>
                  </a:lnTo>
                  <a:lnTo>
                    <a:pt x="8971086" y="795586"/>
                  </a:lnTo>
                  <a:lnTo>
                    <a:pt x="8975592" y="796218"/>
                  </a:lnTo>
                  <a:lnTo>
                    <a:pt x="8980098" y="796218"/>
                  </a:lnTo>
                  <a:lnTo>
                    <a:pt x="8984603" y="796218"/>
                  </a:lnTo>
                  <a:lnTo>
                    <a:pt x="8989109" y="796218"/>
                  </a:lnTo>
                  <a:lnTo>
                    <a:pt x="8993615" y="796218"/>
                  </a:lnTo>
                  <a:lnTo>
                    <a:pt x="9002627" y="735822"/>
                  </a:lnTo>
                  <a:lnTo>
                    <a:pt x="9007133" y="733609"/>
                  </a:lnTo>
                  <a:lnTo>
                    <a:pt x="9011638" y="732344"/>
                  </a:lnTo>
                  <a:lnTo>
                    <a:pt x="9016144" y="633686"/>
                  </a:lnTo>
                  <a:lnTo>
                    <a:pt x="9020650" y="761751"/>
                  </a:lnTo>
                  <a:lnTo>
                    <a:pt x="9034167" y="796218"/>
                  </a:lnTo>
                  <a:lnTo>
                    <a:pt x="9038673" y="794953"/>
                  </a:lnTo>
                  <a:lnTo>
                    <a:pt x="9043179" y="698544"/>
                  </a:lnTo>
                  <a:lnTo>
                    <a:pt x="9047685" y="762068"/>
                  </a:lnTo>
                  <a:lnTo>
                    <a:pt x="9052191" y="796218"/>
                  </a:lnTo>
                  <a:lnTo>
                    <a:pt x="9065708" y="562925"/>
                  </a:lnTo>
                  <a:lnTo>
                    <a:pt x="9070214" y="738352"/>
                  </a:lnTo>
                  <a:lnTo>
                    <a:pt x="9074720" y="792108"/>
                  </a:lnTo>
                  <a:lnTo>
                    <a:pt x="9079226" y="763649"/>
                  </a:lnTo>
                  <a:lnTo>
                    <a:pt x="9083732" y="723490"/>
                  </a:lnTo>
                  <a:lnTo>
                    <a:pt x="9097249" y="683647"/>
                  </a:lnTo>
                  <a:lnTo>
                    <a:pt x="9101755" y="705150"/>
                  </a:lnTo>
                  <a:lnTo>
                    <a:pt x="9106261" y="582460"/>
                  </a:lnTo>
                  <a:lnTo>
                    <a:pt x="9110766" y="689655"/>
                  </a:lnTo>
                  <a:lnTo>
                    <a:pt x="9115272" y="747206"/>
                  </a:lnTo>
                  <a:lnTo>
                    <a:pt x="9128790" y="577717"/>
                  </a:lnTo>
                  <a:lnTo>
                    <a:pt x="9133296" y="629575"/>
                  </a:lnTo>
                  <a:lnTo>
                    <a:pt x="9137801" y="700723"/>
                  </a:lnTo>
                  <a:lnTo>
                    <a:pt x="9142307" y="725071"/>
                  </a:lnTo>
                  <a:lnTo>
                    <a:pt x="9146813" y="711790"/>
                  </a:lnTo>
                  <a:lnTo>
                    <a:pt x="9160330" y="761119"/>
                  </a:lnTo>
                  <a:lnTo>
                    <a:pt x="9164836" y="677639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26" name="pg6">
              <a:extLst>
                <a:ext uri="{FF2B5EF4-FFF2-40B4-BE49-F238E27FC236}">
                  <a16:creationId xmlns:a16="http://schemas.microsoft.com/office/drawing/2014/main" id="{D2C1B551-9905-4D6B-BCE3-417AFA94FC1A}"/>
                </a:ext>
              </a:extLst>
            </p:cNvPr>
            <p:cNvSpPr/>
            <p:nvPr/>
          </p:nvSpPr>
          <p:spPr>
            <a:xfrm>
              <a:off x="1014326" y="4189632"/>
              <a:ext cx="5116219" cy="1917073"/>
            </a:xfrm>
            <a:custGeom>
              <a:avLst/>
              <a:gdLst/>
              <a:ahLst/>
              <a:cxnLst/>
              <a:rect l="0" t="0" r="0" b="0"/>
              <a:pathLst>
                <a:path w="9164836" h="3380293">
                  <a:moveTo>
                    <a:pt x="0" y="3171594"/>
                  </a:moveTo>
                  <a:lnTo>
                    <a:pt x="13517" y="3326537"/>
                  </a:lnTo>
                  <a:lnTo>
                    <a:pt x="18023" y="3329699"/>
                  </a:lnTo>
                  <a:lnTo>
                    <a:pt x="22529" y="2950246"/>
                  </a:lnTo>
                  <a:lnTo>
                    <a:pt x="27034" y="3035623"/>
                  </a:lnTo>
                  <a:lnTo>
                    <a:pt x="31540" y="3288592"/>
                  </a:lnTo>
                  <a:lnTo>
                    <a:pt x="45058" y="3348672"/>
                  </a:lnTo>
                  <a:lnTo>
                    <a:pt x="49564" y="3326537"/>
                  </a:lnTo>
                  <a:lnTo>
                    <a:pt x="54069" y="3332861"/>
                  </a:lnTo>
                  <a:lnTo>
                    <a:pt x="58575" y="3380293"/>
                  </a:lnTo>
                  <a:lnTo>
                    <a:pt x="63081" y="3225350"/>
                  </a:lnTo>
                  <a:lnTo>
                    <a:pt x="76598" y="3380293"/>
                  </a:lnTo>
                  <a:lnTo>
                    <a:pt x="81104" y="3380293"/>
                  </a:lnTo>
                  <a:lnTo>
                    <a:pt x="85610" y="3377131"/>
                  </a:lnTo>
                  <a:lnTo>
                    <a:pt x="90116" y="3380293"/>
                  </a:lnTo>
                  <a:lnTo>
                    <a:pt x="94622" y="3370807"/>
                  </a:lnTo>
                  <a:lnTo>
                    <a:pt x="108139" y="2981867"/>
                  </a:lnTo>
                  <a:lnTo>
                    <a:pt x="112645" y="2959733"/>
                  </a:lnTo>
                  <a:lnTo>
                    <a:pt x="117151" y="2447471"/>
                  </a:lnTo>
                  <a:lnTo>
                    <a:pt x="121657" y="3282268"/>
                  </a:lnTo>
                  <a:lnTo>
                    <a:pt x="126162" y="3339186"/>
                  </a:lnTo>
                  <a:lnTo>
                    <a:pt x="139680" y="2279879"/>
                  </a:lnTo>
                  <a:lnTo>
                    <a:pt x="144186" y="3219025"/>
                  </a:lnTo>
                  <a:lnTo>
                    <a:pt x="148692" y="3354996"/>
                  </a:lnTo>
                  <a:lnTo>
                    <a:pt x="153197" y="3377131"/>
                  </a:lnTo>
                  <a:lnTo>
                    <a:pt x="157703" y="3373969"/>
                  </a:lnTo>
                  <a:lnTo>
                    <a:pt x="171221" y="2956570"/>
                  </a:lnTo>
                  <a:lnTo>
                    <a:pt x="175726" y="3086217"/>
                  </a:lnTo>
                  <a:lnTo>
                    <a:pt x="180232" y="3234836"/>
                  </a:lnTo>
                  <a:lnTo>
                    <a:pt x="184738" y="3111514"/>
                  </a:lnTo>
                  <a:lnTo>
                    <a:pt x="189244" y="3332861"/>
                  </a:lnTo>
                  <a:lnTo>
                    <a:pt x="202761" y="3092541"/>
                  </a:lnTo>
                  <a:lnTo>
                    <a:pt x="207267" y="3206377"/>
                  </a:lnTo>
                  <a:lnTo>
                    <a:pt x="211773" y="3184242"/>
                  </a:lnTo>
                  <a:lnTo>
                    <a:pt x="216279" y="3165270"/>
                  </a:lnTo>
                  <a:lnTo>
                    <a:pt x="220785" y="3301240"/>
                  </a:lnTo>
                  <a:lnTo>
                    <a:pt x="234302" y="2817438"/>
                  </a:lnTo>
                  <a:lnTo>
                    <a:pt x="238808" y="3086217"/>
                  </a:lnTo>
                  <a:lnTo>
                    <a:pt x="243314" y="3206377"/>
                  </a:lnTo>
                  <a:lnTo>
                    <a:pt x="247820" y="2893328"/>
                  </a:lnTo>
                  <a:lnTo>
                    <a:pt x="252325" y="2994516"/>
                  </a:lnTo>
                  <a:lnTo>
                    <a:pt x="265843" y="3158945"/>
                  </a:lnTo>
                  <a:lnTo>
                    <a:pt x="270349" y="3279105"/>
                  </a:lnTo>
                  <a:lnTo>
                    <a:pt x="274854" y="3304402"/>
                  </a:lnTo>
                  <a:lnTo>
                    <a:pt x="279360" y="2868031"/>
                  </a:lnTo>
                  <a:lnTo>
                    <a:pt x="283866" y="3133649"/>
                  </a:lnTo>
                  <a:lnTo>
                    <a:pt x="297384" y="3158945"/>
                  </a:lnTo>
                  <a:lnTo>
                    <a:pt x="301889" y="2823762"/>
                  </a:lnTo>
                  <a:lnTo>
                    <a:pt x="306395" y="2754196"/>
                  </a:lnTo>
                  <a:lnTo>
                    <a:pt x="310901" y="3275943"/>
                  </a:lnTo>
                  <a:lnTo>
                    <a:pt x="315407" y="3228512"/>
                  </a:lnTo>
                  <a:lnTo>
                    <a:pt x="328924" y="3380293"/>
                  </a:lnTo>
                  <a:lnTo>
                    <a:pt x="333430" y="3380293"/>
                  </a:lnTo>
                  <a:lnTo>
                    <a:pt x="337936" y="3323375"/>
                  </a:lnTo>
                  <a:lnTo>
                    <a:pt x="342442" y="3367644"/>
                  </a:lnTo>
                  <a:lnTo>
                    <a:pt x="346948" y="2858545"/>
                  </a:lnTo>
                  <a:lnTo>
                    <a:pt x="360465" y="3380293"/>
                  </a:lnTo>
                  <a:lnTo>
                    <a:pt x="364971" y="3380293"/>
                  </a:lnTo>
                  <a:lnTo>
                    <a:pt x="369477" y="3380293"/>
                  </a:lnTo>
                  <a:lnTo>
                    <a:pt x="373983" y="3380293"/>
                  </a:lnTo>
                  <a:lnTo>
                    <a:pt x="378488" y="3380293"/>
                  </a:lnTo>
                  <a:lnTo>
                    <a:pt x="382994" y="3317051"/>
                  </a:lnTo>
                  <a:lnTo>
                    <a:pt x="392006" y="3187404"/>
                  </a:lnTo>
                  <a:lnTo>
                    <a:pt x="396512" y="3377131"/>
                  </a:lnTo>
                  <a:lnTo>
                    <a:pt x="401017" y="3380293"/>
                  </a:lnTo>
                  <a:lnTo>
                    <a:pt x="405523" y="3323375"/>
                  </a:lnTo>
                  <a:lnTo>
                    <a:pt x="410029" y="3373969"/>
                  </a:lnTo>
                  <a:lnTo>
                    <a:pt x="423547" y="3380293"/>
                  </a:lnTo>
                  <a:lnTo>
                    <a:pt x="428052" y="3380293"/>
                  </a:lnTo>
                  <a:lnTo>
                    <a:pt x="432558" y="3380293"/>
                  </a:lnTo>
                  <a:lnTo>
                    <a:pt x="437064" y="3380293"/>
                  </a:lnTo>
                  <a:lnTo>
                    <a:pt x="446076" y="3380293"/>
                  </a:lnTo>
                  <a:lnTo>
                    <a:pt x="459593" y="3380293"/>
                  </a:lnTo>
                  <a:lnTo>
                    <a:pt x="464099" y="3380293"/>
                  </a:lnTo>
                  <a:lnTo>
                    <a:pt x="468605" y="3380293"/>
                  </a:lnTo>
                  <a:lnTo>
                    <a:pt x="473111" y="3380293"/>
                  </a:lnTo>
                  <a:lnTo>
                    <a:pt x="486628" y="3380293"/>
                  </a:lnTo>
                  <a:lnTo>
                    <a:pt x="491134" y="3380293"/>
                  </a:lnTo>
                  <a:lnTo>
                    <a:pt x="495640" y="3380293"/>
                  </a:lnTo>
                  <a:lnTo>
                    <a:pt x="500145" y="3380293"/>
                  </a:lnTo>
                  <a:lnTo>
                    <a:pt x="504651" y="3380293"/>
                  </a:lnTo>
                  <a:lnTo>
                    <a:pt x="518169" y="3361320"/>
                  </a:lnTo>
                  <a:lnTo>
                    <a:pt x="522675" y="2804789"/>
                  </a:lnTo>
                  <a:lnTo>
                    <a:pt x="527180" y="3035623"/>
                  </a:lnTo>
                  <a:lnTo>
                    <a:pt x="531686" y="2981867"/>
                  </a:lnTo>
                  <a:lnTo>
                    <a:pt x="549709" y="3111514"/>
                  </a:lnTo>
                  <a:lnTo>
                    <a:pt x="558721" y="3380293"/>
                  </a:lnTo>
                  <a:lnTo>
                    <a:pt x="563227" y="3380293"/>
                  </a:lnTo>
                  <a:lnTo>
                    <a:pt x="567733" y="3380293"/>
                  </a:lnTo>
                  <a:lnTo>
                    <a:pt x="581250" y="2599252"/>
                  </a:lnTo>
                  <a:lnTo>
                    <a:pt x="585756" y="3266457"/>
                  </a:lnTo>
                  <a:lnTo>
                    <a:pt x="590262" y="3004002"/>
                  </a:lnTo>
                  <a:lnTo>
                    <a:pt x="594768" y="3149459"/>
                  </a:lnTo>
                  <a:lnTo>
                    <a:pt x="599273" y="3329699"/>
                  </a:lnTo>
                  <a:lnTo>
                    <a:pt x="612791" y="3361320"/>
                  </a:lnTo>
                  <a:lnTo>
                    <a:pt x="617297" y="3380293"/>
                  </a:lnTo>
                  <a:lnTo>
                    <a:pt x="621803" y="3380293"/>
                  </a:lnTo>
                  <a:lnTo>
                    <a:pt x="630814" y="3086217"/>
                  </a:lnTo>
                  <a:lnTo>
                    <a:pt x="644332" y="3275943"/>
                  </a:lnTo>
                  <a:lnTo>
                    <a:pt x="648838" y="3380293"/>
                  </a:lnTo>
                  <a:lnTo>
                    <a:pt x="653343" y="3225350"/>
                  </a:lnTo>
                  <a:lnTo>
                    <a:pt x="657849" y="3361320"/>
                  </a:lnTo>
                  <a:lnTo>
                    <a:pt x="662355" y="3380293"/>
                  </a:lnTo>
                  <a:lnTo>
                    <a:pt x="680378" y="3237998"/>
                  </a:lnTo>
                  <a:lnTo>
                    <a:pt x="684884" y="3095703"/>
                  </a:lnTo>
                  <a:lnTo>
                    <a:pt x="689390" y="3016651"/>
                  </a:lnTo>
                  <a:lnTo>
                    <a:pt x="693896" y="2868031"/>
                  </a:lnTo>
                  <a:lnTo>
                    <a:pt x="707413" y="3007164"/>
                  </a:lnTo>
                  <a:lnTo>
                    <a:pt x="711919" y="3124162"/>
                  </a:lnTo>
                  <a:lnTo>
                    <a:pt x="716425" y="3057758"/>
                  </a:lnTo>
                  <a:lnTo>
                    <a:pt x="720931" y="3193729"/>
                  </a:lnTo>
                  <a:lnTo>
                    <a:pt x="725436" y="3225350"/>
                  </a:lnTo>
                  <a:lnTo>
                    <a:pt x="738954" y="2520200"/>
                  </a:lnTo>
                  <a:lnTo>
                    <a:pt x="743460" y="3076731"/>
                  </a:lnTo>
                  <a:lnTo>
                    <a:pt x="747966" y="2754196"/>
                  </a:lnTo>
                  <a:lnTo>
                    <a:pt x="752471" y="3304402"/>
                  </a:lnTo>
                  <a:lnTo>
                    <a:pt x="756977" y="3010326"/>
                  </a:lnTo>
                  <a:lnTo>
                    <a:pt x="770495" y="3380293"/>
                  </a:lnTo>
                  <a:lnTo>
                    <a:pt x="775000" y="3380293"/>
                  </a:lnTo>
                  <a:lnTo>
                    <a:pt x="779506" y="3304402"/>
                  </a:lnTo>
                  <a:lnTo>
                    <a:pt x="784012" y="3377131"/>
                  </a:lnTo>
                  <a:lnTo>
                    <a:pt x="788518" y="2599252"/>
                  </a:lnTo>
                  <a:lnTo>
                    <a:pt x="802035" y="3041947"/>
                  </a:lnTo>
                  <a:lnTo>
                    <a:pt x="806541" y="3209539"/>
                  </a:lnTo>
                  <a:lnTo>
                    <a:pt x="815553" y="2826924"/>
                  </a:lnTo>
                  <a:lnTo>
                    <a:pt x="820059" y="3367644"/>
                  </a:lnTo>
                  <a:lnTo>
                    <a:pt x="833576" y="3174756"/>
                  </a:lnTo>
                  <a:lnTo>
                    <a:pt x="838082" y="3320213"/>
                  </a:lnTo>
                  <a:lnTo>
                    <a:pt x="842588" y="3127324"/>
                  </a:lnTo>
                  <a:lnTo>
                    <a:pt x="847094" y="2599252"/>
                  </a:lnTo>
                  <a:lnTo>
                    <a:pt x="851599" y="2219799"/>
                  </a:lnTo>
                  <a:lnTo>
                    <a:pt x="865117" y="3380293"/>
                  </a:lnTo>
                  <a:lnTo>
                    <a:pt x="869623" y="3162107"/>
                  </a:lnTo>
                  <a:lnTo>
                    <a:pt x="896658" y="3377131"/>
                  </a:lnTo>
                  <a:lnTo>
                    <a:pt x="901163" y="3149459"/>
                  </a:lnTo>
                  <a:lnTo>
                    <a:pt x="905669" y="3336023"/>
                  </a:lnTo>
                  <a:lnTo>
                    <a:pt x="910175" y="3380293"/>
                  </a:lnTo>
                  <a:lnTo>
                    <a:pt x="914681" y="3361320"/>
                  </a:lnTo>
                  <a:lnTo>
                    <a:pt x="928198" y="3370807"/>
                  </a:lnTo>
                  <a:lnTo>
                    <a:pt x="932704" y="3298078"/>
                  </a:lnTo>
                  <a:lnTo>
                    <a:pt x="937210" y="3358158"/>
                  </a:lnTo>
                  <a:lnTo>
                    <a:pt x="941716" y="3380293"/>
                  </a:lnTo>
                  <a:lnTo>
                    <a:pt x="946222" y="3373969"/>
                  </a:lnTo>
                  <a:lnTo>
                    <a:pt x="959739" y="2093315"/>
                  </a:lnTo>
                  <a:lnTo>
                    <a:pt x="964245" y="3054596"/>
                  </a:lnTo>
                  <a:lnTo>
                    <a:pt x="968751" y="3380293"/>
                  </a:lnTo>
                  <a:lnTo>
                    <a:pt x="973257" y="3380293"/>
                  </a:lnTo>
                  <a:lnTo>
                    <a:pt x="977762" y="3380293"/>
                  </a:lnTo>
                  <a:lnTo>
                    <a:pt x="991280" y="2788979"/>
                  </a:lnTo>
                  <a:lnTo>
                    <a:pt x="995786" y="2890166"/>
                  </a:lnTo>
                  <a:lnTo>
                    <a:pt x="1000291" y="1840346"/>
                  </a:lnTo>
                  <a:lnTo>
                    <a:pt x="1004797" y="2634035"/>
                  </a:lnTo>
                  <a:lnTo>
                    <a:pt x="1009303" y="3000840"/>
                  </a:lnTo>
                  <a:lnTo>
                    <a:pt x="1022821" y="2415850"/>
                  </a:lnTo>
                  <a:lnTo>
                    <a:pt x="1027326" y="2928111"/>
                  </a:lnTo>
                  <a:lnTo>
                    <a:pt x="1031832" y="3294916"/>
                  </a:lnTo>
                  <a:lnTo>
                    <a:pt x="1036338" y="3339186"/>
                  </a:lnTo>
                  <a:lnTo>
                    <a:pt x="1040844" y="3124162"/>
                  </a:lnTo>
                  <a:lnTo>
                    <a:pt x="1054361" y="3064082"/>
                  </a:lnTo>
                  <a:lnTo>
                    <a:pt x="1058867" y="3165270"/>
                  </a:lnTo>
                  <a:lnTo>
                    <a:pt x="1063373" y="3105190"/>
                  </a:lnTo>
                  <a:lnTo>
                    <a:pt x="1067879" y="3313889"/>
                  </a:lnTo>
                  <a:lnTo>
                    <a:pt x="1072385" y="2090153"/>
                  </a:lnTo>
                  <a:lnTo>
                    <a:pt x="1085902" y="2858545"/>
                  </a:lnTo>
                  <a:lnTo>
                    <a:pt x="1090408" y="3070406"/>
                  </a:lnTo>
                  <a:lnTo>
                    <a:pt x="1094914" y="3004002"/>
                  </a:lnTo>
                  <a:lnTo>
                    <a:pt x="1099419" y="2969219"/>
                  </a:lnTo>
                  <a:lnTo>
                    <a:pt x="1103925" y="3162107"/>
                  </a:lnTo>
                  <a:lnTo>
                    <a:pt x="1117443" y="3370807"/>
                  </a:lnTo>
                  <a:lnTo>
                    <a:pt x="1121949" y="3380293"/>
                  </a:lnTo>
                  <a:lnTo>
                    <a:pt x="1126454" y="3323375"/>
                  </a:lnTo>
                  <a:lnTo>
                    <a:pt x="1130960" y="3354996"/>
                  </a:lnTo>
                  <a:lnTo>
                    <a:pt x="1135466" y="3380293"/>
                  </a:lnTo>
                  <a:lnTo>
                    <a:pt x="1148983" y="3380293"/>
                  </a:lnTo>
                  <a:lnTo>
                    <a:pt x="1153489" y="3380293"/>
                  </a:lnTo>
                  <a:lnTo>
                    <a:pt x="1157995" y="3380293"/>
                  </a:lnTo>
                  <a:lnTo>
                    <a:pt x="1162501" y="3380293"/>
                  </a:lnTo>
                  <a:lnTo>
                    <a:pt x="1167007" y="3380293"/>
                  </a:lnTo>
                  <a:lnTo>
                    <a:pt x="1180524" y="3380293"/>
                  </a:lnTo>
                  <a:lnTo>
                    <a:pt x="1185030" y="3181080"/>
                  </a:lnTo>
                  <a:lnTo>
                    <a:pt x="1189536" y="3127324"/>
                  </a:lnTo>
                  <a:lnTo>
                    <a:pt x="1194042" y="2855383"/>
                  </a:lnTo>
                  <a:lnTo>
                    <a:pt x="1198547" y="2526524"/>
                  </a:lnTo>
                  <a:lnTo>
                    <a:pt x="1212065" y="3342348"/>
                  </a:lnTo>
                  <a:lnTo>
                    <a:pt x="1216571" y="3215863"/>
                  </a:lnTo>
                  <a:lnTo>
                    <a:pt x="1221077" y="3345510"/>
                  </a:lnTo>
                  <a:lnTo>
                    <a:pt x="1225582" y="3282268"/>
                  </a:lnTo>
                  <a:lnTo>
                    <a:pt x="1230088" y="3367644"/>
                  </a:lnTo>
                  <a:lnTo>
                    <a:pt x="1243606" y="3067244"/>
                  </a:lnTo>
                  <a:lnTo>
                    <a:pt x="1248111" y="2997678"/>
                  </a:lnTo>
                  <a:lnTo>
                    <a:pt x="1252617" y="3256971"/>
                  </a:lnTo>
                  <a:lnTo>
                    <a:pt x="1257123" y="2839572"/>
                  </a:lnTo>
                  <a:lnTo>
                    <a:pt x="1261629" y="3013488"/>
                  </a:lnTo>
                  <a:lnTo>
                    <a:pt x="1275146" y="3275943"/>
                  </a:lnTo>
                  <a:lnTo>
                    <a:pt x="1279652" y="2589766"/>
                  </a:lnTo>
                  <a:lnTo>
                    <a:pt x="1284158" y="2469606"/>
                  </a:lnTo>
                  <a:lnTo>
                    <a:pt x="1288664" y="3177918"/>
                  </a:lnTo>
                  <a:lnTo>
                    <a:pt x="1293170" y="3098865"/>
                  </a:lnTo>
                  <a:lnTo>
                    <a:pt x="1306687" y="3380293"/>
                  </a:lnTo>
                  <a:lnTo>
                    <a:pt x="1311193" y="3139973"/>
                  </a:lnTo>
                  <a:lnTo>
                    <a:pt x="1315699" y="3250647"/>
                  </a:lnTo>
                  <a:lnTo>
                    <a:pt x="1320205" y="3219025"/>
                  </a:lnTo>
                  <a:lnTo>
                    <a:pt x="1324710" y="2836410"/>
                  </a:lnTo>
                  <a:lnTo>
                    <a:pt x="1338228" y="2861707"/>
                  </a:lnTo>
                  <a:lnTo>
                    <a:pt x="1342734" y="3317051"/>
                  </a:lnTo>
                  <a:lnTo>
                    <a:pt x="1347240" y="3174756"/>
                  </a:lnTo>
                  <a:lnTo>
                    <a:pt x="1351745" y="2890166"/>
                  </a:lnTo>
                  <a:lnTo>
                    <a:pt x="1356251" y="2820600"/>
                  </a:lnTo>
                  <a:lnTo>
                    <a:pt x="1369769" y="3152621"/>
                  </a:lnTo>
                  <a:lnTo>
                    <a:pt x="1374274" y="3133649"/>
                  </a:lnTo>
                  <a:lnTo>
                    <a:pt x="1378780" y="3377131"/>
                  </a:lnTo>
                  <a:lnTo>
                    <a:pt x="1383286" y="3380293"/>
                  </a:lnTo>
                  <a:lnTo>
                    <a:pt x="1387792" y="3380293"/>
                  </a:lnTo>
                  <a:lnTo>
                    <a:pt x="1401309" y="3370807"/>
                  </a:lnTo>
                  <a:lnTo>
                    <a:pt x="1405815" y="3377131"/>
                  </a:lnTo>
                  <a:lnTo>
                    <a:pt x="1410321" y="3370807"/>
                  </a:lnTo>
                  <a:lnTo>
                    <a:pt x="1414827" y="3294916"/>
                  </a:lnTo>
                  <a:lnTo>
                    <a:pt x="1419333" y="3358158"/>
                  </a:lnTo>
                  <a:lnTo>
                    <a:pt x="1432850" y="3348672"/>
                  </a:lnTo>
                  <a:lnTo>
                    <a:pt x="1437356" y="3317051"/>
                  </a:lnTo>
                  <a:lnTo>
                    <a:pt x="1441862" y="3367644"/>
                  </a:lnTo>
                  <a:lnTo>
                    <a:pt x="1446368" y="3279105"/>
                  </a:lnTo>
                  <a:lnTo>
                    <a:pt x="1450873" y="3377131"/>
                  </a:lnTo>
                  <a:lnTo>
                    <a:pt x="1464391" y="3358158"/>
                  </a:lnTo>
                  <a:lnTo>
                    <a:pt x="1468897" y="3380293"/>
                  </a:lnTo>
                  <a:lnTo>
                    <a:pt x="1473402" y="3377131"/>
                  </a:lnTo>
                  <a:lnTo>
                    <a:pt x="1477908" y="3348672"/>
                  </a:lnTo>
                  <a:lnTo>
                    <a:pt x="1482414" y="3377131"/>
                  </a:lnTo>
                  <a:lnTo>
                    <a:pt x="1495932" y="2950246"/>
                  </a:lnTo>
                  <a:lnTo>
                    <a:pt x="1500437" y="3143135"/>
                  </a:lnTo>
                  <a:lnTo>
                    <a:pt x="1504943" y="3279105"/>
                  </a:lnTo>
                  <a:lnTo>
                    <a:pt x="1509449" y="3266457"/>
                  </a:lnTo>
                  <a:lnTo>
                    <a:pt x="1513955" y="3136811"/>
                  </a:lnTo>
                  <a:lnTo>
                    <a:pt x="1527472" y="3250647"/>
                  </a:lnTo>
                  <a:lnTo>
                    <a:pt x="1531978" y="3310727"/>
                  </a:lnTo>
                  <a:lnTo>
                    <a:pt x="1536484" y="3171594"/>
                  </a:lnTo>
                  <a:lnTo>
                    <a:pt x="1540990" y="3364482"/>
                  </a:lnTo>
                  <a:lnTo>
                    <a:pt x="1545496" y="3301240"/>
                  </a:lnTo>
                  <a:lnTo>
                    <a:pt x="1559013" y="3130486"/>
                  </a:lnTo>
                  <a:lnTo>
                    <a:pt x="1563519" y="3105190"/>
                  </a:lnTo>
                  <a:lnTo>
                    <a:pt x="1568025" y="3380293"/>
                  </a:lnTo>
                  <a:lnTo>
                    <a:pt x="1572530" y="3298078"/>
                  </a:lnTo>
                  <a:lnTo>
                    <a:pt x="1577036" y="3380293"/>
                  </a:lnTo>
                  <a:lnTo>
                    <a:pt x="1590554" y="3060920"/>
                  </a:lnTo>
                  <a:lnTo>
                    <a:pt x="1595060" y="2855383"/>
                  </a:lnTo>
                  <a:lnTo>
                    <a:pt x="1599565" y="2586604"/>
                  </a:lnTo>
                  <a:lnTo>
                    <a:pt x="1622095" y="3237998"/>
                  </a:lnTo>
                  <a:lnTo>
                    <a:pt x="1626600" y="3203215"/>
                  </a:lnTo>
                  <a:lnTo>
                    <a:pt x="1653635" y="3231674"/>
                  </a:lnTo>
                  <a:lnTo>
                    <a:pt x="1658141" y="3307564"/>
                  </a:lnTo>
                  <a:lnTo>
                    <a:pt x="1662647" y="3133649"/>
                  </a:lnTo>
                  <a:lnTo>
                    <a:pt x="1667153" y="3184242"/>
                  </a:lnTo>
                  <a:lnTo>
                    <a:pt x="1671659" y="3313889"/>
                  </a:lnTo>
                  <a:lnTo>
                    <a:pt x="1685176" y="3073568"/>
                  </a:lnTo>
                  <a:lnTo>
                    <a:pt x="1689682" y="3146297"/>
                  </a:lnTo>
                  <a:lnTo>
                    <a:pt x="1694188" y="3256971"/>
                  </a:lnTo>
                  <a:lnTo>
                    <a:pt x="1698693" y="3364482"/>
                  </a:lnTo>
                  <a:lnTo>
                    <a:pt x="1703199" y="3348672"/>
                  </a:lnTo>
                  <a:lnTo>
                    <a:pt x="1716717" y="3209539"/>
                  </a:lnTo>
                  <a:lnTo>
                    <a:pt x="1721223" y="2896490"/>
                  </a:lnTo>
                  <a:lnTo>
                    <a:pt x="1725728" y="3345510"/>
                  </a:lnTo>
                  <a:lnTo>
                    <a:pt x="1730234" y="3139973"/>
                  </a:lnTo>
                  <a:lnTo>
                    <a:pt x="1734740" y="3136811"/>
                  </a:lnTo>
                  <a:lnTo>
                    <a:pt x="1748257" y="2953408"/>
                  </a:lnTo>
                  <a:lnTo>
                    <a:pt x="1752763" y="3336023"/>
                  </a:lnTo>
                  <a:lnTo>
                    <a:pt x="1757269" y="3241160"/>
                  </a:lnTo>
                  <a:lnTo>
                    <a:pt x="1761775" y="2374743"/>
                  </a:lnTo>
                  <a:lnTo>
                    <a:pt x="1766281" y="2947084"/>
                  </a:lnTo>
                  <a:lnTo>
                    <a:pt x="1779798" y="3076731"/>
                  </a:lnTo>
                  <a:lnTo>
                    <a:pt x="1784304" y="3007164"/>
                  </a:lnTo>
                  <a:lnTo>
                    <a:pt x="1788810" y="2577118"/>
                  </a:lnTo>
                  <a:lnTo>
                    <a:pt x="1793316" y="3250647"/>
                  </a:lnTo>
                  <a:lnTo>
                    <a:pt x="1797821" y="3196891"/>
                  </a:lnTo>
                  <a:lnTo>
                    <a:pt x="1811339" y="3317051"/>
                  </a:lnTo>
                  <a:lnTo>
                    <a:pt x="1815845" y="3301240"/>
                  </a:lnTo>
                  <a:lnTo>
                    <a:pt x="1820351" y="3187404"/>
                  </a:lnTo>
                  <a:lnTo>
                    <a:pt x="1824856" y="3370807"/>
                  </a:lnTo>
                  <a:lnTo>
                    <a:pt x="1829362" y="3380293"/>
                  </a:lnTo>
                  <a:lnTo>
                    <a:pt x="1842880" y="3108352"/>
                  </a:lnTo>
                  <a:lnTo>
                    <a:pt x="1847385" y="3266457"/>
                  </a:lnTo>
                  <a:lnTo>
                    <a:pt x="1851891" y="3313889"/>
                  </a:lnTo>
                  <a:lnTo>
                    <a:pt x="1856397" y="3279105"/>
                  </a:lnTo>
                  <a:lnTo>
                    <a:pt x="1860903" y="3326537"/>
                  </a:lnTo>
                  <a:lnTo>
                    <a:pt x="1874420" y="3380293"/>
                  </a:lnTo>
                  <a:lnTo>
                    <a:pt x="1878926" y="3380293"/>
                  </a:lnTo>
                  <a:lnTo>
                    <a:pt x="1883432" y="3380293"/>
                  </a:lnTo>
                  <a:lnTo>
                    <a:pt x="1887938" y="3263295"/>
                  </a:lnTo>
                  <a:lnTo>
                    <a:pt x="1892444" y="3263295"/>
                  </a:lnTo>
                  <a:lnTo>
                    <a:pt x="1905961" y="3373969"/>
                  </a:lnTo>
                  <a:lnTo>
                    <a:pt x="1910467" y="3380293"/>
                  </a:lnTo>
                  <a:lnTo>
                    <a:pt x="1914973" y="3380293"/>
                  </a:lnTo>
                  <a:lnTo>
                    <a:pt x="1919479" y="2615063"/>
                  </a:lnTo>
                  <a:lnTo>
                    <a:pt x="1923984" y="3275943"/>
                  </a:lnTo>
                  <a:lnTo>
                    <a:pt x="1937502" y="3234836"/>
                  </a:lnTo>
                  <a:lnTo>
                    <a:pt x="1942008" y="3307564"/>
                  </a:lnTo>
                  <a:lnTo>
                    <a:pt x="1946514" y="2836410"/>
                  </a:lnTo>
                  <a:lnTo>
                    <a:pt x="1951019" y="3143135"/>
                  </a:lnTo>
                  <a:lnTo>
                    <a:pt x="1955525" y="3136811"/>
                  </a:lnTo>
                  <a:lnTo>
                    <a:pt x="1969043" y="3187404"/>
                  </a:lnTo>
                  <a:lnTo>
                    <a:pt x="1973548" y="3190566"/>
                  </a:lnTo>
                  <a:lnTo>
                    <a:pt x="1978054" y="3310727"/>
                  </a:lnTo>
                  <a:lnTo>
                    <a:pt x="1982560" y="3206377"/>
                  </a:lnTo>
                  <a:lnTo>
                    <a:pt x="1987066" y="3329699"/>
                  </a:lnTo>
                  <a:lnTo>
                    <a:pt x="2000583" y="3370807"/>
                  </a:lnTo>
                  <a:lnTo>
                    <a:pt x="2005089" y="3370807"/>
                  </a:lnTo>
                  <a:lnTo>
                    <a:pt x="2009595" y="3380293"/>
                  </a:lnTo>
                  <a:lnTo>
                    <a:pt x="2014101" y="3373969"/>
                  </a:lnTo>
                  <a:lnTo>
                    <a:pt x="2018607" y="3247484"/>
                  </a:lnTo>
                  <a:lnTo>
                    <a:pt x="2023112" y="3279105"/>
                  </a:lnTo>
                  <a:lnTo>
                    <a:pt x="2032124" y="3377131"/>
                  </a:lnTo>
                  <a:lnTo>
                    <a:pt x="2036630" y="3380293"/>
                  </a:lnTo>
                  <a:lnTo>
                    <a:pt x="2041136" y="3380293"/>
                  </a:lnTo>
                  <a:lnTo>
                    <a:pt x="2045642" y="3370807"/>
                  </a:lnTo>
                  <a:lnTo>
                    <a:pt x="2068171" y="3165270"/>
                  </a:lnTo>
                  <a:lnTo>
                    <a:pt x="2072676" y="3111514"/>
                  </a:lnTo>
                  <a:lnTo>
                    <a:pt x="2077182" y="3373969"/>
                  </a:lnTo>
                  <a:lnTo>
                    <a:pt x="2081688" y="3234836"/>
                  </a:lnTo>
                  <a:lnTo>
                    <a:pt x="2086194" y="2905977"/>
                  </a:lnTo>
                  <a:lnTo>
                    <a:pt x="2095206" y="3149459"/>
                  </a:lnTo>
                  <a:lnTo>
                    <a:pt x="2099711" y="3361320"/>
                  </a:lnTo>
                  <a:lnTo>
                    <a:pt x="2104217" y="3364482"/>
                  </a:lnTo>
                  <a:lnTo>
                    <a:pt x="2108723" y="3291754"/>
                  </a:lnTo>
                  <a:lnTo>
                    <a:pt x="2113229" y="3358158"/>
                  </a:lnTo>
                  <a:lnTo>
                    <a:pt x="2126746" y="3187404"/>
                  </a:lnTo>
                  <a:lnTo>
                    <a:pt x="2131252" y="3380293"/>
                  </a:lnTo>
                  <a:lnTo>
                    <a:pt x="2140264" y="3380293"/>
                  </a:lnTo>
                  <a:lnTo>
                    <a:pt x="2144770" y="3380293"/>
                  </a:lnTo>
                  <a:lnTo>
                    <a:pt x="2158287" y="3380293"/>
                  </a:lnTo>
                  <a:lnTo>
                    <a:pt x="2162793" y="3380293"/>
                  </a:lnTo>
                  <a:lnTo>
                    <a:pt x="2167299" y="2994516"/>
                  </a:lnTo>
                  <a:lnTo>
                    <a:pt x="2171804" y="3048272"/>
                  </a:lnTo>
                  <a:lnTo>
                    <a:pt x="2176310" y="2997678"/>
                  </a:lnTo>
                  <a:lnTo>
                    <a:pt x="2189828" y="3111514"/>
                  </a:lnTo>
                  <a:lnTo>
                    <a:pt x="2194334" y="3076731"/>
                  </a:lnTo>
                  <a:lnTo>
                    <a:pt x="2198839" y="3127324"/>
                  </a:lnTo>
                  <a:lnTo>
                    <a:pt x="2203345" y="2877518"/>
                  </a:lnTo>
                  <a:lnTo>
                    <a:pt x="2207851" y="3105190"/>
                  </a:lnTo>
                  <a:lnTo>
                    <a:pt x="2221368" y="2858545"/>
                  </a:lnTo>
                  <a:lnTo>
                    <a:pt x="2225874" y="2931274"/>
                  </a:lnTo>
                  <a:lnTo>
                    <a:pt x="2230380" y="2896490"/>
                  </a:lnTo>
                  <a:lnTo>
                    <a:pt x="2239392" y="3285430"/>
                  </a:lnTo>
                  <a:lnTo>
                    <a:pt x="2252909" y="3079893"/>
                  </a:lnTo>
                  <a:lnTo>
                    <a:pt x="2257415" y="3190566"/>
                  </a:lnTo>
                  <a:lnTo>
                    <a:pt x="2261921" y="3067244"/>
                  </a:lnTo>
                  <a:lnTo>
                    <a:pt x="2266427" y="3282268"/>
                  </a:lnTo>
                  <a:lnTo>
                    <a:pt x="2270933" y="2887004"/>
                  </a:lnTo>
                  <a:lnTo>
                    <a:pt x="2288956" y="3102027"/>
                  </a:lnTo>
                  <a:lnTo>
                    <a:pt x="2293462" y="2893328"/>
                  </a:lnTo>
                  <a:lnTo>
                    <a:pt x="2297967" y="3200053"/>
                  </a:lnTo>
                  <a:lnTo>
                    <a:pt x="2302473" y="3260133"/>
                  </a:lnTo>
                  <a:lnTo>
                    <a:pt x="2315991" y="3380293"/>
                  </a:lnTo>
                  <a:lnTo>
                    <a:pt x="2320497" y="3373969"/>
                  </a:lnTo>
                  <a:lnTo>
                    <a:pt x="2325002" y="3373969"/>
                  </a:lnTo>
                  <a:lnTo>
                    <a:pt x="2329508" y="2678305"/>
                  </a:lnTo>
                  <a:lnTo>
                    <a:pt x="2334014" y="2928111"/>
                  </a:lnTo>
                  <a:lnTo>
                    <a:pt x="2347531" y="2864869"/>
                  </a:lnTo>
                  <a:lnTo>
                    <a:pt x="2352037" y="2599252"/>
                  </a:lnTo>
                  <a:lnTo>
                    <a:pt x="2356543" y="3342348"/>
                  </a:lnTo>
                  <a:lnTo>
                    <a:pt x="2361049" y="2320987"/>
                  </a:lnTo>
                  <a:lnTo>
                    <a:pt x="2365555" y="3380293"/>
                  </a:lnTo>
                  <a:lnTo>
                    <a:pt x="2379072" y="3380293"/>
                  </a:lnTo>
                  <a:lnTo>
                    <a:pt x="2383578" y="3380293"/>
                  </a:lnTo>
                  <a:lnTo>
                    <a:pt x="2388084" y="3380293"/>
                  </a:lnTo>
                  <a:lnTo>
                    <a:pt x="2392590" y="3380293"/>
                  </a:lnTo>
                  <a:lnTo>
                    <a:pt x="2397095" y="3373969"/>
                  </a:lnTo>
                  <a:lnTo>
                    <a:pt x="2410613" y="2260907"/>
                  </a:lnTo>
                  <a:lnTo>
                    <a:pt x="2415119" y="1913075"/>
                  </a:lnTo>
                  <a:lnTo>
                    <a:pt x="2419625" y="1928885"/>
                  </a:lnTo>
                  <a:lnTo>
                    <a:pt x="2424130" y="2997678"/>
                  </a:lnTo>
                  <a:lnTo>
                    <a:pt x="2428636" y="3177918"/>
                  </a:lnTo>
                  <a:lnTo>
                    <a:pt x="2442154" y="1454569"/>
                  </a:lnTo>
                  <a:lnTo>
                    <a:pt x="2446659" y="1603188"/>
                  </a:lnTo>
                  <a:lnTo>
                    <a:pt x="2455671" y="3067244"/>
                  </a:lnTo>
                  <a:lnTo>
                    <a:pt x="2460177" y="3298078"/>
                  </a:lnTo>
                  <a:lnTo>
                    <a:pt x="2473694" y="3260133"/>
                  </a:lnTo>
                  <a:lnTo>
                    <a:pt x="2478200" y="2671981"/>
                  </a:lnTo>
                  <a:lnTo>
                    <a:pt x="2482706" y="3187404"/>
                  </a:lnTo>
                  <a:lnTo>
                    <a:pt x="2487212" y="2697278"/>
                  </a:lnTo>
                  <a:lnTo>
                    <a:pt x="2491718" y="2801627"/>
                  </a:lnTo>
                  <a:lnTo>
                    <a:pt x="2505235" y="3060920"/>
                  </a:lnTo>
                  <a:lnTo>
                    <a:pt x="2509741" y="2400039"/>
                  </a:lnTo>
                  <a:lnTo>
                    <a:pt x="2514247" y="0"/>
                  </a:lnTo>
                  <a:lnTo>
                    <a:pt x="2518753" y="3174756"/>
                  </a:lnTo>
                  <a:lnTo>
                    <a:pt x="2523258" y="2754196"/>
                  </a:lnTo>
                  <a:lnTo>
                    <a:pt x="2536776" y="3380293"/>
                  </a:lnTo>
                  <a:lnTo>
                    <a:pt x="2541282" y="3367644"/>
                  </a:lnTo>
                  <a:lnTo>
                    <a:pt x="2545787" y="3361320"/>
                  </a:lnTo>
                  <a:lnTo>
                    <a:pt x="2550293" y="3377131"/>
                  </a:lnTo>
                  <a:lnTo>
                    <a:pt x="2554799" y="3377131"/>
                  </a:lnTo>
                  <a:lnTo>
                    <a:pt x="2568317" y="2807951"/>
                  </a:lnTo>
                  <a:lnTo>
                    <a:pt x="2572822" y="2962895"/>
                  </a:lnTo>
                  <a:lnTo>
                    <a:pt x="2577328" y="3060920"/>
                  </a:lnTo>
                  <a:lnTo>
                    <a:pt x="2581834" y="3373969"/>
                  </a:lnTo>
                  <a:lnTo>
                    <a:pt x="2586340" y="3253809"/>
                  </a:lnTo>
                  <a:lnTo>
                    <a:pt x="2599857" y="3241160"/>
                  </a:lnTo>
                  <a:lnTo>
                    <a:pt x="2604363" y="3206377"/>
                  </a:lnTo>
                  <a:lnTo>
                    <a:pt x="2608869" y="2830086"/>
                  </a:lnTo>
                  <a:lnTo>
                    <a:pt x="2613375" y="2991354"/>
                  </a:lnTo>
                  <a:lnTo>
                    <a:pt x="2617881" y="2918625"/>
                  </a:lnTo>
                  <a:lnTo>
                    <a:pt x="2631398" y="2880680"/>
                  </a:lnTo>
                  <a:lnTo>
                    <a:pt x="2635904" y="3064082"/>
                  </a:lnTo>
                  <a:lnTo>
                    <a:pt x="2640410" y="3380293"/>
                  </a:lnTo>
                  <a:lnTo>
                    <a:pt x="2644916" y="3380293"/>
                  </a:lnTo>
                  <a:lnTo>
                    <a:pt x="2649421" y="3253809"/>
                  </a:lnTo>
                  <a:lnTo>
                    <a:pt x="2662939" y="2732061"/>
                  </a:lnTo>
                  <a:lnTo>
                    <a:pt x="2667445" y="3051434"/>
                  </a:lnTo>
                  <a:lnTo>
                    <a:pt x="2671950" y="3329699"/>
                  </a:lnTo>
                  <a:lnTo>
                    <a:pt x="2676456" y="3247484"/>
                  </a:lnTo>
                  <a:lnTo>
                    <a:pt x="2680962" y="3250647"/>
                  </a:lnTo>
                  <a:lnTo>
                    <a:pt x="2694480" y="2877518"/>
                  </a:lnTo>
                  <a:lnTo>
                    <a:pt x="2698985" y="3380293"/>
                  </a:lnTo>
                  <a:lnTo>
                    <a:pt x="2703491" y="3269619"/>
                  </a:lnTo>
                  <a:lnTo>
                    <a:pt x="2707997" y="3070406"/>
                  </a:lnTo>
                  <a:lnTo>
                    <a:pt x="2712503" y="2703602"/>
                  </a:lnTo>
                  <a:lnTo>
                    <a:pt x="2726020" y="2880680"/>
                  </a:lnTo>
                  <a:lnTo>
                    <a:pt x="2730526" y="3269619"/>
                  </a:lnTo>
                  <a:lnTo>
                    <a:pt x="2735032" y="3380293"/>
                  </a:lnTo>
                  <a:lnTo>
                    <a:pt x="2739538" y="3380293"/>
                  </a:lnTo>
                  <a:lnTo>
                    <a:pt x="2744044" y="3380293"/>
                  </a:lnTo>
                  <a:lnTo>
                    <a:pt x="2757561" y="3380293"/>
                  </a:lnTo>
                  <a:lnTo>
                    <a:pt x="2762067" y="3380293"/>
                  </a:lnTo>
                  <a:lnTo>
                    <a:pt x="2766573" y="3380293"/>
                  </a:lnTo>
                  <a:lnTo>
                    <a:pt x="2771078" y="3162107"/>
                  </a:lnTo>
                  <a:lnTo>
                    <a:pt x="2775584" y="2985029"/>
                  </a:lnTo>
                  <a:lnTo>
                    <a:pt x="2789102" y="3380293"/>
                  </a:lnTo>
                  <a:lnTo>
                    <a:pt x="2793608" y="3336023"/>
                  </a:lnTo>
                  <a:lnTo>
                    <a:pt x="2798113" y="3013488"/>
                  </a:lnTo>
                  <a:lnTo>
                    <a:pt x="2802619" y="3209539"/>
                  </a:lnTo>
                  <a:lnTo>
                    <a:pt x="2807125" y="3377131"/>
                  </a:lnTo>
                  <a:lnTo>
                    <a:pt x="2820642" y="3377131"/>
                  </a:lnTo>
                  <a:lnTo>
                    <a:pt x="2825148" y="3345510"/>
                  </a:lnTo>
                  <a:lnTo>
                    <a:pt x="2829654" y="3380293"/>
                  </a:lnTo>
                  <a:lnTo>
                    <a:pt x="2834160" y="3310727"/>
                  </a:lnTo>
                  <a:lnTo>
                    <a:pt x="2838666" y="3370807"/>
                  </a:lnTo>
                  <a:lnTo>
                    <a:pt x="2852183" y="3155783"/>
                  </a:lnTo>
                  <a:lnTo>
                    <a:pt x="2856689" y="3370807"/>
                  </a:lnTo>
                  <a:lnTo>
                    <a:pt x="2861195" y="2905977"/>
                  </a:lnTo>
                  <a:lnTo>
                    <a:pt x="2865701" y="3377131"/>
                  </a:lnTo>
                  <a:lnTo>
                    <a:pt x="2870206" y="3272781"/>
                  </a:lnTo>
                  <a:lnTo>
                    <a:pt x="2883724" y="3022975"/>
                  </a:lnTo>
                  <a:lnTo>
                    <a:pt x="2888230" y="3184242"/>
                  </a:lnTo>
                  <a:lnTo>
                    <a:pt x="2892736" y="3250647"/>
                  </a:lnTo>
                  <a:lnTo>
                    <a:pt x="2897241" y="3361320"/>
                  </a:lnTo>
                  <a:lnTo>
                    <a:pt x="2901747" y="3377131"/>
                  </a:lnTo>
                  <a:lnTo>
                    <a:pt x="2915265" y="3117838"/>
                  </a:lnTo>
                  <a:lnTo>
                    <a:pt x="2919771" y="2909139"/>
                  </a:lnTo>
                  <a:lnTo>
                    <a:pt x="2924276" y="3279105"/>
                  </a:lnTo>
                  <a:lnTo>
                    <a:pt x="2928782" y="3304402"/>
                  </a:lnTo>
                  <a:lnTo>
                    <a:pt x="2933288" y="3127324"/>
                  </a:lnTo>
                  <a:lnTo>
                    <a:pt x="2946805" y="3263295"/>
                  </a:lnTo>
                  <a:lnTo>
                    <a:pt x="2951311" y="3241160"/>
                  </a:lnTo>
                  <a:lnTo>
                    <a:pt x="2955817" y="2874356"/>
                  </a:lnTo>
                  <a:lnTo>
                    <a:pt x="2960323" y="2924949"/>
                  </a:lnTo>
                  <a:lnTo>
                    <a:pt x="2964829" y="2792141"/>
                  </a:lnTo>
                  <a:lnTo>
                    <a:pt x="2978346" y="3282268"/>
                  </a:lnTo>
                  <a:lnTo>
                    <a:pt x="2982852" y="3367644"/>
                  </a:lnTo>
                  <a:lnTo>
                    <a:pt x="2987358" y="3380293"/>
                  </a:lnTo>
                  <a:lnTo>
                    <a:pt x="2991864" y="3380293"/>
                  </a:lnTo>
                  <a:lnTo>
                    <a:pt x="2996369" y="3279105"/>
                  </a:lnTo>
                  <a:lnTo>
                    <a:pt x="3009887" y="2671981"/>
                  </a:lnTo>
                  <a:lnTo>
                    <a:pt x="3014393" y="3212701"/>
                  </a:lnTo>
                  <a:lnTo>
                    <a:pt x="3018899" y="3121000"/>
                  </a:lnTo>
                  <a:lnTo>
                    <a:pt x="3023404" y="2159719"/>
                  </a:lnTo>
                  <a:lnTo>
                    <a:pt x="3027910" y="3193729"/>
                  </a:lnTo>
                  <a:lnTo>
                    <a:pt x="3041428" y="3326537"/>
                  </a:lnTo>
                  <a:lnTo>
                    <a:pt x="3045933" y="3380293"/>
                  </a:lnTo>
                  <a:lnTo>
                    <a:pt x="3050439" y="3361320"/>
                  </a:lnTo>
                  <a:lnTo>
                    <a:pt x="3054945" y="3354996"/>
                  </a:lnTo>
                  <a:lnTo>
                    <a:pt x="3059451" y="3336023"/>
                  </a:lnTo>
                  <a:lnTo>
                    <a:pt x="3072968" y="3380293"/>
                  </a:lnTo>
                  <a:lnTo>
                    <a:pt x="3077474" y="3370807"/>
                  </a:lnTo>
                  <a:lnTo>
                    <a:pt x="3081980" y="3310727"/>
                  </a:lnTo>
                  <a:lnTo>
                    <a:pt x="3086486" y="3282268"/>
                  </a:lnTo>
                  <a:lnTo>
                    <a:pt x="3090992" y="3367644"/>
                  </a:lnTo>
                  <a:lnTo>
                    <a:pt x="3104509" y="3291754"/>
                  </a:lnTo>
                  <a:lnTo>
                    <a:pt x="3109015" y="3336023"/>
                  </a:lnTo>
                  <a:lnTo>
                    <a:pt x="3113521" y="3370807"/>
                  </a:lnTo>
                  <a:lnTo>
                    <a:pt x="3118027" y="3282268"/>
                  </a:lnTo>
                  <a:lnTo>
                    <a:pt x="3122532" y="3253809"/>
                  </a:lnTo>
                  <a:lnTo>
                    <a:pt x="3136050" y="3155783"/>
                  </a:lnTo>
                  <a:lnTo>
                    <a:pt x="3140556" y="3004002"/>
                  </a:lnTo>
                  <a:lnTo>
                    <a:pt x="3145061" y="3203215"/>
                  </a:lnTo>
                  <a:lnTo>
                    <a:pt x="3149567" y="3244322"/>
                  </a:lnTo>
                  <a:lnTo>
                    <a:pt x="3154073" y="3225350"/>
                  </a:lnTo>
                  <a:lnTo>
                    <a:pt x="3167591" y="3102027"/>
                  </a:lnTo>
                  <a:lnTo>
                    <a:pt x="3172096" y="3206377"/>
                  </a:lnTo>
                  <a:lnTo>
                    <a:pt x="3176602" y="3117838"/>
                  </a:lnTo>
                  <a:lnTo>
                    <a:pt x="3181108" y="3241160"/>
                  </a:lnTo>
                  <a:lnTo>
                    <a:pt x="3185614" y="3256971"/>
                  </a:lnTo>
                  <a:lnTo>
                    <a:pt x="3199131" y="3320213"/>
                  </a:lnTo>
                  <a:lnTo>
                    <a:pt x="3203637" y="3354996"/>
                  </a:lnTo>
                  <a:lnTo>
                    <a:pt x="3208143" y="3373969"/>
                  </a:lnTo>
                  <a:lnTo>
                    <a:pt x="3212649" y="3361320"/>
                  </a:lnTo>
                  <a:lnTo>
                    <a:pt x="3217155" y="3370807"/>
                  </a:lnTo>
                  <a:lnTo>
                    <a:pt x="3230672" y="3373969"/>
                  </a:lnTo>
                  <a:lnTo>
                    <a:pt x="3235178" y="3380293"/>
                  </a:lnTo>
                  <a:lnTo>
                    <a:pt x="3239684" y="3380293"/>
                  </a:lnTo>
                  <a:lnTo>
                    <a:pt x="3244190" y="3004002"/>
                  </a:lnTo>
                  <a:lnTo>
                    <a:pt x="3262213" y="3200053"/>
                  </a:lnTo>
                  <a:lnTo>
                    <a:pt x="3266719" y="2852221"/>
                  </a:lnTo>
                  <a:lnTo>
                    <a:pt x="3271224" y="3032461"/>
                  </a:lnTo>
                  <a:lnTo>
                    <a:pt x="3298259" y="2785817"/>
                  </a:lnTo>
                  <a:lnTo>
                    <a:pt x="3302765" y="3184242"/>
                  </a:lnTo>
                  <a:lnTo>
                    <a:pt x="3307271" y="3332861"/>
                  </a:lnTo>
                  <a:lnTo>
                    <a:pt x="3311777" y="2814276"/>
                  </a:lnTo>
                  <a:lnTo>
                    <a:pt x="3325294" y="3377131"/>
                  </a:lnTo>
                  <a:lnTo>
                    <a:pt x="3329800" y="3370807"/>
                  </a:lnTo>
                  <a:lnTo>
                    <a:pt x="3334306" y="3370807"/>
                  </a:lnTo>
                  <a:lnTo>
                    <a:pt x="3338812" y="3380293"/>
                  </a:lnTo>
                  <a:lnTo>
                    <a:pt x="3343318" y="3370807"/>
                  </a:lnTo>
                  <a:lnTo>
                    <a:pt x="3356835" y="3225350"/>
                  </a:lnTo>
                  <a:lnTo>
                    <a:pt x="3361341" y="3377131"/>
                  </a:lnTo>
                  <a:lnTo>
                    <a:pt x="3365847" y="3288592"/>
                  </a:lnTo>
                  <a:lnTo>
                    <a:pt x="3370352" y="3285430"/>
                  </a:lnTo>
                  <a:lnTo>
                    <a:pt x="3374858" y="3263295"/>
                  </a:lnTo>
                  <a:lnTo>
                    <a:pt x="3388376" y="3373969"/>
                  </a:lnTo>
                  <a:lnTo>
                    <a:pt x="3392882" y="3336023"/>
                  </a:lnTo>
                  <a:lnTo>
                    <a:pt x="3397387" y="3336023"/>
                  </a:lnTo>
                  <a:lnTo>
                    <a:pt x="3401893" y="3282268"/>
                  </a:lnTo>
                  <a:lnTo>
                    <a:pt x="3406399" y="3313889"/>
                  </a:lnTo>
                  <a:lnTo>
                    <a:pt x="3419916" y="3095703"/>
                  </a:lnTo>
                  <a:lnTo>
                    <a:pt x="3424422" y="3241160"/>
                  </a:lnTo>
                  <a:lnTo>
                    <a:pt x="3428928" y="3256971"/>
                  </a:lnTo>
                  <a:lnTo>
                    <a:pt x="3433434" y="3241160"/>
                  </a:lnTo>
                  <a:lnTo>
                    <a:pt x="3437940" y="3136811"/>
                  </a:lnTo>
                  <a:lnTo>
                    <a:pt x="3451457" y="3339186"/>
                  </a:lnTo>
                  <a:lnTo>
                    <a:pt x="3455963" y="3124162"/>
                  </a:lnTo>
                  <a:lnTo>
                    <a:pt x="3460469" y="3279105"/>
                  </a:lnTo>
                  <a:lnTo>
                    <a:pt x="3464975" y="3067244"/>
                  </a:lnTo>
                  <a:lnTo>
                    <a:pt x="3469480" y="3285430"/>
                  </a:lnTo>
                  <a:lnTo>
                    <a:pt x="3482998" y="3285430"/>
                  </a:lnTo>
                  <a:lnTo>
                    <a:pt x="3487504" y="3114676"/>
                  </a:lnTo>
                  <a:lnTo>
                    <a:pt x="3492010" y="2833248"/>
                  </a:lnTo>
                  <a:lnTo>
                    <a:pt x="3496515" y="2896490"/>
                  </a:lnTo>
                  <a:lnTo>
                    <a:pt x="3501021" y="2921787"/>
                  </a:lnTo>
                  <a:lnTo>
                    <a:pt x="3514539" y="3124162"/>
                  </a:lnTo>
                  <a:lnTo>
                    <a:pt x="3519044" y="3282268"/>
                  </a:lnTo>
                  <a:lnTo>
                    <a:pt x="3523550" y="3380293"/>
                  </a:lnTo>
                  <a:lnTo>
                    <a:pt x="3528056" y="3237998"/>
                  </a:lnTo>
                  <a:lnTo>
                    <a:pt x="3532562" y="3244322"/>
                  </a:lnTo>
                  <a:lnTo>
                    <a:pt x="3546079" y="3380293"/>
                  </a:lnTo>
                  <a:lnTo>
                    <a:pt x="3550585" y="3380293"/>
                  </a:lnTo>
                  <a:lnTo>
                    <a:pt x="3555091" y="3380293"/>
                  </a:lnTo>
                  <a:lnTo>
                    <a:pt x="3559597" y="3380293"/>
                  </a:lnTo>
                  <a:lnTo>
                    <a:pt x="3564103" y="3377131"/>
                  </a:lnTo>
                  <a:lnTo>
                    <a:pt x="3577620" y="3380293"/>
                  </a:lnTo>
                  <a:lnTo>
                    <a:pt x="3582126" y="3380293"/>
                  </a:lnTo>
                  <a:lnTo>
                    <a:pt x="3586632" y="3380293"/>
                  </a:lnTo>
                  <a:lnTo>
                    <a:pt x="3591138" y="3380293"/>
                  </a:lnTo>
                  <a:lnTo>
                    <a:pt x="3595643" y="3380293"/>
                  </a:lnTo>
                  <a:lnTo>
                    <a:pt x="3609161" y="3228512"/>
                  </a:lnTo>
                  <a:lnTo>
                    <a:pt x="3613667" y="3041947"/>
                  </a:lnTo>
                  <a:lnTo>
                    <a:pt x="3618173" y="3342348"/>
                  </a:lnTo>
                  <a:lnTo>
                    <a:pt x="3622678" y="3294916"/>
                  </a:lnTo>
                  <a:lnTo>
                    <a:pt x="3627184" y="3380293"/>
                  </a:lnTo>
                  <a:lnTo>
                    <a:pt x="3640702" y="3380293"/>
                  </a:lnTo>
                  <a:lnTo>
                    <a:pt x="3645207" y="3380293"/>
                  </a:lnTo>
                  <a:lnTo>
                    <a:pt x="3649713" y="3380293"/>
                  </a:lnTo>
                  <a:lnTo>
                    <a:pt x="3654219" y="3380293"/>
                  </a:lnTo>
                  <a:lnTo>
                    <a:pt x="3658725" y="3380293"/>
                  </a:lnTo>
                  <a:lnTo>
                    <a:pt x="3672242" y="3364482"/>
                  </a:lnTo>
                  <a:lnTo>
                    <a:pt x="3676748" y="3351834"/>
                  </a:lnTo>
                  <a:lnTo>
                    <a:pt x="3681254" y="3114676"/>
                  </a:lnTo>
                  <a:lnTo>
                    <a:pt x="3685760" y="2950246"/>
                  </a:lnTo>
                  <a:lnTo>
                    <a:pt x="3690266" y="3064082"/>
                  </a:lnTo>
                  <a:lnTo>
                    <a:pt x="3703783" y="2991354"/>
                  </a:lnTo>
                  <a:lnTo>
                    <a:pt x="3708289" y="2981867"/>
                  </a:lnTo>
                  <a:lnTo>
                    <a:pt x="3712795" y="3241160"/>
                  </a:lnTo>
                  <a:lnTo>
                    <a:pt x="3717301" y="2969219"/>
                  </a:lnTo>
                  <a:lnTo>
                    <a:pt x="3721806" y="2333635"/>
                  </a:lnTo>
                  <a:lnTo>
                    <a:pt x="3744335" y="3121000"/>
                  </a:lnTo>
                  <a:lnTo>
                    <a:pt x="3748841" y="3247484"/>
                  </a:lnTo>
                  <a:lnTo>
                    <a:pt x="3771370" y="3380293"/>
                  </a:lnTo>
                  <a:lnTo>
                    <a:pt x="3775876" y="3332861"/>
                  </a:lnTo>
                  <a:lnTo>
                    <a:pt x="3780382" y="3358158"/>
                  </a:lnTo>
                  <a:lnTo>
                    <a:pt x="3784888" y="3380293"/>
                  </a:lnTo>
                  <a:lnTo>
                    <a:pt x="3798405" y="2950246"/>
                  </a:lnTo>
                  <a:lnTo>
                    <a:pt x="3802911" y="3064082"/>
                  </a:lnTo>
                  <a:lnTo>
                    <a:pt x="3807417" y="3380293"/>
                  </a:lnTo>
                  <a:lnTo>
                    <a:pt x="3811923" y="3380293"/>
                  </a:lnTo>
                  <a:lnTo>
                    <a:pt x="3816429" y="3301240"/>
                  </a:lnTo>
                  <a:lnTo>
                    <a:pt x="3829946" y="3370807"/>
                  </a:lnTo>
                  <a:lnTo>
                    <a:pt x="3834452" y="2643522"/>
                  </a:lnTo>
                  <a:lnTo>
                    <a:pt x="3838958" y="3171594"/>
                  </a:lnTo>
                  <a:lnTo>
                    <a:pt x="3843463" y="3152621"/>
                  </a:lnTo>
                  <a:lnTo>
                    <a:pt x="3847969" y="3320213"/>
                  </a:lnTo>
                  <a:lnTo>
                    <a:pt x="3861487" y="3380293"/>
                  </a:lnTo>
                  <a:lnTo>
                    <a:pt x="3865993" y="3266457"/>
                  </a:lnTo>
                  <a:lnTo>
                    <a:pt x="3870498" y="3275943"/>
                  </a:lnTo>
                  <a:lnTo>
                    <a:pt x="3875004" y="3051434"/>
                  </a:lnTo>
                  <a:lnTo>
                    <a:pt x="3879510" y="2017424"/>
                  </a:lnTo>
                  <a:lnTo>
                    <a:pt x="3893028" y="3051434"/>
                  </a:lnTo>
                  <a:lnTo>
                    <a:pt x="3897533" y="3269619"/>
                  </a:lnTo>
                  <a:lnTo>
                    <a:pt x="3902039" y="3380293"/>
                  </a:lnTo>
                  <a:lnTo>
                    <a:pt x="3906545" y="3032461"/>
                  </a:lnTo>
                  <a:lnTo>
                    <a:pt x="3911051" y="3073568"/>
                  </a:lnTo>
                  <a:lnTo>
                    <a:pt x="3924568" y="2586604"/>
                  </a:lnTo>
                  <a:lnTo>
                    <a:pt x="3929074" y="3048272"/>
                  </a:lnTo>
                  <a:lnTo>
                    <a:pt x="3933580" y="3266457"/>
                  </a:lnTo>
                  <a:lnTo>
                    <a:pt x="3942592" y="3127324"/>
                  </a:lnTo>
                  <a:lnTo>
                    <a:pt x="3956109" y="3373969"/>
                  </a:lnTo>
                  <a:lnTo>
                    <a:pt x="3960615" y="3231674"/>
                  </a:lnTo>
                  <a:lnTo>
                    <a:pt x="3965121" y="2997678"/>
                  </a:lnTo>
                  <a:lnTo>
                    <a:pt x="3969626" y="3364482"/>
                  </a:lnTo>
                  <a:lnTo>
                    <a:pt x="3974132" y="2934436"/>
                  </a:lnTo>
                  <a:lnTo>
                    <a:pt x="3992156" y="3130486"/>
                  </a:lnTo>
                  <a:lnTo>
                    <a:pt x="3996661" y="2754196"/>
                  </a:lnTo>
                  <a:lnTo>
                    <a:pt x="4001167" y="3083055"/>
                  </a:lnTo>
                  <a:lnTo>
                    <a:pt x="4005673" y="3367644"/>
                  </a:lnTo>
                  <a:lnTo>
                    <a:pt x="4019190" y="3215863"/>
                  </a:lnTo>
                  <a:lnTo>
                    <a:pt x="4023696" y="3380293"/>
                  </a:lnTo>
                  <a:lnTo>
                    <a:pt x="4028202" y="3380293"/>
                  </a:lnTo>
                  <a:lnTo>
                    <a:pt x="4032708" y="3377131"/>
                  </a:lnTo>
                  <a:lnTo>
                    <a:pt x="4037214" y="3380293"/>
                  </a:lnTo>
                  <a:lnTo>
                    <a:pt x="4050731" y="3165270"/>
                  </a:lnTo>
                  <a:lnTo>
                    <a:pt x="4055237" y="3326537"/>
                  </a:lnTo>
                  <a:lnTo>
                    <a:pt x="4059743" y="3364482"/>
                  </a:lnTo>
                  <a:lnTo>
                    <a:pt x="4064249" y="2943922"/>
                  </a:lnTo>
                  <a:lnTo>
                    <a:pt x="4068754" y="2823762"/>
                  </a:lnTo>
                  <a:lnTo>
                    <a:pt x="4082272" y="2845897"/>
                  </a:lnTo>
                  <a:lnTo>
                    <a:pt x="4086778" y="3326537"/>
                  </a:lnTo>
                  <a:lnTo>
                    <a:pt x="4095789" y="2387391"/>
                  </a:lnTo>
                  <a:lnTo>
                    <a:pt x="4100295" y="3086217"/>
                  </a:lnTo>
                  <a:lnTo>
                    <a:pt x="4113813" y="2985029"/>
                  </a:lnTo>
                  <a:lnTo>
                    <a:pt x="4118318" y="3263295"/>
                  </a:lnTo>
                  <a:lnTo>
                    <a:pt x="4122824" y="3073568"/>
                  </a:lnTo>
                  <a:lnTo>
                    <a:pt x="4127330" y="3162107"/>
                  </a:lnTo>
                  <a:lnTo>
                    <a:pt x="4131836" y="3361320"/>
                  </a:lnTo>
                  <a:lnTo>
                    <a:pt x="4145353" y="3370807"/>
                  </a:lnTo>
                  <a:lnTo>
                    <a:pt x="4149859" y="3380293"/>
                  </a:lnTo>
                  <a:lnTo>
                    <a:pt x="4154365" y="3380293"/>
                  </a:lnTo>
                  <a:lnTo>
                    <a:pt x="4158871" y="3364482"/>
                  </a:lnTo>
                  <a:lnTo>
                    <a:pt x="4163377" y="3307564"/>
                  </a:lnTo>
                  <a:lnTo>
                    <a:pt x="4176894" y="3380293"/>
                  </a:lnTo>
                  <a:lnTo>
                    <a:pt x="4181400" y="3380293"/>
                  </a:lnTo>
                  <a:lnTo>
                    <a:pt x="4185906" y="3051434"/>
                  </a:lnTo>
                  <a:lnTo>
                    <a:pt x="4190412" y="3121000"/>
                  </a:lnTo>
                  <a:lnTo>
                    <a:pt x="4194917" y="3247484"/>
                  </a:lnTo>
                  <a:lnTo>
                    <a:pt x="4208435" y="2668819"/>
                  </a:lnTo>
                  <a:lnTo>
                    <a:pt x="4212941" y="3294916"/>
                  </a:lnTo>
                  <a:lnTo>
                    <a:pt x="4217447" y="3380293"/>
                  </a:lnTo>
                  <a:lnTo>
                    <a:pt x="4221952" y="3317051"/>
                  </a:lnTo>
                  <a:lnTo>
                    <a:pt x="4226458" y="3190566"/>
                  </a:lnTo>
                  <a:lnTo>
                    <a:pt x="4239976" y="2962895"/>
                  </a:lnTo>
                  <a:lnTo>
                    <a:pt x="4244481" y="3380293"/>
                  </a:lnTo>
                  <a:lnTo>
                    <a:pt x="4248987" y="3380293"/>
                  </a:lnTo>
                  <a:lnTo>
                    <a:pt x="4253493" y="3146297"/>
                  </a:lnTo>
                  <a:lnTo>
                    <a:pt x="4257999" y="2589766"/>
                  </a:lnTo>
                  <a:lnTo>
                    <a:pt x="4271516" y="3380293"/>
                  </a:lnTo>
                  <a:lnTo>
                    <a:pt x="4276022" y="3380293"/>
                  </a:lnTo>
                  <a:lnTo>
                    <a:pt x="4280528" y="3380293"/>
                  </a:lnTo>
                  <a:lnTo>
                    <a:pt x="4285034" y="3380293"/>
                  </a:lnTo>
                  <a:lnTo>
                    <a:pt x="4289540" y="3380293"/>
                  </a:lnTo>
                  <a:lnTo>
                    <a:pt x="4303057" y="2735223"/>
                  </a:lnTo>
                  <a:lnTo>
                    <a:pt x="4307563" y="3380293"/>
                  </a:lnTo>
                  <a:lnTo>
                    <a:pt x="4312069" y="3310727"/>
                  </a:lnTo>
                  <a:lnTo>
                    <a:pt x="4316575" y="2972381"/>
                  </a:lnTo>
                  <a:lnTo>
                    <a:pt x="4321080" y="2520200"/>
                  </a:lnTo>
                  <a:lnTo>
                    <a:pt x="4334598" y="3215863"/>
                  </a:lnTo>
                  <a:lnTo>
                    <a:pt x="4339104" y="3380293"/>
                  </a:lnTo>
                  <a:lnTo>
                    <a:pt x="4343609" y="3380293"/>
                  </a:lnTo>
                  <a:lnTo>
                    <a:pt x="4348115" y="3380293"/>
                  </a:lnTo>
                  <a:lnTo>
                    <a:pt x="4352621" y="2760520"/>
                  </a:lnTo>
                  <a:lnTo>
                    <a:pt x="4366139" y="3380293"/>
                  </a:lnTo>
                  <a:lnTo>
                    <a:pt x="4370644" y="3010326"/>
                  </a:lnTo>
                  <a:lnTo>
                    <a:pt x="4375150" y="3263295"/>
                  </a:lnTo>
                  <a:lnTo>
                    <a:pt x="4379656" y="3380293"/>
                  </a:lnTo>
                  <a:lnTo>
                    <a:pt x="4384162" y="3380293"/>
                  </a:lnTo>
                  <a:lnTo>
                    <a:pt x="4397679" y="3364482"/>
                  </a:lnTo>
                  <a:lnTo>
                    <a:pt x="4402185" y="3022975"/>
                  </a:lnTo>
                  <a:lnTo>
                    <a:pt x="4406691" y="3035623"/>
                  </a:lnTo>
                  <a:lnTo>
                    <a:pt x="4411197" y="2646684"/>
                  </a:lnTo>
                  <a:lnTo>
                    <a:pt x="4415703" y="2887004"/>
                  </a:lnTo>
                  <a:lnTo>
                    <a:pt x="4429220" y="3320213"/>
                  </a:lnTo>
                  <a:lnTo>
                    <a:pt x="4433726" y="2744709"/>
                  </a:lnTo>
                  <a:lnTo>
                    <a:pt x="4438232" y="2498065"/>
                  </a:lnTo>
                  <a:lnTo>
                    <a:pt x="4442737" y="3092541"/>
                  </a:lnTo>
                  <a:lnTo>
                    <a:pt x="4447243" y="2706764"/>
                  </a:lnTo>
                  <a:lnTo>
                    <a:pt x="4460761" y="2924949"/>
                  </a:lnTo>
                  <a:lnTo>
                    <a:pt x="4465267" y="3206377"/>
                  </a:lnTo>
                  <a:lnTo>
                    <a:pt x="4469772" y="3370807"/>
                  </a:lnTo>
                  <a:lnTo>
                    <a:pt x="4474278" y="3380293"/>
                  </a:lnTo>
                  <a:lnTo>
                    <a:pt x="4478784" y="3253809"/>
                  </a:lnTo>
                  <a:lnTo>
                    <a:pt x="4492301" y="2839572"/>
                  </a:lnTo>
                  <a:lnTo>
                    <a:pt x="4496807" y="3019813"/>
                  </a:lnTo>
                  <a:lnTo>
                    <a:pt x="4501313" y="3057758"/>
                  </a:lnTo>
                  <a:lnTo>
                    <a:pt x="4505819" y="3260133"/>
                  </a:lnTo>
                  <a:lnTo>
                    <a:pt x="4510325" y="3079893"/>
                  </a:lnTo>
                  <a:lnTo>
                    <a:pt x="4528348" y="3380293"/>
                  </a:lnTo>
                  <a:lnTo>
                    <a:pt x="4532854" y="3361320"/>
                  </a:lnTo>
                  <a:lnTo>
                    <a:pt x="4537360" y="3373969"/>
                  </a:lnTo>
                  <a:lnTo>
                    <a:pt x="4541866" y="3367644"/>
                  </a:lnTo>
                  <a:lnTo>
                    <a:pt x="4555383" y="3133649"/>
                  </a:lnTo>
                  <a:lnTo>
                    <a:pt x="4559889" y="3380293"/>
                  </a:lnTo>
                  <a:lnTo>
                    <a:pt x="4564395" y="3380293"/>
                  </a:lnTo>
                  <a:lnTo>
                    <a:pt x="4568900" y="3102027"/>
                  </a:lnTo>
                  <a:lnTo>
                    <a:pt x="4573406" y="2909139"/>
                  </a:lnTo>
                  <a:lnTo>
                    <a:pt x="4586924" y="2931274"/>
                  </a:lnTo>
                  <a:lnTo>
                    <a:pt x="4591430" y="3041947"/>
                  </a:lnTo>
                  <a:lnTo>
                    <a:pt x="4595935" y="3377131"/>
                  </a:lnTo>
                  <a:lnTo>
                    <a:pt x="4600441" y="3196891"/>
                  </a:lnTo>
                  <a:lnTo>
                    <a:pt x="4604947" y="3019813"/>
                  </a:lnTo>
                  <a:lnTo>
                    <a:pt x="4618464" y="3105190"/>
                  </a:lnTo>
                  <a:lnTo>
                    <a:pt x="4622970" y="3345510"/>
                  </a:lnTo>
                  <a:lnTo>
                    <a:pt x="4627476" y="3370807"/>
                  </a:lnTo>
                  <a:lnTo>
                    <a:pt x="4631982" y="3373969"/>
                  </a:lnTo>
                  <a:lnTo>
                    <a:pt x="4636488" y="3380293"/>
                  </a:lnTo>
                  <a:lnTo>
                    <a:pt x="4654511" y="3358158"/>
                  </a:lnTo>
                  <a:lnTo>
                    <a:pt x="4659017" y="3377131"/>
                  </a:lnTo>
                  <a:lnTo>
                    <a:pt x="4663523" y="3219025"/>
                  </a:lnTo>
                  <a:lnTo>
                    <a:pt x="4668028" y="2713088"/>
                  </a:lnTo>
                  <a:lnTo>
                    <a:pt x="4681546" y="3370807"/>
                  </a:lnTo>
                  <a:lnTo>
                    <a:pt x="4686052" y="3196891"/>
                  </a:lnTo>
                  <a:lnTo>
                    <a:pt x="4690558" y="3130486"/>
                  </a:lnTo>
                  <a:lnTo>
                    <a:pt x="4695063" y="3380293"/>
                  </a:lnTo>
                  <a:lnTo>
                    <a:pt x="4699569" y="3380293"/>
                  </a:lnTo>
                  <a:lnTo>
                    <a:pt x="4713087" y="3237998"/>
                  </a:lnTo>
                  <a:lnTo>
                    <a:pt x="4717592" y="2842735"/>
                  </a:lnTo>
                  <a:lnTo>
                    <a:pt x="4722098" y="3111514"/>
                  </a:lnTo>
                  <a:lnTo>
                    <a:pt x="4726604" y="2811113"/>
                  </a:lnTo>
                  <a:lnTo>
                    <a:pt x="4731110" y="3124162"/>
                  </a:lnTo>
                  <a:lnTo>
                    <a:pt x="4744627" y="3298078"/>
                  </a:lnTo>
                  <a:lnTo>
                    <a:pt x="4749133" y="3291754"/>
                  </a:lnTo>
                  <a:lnTo>
                    <a:pt x="4753639" y="3222188"/>
                  </a:lnTo>
                  <a:lnTo>
                    <a:pt x="4758145" y="3291754"/>
                  </a:lnTo>
                  <a:lnTo>
                    <a:pt x="4762651" y="3203215"/>
                  </a:lnTo>
                  <a:lnTo>
                    <a:pt x="4776168" y="3174756"/>
                  </a:lnTo>
                  <a:lnTo>
                    <a:pt x="4780674" y="3219025"/>
                  </a:lnTo>
                  <a:lnTo>
                    <a:pt x="4785180" y="3345510"/>
                  </a:lnTo>
                  <a:lnTo>
                    <a:pt x="4789686" y="3361320"/>
                  </a:lnTo>
                  <a:lnTo>
                    <a:pt x="4794191" y="3317051"/>
                  </a:lnTo>
                  <a:lnTo>
                    <a:pt x="4807709" y="3026137"/>
                  </a:lnTo>
                  <a:lnTo>
                    <a:pt x="4812215" y="3345510"/>
                  </a:lnTo>
                  <a:lnTo>
                    <a:pt x="4816720" y="3294916"/>
                  </a:lnTo>
                  <a:lnTo>
                    <a:pt x="4821226" y="3241160"/>
                  </a:lnTo>
                  <a:lnTo>
                    <a:pt x="4825732" y="3326537"/>
                  </a:lnTo>
                  <a:lnTo>
                    <a:pt x="4839250" y="3326537"/>
                  </a:lnTo>
                  <a:lnTo>
                    <a:pt x="4843755" y="3380293"/>
                  </a:lnTo>
                  <a:lnTo>
                    <a:pt x="4852767" y="3228512"/>
                  </a:lnTo>
                  <a:lnTo>
                    <a:pt x="4857273" y="3250647"/>
                  </a:lnTo>
                  <a:lnTo>
                    <a:pt x="4870790" y="3174756"/>
                  </a:lnTo>
                  <a:lnTo>
                    <a:pt x="4875296" y="3114676"/>
                  </a:lnTo>
                  <a:lnTo>
                    <a:pt x="4879802" y="3035623"/>
                  </a:lnTo>
                  <a:lnTo>
                    <a:pt x="4884308" y="2899653"/>
                  </a:lnTo>
                  <a:lnTo>
                    <a:pt x="4888814" y="2798465"/>
                  </a:lnTo>
                  <a:lnTo>
                    <a:pt x="4906837" y="3282268"/>
                  </a:lnTo>
                  <a:lnTo>
                    <a:pt x="4938378" y="3237998"/>
                  </a:lnTo>
                  <a:lnTo>
                    <a:pt x="4942883" y="2807951"/>
                  </a:lnTo>
                  <a:lnTo>
                    <a:pt x="4947389" y="3256971"/>
                  </a:lnTo>
                  <a:lnTo>
                    <a:pt x="4951895" y="3294916"/>
                  </a:lnTo>
                  <a:lnTo>
                    <a:pt x="4965413" y="3307564"/>
                  </a:lnTo>
                  <a:lnTo>
                    <a:pt x="4969918" y="3070406"/>
                  </a:lnTo>
                  <a:lnTo>
                    <a:pt x="4974424" y="3111514"/>
                  </a:lnTo>
                  <a:lnTo>
                    <a:pt x="4978930" y="2880680"/>
                  </a:lnTo>
                  <a:lnTo>
                    <a:pt x="4983436" y="3139973"/>
                  </a:lnTo>
                  <a:lnTo>
                    <a:pt x="4996953" y="3196891"/>
                  </a:lnTo>
                  <a:lnTo>
                    <a:pt x="5001459" y="3234836"/>
                  </a:lnTo>
                  <a:lnTo>
                    <a:pt x="5005965" y="3228512"/>
                  </a:lnTo>
                  <a:lnTo>
                    <a:pt x="5010471" y="3196891"/>
                  </a:lnTo>
                  <a:lnTo>
                    <a:pt x="5014977" y="3298078"/>
                  </a:lnTo>
                  <a:lnTo>
                    <a:pt x="5028494" y="3373969"/>
                  </a:lnTo>
                  <a:lnTo>
                    <a:pt x="5033000" y="3380293"/>
                  </a:lnTo>
                  <a:lnTo>
                    <a:pt x="5037506" y="3373969"/>
                  </a:lnTo>
                  <a:lnTo>
                    <a:pt x="5042011" y="3358158"/>
                  </a:lnTo>
                  <a:lnTo>
                    <a:pt x="5046517" y="3370807"/>
                  </a:lnTo>
                  <a:lnTo>
                    <a:pt x="5060035" y="3225350"/>
                  </a:lnTo>
                  <a:lnTo>
                    <a:pt x="5064541" y="2940760"/>
                  </a:lnTo>
                  <a:lnTo>
                    <a:pt x="5069046" y="3108352"/>
                  </a:lnTo>
                  <a:lnTo>
                    <a:pt x="5073552" y="2611901"/>
                  </a:lnTo>
                  <a:lnTo>
                    <a:pt x="5078058" y="3133649"/>
                  </a:lnTo>
                  <a:lnTo>
                    <a:pt x="5091575" y="3354996"/>
                  </a:lnTo>
                  <a:lnTo>
                    <a:pt x="5096081" y="3380293"/>
                  </a:lnTo>
                  <a:lnTo>
                    <a:pt x="5100587" y="3380293"/>
                  </a:lnTo>
                  <a:lnTo>
                    <a:pt x="5105093" y="3377131"/>
                  </a:lnTo>
                  <a:lnTo>
                    <a:pt x="5109599" y="3380293"/>
                  </a:lnTo>
                  <a:lnTo>
                    <a:pt x="5123116" y="3380293"/>
                  </a:lnTo>
                  <a:lnTo>
                    <a:pt x="5127622" y="3380293"/>
                  </a:lnTo>
                  <a:lnTo>
                    <a:pt x="5132128" y="3380293"/>
                  </a:lnTo>
                  <a:lnTo>
                    <a:pt x="5136634" y="3298078"/>
                  </a:lnTo>
                  <a:lnTo>
                    <a:pt x="5141139" y="3234836"/>
                  </a:lnTo>
                  <a:lnTo>
                    <a:pt x="5154657" y="3054596"/>
                  </a:lnTo>
                  <a:lnTo>
                    <a:pt x="5159163" y="3329699"/>
                  </a:lnTo>
                  <a:lnTo>
                    <a:pt x="5163669" y="3222188"/>
                  </a:lnTo>
                  <a:lnTo>
                    <a:pt x="5168174" y="3219025"/>
                  </a:lnTo>
                  <a:lnTo>
                    <a:pt x="5172680" y="2690953"/>
                  </a:lnTo>
                  <a:lnTo>
                    <a:pt x="5186198" y="3377131"/>
                  </a:lnTo>
                  <a:lnTo>
                    <a:pt x="5190704" y="3380293"/>
                  </a:lnTo>
                  <a:lnTo>
                    <a:pt x="5195209" y="3380293"/>
                  </a:lnTo>
                  <a:lnTo>
                    <a:pt x="5199715" y="3380293"/>
                  </a:lnTo>
                  <a:lnTo>
                    <a:pt x="5204221" y="3380293"/>
                  </a:lnTo>
                  <a:lnTo>
                    <a:pt x="5217738" y="3291754"/>
                  </a:lnTo>
                  <a:lnTo>
                    <a:pt x="5222244" y="2991354"/>
                  </a:lnTo>
                  <a:lnTo>
                    <a:pt x="5226750" y="2308338"/>
                  </a:lnTo>
                  <a:lnTo>
                    <a:pt x="5231256" y="2978705"/>
                  </a:lnTo>
                  <a:lnTo>
                    <a:pt x="5235762" y="2981867"/>
                  </a:lnTo>
                  <a:lnTo>
                    <a:pt x="5249279" y="2545496"/>
                  </a:lnTo>
                  <a:lnTo>
                    <a:pt x="5253785" y="3060920"/>
                  </a:lnTo>
                  <a:lnTo>
                    <a:pt x="5258291" y="3320213"/>
                  </a:lnTo>
                  <a:lnTo>
                    <a:pt x="5262797" y="3380293"/>
                  </a:lnTo>
                  <a:lnTo>
                    <a:pt x="5267302" y="3272781"/>
                  </a:lnTo>
                  <a:lnTo>
                    <a:pt x="5280820" y="3339186"/>
                  </a:lnTo>
                  <a:lnTo>
                    <a:pt x="5285326" y="3263295"/>
                  </a:lnTo>
                  <a:lnTo>
                    <a:pt x="5289832" y="3244322"/>
                  </a:lnTo>
                  <a:lnTo>
                    <a:pt x="5294337" y="2836410"/>
                  </a:lnTo>
                  <a:lnTo>
                    <a:pt x="5298843" y="3162107"/>
                  </a:lnTo>
                  <a:lnTo>
                    <a:pt x="5312361" y="3279105"/>
                  </a:lnTo>
                  <a:lnTo>
                    <a:pt x="5316866" y="3345510"/>
                  </a:lnTo>
                  <a:lnTo>
                    <a:pt x="5321372" y="3111514"/>
                  </a:lnTo>
                  <a:lnTo>
                    <a:pt x="5325878" y="2962895"/>
                  </a:lnTo>
                  <a:lnTo>
                    <a:pt x="5330384" y="3054596"/>
                  </a:lnTo>
                  <a:lnTo>
                    <a:pt x="5343901" y="3380293"/>
                  </a:lnTo>
                  <a:lnTo>
                    <a:pt x="5348407" y="3380293"/>
                  </a:lnTo>
                  <a:lnTo>
                    <a:pt x="5352913" y="3380293"/>
                  </a:lnTo>
                  <a:lnTo>
                    <a:pt x="5379948" y="3244322"/>
                  </a:lnTo>
                  <a:lnTo>
                    <a:pt x="5388960" y="3079893"/>
                  </a:lnTo>
                  <a:lnTo>
                    <a:pt x="5393465" y="2671981"/>
                  </a:lnTo>
                  <a:lnTo>
                    <a:pt x="5406983" y="3317051"/>
                  </a:lnTo>
                  <a:lnTo>
                    <a:pt x="5411489" y="3370807"/>
                  </a:lnTo>
                  <a:lnTo>
                    <a:pt x="5415994" y="2975543"/>
                  </a:lnTo>
                  <a:lnTo>
                    <a:pt x="5420500" y="3016651"/>
                  </a:lnTo>
                  <a:lnTo>
                    <a:pt x="5425006" y="3354996"/>
                  </a:lnTo>
                  <a:lnTo>
                    <a:pt x="5438524" y="3060920"/>
                  </a:lnTo>
                  <a:lnTo>
                    <a:pt x="5443029" y="3196891"/>
                  </a:lnTo>
                  <a:lnTo>
                    <a:pt x="5447535" y="3377131"/>
                  </a:lnTo>
                  <a:lnTo>
                    <a:pt x="5452041" y="3342348"/>
                  </a:lnTo>
                  <a:lnTo>
                    <a:pt x="5456547" y="2450633"/>
                  </a:lnTo>
                  <a:lnTo>
                    <a:pt x="5465558" y="3380293"/>
                  </a:lnTo>
                  <a:lnTo>
                    <a:pt x="5479076" y="3380293"/>
                  </a:lnTo>
                  <a:lnTo>
                    <a:pt x="5483582" y="3380293"/>
                  </a:lnTo>
                  <a:lnTo>
                    <a:pt x="5488088" y="2940760"/>
                  </a:lnTo>
                  <a:lnTo>
                    <a:pt x="5501605" y="3032461"/>
                  </a:lnTo>
                  <a:lnTo>
                    <a:pt x="5506111" y="2381067"/>
                  </a:lnTo>
                  <a:lnTo>
                    <a:pt x="5510617" y="2738385"/>
                  </a:lnTo>
                  <a:lnTo>
                    <a:pt x="5515123" y="2804789"/>
                  </a:lnTo>
                  <a:lnTo>
                    <a:pt x="5519628" y="3345510"/>
                  </a:lnTo>
                  <a:lnTo>
                    <a:pt x="5533146" y="3209539"/>
                  </a:lnTo>
                  <a:lnTo>
                    <a:pt x="5537652" y="2997678"/>
                  </a:lnTo>
                  <a:lnTo>
                    <a:pt x="5542157" y="3380293"/>
                  </a:lnTo>
                  <a:lnTo>
                    <a:pt x="5551169" y="3380293"/>
                  </a:lnTo>
                  <a:lnTo>
                    <a:pt x="5564687" y="3095703"/>
                  </a:lnTo>
                  <a:lnTo>
                    <a:pt x="5569192" y="3310727"/>
                  </a:lnTo>
                  <a:lnTo>
                    <a:pt x="5573698" y="3373969"/>
                  </a:lnTo>
                  <a:lnTo>
                    <a:pt x="5578204" y="3380293"/>
                  </a:lnTo>
                  <a:lnTo>
                    <a:pt x="5582710" y="3380293"/>
                  </a:lnTo>
                  <a:lnTo>
                    <a:pt x="5600733" y="3380293"/>
                  </a:lnTo>
                  <a:lnTo>
                    <a:pt x="5605239" y="3380293"/>
                  </a:lnTo>
                  <a:lnTo>
                    <a:pt x="5609745" y="3380293"/>
                  </a:lnTo>
                  <a:lnTo>
                    <a:pt x="5614251" y="3380293"/>
                  </a:lnTo>
                  <a:lnTo>
                    <a:pt x="5627768" y="3181080"/>
                  </a:lnTo>
                  <a:lnTo>
                    <a:pt x="5632274" y="3269619"/>
                  </a:lnTo>
                  <a:lnTo>
                    <a:pt x="5636780" y="3117838"/>
                  </a:lnTo>
                  <a:lnTo>
                    <a:pt x="5641285" y="1565243"/>
                  </a:lnTo>
                  <a:lnTo>
                    <a:pt x="5645791" y="3377131"/>
                  </a:lnTo>
                  <a:lnTo>
                    <a:pt x="5659309" y="3380293"/>
                  </a:lnTo>
                  <a:lnTo>
                    <a:pt x="5663815" y="3380293"/>
                  </a:lnTo>
                  <a:lnTo>
                    <a:pt x="5668320" y="3380293"/>
                  </a:lnTo>
                  <a:lnTo>
                    <a:pt x="5672826" y="3256971"/>
                  </a:lnTo>
                  <a:lnTo>
                    <a:pt x="5677332" y="3253809"/>
                  </a:lnTo>
                  <a:lnTo>
                    <a:pt x="5690849" y="3269619"/>
                  </a:lnTo>
                  <a:lnTo>
                    <a:pt x="5695355" y="2166043"/>
                  </a:lnTo>
                  <a:lnTo>
                    <a:pt x="5699861" y="3269619"/>
                  </a:lnTo>
                  <a:lnTo>
                    <a:pt x="5704367" y="1539946"/>
                  </a:lnTo>
                  <a:lnTo>
                    <a:pt x="5708873" y="2444309"/>
                  </a:lnTo>
                  <a:lnTo>
                    <a:pt x="5726896" y="2896490"/>
                  </a:lnTo>
                  <a:lnTo>
                    <a:pt x="5731402" y="3377131"/>
                  </a:lnTo>
                  <a:lnTo>
                    <a:pt x="5735908" y="3215863"/>
                  </a:lnTo>
                  <a:lnTo>
                    <a:pt x="5740413" y="2807951"/>
                  </a:lnTo>
                  <a:lnTo>
                    <a:pt x="5753931" y="3228512"/>
                  </a:lnTo>
                  <a:lnTo>
                    <a:pt x="5758437" y="2978705"/>
                  </a:lnTo>
                  <a:lnTo>
                    <a:pt x="5762943" y="2994516"/>
                  </a:lnTo>
                  <a:lnTo>
                    <a:pt x="5767448" y="3342348"/>
                  </a:lnTo>
                  <a:lnTo>
                    <a:pt x="5771954" y="3380293"/>
                  </a:lnTo>
                  <a:lnTo>
                    <a:pt x="5785472" y="3294916"/>
                  </a:lnTo>
                  <a:lnTo>
                    <a:pt x="5789977" y="2924949"/>
                  </a:lnTo>
                  <a:lnTo>
                    <a:pt x="5794483" y="2855383"/>
                  </a:lnTo>
                  <a:lnTo>
                    <a:pt x="5798989" y="3193729"/>
                  </a:lnTo>
                  <a:lnTo>
                    <a:pt x="5803495" y="3373969"/>
                  </a:lnTo>
                  <a:lnTo>
                    <a:pt x="5817012" y="3253809"/>
                  </a:lnTo>
                  <a:lnTo>
                    <a:pt x="5821518" y="3336023"/>
                  </a:lnTo>
                  <a:lnTo>
                    <a:pt x="5826024" y="3184242"/>
                  </a:lnTo>
                  <a:lnTo>
                    <a:pt x="5830530" y="3266457"/>
                  </a:lnTo>
                  <a:lnTo>
                    <a:pt x="5835036" y="3057758"/>
                  </a:lnTo>
                  <a:lnTo>
                    <a:pt x="5848553" y="2662494"/>
                  </a:lnTo>
                  <a:lnTo>
                    <a:pt x="5853059" y="2741547"/>
                  </a:lnTo>
                  <a:lnTo>
                    <a:pt x="5857565" y="2725737"/>
                  </a:lnTo>
                  <a:lnTo>
                    <a:pt x="5862071" y="2627711"/>
                  </a:lnTo>
                  <a:lnTo>
                    <a:pt x="5866576" y="3032461"/>
                  </a:lnTo>
                  <a:lnTo>
                    <a:pt x="5880094" y="2017424"/>
                  </a:lnTo>
                  <a:lnTo>
                    <a:pt x="5884600" y="2997678"/>
                  </a:lnTo>
                  <a:lnTo>
                    <a:pt x="5889106" y="2766844"/>
                  </a:lnTo>
                  <a:lnTo>
                    <a:pt x="5893611" y="3187404"/>
                  </a:lnTo>
                  <a:lnTo>
                    <a:pt x="5898117" y="3130486"/>
                  </a:lnTo>
                  <a:lnTo>
                    <a:pt x="5911635" y="3152621"/>
                  </a:lnTo>
                  <a:lnTo>
                    <a:pt x="5916140" y="2830086"/>
                  </a:lnTo>
                  <a:lnTo>
                    <a:pt x="5920646" y="3193729"/>
                  </a:lnTo>
                  <a:lnTo>
                    <a:pt x="5925152" y="3380293"/>
                  </a:lnTo>
                  <a:lnTo>
                    <a:pt x="5929658" y="3171594"/>
                  </a:lnTo>
                  <a:lnTo>
                    <a:pt x="5943175" y="2709926"/>
                  </a:lnTo>
                  <a:lnTo>
                    <a:pt x="5947681" y="3196891"/>
                  </a:lnTo>
                  <a:lnTo>
                    <a:pt x="5952187" y="2153395"/>
                  </a:lnTo>
                  <a:lnTo>
                    <a:pt x="5956693" y="1615837"/>
                  </a:lnTo>
                  <a:lnTo>
                    <a:pt x="5961199" y="3380293"/>
                  </a:lnTo>
                  <a:lnTo>
                    <a:pt x="5974716" y="3380293"/>
                  </a:lnTo>
                  <a:lnTo>
                    <a:pt x="5979222" y="3380293"/>
                  </a:lnTo>
                  <a:lnTo>
                    <a:pt x="5983728" y="3351834"/>
                  </a:lnTo>
                  <a:lnTo>
                    <a:pt x="5988234" y="3158945"/>
                  </a:lnTo>
                  <a:lnTo>
                    <a:pt x="5992739" y="2406364"/>
                  </a:lnTo>
                  <a:lnTo>
                    <a:pt x="6006257" y="2064856"/>
                  </a:lnTo>
                  <a:lnTo>
                    <a:pt x="6010763" y="2874356"/>
                  </a:lnTo>
                  <a:lnTo>
                    <a:pt x="6015268" y="3051434"/>
                  </a:lnTo>
                  <a:lnTo>
                    <a:pt x="6019774" y="3241160"/>
                  </a:lnTo>
                  <a:lnTo>
                    <a:pt x="6024280" y="3019813"/>
                  </a:lnTo>
                  <a:lnTo>
                    <a:pt x="6037798" y="3380293"/>
                  </a:lnTo>
                  <a:lnTo>
                    <a:pt x="6042303" y="3380293"/>
                  </a:lnTo>
                  <a:lnTo>
                    <a:pt x="6046809" y="3380293"/>
                  </a:lnTo>
                  <a:lnTo>
                    <a:pt x="6051315" y="3380293"/>
                  </a:lnTo>
                  <a:lnTo>
                    <a:pt x="6055821" y="3380293"/>
                  </a:lnTo>
                  <a:lnTo>
                    <a:pt x="6069338" y="3351834"/>
                  </a:lnTo>
                  <a:lnTo>
                    <a:pt x="6073844" y="2713088"/>
                  </a:lnTo>
                  <a:lnTo>
                    <a:pt x="6078350" y="2751033"/>
                  </a:lnTo>
                  <a:lnTo>
                    <a:pt x="6082856" y="3380293"/>
                  </a:lnTo>
                  <a:lnTo>
                    <a:pt x="6087362" y="3380293"/>
                  </a:lnTo>
                  <a:lnTo>
                    <a:pt x="6100879" y="3029299"/>
                  </a:lnTo>
                  <a:lnTo>
                    <a:pt x="6105385" y="3354996"/>
                  </a:lnTo>
                  <a:lnTo>
                    <a:pt x="6109891" y="3380293"/>
                  </a:lnTo>
                  <a:lnTo>
                    <a:pt x="6114396" y="2678305"/>
                  </a:lnTo>
                  <a:lnTo>
                    <a:pt x="6118902" y="2975543"/>
                  </a:lnTo>
                  <a:lnTo>
                    <a:pt x="6132420" y="3380293"/>
                  </a:lnTo>
                  <a:lnTo>
                    <a:pt x="6136926" y="3380293"/>
                  </a:lnTo>
                  <a:lnTo>
                    <a:pt x="6141431" y="3377131"/>
                  </a:lnTo>
                  <a:lnTo>
                    <a:pt x="6145937" y="3380293"/>
                  </a:lnTo>
                  <a:lnTo>
                    <a:pt x="6150443" y="3285430"/>
                  </a:lnTo>
                  <a:lnTo>
                    <a:pt x="6163961" y="3380293"/>
                  </a:lnTo>
                  <a:lnTo>
                    <a:pt x="6172972" y="3367644"/>
                  </a:lnTo>
                  <a:lnTo>
                    <a:pt x="6177478" y="3083055"/>
                  </a:lnTo>
                  <a:lnTo>
                    <a:pt x="6181984" y="3070406"/>
                  </a:lnTo>
                  <a:lnTo>
                    <a:pt x="6195501" y="2981867"/>
                  </a:lnTo>
                  <a:lnTo>
                    <a:pt x="6200007" y="3361320"/>
                  </a:lnTo>
                  <a:lnTo>
                    <a:pt x="6204513" y="2896490"/>
                  </a:lnTo>
                  <a:lnTo>
                    <a:pt x="6209019" y="3244322"/>
                  </a:lnTo>
                  <a:lnTo>
                    <a:pt x="6213525" y="2934436"/>
                  </a:lnTo>
                  <a:lnTo>
                    <a:pt x="6227042" y="3342348"/>
                  </a:lnTo>
                  <a:lnTo>
                    <a:pt x="6231548" y="3380293"/>
                  </a:lnTo>
                  <a:lnTo>
                    <a:pt x="6236054" y="2804789"/>
                  </a:lnTo>
                  <a:lnTo>
                    <a:pt x="6240559" y="2975543"/>
                  </a:lnTo>
                  <a:lnTo>
                    <a:pt x="6245065" y="2526524"/>
                  </a:lnTo>
                  <a:lnTo>
                    <a:pt x="6258583" y="3237998"/>
                  </a:lnTo>
                  <a:lnTo>
                    <a:pt x="6263089" y="2978705"/>
                  </a:lnTo>
                  <a:lnTo>
                    <a:pt x="6267594" y="2896490"/>
                  </a:lnTo>
                  <a:lnTo>
                    <a:pt x="6272100" y="2836410"/>
                  </a:lnTo>
                  <a:lnTo>
                    <a:pt x="6276606" y="2909139"/>
                  </a:lnTo>
                  <a:lnTo>
                    <a:pt x="6290123" y="3051434"/>
                  </a:lnTo>
                  <a:lnTo>
                    <a:pt x="6294629" y="3057758"/>
                  </a:lnTo>
                  <a:lnTo>
                    <a:pt x="6299135" y="3339186"/>
                  </a:lnTo>
                  <a:lnTo>
                    <a:pt x="6303641" y="2931274"/>
                  </a:lnTo>
                  <a:lnTo>
                    <a:pt x="6308147" y="3288592"/>
                  </a:lnTo>
                  <a:lnTo>
                    <a:pt x="6321664" y="3329699"/>
                  </a:lnTo>
                  <a:lnTo>
                    <a:pt x="6326170" y="3291754"/>
                  </a:lnTo>
                  <a:lnTo>
                    <a:pt x="6330676" y="2915463"/>
                  </a:lnTo>
                  <a:lnTo>
                    <a:pt x="6335182" y="3117838"/>
                  </a:lnTo>
                  <a:lnTo>
                    <a:pt x="6339687" y="3070406"/>
                  </a:lnTo>
                  <a:lnTo>
                    <a:pt x="6353205" y="2703602"/>
                  </a:lnTo>
                  <a:lnTo>
                    <a:pt x="6357711" y="2393715"/>
                  </a:lnTo>
                  <a:lnTo>
                    <a:pt x="6362217" y="3263295"/>
                  </a:lnTo>
                  <a:lnTo>
                    <a:pt x="6366722" y="2197665"/>
                  </a:lnTo>
                  <a:lnTo>
                    <a:pt x="6371228" y="3332861"/>
                  </a:lnTo>
                  <a:lnTo>
                    <a:pt x="6384746" y="2845897"/>
                  </a:lnTo>
                  <a:lnTo>
                    <a:pt x="6389251" y="3247484"/>
                  </a:lnTo>
                  <a:lnTo>
                    <a:pt x="6393757" y="3358158"/>
                  </a:lnTo>
                  <a:lnTo>
                    <a:pt x="6398263" y="3149459"/>
                  </a:lnTo>
                  <a:lnTo>
                    <a:pt x="6402769" y="3019813"/>
                  </a:lnTo>
                  <a:lnTo>
                    <a:pt x="6416286" y="2561307"/>
                  </a:lnTo>
                  <a:lnTo>
                    <a:pt x="6420792" y="3168432"/>
                  </a:lnTo>
                  <a:lnTo>
                    <a:pt x="6425298" y="3288592"/>
                  </a:lnTo>
                  <a:lnTo>
                    <a:pt x="6429804" y="2814276"/>
                  </a:lnTo>
                  <a:lnTo>
                    <a:pt x="6434310" y="2207151"/>
                  </a:lnTo>
                  <a:lnTo>
                    <a:pt x="6438815" y="3165270"/>
                  </a:lnTo>
                  <a:lnTo>
                    <a:pt x="6447827" y="3095703"/>
                  </a:lnTo>
                  <a:lnTo>
                    <a:pt x="6452333" y="3121000"/>
                  </a:lnTo>
                  <a:lnTo>
                    <a:pt x="6456839" y="3260133"/>
                  </a:lnTo>
                  <a:lnTo>
                    <a:pt x="6461345" y="3304402"/>
                  </a:lnTo>
                  <a:lnTo>
                    <a:pt x="6465850" y="3162107"/>
                  </a:lnTo>
                  <a:lnTo>
                    <a:pt x="6479368" y="2918625"/>
                  </a:lnTo>
                  <a:lnTo>
                    <a:pt x="6483874" y="2950246"/>
                  </a:lnTo>
                  <a:lnTo>
                    <a:pt x="6488380" y="3004002"/>
                  </a:lnTo>
                  <a:lnTo>
                    <a:pt x="6492885" y="3244322"/>
                  </a:lnTo>
                  <a:lnTo>
                    <a:pt x="6497391" y="3354996"/>
                  </a:lnTo>
                  <a:lnTo>
                    <a:pt x="6510909" y="3329699"/>
                  </a:lnTo>
                  <a:lnTo>
                    <a:pt x="6515414" y="2798465"/>
                  </a:lnTo>
                  <a:lnTo>
                    <a:pt x="6519920" y="2940760"/>
                  </a:lnTo>
                  <a:lnTo>
                    <a:pt x="6524426" y="2801627"/>
                  </a:lnTo>
                  <a:lnTo>
                    <a:pt x="6528932" y="2931274"/>
                  </a:lnTo>
                  <a:lnTo>
                    <a:pt x="6551461" y="3320213"/>
                  </a:lnTo>
                  <a:lnTo>
                    <a:pt x="6555967" y="3244322"/>
                  </a:lnTo>
                  <a:lnTo>
                    <a:pt x="6583002" y="2776330"/>
                  </a:lnTo>
                  <a:lnTo>
                    <a:pt x="6587508" y="3234836"/>
                  </a:lnTo>
                  <a:lnTo>
                    <a:pt x="6592013" y="2978705"/>
                  </a:lnTo>
                  <a:lnTo>
                    <a:pt x="6596519" y="2896490"/>
                  </a:lnTo>
                  <a:lnTo>
                    <a:pt x="6605531" y="3380293"/>
                  </a:lnTo>
                  <a:lnTo>
                    <a:pt x="6610037" y="3380293"/>
                  </a:lnTo>
                  <a:lnTo>
                    <a:pt x="6614542" y="3380293"/>
                  </a:lnTo>
                  <a:lnTo>
                    <a:pt x="6619048" y="3380293"/>
                  </a:lnTo>
                  <a:lnTo>
                    <a:pt x="6623554" y="3367644"/>
                  </a:lnTo>
                  <a:lnTo>
                    <a:pt x="6637072" y="3168432"/>
                  </a:lnTo>
                  <a:lnTo>
                    <a:pt x="6641577" y="3326537"/>
                  </a:lnTo>
                  <a:lnTo>
                    <a:pt x="6646083" y="2833248"/>
                  </a:lnTo>
                  <a:lnTo>
                    <a:pt x="6650589" y="3266457"/>
                  </a:lnTo>
                  <a:lnTo>
                    <a:pt x="6655095" y="3329699"/>
                  </a:lnTo>
                  <a:lnTo>
                    <a:pt x="6668612" y="3193729"/>
                  </a:lnTo>
                  <a:lnTo>
                    <a:pt x="6673118" y="2981867"/>
                  </a:lnTo>
                  <a:lnTo>
                    <a:pt x="6677624" y="3260133"/>
                  </a:lnTo>
                  <a:lnTo>
                    <a:pt x="6682130" y="3313889"/>
                  </a:lnTo>
                  <a:lnTo>
                    <a:pt x="6686636" y="3168432"/>
                  </a:lnTo>
                  <a:lnTo>
                    <a:pt x="6700153" y="3380293"/>
                  </a:lnTo>
                  <a:lnTo>
                    <a:pt x="6704659" y="3345510"/>
                  </a:lnTo>
                  <a:lnTo>
                    <a:pt x="6709165" y="3231674"/>
                  </a:lnTo>
                  <a:lnTo>
                    <a:pt x="6713670" y="3206377"/>
                  </a:lnTo>
                  <a:lnTo>
                    <a:pt x="6718176" y="3298078"/>
                  </a:lnTo>
                  <a:lnTo>
                    <a:pt x="6731694" y="3225350"/>
                  </a:lnTo>
                  <a:lnTo>
                    <a:pt x="6736200" y="2918625"/>
                  </a:lnTo>
                  <a:lnTo>
                    <a:pt x="6740705" y="2542334"/>
                  </a:lnTo>
                  <a:lnTo>
                    <a:pt x="6745211" y="2687791"/>
                  </a:lnTo>
                  <a:lnTo>
                    <a:pt x="6749717" y="3026137"/>
                  </a:lnTo>
                  <a:lnTo>
                    <a:pt x="6763234" y="3332861"/>
                  </a:lnTo>
                  <a:lnTo>
                    <a:pt x="6767740" y="3193729"/>
                  </a:lnTo>
                  <a:lnTo>
                    <a:pt x="6772246" y="3193729"/>
                  </a:lnTo>
                  <a:lnTo>
                    <a:pt x="6776752" y="3304402"/>
                  </a:lnTo>
                  <a:lnTo>
                    <a:pt x="6781258" y="3187404"/>
                  </a:lnTo>
                  <a:lnTo>
                    <a:pt x="6794775" y="3196891"/>
                  </a:lnTo>
                  <a:lnTo>
                    <a:pt x="6799281" y="3313889"/>
                  </a:lnTo>
                  <a:lnTo>
                    <a:pt x="6803787" y="2814276"/>
                  </a:lnTo>
                  <a:lnTo>
                    <a:pt x="6808293" y="2962895"/>
                  </a:lnTo>
                  <a:lnTo>
                    <a:pt x="6812799" y="3358158"/>
                  </a:lnTo>
                  <a:lnTo>
                    <a:pt x="6826316" y="3076731"/>
                  </a:lnTo>
                  <a:lnTo>
                    <a:pt x="6830822" y="3361320"/>
                  </a:lnTo>
                  <a:lnTo>
                    <a:pt x="6835328" y="3380293"/>
                  </a:lnTo>
                  <a:lnTo>
                    <a:pt x="6839833" y="3380293"/>
                  </a:lnTo>
                  <a:lnTo>
                    <a:pt x="6844339" y="3354996"/>
                  </a:lnTo>
                  <a:lnTo>
                    <a:pt x="6857857" y="3294916"/>
                  </a:lnTo>
                  <a:lnTo>
                    <a:pt x="6862363" y="3143135"/>
                  </a:lnTo>
                  <a:lnTo>
                    <a:pt x="6866868" y="3181080"/>
                  </a:lnTo>
                  <a:lnTo>
                    <a:pt x="6871374" y="3380293"/>
                  </a:lnTo>
                  <a:lnTo>
                    <a:pt x="6875880" y="3380293"/>
                  </a:lnTo>
                  <a:lnTo>
                    <a:pt x="6889397" y="2880680"/>
                  </a:lnTo>
                  <a:lnTo>
                    <a:pt x="6893903" y="2978705"/>
                  </a:lnTo>
                  <a:lnTo>
                    <a:pt x="6898409" y="3291754"/>
                  </a:lnTo>
                  <a:lnTo>
                    <a:pt x="6902915" y="3377131"/>
                  </a:lnTo>
                  <a:lnTo>
                    <a:pt x="6907421" y="3038785"/>
                  </a:lnTo>
                  <a:lnTo>
                    <a:pt x="6920938" y="3073568"/>
                  </a:lnTo>
                  <a:lnTo>
                    <a:pt x="6925444" y="3367644"/>
                  </a:lnTo>
                  <a:lnTo>
                    <a:pt x="6929950" y="3275943"/>
                  </a:lnTo>
                  <a:lnTo>
                    <a:pt x="6934456" y="3117838"/>
                  </a:lnTo>
                  <a:lnTo>
                    <a:pt x="6938961" y="2991354"/>
                  </a:lnTo>
                  <a:lnTo>
                    <a:pt x="6952479" y="3339186"/>
                  </a:lnTo>
                  <a:lnTo>
                    <a:pt x="6956985" y="3364482"/>
                  </a:lnTo>
                  <a:lnTo>
                    <a:pt x="6961491" y="2902815"/>
                  </a:lnTo>
                  <a:lnTo>
                    <a:pt x="6965996" y="3083055"/>
                  </a:lnTo>
                  <a:lnTo>
                    <a:pt x="6988525" y="3200053"/>
                  </a:lnTo>
                  <a:lnTo>
                    <a:pt x="6993031" y="3174756"/>
                  </a:lnTo>
                  <a:lnTo>
                    <a:pt x="6997537" y="2896490"/>
                  </a:lnTo>
                  <a:lnTo>
                    <a:pt x="7015560" y="3336023"/>
                  </a:lnTo>
                  <a:lnTo>
                    <a:pt x="7020066" y="3048272"/>
                  </a:lnTo>
                  <a:lnTo>
                    <a:pt x="7024572" y="3377131"/>
                  </a:lnTo>
                  <a:lnTo>
                    <a:pt x="7029078" y="3307564"/>
                  </a:lnTo>
                  <a:lnTo>
                    <a:pt x="7033584" y="3380293"/>
                  </a:lnTo>
                  <a:lnTo>
                    <a:pt x="7047101" y="3079893"/>
                  </a:lnTo>
                  <a:lnTo>
                    <a:pt x="7051607" y="3038785"/>
                  </a:lnTo>
                  <a:lnTo>
                    <a:pt x="7056113" y="3143135"/>
                  </a:lnTo>
                  <a:lnTo>
                    <a:pt x="7060619" y="3215863"/>
                  </a:lnTo>
                  <a:lnTo>
                    <a:pt x="7065124" y="2994516"/>
                  </a:lnTo>
                  <a:lnTo>
                    <a:pt x="7078642" y="3342348"/>
                  </a:lnTo>
                  <a:lnTo>
                    <a:pt x="7083148" y="3320213"/>
                  </a:lnTo>
                  <a:lnTo>
                    <a:pt x="7087653" y="3146297"/>
                  </a:lnTo>
                  <a:lnTo>
                    <a:pt x="7092159" y="3234836"/>
                  </a:lnTo>
                  <a:lnTo>
                    <a:pt x="7096665" y="3332861"/>
                  </a:lnTo>
                  <a:lnTo>
                    <a:pt x="7110183" y="3377131"/>
                  </a:lnTo>
                  <a:lnTo>
                    <a:pt x="7114688" y="3380293"/>
                  </a:lnTo>
                  <a:lnTo>
                    <a:pt x="7123700" y="2131260"/>
                  </a:lnTo>
                  <a:lnTo>
                    <a:pt x="7128206" y="3152621"/>
                  </a:lnTo>
                  <a:lnTo>
                    <a:pt x="7141723" y="2573955"/>
                  </a:lnTo>
                  <a:lnTo>
                    <a:pt x="7146229" y="3269619"/>
                  </a:lnTo>
                  <a:lnTo>
                    <a:pt x="7150735" y="3184242"/>
                  </a:lnTo>
                  <a:lnTo>
                    <a:pt x="7159747" y="3380293"/>
                  </a:lnTo>
                  <a:lnTo>
                    <a:pt x="7173264" y="3320213"/>
                  </a:lnTo>
                  <a:lnTo>
                    <a:pt x="7177770" y="3380293"/>
                  </a:lnTo>
                  <a:lnTo>
                    <a:pt x="7182276" y="3083055"/>
                  </a:lnTo>
                  <a:lnTo>
                    <a:pt x="7186782" y="2447471"/>
                  </a:lnTo>
                  <a:lnTo>
                    <a:pt x="7191287" y="2444309"/>
                  </a:lnTo>
                  <a:lnTo>
                    <a:pt x="7209311" y="2694115"/>
                  </a:lnTo>
                  <a:lnTo>
                    <a:pt x="7213816" y="2482254"/>
                  </a:lnTo>
                  <a:lnTo>
                    <a:pt x="7218322" y="2849059"/>
                  </a:lnTo>
                  <a:lnTo>
                    <a:pt x="7222828" y="2349446"/>
                  </a:lnTo>
                  <a:lnTo>
                    <a:pt x="7227334" y="3174756"/>
                  </a:lnTo>
                  <a:lnTo>
                    <a:pt x="7236346" y="2415850"/>
                  </a:lnTo>
                  <a:lnTo>
                    <a:pt x="7240851" y="3032461"/>
                  </a:lnTo>
                  <a:lnTo>
                    <a:pt x="7245357" y="2713088"/>
                  </a:lnTo>
                  <a:lnTo>
                    <a:pt x="7249863" y="2855383"/>
                  </a:lnTo>
                  <a:lnTo>
                    <a:pt x="7254369" y="1264843"/>
                  </a:lnTo>
                  <a:lnTo>
                    <a:pt x="7267886" y="2937598"/>
                  </a:lnTo>
                  <a:lnTo>
                    <a:pt x="7272392" y="3294916"/>
                  </a:lnTo>
                  <a:lnTo>
                    <a:pt x="7276898" y="3228512"/>
                  </a:lnTo>
                  <a:lnTo>
                    <a:pt x="7281404" y="3310727"/>
                  </a:lnTo>
                  <a:lnTo>
                    <a:pt x="7285910" y="3298078"/>
                  </a:lnTo>
                  <a:lnTo>
                    <a:pt x="7299427" y="2871194"/>
                  </a:lnTo>
                  <a:lnTo>
                    <a:pt x="7303933" y="3152621"/>
                  </a:lnTo>
                  <a:lnTo>
                    <a:pt x="7308439" y="3256971"/>
                  </a:lnTo>
                  <a:lnTo>
                    <a:pt x="7312944" y="3367644"/>
                  </a:lnTo>
                  <a:lnTo>
                    <a:pt x="7317450" y="3060920"/>
                  </a:lnTo>
                  <a:lnTo>
                    <a:pt x="7330968" y="2529686"/>
                  </a:lnTo>
                  <a:lnTo>
                    <a:pt x="7335474" y="2052208"/>
                  </a:lnTo>
                  <a:lnTo>
                    <a:pt x="7339979" y="3089379"/>
                  </a:lnTo>
                  <a:lnTo>
                    <a:pt x="7344485" y="3320213"/>
                  </a:lnTo>
                  <a:lnTo>
                    <a:pt x="7348991" y="2485416"/>
                  </a:lnTo>
                  <a:lnTo>
                    <a:pt x="7362508" y="3380293"/>
                  </a:lnTo>
                  <a:lnTo>
                    <a:pt x="7367014" y="3380293"/>
                  </a:lnTo>
                  <a:lnTo>
                    <a:pt x="7371520" y="3092541"/>
                  </a:lnTo>
                  <a:lnTo>
                    <a:pt x="7376026" y="2327311"/>
                  </a:lnTo>
                  <a:lnTo>
                    <a:pt x="7380532" y="3010326"/>
                  </a:lnTo>
                  <a:lnTo>
                    <a:pt x="7394049" y="2671981"/>
                  </a:lnTo>
                  <a:lnTo>
                    <a:pt x="7398555" y="3013488"/>
                  </a:lnTo>
                  <a:lnTo>
                    <a:pt x="7403061" y="2849059"/>
                  </a:lnTo>
                  <a:lnTo>
                    <a:pt x="7407567" y="3215863"/>
                  </a:lnTo>
                  <a:lnTo>
                    <a:pt x="7412072" y="3310727"/>
                  </a:lnTo>
                  <a:lnTo>
                    <a:pt x="7425590" y="3370807"/>
                  </a:lnTo>
                  <a:lnTo>
                    <a:pt x="7430096" y="3168432"/>
                  </a:lnTo>
                  <a:lnTo>
                    <a:pt x="7434602" y="2877518"/>
                  </a:lnTo>
                  <a:lnTo>
                    <a:pt x="7439107" y="3225350"/>
                  </a:lnTo>
                  <a:lnTo>
                    <a:pt x="7443613" y="2358932"/>
                  </a:lnTo>
                  <a:lnTo>
                    <a:pt x="7461637" y="3079893"/>
                  </a:lnTo>
                  <a:lnTo>
                    <a:pt x="7466142" y="3181080"/>
                  </a:lnTo>
                  <a:lnTo>
                    <a:pt x="7470648" y="3380293"/>
                  </a:lnTo>
                  <a:lnTo>
                    <a:pt x="7475154" y="3162107"/>
                  </a:lnTo>
                  <a:lnTo>
                    <a:pt x="7488671" y="3266457"/>
                  </a:lnTo>
                  <a:lnTo>
                    <a:pt x="7493177" y="2956570"/>
                  </a:lnTo>
                  <a:lnTo>
                    <a:pt x="7497683" y="3329699"/>
                  </a:lnTo>
                  <a:lnTo>
                    <a:pt x="7502189" y="3177918"/>
                  </a:lnTo>
                  <a:lnTo>
                    <a:pt x="7506695" y="2747871"/>
                  </a:lnTo>
                  <a:lnTo>
                    <a:pt x="7520212" y="3380293"/>
                  </a:lnTo>
                  <a:lnTo>
                    <a:pt x="7524718" y="3380293"/>
                  </a:lnTo>
                  <a:lnTo>
                    <a:pt x="7529224" y="3222188"/>
                  </a:lnTo>
                  <a:lnTo>
                    <a:pt x="7533730" y="1935210"/>
                  </a:lnTo>
                  <a:lnTo>
                    <a:pt x="7538235" y="2694115"/>
                  </a:lnTo>
                  <a:lnTo>
                    <a:pt x="7551753" y="3380293"/>
                  </a:lnTo>
                  <a:lnTo>
                    <a:pt x="7556259" y="3380293"/>
                  </a:lnTo>
                  <a:lnTo>
                    <a:pt x="7560765" y="2905977"/>
                  </a:lnTo>
                  <a:lnTo>
                    <a:pt x="7565270" y="3228512"/>
                  </a:lnTo>
                  <a:lnTo>
                    <a:pt x="7569776" y="3310727"/>
                  </a:lnTo>
                  <a:lnTo>
                    <a:pt x="7583294" y="3380293"/>
                  </a:lnTo>
                  <a:lnTo>
                    <a:pt x="7587799" y="2728899"/>
                  </a:lnTo>
                  <a:lnTo>
                    <a:pt x="7592305" y="2659332"/>
                  </a:lnTo>
                  <a:lnTo>
                    <a:pt x="7596811" y="3377131"/>
                  </a:lnTo>
                  <a:lnTo>
                    <a:pt x="7601317" y="3136811"/>
                  </a:lnTo>
                  <a:lnTo>
                    <a:pt x="7605823" y="2931274"/>
                  </a:lnTo>
                  <a:lnTo>
                    <a:pt x="7614834" y="3200053"/>
                  </a:lnTo>
                  <a:lnTo>
                    <a:pt x="7619340" y="2988192"/>
                  </a:lnTo>
                  <a:lnTo>
                    <a:pt x="7623846" y="3310727"/>
                  </a:lnTo>
                  <a:lnTo>
                    <a:pt x="7628352" y="3377131"/>
                  </a:lnTo>
                  <a:lnTo>
                    <a:pt x="7632858" y="3339186"/>
                  </a:lnTo>
                  <a:lnTo>
                    <a:pt x="7646375" y="3361320"/>
                  </a:lnTo>
                  <a:lnTo>
                    <a:pt x="7650881" y="3380293"/>
                  </a:lnTo>
                  <a:lnTo>
                    <a:pt x="7655387" y="3380293"/>
                  </a:lnTo>
                  <a:lnTo>
                    <a:pt x="7659893" y="3291754"/>
                  </a:lnTo>
                  <a:lnTo>
                    <a:pt x="7664398" y="3294916"/>
                  </a:lnTo>
                  <a:lnTo>
                    <a:pt x="7668904" y="3380293"/>
                  </a:lnTo>
                  <a:lnTo>
                    <a:pt x="7677916" y="3231674"/>
                  </a:lnTo>
                  <a:lnTo>
                    <a:pt x="7682422" y="3130486"/>
                  </a:lnTo>
                  <a:lnTo>
                    <a:pt x="7686927" y="2181854"/>
                  </a:lnTo>
                  <a:lnTo>
                    <a:pt x="7691433" y="3263295"/>
                  </a:lnTo>
                  <a:lnTo>
                    <a:pt x="7695939" y="3380293"/>
                  </a:lnTo>
                  <a:lnTo>
                    <a:pt x="7700445" y="3373969"/>
                  </a:lnTo>
                  <a:lnTo>
                    <a:pt x="7709457" y="2788979"/>
                  </a:lnTo>
                  <a:lnTo>
                    <a:pt x="7713962" y="2788979"/>
                  </a:lnTo>
                  <a:lnTo>
                    <a:pt x="7718468" y="3092541"/>
                  </a:lnTo>
                  <a:lnTo>
                    <a:pt x="7722974" y="3076731"/>
                  </a:lnTo>
                  <a:lnTo>
                    <a:pt x="7727480" y="1887778"/>
                  </a:lnTo>
                  <a:lnTo>
                    <a:pt x="7740997" y="2074342"/>
                  </a:lnTo>
                  <a:lnTo>
                    <a:pt x="7745503" y="3348672"/>
                  </a:lnTo>
                  <a:lnTo>
                    <a:pt x="7750009" y="3380293"/>
                  </a:lnTo>
                  <a:lnTo>
                    <a:pt x="7754515" y="3291754"/>
                  </a:lnTo>
                  <a:lnTo>
                    <a:pt x="7759021" y="3380293"/>
                  </a:lnTo>
                  <a:lnTo>
                    <a:pt x="7772538" y="2700440"/>
                  </a:lnTo>
                  <a:lnTo>
                    <a:pt x="7777044" y="2994516"/>
                  </a:lnTo>
                  <a:lnTo>
                    <a:pt x="7781550" y="2776330"/>
                  </a:lnTo>
                  <a:lnTo>
                    <a:pt x="7786056" y="1777104"/>
                  </a:lnTo>
                  <a:lnTo>
                    <a:pt x="7790561" y="3139973"/>
                  </a:lnTo>
                  <a:lnTo>
                    <a:pt x="7804079" y="2694115"/>
                  </a:lnTo>
                  <a:lnTo>
                    <a:pt x="7808585" y="2915463"/>
                  </a:lnTo>
                  <a:lnTo>
                    <a:pt x="7813090" y="3029299"/>
                  </a:lnTo>
                  <a:lnTo>
                    <a:pt x="7822102" y="3117838"/>
                  </a:lnTo>
                  <a:lnTo>
                    <a:pt x="7835620" y="2747871"/>
                  </a:lnTo>
                  <a:lnTo>
                    <a:pt x="7840125" y="2994516"/>
                  </a:lnTo>
                  <a:lnTo>
                    <a:pt x="7844631" y="2339959"/>
                  </a:lnTo>
                  <a:lnTo>
                    <a:pt x="7849137" y="3086217"/>
                  </a:lnTo>
                  <a:lnTo>
                    <a:pt x="7853643" y="3351834"/>
                  </a:lnTo>
                  <a:lnTo>
                    <a:pt x="7867160" y="3013488"/>
                  </a:lnTo>
                  <a:lnTo>
                    <a:pt x="7871666" y="3377131"/>
                  </a:lnTo>
                  <a:lnTo>
                    <a:pt x="7876172" y="3291754"/>
                  </a:lnTo>
                  <a:lnTo>
                    <a:pt x="7880678" y="3358158"/>
                  </a:lnTo>
                  <a:lnTo>
                    <a:pt x="7885184" y="3269619"/>
                  </a:lnTo>
                  <a:lnTo>
                    <a:pt x="7898701" y="3181080"/>
                  </a:lnTo>
                  <a:lnTo>
                    <a:pt x="7903207" y="3313889"/>
                  </a:lnTo>
                  <a:lnTo>
                    <a:pt x="7907713" y="3206377"/>
                  </a:lnTo>
                  <a:lnTo>
                    <a:pt x="7912218" y="3370807"/>
                  </a:lnTo>
                  <a:lnTo>
                    <a:pt x="7916724" y="3377131"/>
                  </a:lnTo>
                  <a:lnTo>
                    <a:pt x="7930242" y="3244322"/>
                  </a:lnTo>
                  <a:lnTo>
                    <a:pt x="7934748" y="3304402"/>
                  </a:lnTo>
                  <a:lnTo>
                    <a:pt x="7939253" y="3364482"/>
                  </a:lnTo>
                  <a:lnTo>
                    <a:pt x="7943759" y="3380293"/>
                  </a:lnTo>
                  <a:lnTo>
                    <a:pt x="7948265" y="3354996"/>
                  </a:lnTo>
                  <a:lnTo>
                    <a:pt x="7961782" y="3373969"/>
                  </a:lnTo>
                  <a:lnTo>
                    <a:pt x="7966288" y="3377131"/>
                  </a:lnTo>
                  <a:lnTo>
                    <a:pt x="7970794" y="3377131"/>
                  </a:lnTo>
                  <a:lnTo>
                    <a:pt x="7975300" y="3377131"/>
                  </a:lnTo>
                  <a:lnTo>
                    <a:pt x="7979806" y="3377131"/>
                  </a:lnTo>
                  <a:lnTo>
                    <a:pt x="7993323" y="3105190"/>
                  </a:lnTo>
                  <a:lnTo>
                    <a:pt x="7997829" y="3373969"/>
                  </a:lnTo>
                  <a:lnTo>
                    <a:pt x="8002335" y="3215863"/>
                  </a:lnTo>
                  <a:lnTo>
                    <a:pt x="8006841" y="3332861"/>
                  </a:lnTo>
                  <a:lnTo>
                    <a:pt x="8011346" y="3377131"/>
                  </a:lnTo>
                  <a:lnTo>
                    <a:pt x="8024864" y="2985029"/>
                  </a:lnTo>
                  <a:lnTo>
                    <a:pt x="8029370" y="2573955"/>
                  </a:lnTo>
                  <a:lnTo>
                    <a:pt x="8033876" y="3181080"/>
                  </a:lnTo>
                  <a:lnTo>
                    <a:pt x="8038381" y="3181080"/>
                  </a:lnTo>
                  <a:lnTo>
                    <a:pt x="8042887" y="2782655"/>
                  </a:lnTo>
                  <a:lnTo>
                    <a:pt x="8056405" y="2950246"/>
                  </a:lnTo>
                  <a:lnTo>
                    <a:pt x="8060910" y="3083055"/>
                  </a:lnTo>
                  <a:lnTo>
                    <a:pt x="8065416" y="2554983"/>
                  </a:lnTo>
                  <a:lnTo>
                    <a:pt x="8069922" y="3092541"/>
                  </a:lnTo>
                  <a:lnTo>
                    <a:pt x="8074428" y="3380293"/>
                  </a:lnTo>
                  <a:lnTo>
                    <a:pt x="8087945" y="3158945"/>
                  </a:lnTo>
                  <a:lnTo>
                    <a:pt x="8092451" y="3241160"/>
                  </a:lnTo>
                  <a:lnTo>
                    <a:pt x="8096957" y="3291754"/>
                  </a:lnTo>
                  <a:lnTo>
                    <a:pt x="8101463" y="2703602"/>
                  </a:lnTo>
                  <a:lnTo>
                    <a:pt x="8105969" y="2985029"/>
                  </a:lnTo>
                  <a:lnTo>
                    <a:pt x="8119486" y="3215863"/>
                  </a:lnTo>
                  <a:lnTo>
                    <a:pt x="8123992" y="3370807"/>
                  </a:lnTo>
                  <a:lnTo>
                    <a:pt x="8128498" y="3380293"/>
                  </a:lnTo>
                  <a:lnTo>
                    <a:pt x="8133004" y="3380293"/>
                  </a:lnTo>
                  <a:lnTo>
                    <a:pt x="8137509" y="3380293"/>
                  </a:lnTo>
                  <a:lnTo>
                    <a:pt x="8151027" y="3282268"/>
                  </a:lnTo>
                  <a:lnTo>
                    <a:pt x="8155533" y="3358158"/>
                  </a:lnTo>
                  <a:lnTo>
                    <a:pt x="8160039" y="3231674"/>
                  </a:lnTo>
                  <a:lnTo>
                    <a:pt x="8164544" y="3108352"/>
                  </a:lnTo>
                  <a:lnTo>
                    <a:pt x="8169050" y="3256971"/>
                  </a:lnTo>
                  <a:lnTo>
                    <a:pt x="8182568" y="3307564"/>
                  </a:lnTo>
                  <a:lnTo>
                    <a:pt x="8200591" y="3380293"/>
                  </a:lnTo>
                  <a:lnTo>
                    <a:pt x="8250155" y="3143135"/>
                  </a:lnTo>
                  <a:lnTo>
                    <a:pt x="8254661" y="2962895"/>
                  </a:lnTo>
                  <a:lnTo>
                    <a:pt x="8259167" y="2985029"/>
                  </a:lnTo>
                  <a:lnTo>
                    <a:pt x="8263672" y="3253809"/>
                  </a:lnTo>
                  <a:lnTo>
                    <a:pt x="8277190" y="3380293"/>
                  </a:lnTo>
                  <a:lnTo>
                    <a:pt x="8281696" y="3320213"/>
                  </a:lnTo>
                  <a:lnTo>
                    <a:pt x="8286201" y="3269619"/>
                  </a:lnTo>
                  <a:lnTo>
                    <a:pt x="8290707" y="3380293"/>
                  </a:lnTo>
                  <a:lnTo>
                    <a:pt x="8295213" y="3380293"/>
                  </a:lnTo>
                  <a:lnTo>
                    <a:pt x="8308731" y="3380293"/>
                  </a:lnTo>
                  <a:lnTo>
                    <a:pt x="8313236" y="3380293"/>
                  </a:lnTo>
                  <a:lnTo>
                    <a:pt x="8317742" y="3022975"/>
                  </a:lnTo>
                  <a:lnTo>
                    <a:pt x="8322248" y="3247484"/>
                  </a:lnTo>
                  <a:lnTo>
                    <a:pt x="8326754" y="2985029"/>
                  </a:lnTo>
                  <a:lnTo>
                    <a:pt x="8340271" y="3026137"/>
                  </a:lnTo>
                  <a:lnTo>
                    <a:pt x="8344777" y="2905977"/>
                  </a:lnTo>
                  <a:lnTo>
                    <a:pt x="8349283" y="3256971"/>
                  </a:lnTo>
                  <a:lnTo>
                    <a:pt x="8353789" y="3190566"/>
                  </a:lnTo>
                  <a:lnTo>
                    <a:pt x="8358295" y="3377131"/>
                  </a:lnTo>
                  <a:lnTo>
                    <a:pt x="8371812" y="3380293"/>
                  </a:lnTo>
                  <a:lnTo>
                    <a:pt x="8376318" y="3377131"/>
                  </a:lnTo>
                  <a:lnTo>
                    <a:pt x="8380824" y="3370807"/>
                  </a:lnTo>
                  <a:lnTo>
                    <a:pt x="8385329" y="3373969"/>
                  </a:lnTo>
                  <a:lnTo>
                    <a:pt x="8389835" y="3380293"/>
                  </a:lnTo>
                  <a:lnTo>
                    <a:pt x="8403353" y="3171594"/>
                  </a:lnTo>
                  <a:lnTo>
                    <a:pt x="8407859" y="3121000"/>
                  </a:lnTo>
                  <a:lnTo>
                    <a:pt x="8412364" y="2855383"/>
                  </a:lnTo>
                  <a:lnTo>
                    <a:pt x="8421376" y="3323375"/>
                  </a:lnTo>
                  <a:lnTo>
                    <a:pt x="8434894" y="3380293"/>
                  </a:lnTo>
                  <a:lnTo>
                    <a:pt x="8439399" y="3380293"/>
                  </a:lnTo>
                  <a:lnTo>
                    <a:pt x="8443905" y="3380293"/>
                  </a:lnTo>
                  <a:lnTo>
                    <a:pt x="8448411" y="3358158"/>
                  </a:lnTo>
                  <a:lnTo>
                    <a:pt x="8452917" y="3364482"/>
                  </a:lnTo>
                  <a:lnTo>
                    <a:pt x="8466434" y="3228512"/>
                  </a:lnTo>
                  <a:lnTo>
                    <a:pt x="8470940" y="3203215"/>
                  </a:lnTo>
                  <a:lnTo>
                    <a:pt x="8475446" y="3060920"/>
                  </a:lnTo>
                  <a:lnTo>
                    <a:pt x="8479952" y="3222188"/>
                  </a:lnTo>
                  <a:lnTo>
                    <a:pt x="8484458" y="3190566"/>
                  </a:lnTo>
                  <a:lnTo>
                    <a:pt x="8497975" y="3380293"/>
                  </a:lnTo>
                  <a:lnTo>
                    <a:pt x="8502481" y="3380293"/>
                  </a:lnTo>
                  <a:lnTo>
                    <a:pt x="8506987" y="3380293"/>
                  </a:lnTo>
                  <a:lnTo>
                    <a:pt x="8511492" y="3380293"/>
                  </a:lnTo>
                  <a:lnTo>
                    <a:pt x="8515998" y="3380293"/>
                  </a:lnTo>
                  <a:lnTo>
                    <a:pt x="8529516" y="3336023"/>
                  </a:lnTo>
                  <a:lnTo>
                    <a:pt x="8534022" y="3237998"/>
                  </a:lnTo>
                  <a:lnTo>
                    <a:pt x="8538527" y="3200053"/>
                  </a:lnTo>
                  <a:lnTo>
                    <a:pt x="8543033" y="3057758"/>
                  </a:lnTo>
                  <a:lnTo>
                    <a:pt x="8547539" y="3241160"/>
                  </a:lnTo>
                  <a:lnTo>
                    <a:pt x="8561056" y="3373969"/>
                  </a:lnTo>
                  <a:lnTo>
                    <a:pt x="8565562" y="3380293"/>
                  </a:lnTo>
                  <a:lnTo>
                    <a:pt x="8570068" y="3380293"/>
                  </a:lnTo>
                  <a:lnTo>
                    <a:pt x="8574574" y="3380293"/>
                  </a:lnTo>
                  <a:lnTo>
                    <a:pt x="8579080" y="3380293"/>
                  </a:lnTo>
                  <a:lnTo>
                    <a:pt x="8592597" y="3051434"/>
                  </a:lnTo>
                  <a:lnTo>
                    <a:pt x="8597103" y="3285430"/>
                  </a:lnTo>
                  <a:lnTo>
                    <a:pt x="8606115" y="3361320"/>
                  </a:lnTo>
                  <a:lnTo>
                    <a:pt x="8610620" y="3272781"/>
                  </a:lnTo>
                  <a:lnTo>
                    <a:pt x="8624138" y="3266457"/>
                  </a:lnTo>
                  <a:lnTo>
                    <a:pt x="8628644" y="3377131"/>
                  </a:lnTo>
                  <a:lnTo>
                    <a:pt x="8633150" y="3380293"/>
                  </a:lnTo>
                  <a:lnTo>
                    <a:pt x="8637655" y="3380293"/>
                  </a:lnTo>
                  <a:lnTo>
                    <a:pt x="8642161" y="3380293"/>
                  </a:lnTo>
                  <a:lnTo>
                    <a:pt x="8655679" y="3380293"/>
                  </a:lnTo>
                  <a:lnTo>
                    <a:pt x="8660184" y="3380293"/>
                  </a:lnTo>
                  <a:lnTo>
                    <a:pt x="8664690" y="3380293"/>
                  </a:lnTo>
                  <a:lnTo>
                    <a:pt x="8669196" y="3380293"/>
                  </a:lnTo>
                  <a:lnTo>
                    <a:pt x="8673702" y="3380293"/>
                  </a:lnTo>
                  <a:lnTo>
                    <a:pt x="8687219" y="3367644"/>
                  </a:lnTo>
                  <a:lnTo>
                    <a:pt x="8691725" y="3215863"/>
                  </a:lnTo>
                  <a:lnTo>
                    <a:pt x="8696231" y="3250647"/>
                  </a:lnTo>
                  <a:lnTo>
                    <a:pt x="8700737" y="3095703"/>
                  </a:lnTo>
                  <a:lnTo>
                    <a:pt x="8723266" y="3222188"/>
                  </a:lnTo>
                  <a:lnTo>
                    <a:pt x="8727772" y="2634035"/>
                  </a:lnTo>
                  <a:lnTo>
                    <a:pt x="8732278" y="2716250"/>
                  </a:lnTo>
                  <a:lnTo>
                    <a:pt x="8736783" y="3272781"/>
                  </a:lnTo>
                  <a:lnTo>
                    <a:pt x="8750301" y="3380293"/>
                  </a:lnTo>
                  <a:lnTo>
                    <a:pt x="8754807" y="3380293"/>
                  </a:lnTo>
                  <a:lnTo>
                    <a:pt x="8759313" y="3380293"/>
                  </a:lnTo>
                  <a:lnTo>
                    <a:pt x="8768324" y="3310727"/>
                  </a:lnTo>
                  <a:lnTo>
                    <a:pt x="8781842" y="2924949"/>
                  </a:lnTo>
                  <a:lnTo>
                    <a:pt x="8786347" y="3380293"/>
                  </a:lnTo>
                  <a:lnTo>
                    <a:pt x="8790853" y="3373969"/>
                  </a:lnTo>
                  <a:lnTo>
                    <a:pt x="8795359" y="3380293"/>
                  </a:lnTo>
                  <a:lnTo>
                    <a:pt x="8799865" y="3380293"/>
                  </a:lnTo>
                  <a:lnTo>
                    <a:pt x="8813382" y="3380293"/>
                  </a:lnTo>
                  <a:lnTo>
                    <a:pt x="8817888" y="3380293"/>
                  </a:lnTo>
                  <a:lnTo>
                    <a:pt x="8822394" y="3380293"/>
                  </a:lnTo>
                  <a:lnTo>
                    <a:pt x="8826900" y="3339186"/>
                  </a:lnTo>
                  <a:lnTo>
                    <a:pt x="8831406" y="3032461"/>
                  </a:lnTo>
                  <a:lnTo>
                    <a:pt x="8844923" y="3380293"/>
                  </a:lnTo>
                  <a:lnTo>
                    <a:pt x="8849429" y="3380293"/>
                  </a:lnTo>
                  <a:lnTo>
                    <a:pt x="8853935" y="3022975"/>
                  </a:lnTo>
                  <a:lnTo>
                    <a:pt x="8858441" y="3162107"/>
                  </a:lnTo>
                  <a:lnTo>
                    <a:pt x="8862946" y="3317051"/>
                  </a:lnTo>
                  <a:lnTo>
                    <a:pt x="8876464" y="3244322"/>
                  </a:lnTo>
                  <a:lnTo>
                    <a:pt x="8880970" y="3010326"/>
                  </a:lnTo>
                  <a:lnTo>
                    <a:pt x="8885475" y="2779492"/>
                  </a:lnTo>
                  <a:lnTo>
                    <a:pt x="8894487" y="3380293"/>
                  </a:lnTo>
                  <a:lnTo>
                    <a:pt x="8908005" y="2782655"/>
                  </a:lnTo>
                  <a:lnTo>
                    <a:pt x="8912510" y="3121000"/>
                  </a:lnTo>
                  <a:lnTo>
                    <a:pt x="8917016" y="2972381"/>
                  </a:lnTo>
                  <a:lnTo>
                    <a:pt x="8921522" y="3098865"/>
                  </a:lnTo>
                  <a:lnTo>
                    <a:pt x="8926028" y="3139973"/>
                  </a:lnTo>
                  <a:lnTo>
                    <a:pt x="8944051" y="3228512"/>
                  </a:lnTo>
                  <a:lnTo>
                    <a:pt x="8948557" y="3380293"/>
                  </a:lnTo>
                  <a:lnTo>
                    <a:pt x="8953063" y="3380293"/>
                  </a:lnTo>
                  <a:lnTo>
                    <a:pt x="8957569" y="3380293"/>
                  </a:lnTo>
                  <a:lnTo>
                    <a:pt x="8971086" y="3377131"/>
                  </a:lnTo>
                  <a:lnTo>
                    <a:pt x="8975592" y="3380293"/>
                  </a:lnTo>
                  <a:lnTo>
                    <a:pt x="8980098" y="3380293"/>
                  </a:lnTo>
                  <a:lnTo>
                    <a:pt x="8984603" y="3380293"/>
                  </a:lnTo>
                  <a:lnTo>
                    <a:pt x="8989109" y="3380293"/>
                  </a:lnTo>
                  <a:lnTo>
                    <a:pt x="8993615" y="3380293"/>
                  </a:lnTo>
                  <a:lnTo>
                    <a:pt x="9002627" y="3057758"/>
                  </a:lnTo>
                  <a:lnTo>
                    <a:pt x="9007133" y="3092541"/>
                  </a:lnTo>
                  <a:lnTo>
                    <a:pt x="9011638" y="2956570"/>
                  </a:lnTo>
                  <a:lnTo>
                    <a:pt x="9016144" y="2681467"/>
                  </a:lnTo>
                  <a:lnTo>
                    <a:pt x="9020650" y="3304402"/>
                  </a:lnTo>
                  <a:lnTo>
                    <a:pt x="9034167" y="3380293"/>
                  </a:lnTo>
                  <a:lnTo>
                    <a:pt x="9038673" y="3367644"/>
                  </a:lnTo>
                  <a:lnTo>
                    <a:pt x="9043179" y="3067244"/>
                  </a:lnTo>
                  <a:lnTo>
                    <a:pt x="9047685" y="3070406"/>
                  </a:lnTo>
                  <a:lnTo>
                    <a:pt x="9052191" y="3380293"/>
                  </a:lnTo>
                  <a:lnTo>
                    <a:pt x="9065708" y="2953408"/>
                  </a:lnTo>
                  <a:lnTo>
                    <a:pt x="9070214" y="3136811"/>
                  </a:lnTo>
                  <a:lnTo>
                    <a:pt x="9074720" y="3354996"/>
                  </a:lnTo>
                  <a:lnTo>
                    <a:pt x="9079226" y="3149459"/>
                  </a:lnTo>
                  <a:lnTo>
                    <a:pt x="9083732" y="3086217"/>
                  </a:lnTo>
                  <a:lnTo>
                    <a:pt x="9097249" y="2991354"/>
                  </a:lnTo>
                  <a:lnTo>
                    <a:pt x="9101755" y="3155783"/>
                  </a:lnTo>
                  <a:lnTo>
                    <a:pt x="9106261" y="2842735"/>
                  </a:lnTo>
                  <a:lnTo>
                    <a:pt x="9110766" y="2921787"/>
                  </a:lnTo>
                  <a:lnTo>
                    <a:pt x="9115272" y="2893328"/>
                  </a:lnTo>
                  <a:lnTo>
                    <a:pt x="9128790" y="2656170"/>
                  </a:lnTo>
                  <a:lnTo>
                    <a:pt x="9133296" y="2510713"/>
                  </a:lnTo>
                  <a:lnTo>
                    <a:pt x="9137801" y="2776330"/>
                  </a:lnTo>
                  <a:lnTo>
                    <a:pt x="9142307" y="3158945"/>
                  </a:lnTo>
                  <a:lnTo>
                    <a:pt x="9146813" y="2997678"/>
                  </a:lnTo>
                  <a:lnTo>
                    <a:pt x="9160330" y="3279105"/>
                  </a:lnTo>
                  <a:lnTo>
                    <a:pt x="9164836" y="2981867"/>
                  </a:lnTo>
                  <a:lnTo>
                    <a:pt x="9164836" y="3380293"/>
                  </a:lnTo>
                  <a:lnTo>
                    <a:pt x="9160330" y="3380293"/>
                  </a:lnTo>
                  <a:lnTo>
                    <a:pt x="9146813" y="3380293"/>
                  </a:lnTo>
                  <a:lnTo>
                    <a:pt x="9142307" y="3380293"/>
                  </a:lnTo>
                  <a:lnTo>
                    <a:pt x="9137801" y="3380293"/>
                  </a:lnTo>
                  <a:lnTo>
                    <a:pt x="9133296" y="3380293"/>
                  </a:lnTo>
                  <a:lnTo>
                    <a:pt x="9128790" y="3380293"/>
                  </a:lnTo>
                  <a:lnTo>
                    <a:pt x="9115272" y="3380293"/>
                  </a:lnTo>
                  <a:lnTo>
                    <a:pt x="9110766" y="3380293"/>
                  </a:lnTo>
                  <a:lnTo>
                    <a:pt x="9106261" y="3364482"/>
                  </a:lnTo>
                  <a:lnTo>
                    <a:pt x="9101755" y="3380293"/>
                  </a:lnTo>
                  <a:lnTo>
                    <a:pt x="9097249" y="3380293"/>
                  </a:lnTo>
                  <a:lnTo>
                    <a:pt x="9083732" y="3380293"/>
                  </a:lnTo>
                  <a:lnTo>
                    <a:pt x="9079226" y="3380293"/>
                  </a:lnTo>
                  <a:lnTo>
                    <a:pt x="9074720" y="3380293"/>
                  </a:lnTo>
                  <a:lnTo>
                    <a:pt x="9070214" y="3380293"/>
                  </a:lnTo>
                  <a:lnTo>
                    <a:pt x="9065708" y="3373969"/>
                  </a:lnTo>
                  <a:lnTo>
                    <a:pt x="9052191" y="3380293"/>
                  </a:lnTo>
                  <a:lnTo>
                    <a:pt x="9047685" y="3380293"/>
                  </a:lnTo>
                  <a:lnTo>
                    <a:pt x="9043179" y="3380293"/>
                  </a:lnTo>
                  <a:lnTo>
                    <a:pt x="9038673" y="3380293"/>
                  </a:lnTo>
                  <a:lnTo>
                    <a:pt x="9034167" y="3380293"/>
                  </a:lnTo>
                  <a:lnTo>
                    <a:pt x="9020650" y="3380293"/>
                  </a:lnTo>
                  <a:lnTo>
                    <a:pt x="9016144" y="3380293"/>
                  </a:lnTo>
                  <a:lnTo>
                    <a:pt x="9011638" y="3380293"/>
                  </a:lnTo>
                  <a:lnTo>
                    <a:pt x="9007133" y="3380293"/>
                  </a:lnTo>
                  <a:lnTo>
                    <a:pt x="9002627" y="3380293"/>
                  </a:lnTo>
                  <a:lnTo>
                    <a:pt x="8993615" y="3380293"/>
                  </a:lnTo>
                  <a:lnTo>
                    <a:pt x="8989109" y="3380293"/>
                  </a:lnTo>
                  <a:lnTo>
                    <a:pt x="8984603" y="3380293"/>
                  </a:lnTo>
                  <a:lnTo>
                    <a:pt x="8980098" y="3380293"/>
                  </a:lnTo>
                  <a:lnTo>
                    <a:pt x="8975592" y="3380293"/>
                  </a:lnTo>
                  <a:lnTo>
                    <a:pt x="8971086" y="3380293"/>
                  </a:lnTo>
                  <a:lnTo>
                    <a:pt x="8957569" y="3380293"/>
                  </a:lnTo>
                  <a:lnTo>
                    <a:pt x="8953063" y="3380293"/>
                  </a:lnTo>
                  <a:lnTo>
                    <a:pt x="8948557" y="3380293"/>
                  </a:lnTo>
                  <a:lnTo>
                    <a:pt x="8944051" y="3380293"/>
                  </a:lnTo>
                  <a:lnTo>
                    <a:pt x="8926028" y="3380293"/>
                  </a:lnTo>
                  <a:lnTo>
                    <a:pt x="8921522" y="3380293"/>
                  </a:lnTo>
                  <a:lnTo>
                    <a:pt x="8917016" y="3380293"/>
                  </a:lnTo>
                  <a:lnTo>
                    <a:pt x="8912510" y="3380293"/>
                  </a:lnTo>
                  <a:lnTo>
                    <a:pt x="8908005" y="3380293"/>
                  </a:lnTo>
                  <a:lnTo>
                    <a:pt x="8894487" y="3380293"/>
                  </a:lnTo>
                  <a:lnTo>
                    <a:pt x="8885475" y="3377131"/>
                  </a:lnTo>
                  <a:lnTo>
                    <a:pt x="8880970" y="3370807"/>
                  </a:lnTo>
                  <a:lnTo>
                    <a:pt x="8876464" y="3380293"/>
                  </a:lnTo>
                  <a:lnTo>
                    <a:pt x="8862946" y="3380293"/>
                  </a:lnTo>
                  <a:lnTo>
                    <a:pt x="8858441" y="3380293"/>
                  </a:lnTo>
                  <a:lnTo>
                    <a:pt x="8853935" y="3380293"/>
                  </a:lnTo>
                  <a:lnTo>
                    <a:pt x="8849429" y="3380293"/>
                  </a:lnTo>
                  <a:lnTo>
                    <a:pt x="8844923" y="3380293"/>
                  </a:lnTo>
                  <a:lnTo>
                    <a:pt x="8831406" y="3380293"/>
                  </a:lnTo>
                  <a:lnTo>
                    <a:pt x="8826900" y="3380293"/>
                  </a:lnTo>
                  <a:lnTo>
                    <a:pt x="8822394" y="3380293"/>
                  </a:lnTo>
                  <a:lnTo>
                    <a:pt x="8817888" y="3380293"/>
                  </a:lnTo>
                  <a:lnTo>
                    <a:pt x="8813382" y="3380293"/>
                  </a:lnTo>
                  <a:lnTo>
                    <a:pt x="8799865" y="3380293"/>
                  </a:lnTo>
                  <a:lnTo>
                    <a:pt x="8795359" y="3380293"/>
                  </a:lnTo>
                  <a:lnTo>
                    <a:pt x="8790853" y="3380293"/>
                  </a:lnTo>
                  <a:lnTo>
                    <a:pt x="8786347" y="3380293"/>
                  </a:lnTo>
                  <a:lnTo>
                    <a:pt x="8781842" y="3380293"/>
                  </a:lnTo>
                  <a:lnTo>
                    <a:pt x="8768324" y="3380293"/>
                  </a:lnTo>
                  <a:lnTo>
                    <a:pt x="8759313" y="3380293"/>
                  </a:lnTo>
                  <a:lnTo>
                    <a:pt x="8754807" y="3380293"/>
                  </a:lnTo>
                  <a:lnTo>
                    <a:pt x="8750301" y="3380293"/>
                  </a:lnTo>
                  <a:lnTo>
                    <a:pt x="8736783" y="3380293"/>
                  </a:lnTo>
                  <a:lnTo>
                    <a:pt x="8732278" y="3380293"/>
                  </a:lnTo>
                  <a:lnTo>
                    <a:pt x="8727772" y="3380293"/>
                  </a:lnTo>
                  <a:lnTo>
                    <a:pt x="8723266" y="3380293"/>
                  </a:lnTo>
                  <a:lnTo>
                    <a:pt x="8700737" y="3380293"/>
                  </a:lnTo>
                  <a:lnTo>
                    <a:pt x="8696231" y="3380293"/>
                  </a:lnTo>
                  <a:lnTo>
                    <a:pt x="8691725" y="3380293"/>
                  </a:lnTo>
                  <a:lnTo>
                    <a:pt x="8687219" y="3380293"/>
                  </a:lnTo>
                  <a:lnTo>
                    <a:pt x="8673702" y="3380293"/>
                  </a:lnTo>
                  <a:lnTo>
                    <a:pt x="8669196" y="3380293"/>
                  </a:lnTo>
                  <a:lnTo>
                    <a:pt x="8664690" y="3380293"/>
                  </a:lnTo>
                  <a:lnTo>
                    <a:pt x="8660184" y="3380293"/>
                  </a:lnTo>
                  <a:lnTo>
                    <a:pt x="8655679" y="3380293"/>
                  </a:lnTo>
                  <a:lnTo>
                    <a:pt x="8642161" y="3380293"/>
                  </a:lnTo>
                  <a:lnTo>
                    <a:pt x="8637655" y="3380293"/>
                  </a:lnTo>
                  <a:lnTo>
                    <a:pt x="8633150" y="3380293"/>
                  </a:lnTo>
                  <a:lnTo>
                    <a:pt x="8628644" y="3380293"/>
                  </a:lnTo>
                  <a:lnTo>
                    <a:pt x="8624138" y="3380293"/>
                  </a:lnTo>
                  <a:lnTo>
                    <a:pt x="8610620" y="3380293"/>
                  </a:lnTo>
                  <a:lnTo>
                    <a:pt x="8606115" y="3380293"/>
                  </a:lnTo>
                  <a:lnTo>
                    <a:pt x="8597103" y="3380293"/>
                  </a:lnTo>
                  <a:lnTo>
                    <a:pt x="8592597" y="3380293"/>
                  </a:lnTo>
                  <a:lnTo>
                    <a:pt x="8579080" y="3380293"/>
                  </a:lnTo>
                  <a:lnTo>
                    <a:pt x="8574574" y="3380293"/>
                  </a:lnTo>
                  <a:lnTo>
                    <a:pt x="8570068" y="3380293"/>
                  </a:lnTo>
                  <a:lnTo>
                    <a:pt x="8565562" y="3380293"/>
                  </a:lnTo>
                  <a:lnTo>
                    <a:pt x="8561056" y="3380293"/>
                  </a:lnTo>
                  <a:lnTo>
                    <a:pt x="8547539" y="3380293"/>
                  </a:lnTo>
                  <a:lnTo>
                    <a:pt x="8543033" y="3380293"/>
                  </a:lnTo>
                  <a:lnTo>
                    <a:pt x="8538527" y="3380293"/>
                  </a:lnTo>
                  <a:lnTo>
                    <a:pt x="8534022" y="3380293"/>
                  </a:lnTo>
                  <a:lnTo>
                    <a:pt x="8529516" y="3380293"/>
                  </a:lnTo>
                  <a:lnTo>
                    <a:pt x="8515998" y="3380293"/>
                  </a:lnTo>
                  <a:lnTo>
                    <a:pt x="8511492" y="3380293"/>
                  </a:lnTo>
                  <a:lnTo>
                    <a:pt x="8506987" y="3380293"/>
                  </a:lnTo>
                  <a:lnTo>
                    <a:pt x="8502481" y="3380293"/>
                  </a:lnTo>
                  <a:lnTo>
                    <a:pt x="8497975" y="3380293"/>
                  </a:lnTo>
                  <a:lnTo>
                    <a:pt x="8484458" y="3380293"/>
                  </a:lnTo>
                  <a:lnTo>
                    <a:pt x="8479952" y="3370807"/>
                  </a:lnTo>
                  <a:lnTo>
                    <a:pt x="8475446" y="3380293"/>
                  </a:lnTo>
                  <a:lnTo>
                    <a:pt x="8470940" y="3380293"/>
                  </a:lnTo>
                  <a:lnTo>
                    <a:pt x="8466434" y="3380293"/>
                  </a:lnTo>
                  <a:lnTo>
                    <a:pt x="8452917" y="3380293"/>
                  </a:lnTo>
                  <a:lnTo>
                    <a:pt x="8448411" y="3380293"/>
                  </a:lnTo>
                  <a:lnTo>
                    <a:pt x="8443905" y="3380293"/>
                  </a:lnTo>
                  <a:lnTo>
                    <a:pt x="8439399" y="3380293"/>
                  </a:lnTo>
                  <a:lnTo>
                    <a:pt x="8434894" y="3380293"/>
                  </a:lnTo>
                  <a:lnTo>
                    <a:pt x="8421376" y="3380293"/>
                  </a:lnTo>
                  <a:lnTo>
                    <a:pt x="8412364" y="3380293"/>
                  </a:lnTo>
                  <a:lnTo>
                    <a:pt x="8407859" y="3380293"/>
                  </a:lnTo>
                  <a:lnTo>
                    <a:pt x="8403353" y="3380293"/>
                  </a:lnTo>
                  <a:lnTo>
                    <a:pt x="8389835" y="3380293"/>
                  </a:lnTo>
                  <a:lnTo>
                    <a:pt x="8385329" y="3380293"/>
                  </a:lnTo>
                  <a:lnTo>
                    <a:pt x="8380824" y="3380293"/>
                  </a:lnTo>
                  <a:lnTo>
                    <a:pt x="8376318" y="3380293"/>
                  </a:lnTo>
                  <a:lnTo>
                    <a:pt x="8371812" y="3380293"/>
                  </a:lnTo>
                  <a:lnTo>
                    <a:pt x="8358295" y="3380293"/>
                  </a:lnTo>
                  <a:lnTo>
                    <a:pt x="8353789" y="3380293"/>
                  </a:lnTo>
                  <a:lnTo>
                    <a:pt x="8349283" y="3377131"/>
                  </a:lnTo>
                  <a:lnTo>
                    <a:pt x="8344777" y="3380293"/>
                  </a:lnTo>
                  <a:lnTo>
                    <a:pt x="8340271" y="3380293"/>
                  </a:lnTo>
                  <a:lnTo>
                    <a:pt x="8326754" y="3380293"/>
                  </a:lnTo>
                  <a:lnTo>
                    <a:pt x="8322248" y="3370807"/>
                  </a:lnTo>
                  <a:lnTo>
                    <a:pt x="8317742" y="3380293"/>
                  </a:lnTo>
                  <a:lnTo>
                    <a:pt x="8313236" y="3380293"/>
                  </a:lnTo>
                  <a:lnTo>
                    <a:pt x="8308731" y="3380293"/>
                  </a:lnTo>
                  <a:lnTo>
                    <a:pt x="8295213" y="3380293"/>
                  </a:lnTo>
                  <a:lnTo>
                    <a:pt x="8290707" y="3380293"/>
                  </a:lnTo>
                  <a:lnTo>
                    <a:pt x="8286201" y="3380293"/>
                  </a:lnTo>
                  <a:lnTo>
                    <a:pt x="8281696" y="3380293"/>
                  </a:lnTo>
                  <a:lnTo>
                    <a:pt x="8277190" y="3380293"/>
                  </a:lnTo>
                  <a:lnTo>
                    <a:pt x="8263672" y="3380293"/>
                  </a:lnTo>
                  <a:lnTo>
                    <a:pt x="8259167" y="3310727"/>
                  </a:lnTo>
                  <a:lnTo>
                    <a:pt x="8254661" y="3380293"/>
                  </a:lnTo>
                  <a:lnTo>
                    <a:pt x="8250155" y="3380293"/>
                  </a:lnTo>
                  <a:lnTo>
                    <a:pt x="8200591" y="3380293"/>
                  </a:lnTo>
                  <a:lnTo>
                    <a:pt x="8182568" y="3380293"/>
                  </a:lnTo>
                  <a:lnTo>
                    <a:pt x="8169050" y="3380293"/>
                  </a:lnTo>
                  <a:lnTo>
                    <a:pt x="8164544" y="3336023"/>
                  </a:lnTo>
                  <a:lnTo>
                    <a:pt x="8160039" y="3380293"/>
                  </a:lnTo>
                  <a:lnTo>
                    <a:pt x="8155533" y="3380293"/>
                  </a:lnTo>
                  <a:lnTo>
                    <a:pt x="8151027" y="3380293"/>
                  </a:lnTo>
                  <a:lnTo>
                    <a:pt x="8137509" y="3380293"/>
                  </a:lnTo>
                  <a:lnTo>
                    <a:pt x="8133004" y="3380293"/>
                  </a:lnTo>
                  <a:lnTo>
                    <a:pt x="8128498" y="3380293"/>
                  </a:lnTo>
                  <a:lnTo>
                    <a:pt x="8123992" y="3380293"/>
                  </a:lnTo>
                  <a:lnTo>
                    <a:pt x="8119486" y="3380293"/>
                  </a:lnTo>
                  <a:lnTo>
                    <a:pt x="8105969" y="3370807"/>
                  </a:lnTo>
                  <a:lnTo>
                    <a:pt x="8101463" y="3288592"/>
                  </a:lnTo>
                  <a:lnTo>
                    <a:pt x="8096957" y="3380293"/>
                  </a:lnTo>
                  <a:lnTo>
                    <a:pt x="8092451" y="3380293"/>
                  </a:lnTo>
                  <a:lnTo>
                    <a:pt x="8087945" y="3380293"/>
                  </a:lnTo>
                  <a:lnTo>
                    <a:pt x="8074428" y="3380293"/>
                  </a:lnTo>
                  <a:lnTo>
                    <a:pt x="8069922" y="3380293"/>
                  </a:lnTo>
                  <a:lnTo>
                    <a:pt x="8065416" y="3373969"/>
                  </a:lnTo>
                  <a:lnTo>
                    <a:pt x="8060910" y="3380293"/>
                  </a:lnTo>
                  <a:lnTo>
                    <a:pt x="8056405" y="3361320"/>
                  </a:lnTo>
                  <a:lnTo>
                    <a:pt x="8042887" y="3377131"/>
                  </a:lnTo>
                  <a:lnTo>
                    <a:pt x="8038381" y="3380293"/>
                  </a:lnTo>
                  <a:lnTo>
                    <a:pt x="8033876" y="3380293"/>
                  </a:lnTo>
                  <a:lnTo>
                    <a:pt x="8029370" y="3310727"/>
                  </a:lnTo>
                  <a:lnTo>
                    <a:pt x="8024864" y="3380293"/>
                  </a:lnTo>
                  <a:lnTo>
                    <a:pt x="8011346" y="3380293"/>
                  </a:lnTo>
                  <a:lnTo>
                    <a:pt x="8006841" y="3380293"/>
                  </a:lnTo>
                  <a:lnTo>
                    <a:pt x="8002335" y="3377131"/>
                  </a:lnTo>
                  <a:lnTo>
                    <a:pt x="7997829" y="3380293"/>
                  </a:lnTo>
                  <a:lnTo>
                    <a:pt x="7993323" y="3380293"/>
                  </a:lnTo>
                  <a:lnTo>
                    <a:pt x="7979806" y="3380293"/>
                  </a:lnTo>
                  <a:lnTo>
                    <a:pt x="7975300" y="3380293"/>
                  </a:lnTo>
                  <a:lnTo>
                    <a:pt x="7970794" y="3380293"/>
                  </a:lnTo>
                  <a:lnTo>
                    <a:pt x="7966288" y="3380293"/>
                  </a:lnTo>
                  <a:lnTo>
                    <a:pt x="7961782" y="3380293"/>
                  </a:lnTo>
                  <a:lnTo>
                    <a:pt x="7948265" y="3380293"/>
                  </a:lnTo>
                  <a:lnTo>
                    <a:pt x="7943759" y="3380293"/>
                  </a:lnTo>
                  <a:lnTo>
                    <a:pt x="7939253" y="3380293"/>
                  </a:lnTo>
                  <a:lnTo>
                    <a:pt x="7934748" y="3380293"/>
                  </a:lnTo>
                  <a:lnTo>
                    <a:pt x="7930242" y="3380293"/>
                  </a:lnTo>
                  <a:lnTo>
                    <a:pt x="7916724" y="3380293"/>
                  </a:lnTo>
                  <a:lnTo>
                    <a:pt x="7912218" y="3380293"/>
                  </a:lnTo>
                  <a:lnTo>
                    <a:pt x="7907713" y="3380293"/>
                  </a:lnTo>
                  <a:lnTo>
                    <a:pt x="7903207" y="3380293"/>
                  </a:lnTo>
                  <a:lnTo>
                    <a:pt x="7898701" y="3380293"/>
                  </a:lnTo>
                  <a:lnTo>
                    <a:pt x="7885184" y="3380293"/>
                  </a:lnTo>
                  <a:lnTo>
                    <a:pt x="7880678" y="3380293"/>
                  </a:lnTo>
                  <a:lnTo>
                    <a:pt x="7876172" y="3380293"/>
                  </a:lnTo>
                  <a:lnTo>
                    <a:pt x="7871666" y="3380293"/>
                  </a:lnTo>
                  <a:lnTo>
                    <a:pt x="7867160" y="3380293"/>
                  </a:lnTo>
                  <a:lnTo>
                    <a:pt x="7853643" y="3380293"/>
                  </a:lnTo>
                  <a:lnTo>
                    <a:pt x="7849137" y="3361320"/>
                  </a:lnTo>
                  <a:lnTo>
                    <a:pt x="7844631" y="3380293"/>
                  </a:lnTo>
                  <a:lnTo>
                    <a:pt x="7840125" y="3373969"/>
                  </a:lnTo>
                  <a:lnTo>
                    <a:pt x="7835620" y="3380293"/>
                  </a:lnTo>
                  <a:lnTo>
                    <a:pt x="7822102" y="3380293"/>
                  </a:lnTo>
                  <a:lnTo>
                    <a:pt x="7813090" y="3380293"/>
                  </a:lnTo>
                  <a:lnTo>
                    <a:pt x="7808585" y="3351834"/>
                  </a:lnTo>
                  <a:lnTo>
                    <a:pt x="7804079" y="3380293"/>
                  </a:lnTo>
                  <a:lnTo>
                    <a:pt x="7790561" y="3377131"/>
                  </a:lnTo>
                  <a:lnTo>
                    <a:pt x="7786056" y="3364482"/>
                  </a:lnTo>
                  <a:lnTo>
                    <a:pt x="7781550" y="3373969"/>
                  </a:lnTo>
                  <a:lnTo>
                    <a:pt x="7777044" y="3380293"/>
                  </a:lnTo>
                  <a:lnTo>
                    <a:pt x="7772538" y="3380293"/>
                  </a:lnTo>
                  <a:lnTo>
                    <a:pt x="7759021" y="3380293"/>
                  </a:lnTo>
                  <a:lnTo>
                    <a:pt x="7754515" y="3380293"/>
                  </a:lnTo>
                  <a:lnTo>
                    <a:pt x="7750009" y="3380293"/>
                  </a:lnTo>
                  <a:lnTo>
                    <a:pt x="7745503" y="3380293"/>
                  </a:lnTo>
                  <a:lnTo>
                    <a:pt x="7740997" y="3380293"/>
                  </a:lnTo>
                  <a:lnTo>
                    <a:pt x="7727480" y="3380293"/>
                  </a:lnTo>
                  <a:lnTo>
                    <a:pt x="7722974" y="3380293"/>
                  </a:lnTo>
                  <a:lnTo>
                    <a:pt x="7718468" y="3377131"/>
                  </a:lnTo>
                  <a:lnTo>
                    <a:pt x="7713962" y="3380293"/>
                  </a:lnTo>
                  <a:lnTo>
                    <a:pt x="7709457" y="3380293"/>
                  </a:lnTo>
                  <a:lnTo>
                    <a:pt x="7700445" y="3380293"/>
                  </a:lnTo>
                  <a:lnTo>
                    <a:pt x="7695939" y="3380293"/>
                  </a:lnTo>
                  <a:lnTo>
                    <a:pt x="7691433" y="3380293"/>
                  </a:lnTo>
                  <a:lnTo>
                    <a:pt x="7686927" y="3380293"/>
                  </a:lnTo>
                  <a:lnTo>
                    <a:pt x="7682422" y="3380293"/>
                  </a:lnTo>
                  <a:lnTo>
                    <a:pt x="7677916" y="3380293"/>
                  </a:lnTo>
                  <a:lnTo>
                    <a:pt x="7668904" y="3380293"/>
                  </a:lnTo>
                  <a:lnTo>
                    <a:pt x="7664398" y="3380293"/>
                  </a:lnTo>
                  <a:lnTo>
                    <a:pt x="7659893" y="3380293"/>
                  </a:lnTo>
                  <a:lnTo>
                    <a:pt x="7655387" y="3380293"/>
                  </a:lnTo>
                  <a:lnTo>
                    <a:pt x="7650881" y="3380293"/>
                  </a:lnTo>
                  <a:lnTo>
                    <a:pt x="7646375" y="3380293"/>
                  </a:lnTo>
                  <a:lnTo>
                    <a:pt x="7632858" y="3380293"/>
                  </a:lnTo>
                  <a:lnTo>
                    <a:pt x="7628352" y="3380293"/>
                  </a:lnTo>
                  <a:lnTo>
                    <a:pt x="7623846" y="3380293"/>
                  </a:lnTo>
                  <a:lnTo>
                    <a:pt x="7619340" y="3380293"/>
                  </a:lnTo>
                  <a:lnTo>
                    <a:pt x="7614834" y="3380293"/>
                  </a:lnTo>
                  <a:lnTo>
                    <a:pt x="7605823" y="3380293"/>
                  </a:lnTo>
                  <a:lnTo>
                    <a:pt x="7601317" y="3380293"/>
                  </a:lnTo>
                  <a:lnTo>
                    <a:pt x="7596811" y="3380293"/>
                  </a:lnTo>
                  <a:lnTo>
                    <a:pt x="7592305" y="3380293"/>
                  </a:lnTo>
                  <a:lnTo>
                    <a:pt x="7587799" y="3380293"/>
                  </a:lnTo>
                  <a:lnTo>
                    <a:pt x="7583294" y="3380293"/>
                  </a:lnTo>
                  <a:lnTo>
                    <a:pt x="7569776" y="3380293"/>
                  </a:lnTo>
                  <a:lnTo>
                    <a:pt x="7565270" y="3380293"/>
                  </a:lnTo>
                  <a:lnTo>
                    <a:pt x="7560765" y="3380293"/>
                  </a:lnTo>
                  <a:lnTo>
                    <a:pt x="7556259" y="3380293"/>
                  </a:lnTo>
                  <a:lnTo>
                    <a:pt x="7551753" y="3380293"/>
                  </a:lnTo>
                  <a:lnTo>
                    <a:pt x="7538235" y="3380293"/>
                  </a:lnTo>
                  <a:lnTo>
                    <a:pt x="7533730" y="3380293"/>
                  </a:lnTo>
                  <a:lnTo>
                    <a:pt x="7529224" y="3380293"/>
                  </a:lnTo>
                  <a:lnTo>
                    <a:pt x="7524718" y="3380293"/>
                  </a:lnTo>
                  <a:lnTo>
                    <a:pt x="7520212" y="3380293"/>
                  </a:lnTo>
                  <a:lnTo>
                    <a:pt x="7506695" y="3380293"/>
                  </a:lnTo>
                  <a:lnTo>
                    <a:pt x="7502189" y="3380293"/>
                  </a:lnTo>
                  <a:lnTo>
                    <a:pt x="7497683" y="3380293"/>
                  </a:lnTo>
                  <a:lnTo>
                    <a:pt x="7493177" y="3370807"/>
                  </a:lnTo>
                  <a:lnTo>
                    <a:pt x="7488671" y="3380293"/>
                  </a:lnTo>
                  <a:lnTo>
                    <a:pt x="7475154" y="3380293"/>
                  </a:lnTo>
                  <a:lnTo>
                    <a:pt x="7470648" y="3380293"/>
                  </a:lnTo>
                  <a:lnTo>
                    <a:pt x="7466142" y="3380293"/>
                  </a:lnTo>
                  <a:lnTo>
                    <a:pt x="7461637" y="3380293"/>
                  </a:lnTo>
                  <a:lnTo>
                    <a:pt x="7443613" y="3373969"/>
                  </a:lnTo>
                  <a:lnTo>
                    <a:pt x="7439107" y="3380293"/>
                  </a:lnTo>
                  <a:lnTo>
                    <a:pt x="7434602" y="3380293"/>
                  </a:lnTo>
                  <a:lnTo>
                    <a:pt x="7430096" y="3380293"/>
                  </a:lnTo>
                  <a:lnTo>
                    <a:pt x="7425590" y="3380293"/>
                  </a:lnTo>
                  <a:lnTo>
                    <a:pt x="7412072" y="3380293"/>
                  </a:lnTo>
                  <a:lnTo>
                    <a:pt x="7407567" y="3380293"/>
                  </a:lnTo>
                  <a:lnTo>
                    <a:pt x="7403061" y="3380293"/>
                  </a:lnTo>
                  <a:lnTo>
                    <a:pt x="7398555" y="3370807"/>
                  </a:lnTo>
                  <a:lnTo>
                    <a:pt x="7394049" y="3370807"/>
                  </a:lnTo>
                  <a:lnTo>
                    <a:pt x="7380532" y="3380293"/>
                  </a:lnTo>
                  <a:lnTo>
                    <a:pt x="7376026" y="3380293"/>
                  </a:lnTo>
                  <a:lnTo>
                    <a:pt x="7371520" y="3380293"/>
                  </a:lnTo>
                  <a:lnTo>
                    <a:pt x="7367014" y="3380293"/>
                  </a:lnTo>
                  <a:lnTo>
                    <a:pt x="7362508" y="3380293"/>
                  </a:lnTo>
                  <a:lnTo>
                    <a:pt x="7348991" y="3370807"/>
                  </a:lnTo>
                  <a:lnTo>
                    <a:pt x="7344485" y="3380293"/>
                  </a:lnTo>
                  <a:lnTo>
                    <a:pt x="7339979" y="3380293"/>
                  </a:lnTo>
                  <a:lnTo>
                    <a:pt x="7335474" y="3380293"/>
                  </a:lnTo>
                  <a:lnTo>
                    <a:pt x="7330968" y="3380293"/>
                  </a:lnTo>
                  <a:lnTo>
                    <a:pt x="7317450" y="3380293"/>
                  </a:lnTo>
                  <a:lnTo>
                    <a:pt x="7312944" y="3380293"/>
                  </a:lnTo>
                  <a:lnTo>
                    <a:pt x="7308439" y="3380293"/>
                  </a:lnTo>
                  <a:lnTo>
                    <a:pt x="7303933" y="3380293"/>
                  </a:lnTo>
                  <a:lnTo>
                    <a:pt x="7299427" y="3380293"/>
                  </a:lnTo>
                  <a:lnTo>
                    <a:pt x="7285910" y="3380293"/>
                  </a:lnTo>
                  <a:lnTo>
                    <a:pt x="7281404" y="3380293"/>
                  </a:lnTo>
                  <a:lnTo>
                    <a:pt x="7276898" y="3380293"/>
                  </a:lnTo>
                  <a:lnTo>
                    <a:pt x="7272392" y="3380293"/>
                  </a:lnTo>
                  <a:lnTo>
                    <a:pt x="7267886" y="3380293"/>
                  </a:lnTo>
                  <a:lnTo>
                    <a:pt x="7254369" y="3380293"/>
                  </a:lnTo>
                  <a:lnTo>
                    <a:pt x="7249863" y="3380293"/>
                  </a:lnTo>
                  <a:lnTo>
                    <a:pt x="7245357" y="3380293"/>
                  </a:lnTo>
                  <a:lnTo>
                    <a:pt x="7240851" y="3380293"/>
                  </a:lnTo>
                  <a:lnTo>
                    <a:pt x="7236346" y="3380293"/>
                  </a:lnTo>
                  <a:lnTo>
                    <a:pt x="7227334" y="3380293"/>
                  </a:lnTo>
                  <a:lnTo>
                    <a:pt x="7222828" y="3380293"/>
                  </a:lnTo>
                  <a:lnTo>
                    <a:pt x="7218322" y="3380293"/>
                  </a:lnTo>
                  <a:lnTo>
                    <a:pt x="7213816" y="3380293"/>
                  </a:lnTo>
                  <a:lnTo>
                    <a:pt x="7209311" y="3380293"/>
                  </a:lnTo>
                  <a:lnTo>
                    <a:pt x="7191287" y="3380293"/>
                  </a:lnTo>
                  <a:lnTo>
                    <a:pt x="7186782" y="3380293"/>
                  </a:lnTo>
                  <a:lnTo>
                    <a:pt x="7182276" y="3380293"/>
                  </a:lnTo>
                  <a:lnTo>
                    <a:pt x="7177770" y="3380293"/>
                  </a:lnTo>
                  <a:lnTo>
                    <a:pt x="7173264" y="3380293"/>
                  </a:lnTo>
                  <a:lnTo>
                    <a:pt x="7159747" y="3380293"/>
                  </a:lnTo>
                  <a:lnTo>
                    <a:pt x="7150735" y="3380293"/>
                  </a:lnTo>
                  <a:lnTo>
                    <a:pt x="7146229" y="3380293"/>
                  </a:lnTo>
                  <a:lnTo>
                    <a:pt x="7141723" y="3380293"/>
                  </a:lnTo>
                  <a:lnTo>
                    <a:pt x="7128206" y="3380293"/>
                  </a:lnTo>
                  <a:lnTo>
                    <a:pt x="7123700" y="3380293"/>
                  </a:lnTo>
                  <a:lnTo>
                    <a:pt x="7114688" y="3380293"/>
                  </a:lnTo>
                  <a:lnTo>
                    <a:pt x="7110183" y="3380293"/>
                  </a:lnTo>
                  <a:lnTo>
                    <a:pt x="7096665" y="3380293"/>
                  </a:lnTo>
                  <a:lnTo>
                    <a:pt x="7092159" y="3380293"/>
                  </a:lnTo>
                  <a:lnTo>
                    <a:pt x="7087653" y="3380293"/>
                  </a:lnTo>
                  <a:lnTo>
                    <a:pt x="7083148" y="3380293"/>
                  </a:lnTo>
                  <a:lnTo>
                    <a:pt x="7078642" y="3380293"/>
                  </a:lnTo>
                  <a:lnTo>
                    <a:pt x="7065124" y="3323375"/>
                  </a:lnTo>
                  <a:lnTo>
                    <a:pt x="7060619" y="3380293"/>
                  </a:lnTo>
                  <a:lnTo>
                    <a:pt x="7056113" y="3380293"/>
                  </a:lnTo>
                  <a:lnTo>
                    <a:pt x="7051607" y="3364482"/>
                  </a:lnTo>
                  <a:lnTo>
                    <a:pt x="7047101" y="3358158"/>
                  </a:lnTo>
                  <a:lnTo>
                    <a:pt x="7033584" y="3380293"/>
                  </a:lnTo>
                  <a:lnTo>
                    <a:pt x="7029078" y="3380293"/>
                  </a:lnTo>
                  <a:lnTo>
                    <a:pt x="7024572" y="3380293"/>
                  </a:lnTo>
                  <a:lnTo>
                    <a:pt x="7020066" y="3380293"/>
                  </a:lnTo>
                  <a:lnTo>
                    <a:pt x="7015560" y="3380293"/>
                  </a:lnTo>
                  <a:lnTo>
                    <a:pt x="6997537" y="3380293"/>
                  </a:lnTo>
                  <a:lnTo>
                    <a:pt x="6993031" y="3348672"/>
                  </a:lnTo>
                  <a:lnTo>
                    <a:pt x="6988525" y="3380293"/>
                  </a:lnTo>
                  <a:lnTo>
                    <a:pt x="6965996" y="3380293"/>
                  </a:lnTo>
                  <a:lnTo>
                    <a:pt x="6961491" y="3377131"/>
                  </a:lnTo>
                  <a:lnTo>
                    <a:pt x="6956985" y="3380293"/>
                  </a:lnTo>
                  <a:lnTo>
                    <a:pt x="6952479" y="3380293"/>
                  </a:lnTo>
                  <a:lnTo>
                    <a:pt x="6938961" y="3380293"/>
                  </a:lnTo>
                  <a:lnTo>
                    <a:pt x="6934456" y="3380293"/>
                  </a:lnTo>
                  <a:lnTo>
                    <a:pt x="6929950" y="3380293"/>
                  </a:lnTo>
                  <a:lnTo>
                    <a:pt x="6925444" y="3380293"/>
                  </a:lnTo>
                  <a:lnTo>
                    <a:pt x="6920938" y="3380293"/>
                  </a:lnTo>
                  <a:lnTo>
                    <a:pt x="6907421" y="3380293"/>
                  </a:lnTo>
                  <a:lnTo>
                    <a:pt x="6902915" y="3380293"/>
                  </a:lnTo>
                  <a:lnTo>
                    <a:pt x="6898409" y="3380293"/>
                  </a:lnTo>
                  <a:lnTo>
                    <a:pt x="6893903" y="3380293"/>
                  </a:lnTo>
                  <a:lnTo>
                    <a:pt x="6889397" y="3380293"/>
                  </a:lnTo>
                  <a:lnTo>
                    <a:pt x="6875880" y="3380293"/>
                  </a:lnTo>
                  <a:lnTo>
                    <a:pt x="6871374" y="3380293"/>
                  </a:lnTo>
                  <a:lnTo>
                    <a:pt x="6866868" y="3380293"/>
                  </a:lnTo>
                  <a:lnTo>
                    <a:pt x="6862363" y="3380293"/>
                  </a:lnTo>
                  <a:lnTo>
                    <a:pt x="6857857" y="3380293"/>
                  </a:lnTo>
                  <a:lnTo>
                    <a:pt x="6844339" y="3380293"/>
                  </a:lnTo>
                  <a:lnTo>
                    <a:pt x="6839833" y="3380293"/>
                  </a:lnTo>
                  <a:lnTo>
                    <a:pt x="6835328" y="3380293"/>
                  </a:lnTo>
                  <a:lnTo>
                    <a:pt x="6830822" y="3380293"/>
                  </a:lnTo>
                  <a:lnTo>
                    <a:pt x="6826316" y="3380293"/>
                  </a:lnTo>
                  <a:lnTo>
                    <a:pt x="6812799" y="3380293"/>
                  </a:lnTo>
                  <a:lnTo>
                    <a:pt x="6808293" y="3354996"/>
                  </a:lnTo>
                  <a:lnTo>
                    <a:pt x="6803787" y="3380293"/>
                  </a:lnTo>
                  <a:lnTo>
                    <a:pt x="6799281" y="3380293"/>
                  </a:lnTo>
                  <a:lnTo>
                    <a:pt x="6794775" y="3373969"/>
                  </a:lnTo>
                  <a:lnTo>
                    <a:pt x="6781258" y="3373969"/>
                  </a:lnTo>
                  <a:lnTo>
                    <a:pt x="6776752" y="3380293"/>
                  </a:lnTo>
                  <a:lnTo>
                    <a:pt x="6772246" y="3380293"/>
                  </a:lnTo>
                  <a:lnTo>
                    <a:pt x="6767740" y="3380293"/>
                  </a:lnTo>
                  <a:lnTo>
                    <a:pt x="6763234" y="3380293"/>
                  </a:lnTo>
                  <a:lnTo>
                    <a:pt x="6749717" y="3380293"/>
                  </a:lnTo>
                  <a:lnTo>
                    <a:pt x="6745211" y="3377131"/>
                  </a:lnTo>
                  <a:lnTo>
                    <a:pt x="6740705" y="3380293"/>
                  </a:lnTo>
                  <a:lnTo>
                    <a:pt x="6736200" y="3380293"/>
                  </a:lnTo>
                  <a:lnTo>
                    <a:pt x="6731694" y="3380293"/>
                  </a:lnTo>
                  <a:lnTo>
                    <a:pt x="6718176" y="3380293"/>
                  </a:lnTo>
                  <a:lnTo>
                    <a:pt x="6713670" y="3380293"/>
                  </a:lnTo>
                  <a:lnTo>
                    <a:pt x="6709165" y="3380293"/>
                  </a:lnTo>
                  <a:lnTo>
                    <a:pt x="6704659" y="3380293"/>
                  </a:lnTo>
                  <a:lnTo>
                    <a:pt x="6700153" y="3380293"/>
                  </a:lnTo>
                  <a:lnTo>
                    <a:pt x="6686636" y="3339186"/>
                  </a:lnTo>
                  <a:lnTo>
                    <a:pt x="6682130" y="3380293"/>
                  </a:lnTo>
                  <a:lnTo>
                    <a:pt x="6677624" y="3380293"/>
                  </a:lnTo>
                  <a:lnTo>
                    <a:pt x="6673118" y="3367644"/>
                  </a:lnTo>
                  <a:lnTo>
                    <a:pt x="6668612" y="3377131"/>
                  </a:lnTo>
                  <a:lnTo>
                    <a:pt x="6655095" y="3380293"/>
                  </a:lnTo>
                  <a:lnTo>
                    <a:pt x="6650589" y="3380293"/>
                  </a:lnTo>
                  <a:lnTo>
                    <a:pt x="6646083" y="3380293"/>
                  </a:lnTo>
                  <a:lnTo>
                    <a:pt x="6641577" y="3380293"/>
                  </a:lnTo>
                  <a:lnTo>
                    <a:pt x="6637072" y="3377131"/>
                  </a:lnTo>
                  <a:lnTo>
                    <a:pt x="6623554" y="3380293"/>
                  </a:lnTo>
                  <a:lnTo>
                    <a:pt x="6619048" y="3380293"/>
                  </a:lnTo>
                  <a:lnTo>
                    <a:pt x="6614542" y="3380293"/>
                  </a:lnTo>
                  <a:lnTo>
                    <a:pt x="6610037" y="3380293"/>
                  </a:lnTo>
                  <a:lnTo>
                    <a:pt x="6605531" y="3380293"/>
                  </a:lnTo>
                  <a:lnTo>
                    <a:pt x="6596519" y="3380293"/>
                  </a:lnTo>
                  <a:lnTo>
                    <a:pt x="6592013" y="3380293"/>
                  </a:lnTo>
                  <a:lnTo>
                    <a:pt x="6587508" y="3380293"/>
                  </a:lnTo>
                  <a:lnTo>
                    <a:pt x="6583002" y="3358158"/>
                  </a:lnTo>
                  <a:lnTo>
                    <a:pt x="6555967" y="3380293"/>
                  </a:lnTo>
                  <a:lnTo>
                    <a:pt x="6551461" y="3380293"/>
                  </a:lnTo>
                  <a:lnTo>
                    <a:pt x="6528932" y="3310727"/>
                  </a:lnTo>
                  <a:lnTo>
                    <a:pt x="6524426" y="3294916"/>
                  </a:lnTo>
                  <a:lnTo>
                    <a:pt x="6519920" y="3364482"/>
                  </a:lnTo>
                  <a:lnTo>
                    <a:pt x="6515414" y="3361320"/>
                  </a:lnTo>
                  <a:lnTo>
                    <a:pt x="6510909" y="3380293"/>
                  </a:lnTo>
                  <a:lnTo>
                    <a:pt x="6497391" y="3380293"/>
                  </a:lnTo>
                  <a:lnTo>
                    <a:pt x="6492885" y="3380293"/>
                  </a:lnTo>
                  <a:lnTo>
                    <a:pt x="6488380" y="3380293"/>
                  </a:lnTo>
                  <a:lnTo>
                    <a:pt x="6483874" y="3345510"/>
                  </a:lnTo>
                  <a:lnTo>
                    <a:pt x="6479368" y="3380293"/>
                  </a:lnTo>
                  <a:lnTo>
                    <a:pt x="6465850" y="3380293"/>
                  </a:lnTo>
                  <a:lnTo>
                    <a:pt x="6461345" y="3380293"/>
                  </a:lnTo>
                  <a:lnTo>
                    <a:pt x="6456839" y="3380293"/>
                  </a:lnTo>
                  <a:lnTo>
                    <a:pt x="6452333" y="3377131"/>
                  </a:lnTo>
                  <a:lnTo>
                    <a:pt x="6447827" y="3380293"/>
                  </a:lnTo>
                  <a:lnTo>
                    <a:pt x="6438815" y="3380293"/>
                  </a:lnTo>
                  <a:lnTo>
                    <a:pt x="6434310" y="3380293"/>
                  </a:lnTo>
                  <a:lnTo>
                    <a:pt x="6429804" y="3380293"/>
                  </a:lnTo>
                  <a:lnTo>
                    <a:pt x="6425298" y="3380293"/>
                  </a:lnTo>
                  <a:lnTo>
                    <a:pt x="6420792" y="3380293"/>
                  </a:lnTo>
                  <a:lnTo>
                    <a:pt x="6416286" y="3329699"/>
                  </a:lnTo>
                  <a:lnTo>
                    <a:pt x="6402769" y="3310727"/>
                  </a:lnTo>
                  <a:lnTo>
                    <a:pt x="6398263" y="3380293"/>
                  </a:lnTo>
                  <a:lnTo>
                    <a:pt x="6393757" y="3380293"/>
                  </a:lnTo>
                  <a:lnTo>
                    <a:pt x="6389251" y="3380293"/>
                  </a:lnTo>
                  <a:lnTo>
                    <a:pt x="6384746" y="3358158"/>
                  </a:lnTo>
                  <a:lnTo>
                    <a:pt x="6371228" y="3380293"/>
                  </a:lnTo>
                  <a:lnTo>
                    <a:pt x="6366722" y="3380293"/>
                  </a:lnTo>
                  <a:lnTo>
                    <a:pt x="6362217" y="3380293"/>
                  </a:lnTo>
                  <a:lnTo>
                    <a:pt x="6357711" y="3339186"/>
                  </a:lnTo>
                  <a:lnTo>
                    <a:pt x="6353205" y="3269619"/>
                  </a:lnTo>
                  <a:lnTo>
                    <a:pt x="6339687" y="3380293"/>
                  </a:lnTo>
                  <a:lnTo>
                    <a:pt x="6335182" y="3380293"/>
                  </a:lnTo>
                  <a:lnTo>
                    <a:pt x="6330676" y="3380293"/>
                  </a:lnTo>
                  <a:lnTo>
                    <a:pt x="6326170" y="3380293"/>
                  </a:lnTo>
                  <a:lnTo>
                    <a:pt x="6321664" y="3380293"/>
                  </a:lnTo>
                  <a:lnTo>
                    <a:pt x="6308147" y="3380293"/>
                  </a:lnTo>
                  <a:lnTo>
                    <a:pt x="6303641" y="3380293"/>
                  </a:lnTo>
                  <a:lnTo>
                    <a:pt x="6299135" y="3380293"/>
                  </a:lnTo>
                  <a:lnTo>
                    <a:pt x="6294629" y="3380293"/>
                  </a:lnTo>
                  <a:lnTo>
                    <a:pt x="6290123" y="3323375"/>
                  </a:lnTo>
                  <a:lnTo>
                    <a:pt x="6276606" y="3345510"/>
                  </a:lnTo>
                  <a:lnTo>
                    <a:pt x="6272100" y="3380293"/>
                  </a:lnTo>
                  <a:lnTo>
                    <a:pt x="6267594" y="3380293"/>
                  </a:lnTo>
                  <a:lnTo>
                    <a:pt x="6263089" y="3373969"/>
                  </a:lnTo>
                  <a:lnTo>
                    <a:pt x="6258583" y="3380293"/>
                  </a:lnTo>
                  <a:lnTo>
                    <a:pt x="6245065" y="3380293"/>
                  </a:lnTo>
                  <a:lnTo>
                    <a:pt x="6240559" y="3373969"/>
                  </a:lnTo>
                  <a:lnTo>
                    <a:pt x="6236054" y="3380293"/>
                  </a:lnTo>
                  <a:lnTo>
                    <a:pt x="6231548" y="3380293"/>
                  </a:lnTo>
                  <a:lnTo>
                    <a:pt x="6227042" y="3380293"/>
                  </a:lnTo>
                  <a:lnTo>
                    <a:pt x="6213525" y="3380293"/>
                  </a:lnTo>
                  <a:lnTo>
                    <a:pt x="6209019" y="3380293"/>
                  </a:lnTo>
                  <a:lnTo>
                    <a:pt x="6204513" y="3380293"/>
                  </a:lnTo>
                  <a:lnTo>
                    <a:pt x="6200007" y="3380293"/>
                  </a:lnTo>
                  <a:lnTo>
                    <a:pt x="6195501" y="3380293"/>
                  </a:lnTo>
                  <a:lnTo>
                    <a:pt x="6181984" y="3380293"/>
                  </a:lnTo>
                  <a:lnTo>
                    <a:pt x="6177478" y="3380293"/>
                  </a:lnTo>
                  <a:lnTo>
                    <a:pt x="6172972" y="3380293"/>
                  </a:lnTo>
                  <a:lnTo>
                    <a:pt x="6163961" y="3380293"/>
                  </a:lnTo>
                  <a:lnTo>
                    <a:pt x="6150443" y="3380293"/>
                  </a:lnTo>
                  <a:lnTo>
                    <a:pt x="6145937" y="3380293"/>
                  </a:lnTo>
                  <a:lnTo>
                    <a:pt x="6141431" y="3380293"/>
                  </a:lnTo>
                  <a:lnTo>
                    <a:pt x="6136926" y="3380293"/>
                  </a:lnTo>
                  <a:lnTo>
                    <a:pt x="6132420" y="3380293"/>
                  </a:lnTo>
                  <a:lnTo>
                    <a:pt x="6118902" y="3377131"/>
                  </a:lnTo>
                  <a:lnTo>
                    <a:pt x="6114396" y="3380293"/>
                  </a:lnTo>
                  <a:lnTo>
                    <a:pt x="6109891" y="3380293"/>
                  </a:lnTo>
                  <a:lnTo>
                    <a:pt x="6105385" y="3380293"/>
                  </a:lnTo>
                  <a:lnTo>
                    <a:pt x="6100879" y="3364482"/>
                  </a:lnTo>
                  <a:lnTo>
                    <a:pt x="6087362" y="3380293"/>
                  </a:lnTo>
                  <a:lnTo>
                    <a:pt x="6082856" y="3380293"/>
                  </a:lnTo>
                  <a:lnTo>
                    <a:pt x="6078350" y="3380293"/>
                  </a:lnTo>
                  <a:lnTo>
                    <a:pt x="6073844" y="3380293"/>
                  </a:lnTo>
                  <a:lnTo>
                    <a:pt x="6069338" y="3380293"/>
                  </a:lnTo>
                  <a:lnTo>
                    <a:pt x="6055821" y="3380293"/>
                  </a:lnTo>
                  <a:lnTo>
                    <a:pt x="6051315" y="3380293"/>
                  </a:lnTo>
                  <a:lnTo>
                    <a:pt x="6046809" y="3380293"/>
                  </a:lnTo>
                  <a:lnTo>
                    <a:pt x="6042303" y="3380293"/>
                  </a:lnTo>
                  <a:lnTo>
                    <a:pt x="6037798" y="3380293"/>
                  </a:lnTo>
                  <a:lnTo>
                    <a:pt x="6024280" y="3380293"/>
                  </a:lnTo>
                  <a:lnTo>
                    <a:pt x="6019774" y="3377131"/>
                  </a:lnTo>
                  <a:lnTo>
                    <a:pt x="6015268" y="3380293"/>
                  </a:lnTo>
                  <a:lnTo>
                    <a:pt x="6010763" y="3380293"/>
                  </a:lnTo>
                  <a:lnTo>
                    <a:pt x="6006257" y="3380293"/>
                  </a:lnTo>
                  <a:lnTo>
                    <a:pt x="5992739" y="3380293"/>
                  </a:lnTo>
                  <a:lnTo>
                    <a:pt x="5988234" y="3380293"/>
                  </a:lnTo>
                  <a:lnTo>
                    <a:pt x="5983728" y="3380293"/>
                  </a:lnTo>
                  <a:lnTo>
                    <a:pt x="5979222" y="3380293"/>
                  </a:lnTo>
                  <a:lnTo>
                    <a:pt x="5974716" y="3380293"/>
                  </a:lnTo>
                  <a:lnTo>
                    <a:pt x="5961199" y="3380293"/>
                  </a:lnTo>
                  <a:lnTo>
                    <a:pt x="5956693" y="3380293"/>
                  </a:lnTo>
                  <a:lnTo>
                    <a:pt x="5952187" y="3380293"/>
                  </a:lnTo>
                  <a:lnTo>
                    <a:pt x="5947681" y="3380293"/>
                  </a:lnTo>
                  <a:lnTo>
                    <a:pt x="5943175" y="3380293"/>
                  </a:lnTo>
                  <a:lnTo>
                    <a:pt x="5929658" y="3380293"/>
                  </a:lnTo>
                  <a:lnTo>
                    <a:pt x="5925152" y="3380293"/>
                  </a:lnTo>
                  <a:lnTo>
                    <a:pt x="5920646" y="3380293"/>
                  </a:lnTo>
                  <a:lnTo>
                    <a:pt x="5916140" y="3373969"/>
                  </a:lnTo>
                  <a:lnTo>
                    <a:pt x="5911635" y="3380293"/>
                  </a:lnTo>
                  <a:lnTo>
                    <a:pt x="5898117" y="3380293"/>
                  </a:lnTo>
                  <a:lnTo>
                    <a:pt x="5893611" y="3380293"/>
                  </a:lnTo>
                  <a:lnTo>
                    <a:pt x="5889106" y="3329699"/>
                  </a:lnTo>
                  <a:lnTo>
                    <a:pt x="5884600" y="3354996"/>
                  </a:lnTo>
                  <a:lnTo>
                    <a:pt x="5880094" y="3342348"/>
                  </a:lnTo>
                  <a:lnTo>
                    <a:pt x="5866576" y="3380293"/>
                  </a:lnTo>
                  <a:lnTo>
                    <a:pt x="5862071" y="3380293"/>
                  </a:lnTo>
                  <a:lnTo>
                    <a:pt x="5857565" y="3367644"/>
                  </a:lnTo>
                  <a:lnTo>
                    <a:pt x="5853059" y="3380293"/>
                  </a:lnTo>
                  <a:lnTo>
                    <a:pt x="5848553" y="3336023"/>
                  </a:lnTo>
                  <a:lnTo>
                    <a:pt x="5835036" y="3380293"/>
                  </a:lnTo>
                  <a:lnTo>
                    <a:pt x="5830530" y="3380293"/>
                  </a:lnTo>
                  <a:lnTo>
                    <a:pt x="5826024" y="3380293"/>
                  </a:lnTo>
                  <a:lnTo>
                    <a:pt x="5821518" y="3380293"/>
                  </a:lnTo>
                  <a:lnTo>
                    <a:pt x="5817012" y="3380293"/>
                  </a:lnTo>
                  <a:lnTo>
                    <a:pt x="5803495" y="3380293"/>
                  </a:lnTo>
                  <a:lnTo>
                    <a:pt x="5798989" y="3380293"/>
                  </a:lnTo>
                  <a:lnTo>
                    <a:pt x="5794483" y="3380293"/>
                  </a:lnTo>
                  <a:lnTo>
                    <a:pt x="5789977" y="3380293"/>
                  </a:lnTo>
                  <a:lnTo>
                    <a:pt x="5785472" y="3380293"/>
                  </a:lnTo>
                  <a:lnTo>
                    <a:pt x="5771954" y="3380293"/>
                  </a:lnTo>
                  <a:lnTo>
                    <a:pt x="5767448" y="3380293"/>
                  </a:lnTo>
                  <a:lnTo>
                    <a:pt x="5762943" y="3380293"/>
                  </a:lnTo>
                  <a:lnTo>
                    <a:pt x="5758437" y="3380293"/>
                  </a:lnTo>
                  <a:lnTo>
                    <a:pt x="5753931" y="3380293"/>
                  </a:lnTo>
                  <a:lnTo>
                    <a:pt x="5740413" y="3380293"/>
                  </a:lnTo>
                  <a:lnTo>
                    <a:pt x="5735908" y="3380293"/>
                  </a:lnTo>
                  <a:lnTo>
                    <a:pt x="5731402" y="3380293"/>
                  </a:lnTo>
                  <a:lnTo>
                    <a:pt x="5726896" y="3380293"/>
                  </a:lnTo>
                  <a:lnTo>
                    <a:pt x="5708873" y="3380293"/>
                  </a:lnTo>
                  <a:lnTo>
                    <a:pt x="5704367" y="3348672"/>
                  </a:lnTo>
                  <a:lnTo>
                    <a:pt x="5699861" y="3380293"/>
                  </a:lnTo>
                  <a:lnTo>
                    <a:pt x="5695355" y="3380293"/>
                  </a:lnTo>
                  <a:lnTo>
                    <a:pt x="5690849" y="3380293"/>
                  </a:lnTo>
                  <a:lnTo>
                    <a:pt x="5677332" y="3380293"/>
                  </a:lnTo>
                  <a:lnTo>
                    <a:pt x="5672826" y="3380293"/>
                  </a:lnTo>
                  <a:lnTo>
                    <a:pt x="5668320" y="3380293"/>
                  </a:lnTo>
                  <a:lnTo>
                    <a:pt x="5663815" y="3380293"/>
                  </a:lnTo>
                  <a:lnTo>
                    <a:pt x="5659309" y="3380293"/>
                  </a:lnTo>
                  <a:lnTo>
                    <a:pt x="5645791" y="3380293"/>
                  </a:lnTo>
                  <a:lnTo>
                    <a:pt x="5641285" y="3380293"/>
                  </a:lnTo>
                  <a:lnTo>
                    <a:pt x="5636780" y="3380293"/>
                  </a:lnTo>
                  <a:lnTo>
                    <a:pt x="5632274" y="3380293"/>
                  </a:lnTo>
                  <a:lnTo>
                    <a:pt x="5627768" y="3380293"/>
                  </a:lnTo>
                  <a:lnTo>
                    <a:pt x="5614251" y="3380293"/>
                  </a:lnTo>
                  <a:lnTo>
                    <a:pt x="5609745" y="3380293"/>
                  </a:lnTo>
                  <a:lnTo>
                    <a:pt x="5605239" y="3380293"/>
                  </a:lnTo>
                  <a:lnTo>
                    <a:pt x="5600733" y="3380293"/>
                  </a:lnTo>
                  <a:lnTo>
                    <a:pt x="5582710" y="3380293"/>
                  </a:lnTo>
                  <a:lnTo>
                    <a:pt x="5578204" y="3380293"/>
                  </a:lnTo>
                  <a:lnTo>
                    <a:pt x="5573698" y="3380293"/>
                  </a:lnTo>
                  <a:lnTo>
                    <a:pt x="5569192" y="3380293"/>
                  </a:lnTo>
                  <a:lnTo>
                    <a:pt x="5564687" y="3380293"/>
                  </a:lnTo>
                  <a:lnTo>
                    <a:pt x="5551169" y="3380293"/>
                  </a:lnTo>
                  <a:lnTo>
                    <a:pt x="5542157" y="3380293"/>
                  </a:lnTo>
                  <a:lnTo>
                    <a:pt x="5537652" y="3380293"/>
                  </a:lnTo>
                  <a:lnTo>
                    <a:pt x="5533146" y="3380293"/>
                  </a:lnTo>
                  <a:lnTo>
                    <a:pt x="5519628" y="3380293"/>
                  </a:lnTo>
                  <a:lnTo>
                    <a:pt x="5515123" y="3380293"/>
                  </a:lnTo>
                  <a:lnTo>
                    <a:pt x="5510617" y="3380293"/>
                  </a:lnTo>
                  <a:lnTo>
                    <a:pt x="5506111" y="3380293"/>
                  </a:lnTo>
                  <a:lnTo>
                    <a:pt x="5501605" y="3380293"/>
                  </a:lnTo>
                  <a:lnTo>
                    <a:pt x="5488088" y="3364482"/>
                  </a:lnTo>
                  <a:lnTo>
                    <a:pt x="5483582" y="3380293"/>
                  </a:lnTo>
                  <a:lnTo>
                    <a:pt x="5479076" y="3380293"/>
                  </a:lnTo>
                  <a:lnTo>
                    <a:pt x="5465558" y="3380293"/>
                  </a:lnTo>
                  <a:lnTo>
                    <a:pt x="5456547" y="3358158"/>
                  </a:lnTo>
                  <a:lnTo>
                    <a:pt x="5452041" y="3380293"/>
                  </a:lnTo>
                  <a:lnTo>
                    <a:pt x="5447535" y="3380293"/>
                  </a:lnTo>
                  <a:lnTo>
                    <a:pt x="5443029" y="3380293"/>
                  </a:lnTo>
                  <a:lnTo>
                    <a:pt x="5438524" y="3380293"/>
                  </a:lnTo>
                  <a:lnTo>
                    <a:pt x="5425006" y="3380293"/>
                  </a:lnTo>
                  <a:lnTo>
                    <a:pt x="5420500" y="3380293"/>
                  </a:lnTo>
                  <a:lnTo>
                    <a:pt x="5415994" y="3380293"/>
                  </a:lnTo>
                  <a:lnTo>
                    <a:pt x="5411489" y="3380293"/>
                  </a:lnTo>
                  <a:lnTo>
                    <a:pt x="5406983" y="3380293"/>
                  </a:lnTo>
                  <a:lnTo>
                    <a:pt x="5393465" y="3380293"/>
                  </a:lnTo>
                  <a:lnTo>
                    <a:pt x="5388960" y="3380293"/>
                  </a:lnTo>
                  <a:lnTo>
                    <a:pt x="5379948" y="3377131"/>
                  </a:lnTo>
                  <a:lnTo>
                    <a:pt x="5352913" y="3380293"/>
                  </a:lnTo>
                  <a:lnTo>
                    <a:pt x="5348407" y="3380293"/>
                  </a:lnTo>
                  <a:lnTo>
                    <a:pt x="5343901" y="3380293"/>
                  </a:lnTo>
                  <a:lnTo>
                    <a:pt x="5330384" y="3288592"/>
                  </a:lnTo>
                  <a:lnTo>
                    <a:pt x="5325878" y="3342348"/>
                  </a:lnTo>
                  <a:lnTo>
                    <a:pt x="5321372" y="3380293"/>
                  </a:lnTo>
                  <a:lnTo>
                    <a:pt x="5316866" y="3380293"/>
                  </a:lnTo>
                  <a:lnTo>
                    <a:pt x="5312361" y="3377131"/>
                  </a:lnTo>
                  <a:lnTo>
                    <a:pt x="5298843" y="3345510"/>
                  </a:lnTo>
                  <a:lnTo>
                    <a:pt x="5294337" y="3377131"/>
                  </a:lnTo>
                  <a:lnTo>
                    <a:pt x="5289832" y="3380293"/>
                  </a:lnTo>
                  <a:lnTo>
                    <a:pt x="5285326" y="3380293"/>
                  </a:lnTo>
                  <a:lnTo>
                    <a:pt x="5280820" y="3380293"/>
                  </a:lnTo>
                  <a:lnTo>
                    <a:pt x="5267302" y="3380293"/>
                  </a:lnTo>
                  <a:lnTo>
                    <a:pt x="5262797" y="3380293"/>
                  </a:lnTo>
                  <a:lnTo>
                    <a:pt x="5258291" y="3380293"/>
                  </a:lnTo>
                  <a:lnTo>
                    <a:pt x="5253785" y="3354996"/>
                  </a:lnTo>
                  <a:lnTo>
                    <a:pt x="5249279" y="3294916"/>
                  </a:lnTo>
                  <a:lnTo>
                    <a:pt x="5235762" y="3361320"/>
                  </a:lnTo>
                  <a:lnTo>
                    <a:pt x="5231256" y="3380293"/>
                  </a:lnTo>
                  <a:lnTo>
                    <a:pt x="5226750" y="3380293"/>
                  </a:lnTo>
                  <a:lnTo>
                    <a:pt x="5222244" y="3380293"/>
                  </a:lnTo>
                  <a:lnTo>
                    <a:pt x="5217738" y="3380293"/>
                  </a:lnTo>
                  <a:lnTo>
                    <a:pt x="5204221" y="3380293"/>
                  </a:lnTo>
                  <a:lnTo>
                    <a:pt x="5199715" y="3380293"/>
                  </a:lnTo>
                  <a:lnTo>
                    <a:pt x="5195209" y="3380293"/>
                  </a:lnTo>
                  <a:lnTo>
                    <a:pt x="5190704" y="3380293"/>
                  </a:lnTo>
                  <a:lnTo>
                    <a:pt x="5186198" y="3380293"/>
                  </a:lnTo>
                  <a:lnTo>
                    <a:pt x="5172680" y="3377131"/>
                  </a:lnTo>
                  <a:lnTo>
                    <a:pt x="5168174" y="3377131"/>
                  </a:lnTo>
                  <a:lnTo>
                    <a:pt x="5163669" y="3380293"/>
                  </a:lnTo>
                  <a:lnTo>
                    <a:pt x="5159163" y="3380293"/>
                  </a:lnTo>
                  <a:lnTo>
                    <a:pt x="5154657" y="3380293"/>
                  </a:lnTo>
                  <a:lnTo>
                    <a:pt x="5141139" y="3380293"/>
                  </a:lnTo>
                  <a:lnTo>
                    <a:pt x="5136634" y="3380293"/>
                  </a:lnTo>
                  <a:lnTo>
                    <a:pt x="5132128" y="3380293"/>
                  </a:lnTo>
                  <a:lnTo>
                    <a:pt x="5127622" y="3380293"/>
                  </a:lnTo>
                  <a:lnTo>
                    <a:pt x="5123116" y="3380293"/>
                  </a:lnTo>
                  <a:lnTo>
                    <a:pt x="5109599" y="3380293"/>
                  </a:lnTo>
                  <a:lnTo>
                    <a:pt x="5105093" y="3380293"/>
                  </a:lnTo>
                  <a:lnTo>
                    <a:pt x="5100587" y="3380293"/>
                  </a:lnTo>
                  <a:lnTo>
                    <a:pt x="5096081" y="3380293"/>
                  </a:lnTo>
                  <a:lnTo>
                    <a:pt x="5091575" y="3380293"/>
                  </a:lnTo>
                  <a:lnTo>
                    <a:pt x="5078058" y="3373969"/>
                  </a:lnTo>
                  <a:lnTo>
                    <a:pt x="5073552" y="3370807"/>
                  </a:lnTo>
                  <a:lnTo>
                    <a:pt x="5069046" y="3380293"/>
                  </a:lnTo>
                  <a:lnTo>
                    <a:pt x="5064541" y="3380293"/>
                  </a:lnTo>
                  <a:lnTo>
                    <a:pt x="5060035" y="3380293"/>
                  </a:lnTo>
                  <a:lnTo>
                    <a:pt x="5046517" y="3380293"/>
                  </a:lnTo>
                  <a:lnTo>
                    <a:pt x="5042011" y="3380293"/>
                  </a:lnTo>
                  <a:lnTo>
                    <a:pt x="5037506" y="3380293"/>
                  </a:lnTo>
                  <a:lnTo>
                    <a:pt x="5033000" y="3380293"/>
                  </a:lnTo>
                  <a:lnTo>
                    <a:pt x="5028494" y="3380293"/>
                  </a:lnTo>
                  <a:lnTo>
                    <a:pt x="5014977" y="3380293"/>
                  </a:lnTo>
                  <a:lnTo>
                    <a:pt x="5010471" y="3380293"/>
                  </a:lnTo>
                  <a:lnTo>
                    <a:pt x="5005965" y="3380293"/>
                  </a:lnTo>
                  <a:lnTo>
                    <a:pt x="5001459" y="3380293"/>
                  </a:lnTo>
                  <a:lnTo>
                    <a:pt x="4996953" y="3380293"/>
                  </a:lnTo>
                  <a:lnTo>
                    <a:pt x="4983436" y="3373969"/>
                  </a:lnTo>
                  <a:lnTo>
                    <a:pt x="4978930" y="3380293"/>
                  </a:lnTo>
                  <a:lnTo>
                    <a:pt x="4974424" y="3370807"/>
                  </a:lnTo>
                  <a:lnTo>
                    <a:pt x="4969918" y="3380293"/>
                  </a:lnTo>
                  <a:lnTo>
                    <a:pt x="4965413" y="3380293"/>
                  </a:lnTo>
                  <a:lnTo>
                    <a:pt x="4951895" y="3380293"/>
                  </a:lnTo>
                  <a:lnTo>
                    <a:pt x="4947389" y="3377131"/>
                  </a:lnTo>
                  <a:lnTo>
                    <a:pt x="4942883" y="3377131"/>
                  </a:lnTo>
                  <a:lnTo>
                    <a:pt x="4938378" y="3380293"/>
                  </a:lnTo>
                  <a:lnTo>
                    <a:pt x="4906837" y="3380293"/>
                  </a:lnTo>
                  <a:lnTo>
                    <a:pt x="4888814" y="3256971"/>
                  </a:lnTo>
                  <a:lnTo>
                    <a:pt x="4884308" y="3294916"/>
                  </a:lnTo>
                  <a:lnTo>
                    <a:pt x="4879802" y="3377131"/>
                  </a:lnTo>
                  <a:lnTo>
                    <a:pt x="4875296" y="3380293"/>
                  </a:lnTo>
                  <a:lnTo>
                    <a:pt x="4870790" y="3380293"/>
                  </a:lnTo>
                  <a:lnTo>
                    <a:pt x="4857273" y="3380293"/>
                  </a:lnTo>
                  <a:lnTo>
                    <a:pt x="4852767" y="3380293"/>
                  </a:lnTo>
                  <a:lnTo>
                    <a:pt x="4843755" y="3380293"/>
                  </a:lnTo>
                  <a:lnTo>
                    <a:pt x="4839250" y="3380293"/>
                  </a:lnTo>
                  <a:lnTo>
                    <a:pt x="4825732" y="3380293"/>
                  </a:lnTo>
                  <a:lnTo>
                    <a:pt x="4821226" y="3380293"/>
                  </a:lnTo>
                  <a:lnTo>
                    <a:pt x="4816720" y="3380293"/>
                  </a:lnTo>
                  <a:lnTo>
                    <a:pt x="4812215" y="3380293"/>
                  </a:lnTo>
                  <a:lnTo>
                    <a:pt x="4807709" y="3380293"/>
                  </a:lnTo>
                  <a:lnTo>
                    <a:pt x="4794191" y="3380293"/>
                  </a:lnTo>
                  <a:lnTo>
                    <a:pt x="4789686" y="3380293"/>
                  </a:lnTo>
                  <a:lnTo>
                    <a:pt x="4785180" y="3380293"/>
                  </a:lnTo>
                  <a:lnTo>
                    <a:pt x="4780674" y="3380293"/>
                  </a:lnTo>
                  <a:lnTo>
                    <a:pt x="4776168" y="3380293"/>
                  </a:lnTo>
                  <a:lnTo>
                    <a:pt x="4762651" y="3373969"/>
                  </a:lnTo>
                  <a:lnTo>
                    <a:pt x="4758145" y="3380293"/>
                  </a:lnTo>
                  <a:lnTo>
                    <a:pt x="4753639" y="3380293"/>
                  </a:lnTo>
                  <a:lnTo>
                    <a:pt x="4749133" y="3380293"/>
                  </a:lnTo>
                  <a:lnTo>
                    <a:pt x="4744627" y="3380293"/>
                  </a:lnTo>
                  <a:lnTo>
                    <a:pt x="4731110" y="3380293"/>
                  </a:lnTo>
                  <a:lnTo>
                    <a:pt x="4726604" y="3364482"/>
                  </a:lnTo>
                  <a:lnTo>
                    <a:pt x="4722098" y="3380293"/>
                  </a:lnTo>
                  <a:lnTo>
                    <a:pt x="4717592" y="3380293"/>
                  </a:lnTo>
                  <a:lnTo>
                    <a:pt x="4713087" y="3380293"/>
                  </a:lnTo>
                  <a:lnTo>
                    <a:pt x="4699569" y="3380293"/>
                  </a:lnTo>
                  <a:lnTo>
                    <a:pt x="4695063" y="3380293"/>
                  </a:lnTo>
                  <a:lnTo>
                    <a:pt x="4690558" y="3380293"/>
                  </a:lnTo>
                  <a:lnTo>
                    <a:pt x="4686052" y="3380293"/>
                  </a:lnTo>
                  <a:lnTo>
                    <a:pt x="4681546" y="3380293"/>
                  </a:lnTo>
                  <a:lnTo>
                    <a:pt x="4668028" y="3380293"/>
                  </a:lnTo>
                  <a:lnTo>
                    <a:pt x="4663523" y="3380293"/>
                  </a:lnTo>
                  <a:lnTo>
                    <a:pt x="4659017" y="3380293"/>
                  </a:lnTo>
                  <a:lnTo>
                    <a:pt x="4654511" y="3380293"/>
                  </a:lnTo>
                  <a:lnTo>
                    <a:pt x="4636488" y="3380293"/>
                  </a:lnTo>
                  <a:lnTo>
                    <a:pt x="4631982" y="3380293"/>
                  </a:lnTo>
                  <a:lnTo>
                    <a:pt x="4627476" y="3380293"/>
                  </a:lnTo>
                  <a:lnTo>
                    <a:pt x="4622970" y="3380293"/>
                  </a:lnTo>
                  <a:lnTo>
                    <a:pt x="4618464" y="3380293"/>
                  </a:lnTo>
                  <a:lnTo>
                    <a:pt x="4604947" y="3377131"/>
                  </a:lnTo>
                  <a:lnTo>
                    <a:pt x="4600441" y="3380293"/>
                  </a:lnTo>
                  <a:lnTo>
                    <a:pt x="4595935" y="3380293"/>
                  </a:lnTo>
                  <a:lnTo>
                    <a:pt x="4591430" y="3380293"/>
                  </a:lnTo>
                  <a:lnTo>
                    <a:pt x="4586924" y="3380293"/>
                  </a:lnTo>
                  <a:lnTo>
                    <a:pt x="4573406" y="3377131"/>
                  </a:lnTo>
                  <a:lnTo>
                    <a:pt x="4568900" y="3380293"/>
                  </a:lnTo>
                  <a:lnTo>
                    <a:pt x="4564395" y="3380293"/>
                  </a:lnTo>
                  <a:lnTo>
                    <a:pt x="4559889" y="3380293"/>
                  </a:lnTo>
                  <a:lnTo>
                    <a:pt x="4555383" y="3380293"/>
                  </a:lnTo>
                  <a:lnTo>
                    <a:pt x="4541866" y="3380293"/>
                  </a:lnTo>
                  <a:lnTo>
                    <a:pt x="4537360" y="3380293"/>
                  </a:lnTo>
                  <a:lnTo>
                    <a:pt x="4532854" y="3380293"/>
                  </a:lnTo>
                  <a:lnTo>
                    <a:pt x="4528348" y="3380293"/>
                  </a:lnTo>
                  <a:lnTo>
                    <a:pt x="4510325" y="3380293"/>
                  </a:lnTo>
                  <a:lnTo>
                    <a:pt x="4505819" y="3380293"/>
                  </a:lnTo>
                  <a:lnTo>
                    <a:pt x="4501313" y="3380293"/>
                  </a:lnTo>
                  <a:lnTo>
                    <a:pt x="4496807" y="3339186"/>
                  </a:lnTo>
                  <a:lnTo>
                    <a:pt x="4492301" y="3358158"/>
                  </a:lnTo>
                  <a:lnTo>
                    <a:pt x="4478784" y="3380293"/>
                  </a:lnTo>
                  <a:lnTo>
                    <a:pt x="4474278" y="3380293"/>
                  </a:lnTo>
                  <a:lnTo>
                    <a:pt x="4469772" y="3380293"/>
                  </a:lnTo>
                  <a:lnTo>
                    <a:pt x="4465267" y="3380293"/>
                  </a:lnTo>
                  <a:lnTo>
                    <a:pt x="4460761" y="3377131"/>
                  </a:lnTo>
                  <a:lnTo>
                    <a:pt x="4447243" y="3370807"/>
                  </a:lnTo>
                  <a:lnTo>
                    <a:pt x="4442737" y="3380293"/>
                  </a:lnTo>
                  <a:lnTo>
                    <a:pt x="4438232" y="3380293"/>
                  </a:lnTo>
                  <a:lnTo>
                    <a:pt x="4433726" y="3380293"/>
                  </a:lnTo>
                  <a:lnTo>
                    <a:pt x="4429220" y="3380293"/>
                  </a:lnTo>
                  <a:lnTo>
                    <a:pt x="4415703" y="3380293"/>
                  </a:lnTo>
                  <a:lnTo>
                    <a:pt x="4411197" y="3367644"/>
                  </a:lnTo>
                  <a:lnTo>
                    <a:pt x="4406691" y="3380293"/>
                  </a:lnTo>
                  <a:lnTo>
                    <a:pt x="4402185" y="3380293"/>
                  </a:lnTo>
                  <a:lnTo>
                    <a:pt x="4397679" y="3380293"/>
                  </a:lnTo>
                  <a:lnTo>
                    <a:pt x="4384162" y="3380293"/>
                  </a:lnTo>
                  <a:lnTo>
                    <a:pt x="4379656" y="3380293"/>
                  </a:lnTo>
                  <a:lnTo>
                    <a:pt x="4375150" y="3380293"/>
                  </a:lnTo>
                  <a:lnTo>
                    <a:pt x="4370644" y="3380293"/>
                  </a:lnTo>
                  <a:lnTo>
                    <a:pt x="4366139" y="3380293"/>
                  </a:lnTo>
                  <a:lnTo>
                    <a:pt x="4352621" y="3380293"/>
                  </a:lnTo>
                  <a:lnTo>
                    <a:pt x="4348115" y="3380293"/>
                  </a:lnTo>
                  <a:lnTo>
                    <a:pt x="4343609" y="3380293"/>
                  </a:lnTo>
                  <a:lnTo>
                    <a:pt x="4339104" y="3380293"/>
                  </a:lnTo>
                  <a:lnTo>
                    <a:pt x="4334598" y="3380293"/>
                  </a:lnTo>
                  <a:lnTo>
                    <a:pt x="4321080" y="3380293"/>
                  </a:lnTo>
                  <a:lnTo>
                    <a:pt x="4316575" y="3380293"/>
                  </a:lnTo>
                  <a:lnTo>
                    <a:pt x="4312069" y="3380293"/>
                  </a:lnTo>
                  <a:lnTo>
                    <a:pt x="4307563" y="3380293"/>
                  </a:lnTo>
                  <a:lnTo>
                    <a:pt x="4303057" y="3380293"/>
                  </a:lnTo>
                  <a:lnTo>
                    <a:pt x="4289540" y="3380293"/>
                  </a:lnTo>
                  <a:lnTo>
                    <a:pt x="4285034" y="3380293"/>
                  </a:lnTo>
                  <a:lnTo>
                    <a:pt x="4280528" y="3380293"/>
                  </a:lnTo>
                  <a:lnTo>
                    <a:pt x="4276022" y="3380293"/>
                  </a:lnTo>
                  <a:lnTo>
                    <a:pt x="4271516" y="3380293"/>
                  </a:lnTo>
                  <a:lnTo>
                    <a:pt x="4257999" y="3380293"/>
                  </a:lnTo>
                  <a:lnTo>
                    <a:pt x="4253493" y="3380293"/>
                  </a:lnTo>
                  <a:lnTo>
                    <a:pt x="4248987" y="3380293"/>
                  </a:lnTo>
                  <a:lnTo>
                    <a:pt x="4244481" y="3380293"/>
                  </a:lnTo>
                  <a:lnTo>
                    <a:pt x="4239976" y="3380293"/>
                  </a:lnTo>
                  <a:lnTo>
                    <a:pt x="4226458" y="3380293"/>
                  </a:lnTo>
                  <a:lnTo>
                    <a:pt x="4221952" y="3380293"/>
                  </a:lnTo>
                  <a:lnTo>
                    <a:pt x="4217447" y="3380293"/>
                  </a:lnTo>
                  <a:lnTo>
                    <a:pt x="4212941" y="3380293"/>
                  </a:lnTo>
                  <a:lnTo>
                    <a:pt x="4208435" y="3380293"/>
                  </a:lnTo>
                  <a:lnTo>
                    <a:pt x="4194917" y="3380293"/>
                  </a:lnTo>
                  <a:lnTo>
                    <a:pt x="4190412" y="3380293"/>
                  </a:lnTo>
                  <a:lnTo>
                    <a:pt x="4185906" y="3380293"/>
                  </a:lnTo>
                  <a:lnTo>
                    <a:pt x="4181400" y="3380293"/>
                  </a:lnTo>
                  <a:lnTo>
                    <a:pt x="4176894" y="3380293"/>
                  </a:lnTo>
                  <a:lnTo>
                    <a:pt x="4163377" y="3380293"/>
                  </a:lnTo>
                  <a:lnTo>
                    <a:pt x="4158871" y="3380293"/>
                  </a:lnTo>
                  <a:lnTo>
                    <a:pt x="4154365" y="3380293"/>
                  </a:lnTo>
                  <a:lnTo>
                    <a:pt x="4149859" y="3380293"/>
                  </a:lnTo>
                  <a:lnTo>
                    <a:pt x="4145353" y="3380293"/>
                  </a:lnTo>
                  <a:lnTo>
                    <a:pt x="4131836" y="3380293"/>
                  </a:lnTo>
                  <a:lnTo>
                    <a:pt x="4127330" y="3373969"/>
                  </a:lnTo>
                  <a:lnTo>
                    <a:pt x="4122824" y="3380293"/>
                  </a:lnTo>
                  <a:lnTo>
                    <a:pt x="4118318" y="3380293"/>
                  </a:lnTo>
                  <a:lnTo>
                    <a:pt x="4113813" y="3380293"/>
                  </a:lnTo>
                  <a:lnTo>
                    <a:pt x="4100295" y="3380293"/>
                  </a:lnTo>
                  <a:lnTo>
                    <a:pt x="4095789" y="3380293"/>
                  </a:lnTo>
                  <a:lnTo>
                    <a:pt x="4086778" y="3380293"/>
                  </a:lnTo>
                  <a:lnTo>
                    <a:pt x="4082272" y="3380293"/>
                  </a:lnTo>
                  <a:lnTo>
                    <a:pt x="4068754" y="3380293"/>
                  </a:lnTo>
                  <a:lnTo>
                    <a:pt x="4064249" y="3380293"/>
                  </a:lnTo>
                  <a:lnTo>
                    <a:pt x="4059743" y="3380293"/>
                  </a:lnTo>
                  <a:lnTo>
                    <a:pt x="4055237" y="3380293"/>
                  </a:lnTo>
                  <a:lnTo>
                    <a:pt x="4050731" y="3380293"/>
                  </a:lnTo>
                  <a:lnTo>
                    <a:pt x="4037214" y="3380293"/>
                  </a:lnTo>
                  <a:lnTo>
                    <a:pt x="4032708" y="3380293"/>
                  </a:lnTo>
                  <a:lnTo>
                    <a:pt x="4028202" y="3380293"/>
                  </a:lnTo>
                  <a:lnTo>
                    <a:pt x="4023696" y="3380293"/>
                  </a:lnTo>
                  <a:lnTo>
                    <a:pt x="4019190" y="3380293"/>
                  </a:lnTo>
                  <a:lnTo>
                    <a:pt x="4005673" y="3380293"/>
                  </a:lnTo>
                  <a:lnTo>
                    <a:pt x="4001167" y="3380293"/>
                  </a:lnTo>
                  <a:lnTo>
                    <a:pt x="3996661" y="3380293"/>
                  </a:lnTo>
                  <a:lnTo>
                    <a:pt x="3992156" y="3380293"/>
                  </a:lnTo>
                  <a:lnTo>
                    <a:pt x="3974132" y="3380293"/>
                  </a:lnTo>
                  <a:lnTo>
                    <a:pt x="3969626" y="3380293"/>
                  </a:lnTo>
                  <a:lnTo>
                    <a:pt x="3965121" y="3380293"/>
                  </a:lnTo>
                  <a:lnTo>
                    <a:pt x="3960615" y="3380293"/>
                  </a:lnTo>
                  <a:lnTo>
                    <a:pt x="3956109" y="3380293"/>
                  </a:lnTo>
                  <a:lnTo>
                    <a:pt x="3942592" y="3377131"/>
                  </a:lnTo>
                  <a:lnTo>
                    <a:pt x="3933580" y="3380293"/>
                  </a:lnTo>
                  <a:lnTo>
                    <a:pt x="3929074" y="3380293"/>
                  </a:lnTo>
                  <a:lnTo>
                    <a:pt x="3924568" y="3380293"/>
                  </a:lnTo>
                  <a:lnTo>
                    <a:pt x="3911051" y="3380293"/>
                  </a:lnTo>
                  <a:lnTo>
                    <a:pt x="3906545" y="3380293"/>
                  </a:lnTo>
                  <a:lnTo>
                    <a:pt x="3902039" y="3380293"/>
                  </a:lnTo>
                  <a:lnTo>
                    <a:pt x="3897533" y="3380293"/>
                  </a:lnTo>
                  <a:lnTo>
                    <a:pt x="3893028" y="3373969"/>
                  </a:lnTo>
                  <a:lnTo>
                    <a:pt x="3879510" y="3380293"/>
                  </a:lnTo>
                  <a:lnTo>
                    <a:pt x="3875004" y="3380293"/>
                  </a:lnTo>
                  <a:lnTo>
                    <a:pt x="3870498" y="3380293"/>
                  </a:lnTo>
                  <a:lnTo>
                    <a:pt x="3865993" y="3380293"/>
                  </a:lnTo>
                  <a:lnTo>
                    <a:pt x="3861487" y="3380293"/>
                  </a:lnTo>
                  <a:lnTo>
                    <a:pt x="3847969" y="3380293"/>
                  </a:lnTo>
                  <a:lnTo>
                    <a:pt x="3843463" y="3380293"/>
                  </a:lnTo>
                  <a:lnTo>
                    <a:pt x="3838958" y="3380293"/>
                  </a:lnTo>
                  <a:lnTo>
                    <a:pt x="3834452" y="3380293"/>
                  </a:lnTo>
                  <a:lnTo>
                    <a:pt x="3829946" y="3380293"/>
                  </a:lnTo>
                  <a:lnTo>
                    <a:pt x="3816429" y="3380293"/>
                  </a:lnTo>
                  <a:lnTo>
                    <a:pt x="3811923" y="3380293"/>
                  </a:lnTo>
                  <a:lnTo>
                    <a:pt x="3807417" y="3380293"/>
                  </a:lnTo>
                  <a:lnTo>
                    <a:pt x="3802911" y="3380293"/>
                  </a:lnTo>
                  <a:lnTo>
                    <a:pt x="3798405" y="3380293"/>
                  </a:lnTo>
                  <a:lnTo>
                    <a:pt x="3784888" y="3380293"/>
                  </a:lnTo>
                  <a:lnTo>
                    <a:pt x="3780382" y="3380293"/>
                  </a:lnTo>
                  <a:lnTo>
                    <a:pt x="3775876" y="3380293"/>
                  </a:lnTo>
                  <a:lnTo>
                    <a:pt x="3771370" y="3380293"/>
                  </a:lnTo>
                  <a:lnTo>
                    <a:pt x="3748841" y="3380293"/>
                  </a:lnTo>
                  <a:lnTo>
                    <a:pt x="3744335" y="3380293"/>
                  </a:lnTo>
                  <a:lnTo>
                    <a:pt x="3721806" y="3380293"/>
                  </a:lnTo>
                  <a:lnTo>
                    <a:pt x="3717301" y="3339186"/>
                  </a:lnTo>
                  <a:lnTo>
                    <a:pt x="3712795" y="3380293"/>
                  </a:lnTo>
                  <a:lnTo>
                    <a:pt x="3708289" y="3377131"/>
                  </a:lnTo>
                  <a:lnTo>
                    <a:pt x="3703783" y="3377131"/>
                  </a:lnTo>
                  <a:lnTo>
                    <a:pt x="3690266" y="3380293"/>
                  </a:lnTo>
                  <a:lnTo>
                    <a:pt x="3685760" y="3380293"/>
                  </a:lnTo>
                  <a:lnTo>
                    <a:pt x="3681254" y="3380293"/>
                  </a:lnTo>
                  <a:lnTo>
                    <a:pt x="3676748" y="3380293"/>
                  </a:lnTo>
                  <a:lnTo>
                    <a:pt x="3672242" y="3380293"/>
                  </a:lnTo>
                  <a:lnTo>
                    <a:pt x="3658725" y="3380293"/>
                  </a:lnTo>
                  <a:lnTo>
                    <a:pt x="3654219" y="3380293"/>
                  </a:lnTo>
                  <a:lnTo>
                    <a:pt x="3649713" y="3380293"/>
                  </a:lnTo>
                  <a:lnTo>
                    <a:pt x="3645207" y="3380293"/>
                  </a:lnTo>
                  <a:lnTo>
                    <a:pt x="3640702" y="3380293"/>
                  </a:lnTo>
                  <a:lnTo>
                    <a:pt x="3627184" y="3380293"/>
                  </a:lnTo>
                  <a:lnTo>
                    <a:pt x="3622678" y="3380293"/>
                  </a:lnTo>
                  <a:lnTo>
                    <a:pt x="3618173" y="3380293"/>
                  </a:lnTo>
                  <a:lnTo>
                    <a:pt x="3613667" y="3380293"/>
                  </a:lnTo>
                  <a:lnTo>
                    <a:pt x="3609161" y="3380293"/>
                  </a:lnTo>
                  <a:lnTo>
                    <a:pt x="3595643" y="3380293"/>
                  </a:lnTo>
                  <a:lnTo>
                    <a:pt x="3591138" y="3380293"/>
                  </a:lnTo>
                  <a:lnTo>
                    <a:pt x="3586632" y="3380293"/>
                  </a:lnTo>
                  <a:lnTo>
                    <a:pt x="3582126" y="3380293"/>
                  </a:lnTo>
                  <a:lnTo>
                    <a:pt x="3577620" y="3380293"/>
                  </a:lnTo>
                  <a:lnTo>
                    <a:pt x="3564103" y="3380293"/>
                  </a:lnTo>
                  <a:lnTo>
                    <a:pt x="3559597" y="3380293"/>
                  </a:lnTo>
                  <a:lnTo>
                    <a:pt x="3555091" y="3380293"/>
                  </a:lnTo>
                  <a:lnTo>
                    <a:pt x="3550585" y="3380293"/>
                  </a:lnTo>
                  <a:lnTo>
                    <a:pt x="3546079" y="3380293"/>
                  </a:lnTo>
                  <a:lnTo>
                    <a:pt x="3532562" y="3380293"/>
                  </a:lnTo>
                  <a:lnTo>
                    <a:pt x="3528056" y="3370807"/>
                  </a:lnTo>
                  <a:lnTo>
                    <a:pt x="3523550" y="3380293"/>
                  </a:lnTo>
                  <a:lnTo>
                    <a:pt x="3519044" y="3336023"/>
                  </a:lnTo>
                  <a:lnTo>
                    <a:pt x="3514539" y="3364482"/>
                  </a:lnTo>
                  <a:lnTo>
                    <a:pt x="3501021" y="3373969"/>
                  </a:lnTo>
                  <a:lnTo>
                    <a:pt x="3496515" y="3380293"/>
                  </a:lnTo>
                  <a:lnTo>
                    <a:pt x="3492010" y="3354996"/>
                  </a:lnTo>
                  <a:lnTo>
                    <a:pt x="3487504" y="3380293"/>
                  </a:lnTo>
                  <a:lnTo>
                    <a:pt x="3482998" y="3380293"/>
                  </a:lnTo>
                  <a:lnTo>
                    <a:pt x="3469480" y="3380293"/>
                  </a:lnTo>
                  <a:lnTo>
                    <a:pt x="3464975" y="3380293"/>
                  </a:lnTo>
                  <a:lnTo>
                    <a:pt x="3460469" y="3380293"/>
                  </a:lnTo>
                  <a:lnTo>
                    <a:pt x="3455963" y="3380293"/>
                  </a:lnTo>
                  <a:lnTo>
                    <a:pt x="3451457" y="3380293"/>
                  </a:lnTo>
                  <a:lnTo>
                    <a:pt x="3437940" y="3370807"/>
                  </a:lnTo>
                  <a:lnTo>
                    <a:pt x="3433434" y="3380293"/>
                  </a:lnTo>
                  <a:lnTo>
                    <a:pt x="3428928" y="3377131"/>
                  </a:lnTo>
                  <a:lnTo>
                    <a:pt x="3424422" y="3377131"/>
                  </a:lnTo>
                  <a:lnTo>
                    <a:pt x="3419916" y="3367644"/>
                  </a:lnTo>
                  <a:lnTo>
                    <a:pt x="3406399" y="3380293"/>
                  </a:lnTo>
                  <a:lnTo>
                    <a:pt x="3401893" y="3367644"/>
                  </a:lnTo>
                  <a:lnTo>
                    <a:pt x="3397387" y="3380293"/>
                  </a:lnTo>
                  <a:lnTo>
                    <a:pt x="3392882" y="3380293"/>
                  </a:lnTo>
                  <a:lnTo>
                    <a:pt x="3388376" y="3380293"/>
                  </a:lnTo>
                  <a:lnTo>
                    <a:pt x="3374858" y="3380293"/>
                  </a:lnTo>
                  <a:lnTo>
                    <a:pt x="3370352" y="3377131"/>
                  </a:lnTo>
                  <a:lnTo>
                    <a:pt x="3365847" y="3380293"/>
                  </a:lnTo>
                  <a:lnTo>
                    <a:pt x="3361341" y="3380293"/>
                  </a:lnTo>
                  <a:lnTo>
                    <a:pt x="3356835" y="3380293"/>
                  </a:lnTo>
                  <a:lnTo>
                    <a:pt x="3343318" y="3380293"/>
                  </a:lnTo>
                  <a:lnTo>
                    <a:pt x="3338812" y="3380293"/>
                  </a:lnTo>
                  <a:lnTo>
                    <a:pt x="3334306" y="3380293"/>
                  </a:lnTo>
                  <a:lnTo>
                    <a:pt x="3329800" y="3380293"/>
                  </a:lnTo>
                  <a:lnTo>
                    <a:pt x="3325294" y="3380293"/>
                  </a:lnTo>
                  <a:lnTo>
                    <a:pt x="3311777" y="3364482"/>
                  </a:lnTo>
                  <a:lnTo>
                    <a:pt x="3307271" y="3380293"/>
                  </a:lnTo>
                  <a:lnTo>
                    <a:pt x="3302765" y="3377131"/>
                  </a:lnTo>
                  <a:lnTo>
                    <a:pt x="3298259" y="3326537"/>
                  </a:lnTo>
                  <a:lnTo>
                    <a:pt x="3271224" y="3377131"/>
                  </a:lnTo>
                  <a:lnTo>
                    <a:pt x="3266719" y="3332861"/>
                  </a:lnTo>
                  <a:lnTo>
                    <a:pt x="3262213" y="3380293"/>
                  </a:lnTo>
                  <a:lnTo>
                    <a:pt x="3244190" y="3380293"/>
                  </a:lnTo>
                  <a:lnTo>
                    <a:pt x="3239684" y="3380293"/>
                  </a:lnTo>
                  <a:lnTo>
                    <a:pt x="3235178" y="3380293"/>
                  </a:lnTo>
                  <a:lnTo>
                    <a:pt x="3230672" y="3380293"/>
                  </a:lnTo>
                  <a:lnTo>
                    <a:pt x="3217155" y="3380293"/>
                  </a:lnTo>
                  <a:lnTo>
                    <a:pt x="3212649" y="3380293"/>
                  </a:lnTo>
                  <a:lnTo>
                    <a:pt x="3208143" y="3380293"/>
                  </a:lnTo>
                  <a:lnTo>
                    <a:pt x="3203637" y="3380293"/>
                  </a:lnTo>
                  <a:lnTo>
                    <a:pt x="3199131" y="3380293"/>
                  </a:lnTo>
                  <a:lnTo>
                    <a:pt x="3185614" y="3380293"/>
                  </a:lnTo>
                  <a:lnTo>
                    <a:pt x="3181108" y="3380293"/>
                  </a:lnTo>
                  <a:lnTo>
                    <a:pt x="3176602" y="3380293"/>
                  </a:lnTo>
                  <a:lnTo>
                    <a:pt x="3172096" y="3380293"/>
                  </a:lnTo>
                  <a:lnTo>
                    <a:pt x="3167591" y="3380293"/>
                  </a:lnTo>
                  <a:lnTo>
                    <a:pt x="3154073" y="3370807"/>
                  </a:lnTo>
                  <a:lnTo>
                    <a:pt x="3149567" y="3380293"/>
                  </a:lnTo>
                  <a:lnTo>
                    <a:pt x="3145061" y="3370807"/>
                  </a:lnTo>
                  <a:lnTo>
                    <a:pt x="3140556" y="3358158"/>
                  </a:lnTo>
                  <a:lnTo>
                    <a:pt x="3136050" y="3361320"/>
                  </a:lnTo>
                  <a:lnTo>
                    <a:pt x="3122532" y="3380293"/>
                  </a:lnTo>
                  <a:lnTo>
                    <a:pt x="3118027" y="3380293"/>
                  </a:lnTo>
                  <a:lnTo>
                    <a:pt x="3113521" y="3380293"/>
                  </a:lnTo>
                  <a:lnTo>
                    <a:pt x="3109015" y="3380293"/>
                  </a:lnTo>
                  <a:lnTo>
                    <a:pt x="3104509" y="3380293"/>
                  </a:lnTo>
                  <a:lnTo>
                    <a:pt x="3090992" y="3380293"/>
                  </a:lnTo>
                  <a:lnTo>
                    <a:pt x="3086486" y="3380293"/>
                  </a:lnTo>
                  <a:lnTo>
                    <a:pt x="3081980" y="3380293"/>
                  </a:lnTo>
                  <a:lnTo>
                    <a:pt x="3077474" y="3380293"/>
                  </a:lnTo>
                  <a:lnTo>
                    <a:pt x="3072968" y="3380293"/>
                  </a:lnTo>
                  <a:lnTo>
                    <a:pt x="3059451" y="3380293"/>
                  </a:lnTo>
                  <a:lnTo>
                    <a:pt x="3054945" y="3380293"/>
                  </a:lnTo>
                  <a:lnTo>
                    <a:pt x="3050439" y="3380293"/>
                  </a:lnTo>
                  <a:lnTo>
                    <a:pt x="3045933" y="3380293"/>
                  </a:lnTo>
                  <a:lnTo>
                    <a:pt x="3041428" y="3380293"/>
                  </a:lnTo>
                  <a:lnTo>
                    <a:pt x="3027910" y="3380293"/>
                  </a:lnTo>
                  <a:lnTo>
                    <a:pt x="3023404" y="3380293"/>
                  </a:lnTo>
                  <a:lnTo>
                    <a:pt x="3018899" y="3380293"/>
                  </a:lnTo>
                  <a:lnTo>
                    <a:pt x="3014393" y="3380293"/>
                  </a:lnTo>
                  <a:lnTo>
                    <a:pt x="3009887" y="3380293"/>
                  </a:lnTo>
                  <a:lnTo>
                    <a:pt x="2996369" y="3380293"/>
                  </a:lnTo>
                  <a:lnTo>
                    <a:pt x="2991864" y="3380293"/>
                  </a:lnTo>
                  <a:lnTo>
                    <a:pt x="2987358" y="3380293"/>
                  </a:lnTo>
                  <a:lnTo>
                    <a:pt x="2982852" y="3380293"/>
                  </a:lnTo>
                  <a:lnTo>
                    <a:pt x="2978346" y="3380293"/>
                  </a:lnTo>
                  <a:lnTo>
                    <a:pt x="2964829" y="3380293"/>
                  </a:lnTo>
                  <a:lnTo>
                    <a:pt x="2960323" y="3364482"/>
                  </a:lnTo>
                  <a:lnTo>
                    <a:pt x="2955817" y="3380293"/>
                  </a:lnTo>
                  <a:lnTo>
                    <a:pt x="2951311" y="3380293"/>
                  </a:lnTo>
                  <a:lnTo>
                    <a:pt x="2946805" y="3380293"/>
                  </a:lnTo>
                  <a:lnTo>
                    <a:pt x="2933288" y="3380293"/>
                  </a:lnTo>
                  <a:lnTo>
                    <a:pt x="2928782" y="3380293"/>
                  </a:lnTo>
                  <a:lnTo>
                    <a:pt x="2924276" y="3380293"/>
                  </a:lnTo>
                  <a:lnTo>
                    <a:pt x="2919771" y="3380293"/>
                  </a:lnTo>
                  <a:lnTo>
                    <a:pt x="2915265" y="3370807"/>
                  </a:lnTo>
                  <a:lnTo>
                    <a:pt x="2901747" y="3380293"/>
                  </a:lnTo>
                  <a:lnTo>
                    <a:pt x="2897241" y="3380293"/>
                  </a:lnTo>
                  <a:lnTo>
                    <a:pt x="2892736" y="3380293"/>
                  </a:lnTo>
                  <a:lnTo>
                    <a:pt x="2888230" y="3380293"/>
                  </a:lnTo>
                  <a:lnTo>
                    <a:pt x="2883724" y="3380293"/>
                  </a:lnTo>
                  <a:lnTo>
                    <a:pt x="2870206" y="3380293"/>
                  </a:lnTo>
                  <a:lnTo>
                    <a:pt x="2865701" y="3380293"/>
                  </a:lnTo>
                  <a:lnTo>
                    <a:pt x="2861195" y="3380293"/>
                  </a:lnTo>
                  <a:lnTo>
                    <a:pt x="2856689" y="3380293"/>
                  </a:lnTo>
                  <a:lnTo>
                    <a:pt x="2852183" y="3380293"/>
                  </a:lnTo>
                  <a:lnTo>
                    <a:pt x="2838666" y="3380293"/>
                  </a:lnTo>
                  <a:lnTo>
                    <a:pt x="2834160" y="3380293"/>
                  </a:lnTo>
                  <a:lnTo>
                    <a:pt x="2829654" y="3380293"/>
                  </a:lnTo>
                  <a:lnTo>
                    <a:pt x="2825148" y="3380293"/>
                  </a:lnTo>
                  <a:lnTo>
                    <a:pt x="2820642" y="3380293"/>
                  </a:lnTo>
                  <a:lnTo>
                    <a:pt x="2807125" y="3380293"/>
                  </a:lnTo>
                  <a:lnTo>
                    <a:pt x="2802619" y="3380293"/>
                  </a:lnTo>
                  <a:lnTo>
                    <a:pt x="2798113" y="3364482"/>
                  </a:lnTo>
                  <a:lnTo>
                    <a:pt x="2793608" y="3380293"/>
                  </a:lnTo>
                  <a:lnTo>
                    <a:pt x="2789102" y="3380293"/>
                  </a:lnTo>
                  <a:lnTo>
                    <a:pt x="2775584" y="3377131"/>
                  </a:lnTo>
                  <a:lnTo>
                    <a:pt x="2771078" y="3380293"/>
                  </a:lnTo>
                  <a:lnTo>
                    <a:pt x="2766573" y="3380293"/>
                  </a:lnTo>
                  <a:lnTo>
                    <a:pt x="2762067" y="3380293"/>
                  </a:lnTo>
                  <a:lnTo>
                    <a:pt x="2757561" y="3380293"/>
                  </a:lnTo>
                  <a:lnTo>
                    <a:pt x="2744044" y="3380293"/>
                  </a:lnTo>
                  <a:lnTo>
                    <a:pt x="2739538" y="3380293"/>
                  </a:lnTo>
                  <a:lnTo>
                    <a:pt x="2735032" y="3380293"/>
                  </a:lnTo>
                  <a:lnTo>
                    <a:pt x="2730526" y="3380293"/>
                  </a:lnTo>
                  <a:lnTo>
                    <a:pt x="2726020" y="3380293"/>
                  </a:lnTo>
                  <a:lnTo>
                    <a:pt x="2712503" y="3345510"/>
                  </a:lnTo>
                  <a:lnTo>
                    <a:pt x="2707997" y="3377131"/>
                  </a:lnTo>
                  <a:lnTo>
                    <a:pt x="2703491" y="3380293"/>
                  </a:lnTo>
                  <a:lnTo>
                    <a:pt x="2698985" y="3380293"/>
                  </a:lnTo>
                  <a:lnTo>
                    <a:pt x="2694480" y="3380293"/>
                  </a:lnTo>
                  <a:lnTo>
                    <a:pt x="2680962" y="3380293"/>
                  </a:lnTo>
                  <a:lnTo>
                    <a:pt x="2676456" y="3380293"/>
                  </a:lnTo>
                  <a:lnTo>
                    <a:pt x="2671950" y="3380293"/>
                  </a:lnTo>
                  <a:lnTo>
                    <a:pt x="2667445" y="3380293"/>
                  </a:lnTo>
                  <a:lnTo>
                    <a:pt x="2662939" y="3323375"/>
                  </a:lnTo>
                  <a:lnTo>
                    <a:pt x="2649421" y="3380293"/>
                  </a:lnTo>
                  <a:lnTo>
                    <a:pt x="2644916" y="3380293"/>
                  </a:lnTo>
                  <a:lnTo>
                    <a:pt x="2640410" y="3380293"/>
                  </a:lnTo>
                  <a:lnTo>
                    <a:pt x="2635904" y="3380293"/>
                  </a:lnTo>
                  <a:lnTo>
                    <a:pt x="2631398" y="3380293"/>
                  </a:lnTo>
                  <a:lnTo>
                    <a:pt x="2617881" y="3380293"/>
                  </a:lnTo>
                  <a:lnTo>
                    <a:pt x="2613375" y="3380293"/>
                  </a:lnTo>
                  <a:lnTo>
                    <a:pt x="2608869" y="3380293"/>
                  </a:lnTo>
                  <a:lnTo>
                    <a:pt x="2604363" y="3380293"/>
                  </a:lnTo>
                  <a:lnTo>
                    <a:pt x="2599857" y="3380293"/>
                  </a:lnTo>
                  <a:lnTo>
                    <a:pt x="2586340" y="3380293"/>
                  </a:lnTo>
                  <a:lnTo>
                    <a:pt x="2581834" y="3380293"/>
                  </a:lnTo>
                  <a:lnTo>
                    <a:pt x="2577328" y="3380293"/>
                  </a:lnTo>
                  <a:lnTo>
                    <a:pt x="2572822" y="3380293"/>
                  </a:lnTo>
                  <a:lnTo>
                    <a:pt x="2568317" y="3380293"/>
                  </a:lnTo>
                  <a:lnTo>
                    <a:pt x="2554799" y="3380293"/>
                  </a:lnTo>
                  <a:lnTo>
                    <a:pt x="2550293" y="3380293"/>
                  </a:lnTo>
                  <a:lnTo>
                    <a:pt x="2545787" y="3380293"/>
                  </a:lnTo>
                  <a:lnTo>
                    <a:pt x="2541282" y="3380293"/>
                  </a:lnTo>
                  <a:lnTo>
                    <a:pt x="2536776" y="3380293"/>
                  </a:lnTo>
                  <a:lnTo>
                    <a:pt x="2523258" y="3380293"/>
                  </a:lnTo>
                  <a:lnTo>
                    <a:pt x="2518753" y="3380293"/>
                  </a:lnTo>
                  <a:lnTo>
                    <a:pt x="2514247" y="3380293"/>
                  </a:lnTo>
                  <a:lnTo>
                    <a:pt x="2509741" y="3377131"/>
                  </a:lnTo>
                  <a:lnTo>
                    <a:pt x="2505235" y="3380293"/>
                  </a:lnTo>
                  <a:lnTo>
                    <a:pt x="2491718" y="3380293"/>
                  </a:lnTo>
                  <a:lnTo>
                    <a:pt x="2487212" y="3373969"/>
                  </a:lnTo>
                  <a:lnTo>
                    <a:pt x="2482706" y="3380293"/>
                  </a:lnTo>
                  <a:lnTo>
                    <a:pt x="2478200" y="3377131"/>
                  </a:lnTo>
                  <a:lnTo>
                    <a:pt x="2473694" y="3380293"/>
                  </a:lnTo>
                  <a:lnTo>
                    <a:pt x="2460177" y="3380293"/>
                  </a:lnTo>
                  <a:lnTo>
                    <a:pt x="2455671" y="3373969"/>
                  </a:lnTo>
                  <a:lnTo>
                    <a:pt x="2446659" y="3323375"/>
                  </a:lnTo>
                  <a:lnTo>
                    <a:pt x="2442154" y="3380293"/>
                  </a:lnTo>
                  <a:lnTo>
                    <a:pt x="2428636" y="3380293"/>
                  </a:lnTo>
                  <a:lnTo>
                    <a:pt x="2424130" y="3380293"/>
                  </a:lnTo>
                  <a:lnTo>
                    <a:pt x="2419625" y="3380293"/>
                  </a:lnTo>
                  <a:lnTo>
                    <a:pt x="2415119" y="3380293"/>
                  </a:lnTo>
                  <a:lnTo>
                    <a:pt x="2410613" y="3380293"/>
                  </a:lnTo>
                  <a:lnTo>
                    <a:pt x="2397095" y="3380293"/>
                  </a:lnTo>
                  <a:lnTo>
                    <a:pt x="2392590" y="3380293"/>
                  </a:lnTo>
                  <a:lnTo>
                    <a:pt x="2388084" y="3380293"/>
                  </a:lnTo>
                  <a:lnTo>
                    <a:pt x="2383578" y="3380293"/>
                  </a:lnTo>
                  <a:lnTo>
                    <a:pt x="2379072" y="3380293"/>
                  </a:lnTo>
                  <a:lnTo>
                    <a:pt x="2365555" y="3380293"/>
                  </a:lnTo>
                  <a:lnTo>
                    <a:pt x="2361049" y="3380293"/>
                  </a:lnTo>
                  <a:lnTo>
                    <a:pt x="2356543" y="3380293"/>
                  </a:lnTo>
                  <a:lnTo>
                    <a:pt x="2352037" y="3380293"/>
                  </a:lnTo>
                  <a:lnTo>
                    <a:pt x="2347531" y="3380293"/>
                  </a:lnTo>
                  <a:lnTo>
                    <a:pt x="2334014" y="3380293"/>
                  </a:lnTo>
                  <a:lnTo>
                    <a:pt x="2329508" y="3380293"/>
                  </a:lnTo>
                  <a:lnTo>
                    <a:pt x="2325002" y="3380293"/>
                  </a:lnTo>
                  <a:lnTo>
                    <a:pt x="2320497" y="3380293"/>
                  </a:lnTo>
                  <a:lnTo>
                    <a:pt x="2315991" y="3380293"/>
                  </a:lnTo>
                  <a:lnTo>
                    <a:pt x="2302473" y="3380293"/>
                  </a:lnTo>
                  <a:lnTo>
                    <a:pt x="2297967" y="3380293"/>
                  </a:lnTo>
                  <a:lnTo>
                    <a:pt x="2293462" y="3377131"/>
                  </a:lnTo>
                  <a:lnTo>
                    <a:pt x="2288956" y="3380293"/>
                  </a:lnTo>
                  <a:lnTo>
                    <a:pt x="2270933" y="3380293"/>
                  </a:lnTo>
                  <a:lnTo>
                    <a:pt x="2266427" y="3380293"/>
                  </a:lnTo>
                  <a:lnTo>
                    <a:pt x="2261921" y="3380293"/>
                  </a:lnTo>
                  <a:lnTo>
                    <a:pt x="2257415" y="3380293"/>
                  </a:lnTo>
                  <a:lnTo>
                    <a:pt x="2252909" y="3370807"/>
                  </a:lnTo>
                  <a:lnTo>
                    <a:pt x="2239392" y="3380293"/>
                  </a:lnTo>
                  <a:lnTo>
                    <a:pt x="2230380" y="3380293"/>
                  </a:lnTo>
                  <a:lnTo>
                    <a:pt x="2225874" y="3361320"/>
                  </a:lnTo>
                  <a:lnTo>
                    <a:pt x="2221368" y="3380293"/>
                  </a:lnTo>
                  <a:lnTo>
                    <a:pt x="2207851" y="3380293"/>
                  </a:lnTo>
                  <a:lnTo>
                    <a:pt x="2203345" y="3377131"/>
                  </a:lnTo>
                  <a:lnTo>
                    <a:pt x="2198839" y="3361320"/>
                  </a:lnTo>
                  <a:lnTo>
                    <a:pt x="2194334" y="3380293"/>
                  </a:lnTo>
                  <a:lnTo>
                    <a:pt x="2189828" y="3380293"/>
                  </a:lnTo>
                  <a:lnTo>
                    <a:pt x="2176310" y="3380293"/>
                  </a:lnTo>
                  <a:lnTo>
                    <a:pt x="2171804" y="3380293"/>
                  </a:lnTo>
                  <a:lnTo>
                    <a:pt x="2167299" y="3380293"/>
                  </a:lnTo>
                  <a:lnTo>
                    <a:pt x="2162793" y="3380293"/>
                  </a:lnTo>
                  <a:lnTo>
                    <a:pt x="2158287" y="3380293"/>
                  </a:lnTo>
                  <a:lnTo>
                    <a:pt x="2144770" y="3380293"/>
                  </a:lnTo>
                  <a:lnTo>
                    <a:pt x="2140264" y="3380293"/>
                  </a:lnTo>
                  <a:lnTo>
                    <a:pt x="2131252" y="3380293"/>
                  </a:lnTo>
                  <a:lnTo>
                    <a:pt x="2126746" y="3380293"/>
                  </a:lnTo>
                  <a:lnTo>
                    <a:pt x="2113229" y="3380293"/>
                  </a:lnTo>
                  <a:lnTo>
                    <a:pt x="2108723" y="3380293"/>
                  </a:lnTo>
                  <a:lnTo>
                    <a:pt x="2104217" y="3380293"/>
                  </a:lnTo>
                  <a:lnTo>
                    <a:pt x="2099711" y="3380293"/>
                  </a:lnTo>
                  <a:lnTo>
                    <a:pt x="2095206" y="3380293"/>
                  </a:lnTo>
                  <a:lnTo>
                    <a:pt x="2086194" y="3380293"/>
                  </a:lnTo>
                  <a:lnTo>
                    <a:pt x="2081688" y="3380293"/>
                  </a:lnTo>
                  <a:lnTo>
                    <a:pt x="2077182" y="3380293"/>
                  </a:lnTo>
                  <a:lnTo>
                    <a:pt x="2072676" y="3370807"/>
                  </a:lnTo>
                  <a:lnTo>
                    <a:pt x="2068171" y="3380293"/>
                  </a:lnTo>
                  <a:lnTo>
                    <a:pt x="2045642" y="3380293"/>
                  </a:lnTo>
                  <a:lnTo>
                    <a:pt x="2041136" y="3380293"/>
                  </a:lnTo>
                  <a:lnTo>
                    <a:pt x="2036630" y="3380293"/>
                  </a:lnTo>
                  <a:lnTo>
                    <a:pt x="2032124" y="3380293"/>
                  </a:lnTo>
                  <a:lnTo>
                    <a:pt x="2023112" y="3380293"/>
                  </a:lnTo>
                  <a:lnTo>
                    <a:pt x="2018607" y="3380293"/>
                  </a:lnTo>
                  <a:lnTo>
                    <a:pt x="2014101" y="3380293"/>
                  </a:lnTo>
                  <a:lnTo>
                    <a:pt x="2009595" y="3380293"/>
                  </a:lnTo>
                  <a:lnTo>
                    <a:pt x="2005089" y="3380293"/>
                  </a:lnTo>
                  <a:lnTo>
                    <a:pt x="2000583" y="3380293"/>
                  </a:lnTo>
                  <a:lnTo>
                    <a:pt x="1987066" y="3380293"/>
                  </a:lnTo>
                  <a:lnTo>
                    <a:pt x="1982560" y="3380293"/>
                  </a:lnTo>
                  <a:lnTo>
                    <a:pt x="1978054" y="3380293"/>
                  </a:lnTo>
                  <a:lnTo>
                    <a:pt x="1973548" y="3380293"/>
                  </a:lnTo>
                  <a:lnTo>
                    <a:pt x="1969043" y="3358158"/>
                  </a:lnTo>
                  <a:lnTo>
                    <a:pt x="1955525" y="3377131"/>
                  </a:lnTo>
                  <a:lnTo>
                    <a:pt x="1951019" y="3351834"/>
                  </a:lnTo>
                  <a:lnTo>
                    <a:pt x="1946514" y="3380293"/>
                  </a:lnTo>
                  <a:lnTo>
                    <a:pt x="1942008" y="3380293"/>
                  </a:lnTo>
                  <a:lnTo>
                    <a:pt x="1937502" y="3380293"/>
                  </a:lnTo>
                  <a:lnTo>
                    <a:pt x="1923984" y="3380293"/>
                  </a:lnTo>
                  <a:lnTo>
                    <a:pt x="1919479" y="3380293"/>
                  </a:lnTo>
                  <a:lnTo>
                    <a:pt x="1914973" y="3380293"/>
                  </a:lnTo>
                  <a:lnTo>
                    <a:pt x="1910467" y="3380293"/>
                  </a:lnTo>
                  <a:lnTo>
                    <a:pt x="1905961" y="3380293"/>
                  </a:lnTo>
                  <a:lnTo>
                    <a:pt x="1892444" y="3380293"/>
                  </a:lnTo>
                  <a:lnTo>
                    <a:pt x="1887938" y="3380293"/>
                  </a:lnTo>
                  <a:lnTo>
                    <a:pt x="1883432" y="3380293"/>
                  </a:lnTo>
                  <a:lnTo>
                    <a:pt x="1878926" y="3380293"/>
                  </a:lnTo>
                  <a:lnTo>
                    <a:pt x="1874420" y="3380293"/>
                  </a:lnTo>
                  <a:lnTo>
                    <a:pt x="1860903" y="3380293"/>
                  </a:lnTo>
                  <a:lnTo>
                    <a:pt x="1856397" y="3380293"/>
                  </a:lnTo>
                  <a:lnTo>
                    <a:pt x="1851891" y="3380293"/>
                  </a:lnTo>
                  <a:lnTo>
                    <a:pt x="1847385" y="3373969"/>
                  </a:lnTo>
                  <a:lnTo>
                    <a:pt x="1842880" y="3351834"/>
                  </a:lnTo>
                  <a:lnTo>
                    <a:pt x="1829362" y="3380293"/>
                  </a:lnTo>
                  <a:lnTo>
                    <a:pt x="1824856" y="3380293"/>
                  </a:lnTo>
                  <a:lnTo>
                    <a:pt x="1820351" y="3380293"/>
                  </a:lnTo>
                  <a:lnTo>
                    <a:pt x="1815845" y="3380293"/>
                  </a:lnTo>
                  <a:lnTo>
                    <a:pt x="1811339" y="3380293"/>
                  </a:lnTo>
                  <a:lnTo>
                    <a:pt x="1797821" y="3380293"/>
                  </a:lnTo>
                  <a:lnTo>
                    <a:pt x="1793316" y="3380293"/>
                  </a:lnTo>
                  <a:lnTo>
                    <a:pt x="1788810" y="3196891"/>
                  </a:lnTo>
                  <a:lnTo>
                    <a:pt x="1784304" y="3348672"/>
                  </a:lnTo>
                  <a:lnTo>
                    <a:pt x="1779798" y="3380293"/>
                  </a:lnTo>
                  <a:lnTo>
                    <a:pt x="1766281" y="3307564"/>
                  </a:lnTo>
                  <a:lnTo>
                    <a:pt x="1761775" y="3380293"/>
                  </a:lnTo>
                  <a:lnTo>
                    <a:pt x="1757269" y="3373969"/>
                  </a:lnTo>
                  <a:lnTo>
                    <a:pt x="1752763" y="3380293"/>
                  </a:lnTo>
                  <a:lnTo>
                    <a:pt x="1748257" y="3380293"/>
                  </a:lnTo>
                  <a:lnTo>
                    <a:pt x="1734740" y="3380293"/>
                  </a:lnTo>
                  <a:lnTo>
                    <a:pt x="1730234" y="3380293"/>
                  </a:lnTo>
                  <a:lnTo>
                    <a:pt x="1725728" y="3380293"/>
                  </a:lnTo>
                  <a:lnTo>
                    <a:pt x="1721223" y="3380293"/>
                  </a:lnTo>
                  <a:lnTo>
                    <a:pt x="1716717" y="3380293"/>
                  </a:lnTo>
                  <a:lnTo>
                    <a:pt x="1703199" y="3380293"/>
                  </a:lnTo>
                  <a:lnTo>
                    <a:pt x="1698693" y="3380293"/>
                  </a:lnTo>
                  <a:lnTo>
                    <a:pt x="1694188" y="3380293"/>
                  </a:lnTo>
                  <a:lnTo>
                    <a:pt x="1689682" y="3304402"/>
                  </a:lnTo>
                  <a:lnTo>
                    <a:pt x="1685176" y="3380293"/>
                  </a:lnTo>
                  <a:lnTo>
                    <a:pt x="1671659" y="3380293"/>
                  </a:lnTo>
                  <a:lnTo>
                    <a:pt x="1667153" y="3380293"/>
                  </a:lnTo>
                  <a:lnTo>
                    <a:pt x="1662647" y="3380293"/>
                  </a:lnTo>
                  <a:lnTo>
                    <a:pt x="1658141" y="3380293"/>
                  </a:lnTo>
                  <a:lnTo>
                    <a:pt x="1653635" y="3380293"/>
                  </a:lnTo>
                  <a:lnTo>
                    <a:pt x="1626600" y="3380293"/>
                  </a:lnTo>
                  <a:lnTo>
                    <a:pt x="1622095" y="3370807"/>
                  </a:lnTo>
                  <a:lnTo>
                    <a:pt x="1599565" y="3244322"/>
                  </a:lnTo>
                  <a:lnTo>
                    <a:pt x="1595060" y="3367644"/>
                  </a:lnTo>
                  <a:lnTo>
                    <a:pt x="1590554" y="3348672"/>
                  </a:lnTo>
                  <a:lnTo>
                    <a:pt x="1577036" y="3380293"/>
                  </a:lnTo>
                  <a:lnTo>
                    <a:pt x="1572530" y="3380293"/>
                  </a:lnTo>
                  <a:lnTo>
                    <a:pt x="1568025" y="3380293"/>
                  </a:lnTo>
                  <a:lnTo>
                    <a:pt x="1563519" y="3380293"/>
                  </a:lnTo>
                  <a:lnTo>
                    <a:pt x="1559013" y="3380293"/>
                  </a:lnTo>
                  <a:lnTo>
                    <a:pt x="1545496" y="3380293"/>
                  </a:lnTo>
                  <a:lnTo>
                    <a:pt x="1540990" y="3380293"/>
                  </a:lnTo>
                  <a:lnTo>
                    <a:pt x="1536484" y="3380293"/>
                  </a:lnTo>
                  <a:lnTo>
                    <a:pt x="1531978" y="3380293"/>
                  </a:lnTo>
                  <a:lnTo>
                    <a:pt x="1527472" y="3380293"/>
                  </a:lnTo>
                  <a:lnTo>
                    <a:pt x="1513955" y="3380293"/>
                  </a:lnTo>
                  <a:lnTo>
                    <a:pt x="1509449" y="3380293"/>
                  </a:lnTo>
                  <a:lnTo>
                    <a:pt x="1504943" y="3380293"/>
                  </a:lnTo>
                  <a:lnTo>
                    <a:pt x="1500437" y="3380293"/>
                  </a:lnTo>
                  <a:lnTo>
                    <a:pt x="1495932" y="3380293"/>
                  </a:lnTo>
                  <a:lnTo>
                    <a:pt x="1482414" y="3380293"/>
                  </a:lnTo>
                  <a:lnTo>
                    <a:pt x="1477908" y="3380293"/>
                  </a:lnTo>
                  <a:lnTo>
                    <a:pt x="1473402" y="3380293"/>
                  </a:lnTo>
                  <a:lnTo>
                    <a:pt x="1468897" y="3380293"/>
                  </a:lnTo>
                  <a:lnTo>
                    <a:pt x="1464391" y="3380293"/>
                  </a:lnTo>
                  <a:lnTo>
                    <a:pt x="1450873" y="3380293"/>
                  </a:lnTo>
                  <a:lnTo>
                    <a:pt x="1446368" y="3361320"/>
                  </a:lnTo>
                  <a:lnTo>
                    <a:pt x="1441862" y="3380293"/>
                  </a:lnTo>
                  <a:lnTo>
                    <a:pt x="1437356" y="3380293"/>
                  </a:lnTo>
                  <a:lnTo>
                    <a:pt x="1432850" y="3380293"/>
                  </a:lnTo>
                  <a:lnTo>
                    <a:pt x="1419333" y="3380293"/>
                  </a:lnTo>
                  <a:lnTo>
                    <a:pt x="1414827" y="3380293"/>
                  </a:lnTo>
                  <a:lnTo>
                    <a:pt x="1410321" y="3380293"/>
                  </a:lnTo>
                  <a:lnTo>
                    <a:pt x="1405815" y="3380293"/>
                  </a:lnTo>
                  <a:lnTo>
                    <a:pt x="1401309" y="3380293"/>
                  </a:lnTo>
                  <a:lnTo>
                    <a:pt x="1387792" y="3380293"/>
                  </a:lnTo>
                  <a:lnTo>
                    <a:pt x="1383286" y="3380293"/>
                  </a:lnTo>
                  <a:lnTo>
                    <a:pt x="1378780" y="3380293"/>
                  </a:lnTo>
                  <a:lnTo>
                    <a:pt x="1374274" y="3380293"/>
                  </a:lnTo>
                  <a:lnTo>
                    <a:pt x="1369769" y="3380293"/>
                  </a:lnTo>
                  <a:lnTo>
                    <a:pt x="1356251" y="3380293"/>
                  </a:lnTo>
                  <a:lnTo>
                    <a:pt x="1351745" y="3320213"/>
                  </a:lnTo>
                  <a:lnTo>
                    <a:pt x="1347240" y="3380293"/>
                  </a:lnTo>
                  <a:lnTo>
                    <a:pt x="1342734" y="3380293"/>
                  </a:lnTo>
                  <a:lnTo>
                    <a:pt x="1338228" y="3380293"/>
                  </a:lnTo>
                  <a:lnTo>
                    <a:pt x="1324710" y="3380293"/>
                  </a:lnTo>
                  <a:lnTo>
                    <a:pt x="1320205" y="3380293"/>
                  </a:lnTo>
                  <a:lnTo>
                    <a:pt x="1315699" y="3380293"/>
                  </a:lnTo>
                  <a:lnTo>
                    <a:pt x="1311193" y="3380293"/>
                  </a:lnTo>
                  <a:lnTo>
                    <a:pt x="1306687" y="3380293"/>
                  </a:lnTo>
                  <a:lnTo>
                    <a:pt x="1293170" y="3380293"/>
                  </a:lnTo>
                  <a:lnTo>
                    <a:pt x="1288664" y="3380293"/>
                  </a:lnTo>
                  <a:lnTo>
                    <a:pt x="1284158" y="3380293"/>
                  </a:lnTo>
                  <a:lnTo>
                    <a:pt x="1279652" y="3380293"/>
                  </a:lnTo>
                  <a:lnTo>
                    <a:pt x="1275146" y="3380293"/>
                  </a:lnTo>
                  <a:lnTo>
                    <a:pt x="1261629" y="3380293"/>
                  </a:lnTo>
                  <a:lnTo>
                    <a:pt x="1257123" y="3380293"/>
                  </a:lnTo>
                  <a:lnTo>
                    <a:pt x="1252617" y="3377131"/>
                  </a:lnTo>
                  <a:lnTo>
                    <a:pt x="1248111" y="3380293"/>
                  </a:lnTo>
                  <a:lnTo>
                    <a:pt x="1243606" y="3373969"/>
                  </a:lnTo>
                  <a:lnTo>
                    <a:pt x="1230088" y="3380293"/>
                  </a:lnTo>
                  <a:lnTo>
                    <a:pt x="1225582" y="3380293"/>
                  </a:lnTo>
                  <a:lnTo>
                    <a:pt x="1221077" y="3380293"/>
                  </a:lnTo>
                  <a:lnTo>
                    <a:pt x="1216571" y="3380293"/>
                  </a:lnTo>
                  <a:lnTo>
                    <a:pt x="1212065" y="3380293"/>
                  </a:lnTo>
                  <a:lnTo>
                    <a:pt x="1198547" y="3380293"/>
                  </a:lnTo>
                  <a:lnTo>
                    <a:pt x="1194042" y="3380293"/>
                  </a:lnTo>
                  <a:lnTo>
                    <a:pt x="1189536" y="3380293"/>
                  </a:lnTo>
                  <a:lnTo>
                    <a:pt x="1185030" y="3380293"/>
                  </a:lnTo>
                  <a:lnTo>
                    <a:pt x="1180524" y="3380293"/>
                  </a:lnTo>
                  <a:lnTo>
                    <a:pt x="1167007" y="3380293"/>
                  </a:lnTo>
                  <a:lnTo>
                    <a:pt x="1162501" y="3380293"/>
                  </a:lnTo>
                  <a:lnTo>
                    <a:pt x="1157995" y="3380293"/>
                  </a:lnTo>
                  <a:lnTo>
                    <a:pt x="1153489" y="3380293"/>
                  </a:lnTo>
                  <a:lnTo>
                    <a:pt x="1148983" y="3380293"/>
                  </a:lnTo>
                  <a:lnTo>
                    <a:pt x="1135466" y="3380293"/>
                  </a:lnTo>
                  <a:lnTo>
                    <a:pt x="1130960" y="3380293"/>
                  </a:lnTo>
                  <a:lnTo>
                    <a:pt x="1126454" y="3380293"/>
                  </a:lnTo>
                  <a:lnTo>
                    <a:pt x="1121949" y="3380293"/>
                  </a:lnTo>
                  <a:lnTo>
                    <a:pt x="1117443" y="3380293"/>
                  </a:lnTo>
                  <a:lnTo>
                    <a:pt x="1103925" y="3380293"/>
                  </a:lnTo>
                  <a:lnTo>
                    <a:pt x="1099419" y="3380293"/>
                  </a:lnTo>
                  <a:lnTo>
                    <a:pt x="1094914" y="3380293"/>
                  </a:lnTo>
                  <a:lnTo>
                    <a:pt x="1090408" y="3380293"/>
                  </a:lnTo>
                  <a:lnTo>
                    <a:pt x="1085902" y="3380293"/>
                  </a:lnTo>
                  <a:lnTo>
                    <a:pt x="1072385" y="3380293"/>
                  </a:lnTo>
                  <a:lnTo>
                    <a:pt x="1067879" y="3380293"/>
                  </a:lnTo>
                  <a:lnTo>
                    <a:pt x="1063373" y="3380293"/>
                  </a:lnTo>
                  <a:lnTo>
                    <a:pt x="1058867" y="3380293"/>
                  </a:lnTo>
                  <a:lnTo>
                    <a:pt x="1054361" y="3380293"/>
                  </a:lnTo>
                  <a:lnTo>
                    <a:pt x="1040844" y="3380293"/>
                  </a:lnTo>
                  <a:lnTo>
                    <a:pt x="1036338" y="3380293"/>
                  </a:lnTo>
                  <a:lnTo>
                    <a:pt x="1031832" y="3380293"/>
                  </a:lnTo>
                  <a:lnTo>
                    <a:pt x="1027326" y="3380293"/>
                  </a:lnTo>
                  <a:lnTo>
                    <a:pt x="1022821" y="3380293"/>
                  </a:lnTo>
                  <a:lnTo>
                    <a:pt x="1009303" y="3380293"/>
                  </a:lnTo>
                  <a:lnTo>
                    <a:pt x="1004797" y="3380293"/>
                  </a:lnTo>
                  <a:lnTo>
                    <a:pt x="1000291" y="3380293"/>
                  </a:lnTo>
                  <a:lnTo>
                    <a:pt x="995786" y="3380293"/>
                  </a:lnTo>
                  <a:lnTo>
                    <a:pt x="991280" y="3380293"/>
                  </a:lnTo>
                  <a:lnTo>
                    <a:pt x="977762" y="3380293"/>
                  </a:lnTo>
                  <a:lnTo>
                    <a:pt x="973257" y="3380293"/>
                  </a:lnTo>
                  <a:lnTo>
                    <a:pt x="968751" y="3380293"/>
                  </a:lnTo>
                  <a:lnTo>
                    <a:pt x="964245" y="3380293"/>
                  </a:lnTo>
                  <a:lnTo>
                    <a:pt x="959739" y="3380293"/>
                  </a:lnTo>
                  <a:lnTo>
                    <a:pt x="946222" y="3380293"/>
                  </a:lnTo>
                  <a:lnTo>
                    <a:pt x="941716" y="3380293"/>
                  </a:lnTo>
                  <a:lnTo>
                    <a:pt x="937210" y="3380293"/>
                  </a:lnTo>
                  <a:lnTo>
                    <a:pt x="932704" y="3380293"/>
                  </a:lnTo>
                  <a:lnTo>
                    <a:pt x="928198" y="3380293"/>
                  </a:lnTo>
                  <a:lnTo>
                    <a:pt x="914681" y="3380293"/>
                  </a:lnTo>
                  <a:lnTo>
                    <a:pt x="910175" y="3380293"/>
                  </a:lnTo>
                  <a:lnTo>
                    <a:pt x="905669" y="3380293"/>
                  </a:lnTo>
                  <a:lnTo>
                    <a:pt x="901163" y="3380293"/>
                  </a:lnTo>
                  <a:lnTo>
                    <a:pt x="896658" y="3380293"/>
                  </a:lnTo>
                  <a:lnTo>
                    <a:pt x="869623" y="3380293"/>
                  </a:lnTo>
                  <a:lnTo>
                    <a:pt x="865117" y="3380293"/>
                  </a:lnTo>
                  <a:lnTo>
                    <a:pt x="851599" y="3380293"/>
                  </a:lnTo>
                  <a:lnTo>
                    <a:pt x="847094" y="3380293"/>
                  </a:lnTo>
                  <a:lnTo>
                    <a:pt x="842588" y="3380293"/>
                  </a:lnTo>
                  <a:lnTo>
                    <a:pt x="838082" y="3380293"/>
                  </a:lnTo>
                  <a:lnTo>
                    <a:pt x="833576" y="3380293"/>
                  </a:lnTo>
                  <a:lnTo>
                    <a:pt x="820059" y="3380293"/>
                  </a:lnTo>
                  <a:lnTo>
                    <a:pt x="815553" y="3380293"/>
                  </a:lnTo>
                  <a:lnTo>
                    <a:pt x="806541" y="3380293"/>
                  </a:lnTo>
                  <a:lnTo>
                    <a:pt x="802035" y="3380293"/>
                  </a:lnTo>
                  <a:lnTo>
                    <a:pt x="788518" y="3380293"/>
                  </a:lnTo>
                  <a:lnTo>
                    <a:pt x="784012" y="3380293"/>
                  </a:lnTo>
                  <a:lnTo>
                    <a:pt x="779506" y="3380293"/>
                  </a:lnTo>
                  <a:lnTo>
                    <a:pt x="775000" y="3380293"/>
                  </a:lnTo>
                  <a:lnTo>
                    <a:pt x="770495" y="3380293"/>
                  </a:lnTo>
                  <a:lnTo>
                    <a:pt x="756977" y="3380293"/>
                  </a:lnTo>
                  <a:lnTo>
                    <a:pt x="752471" y="3380293"/>
                  </a:lnTo>
                  <a:lnTo>
                    <a:pt x="747966" y="3380293"/>
                  </a:lnTo>
                  <a:lnTo>
                    <a:pt x="743460" y="3380293"/>
                  </a:lnTo>
                  <a:lnTo>
                    <a:pt x="738954" y="3380293"/>
                  </a:lnTo>
                  <a:lnTo>
                    <a:pt x="725436" y="3380293"/>
                  </a:lnTo>
                  <a:lnTo>
                    <a:pt x="720931" y="3380293"/>
                  </a:lnTo>
                  <a:lnTo>
                    <a:pt x="716425" y="3380293"/>
                  </a:lnTo>
                  <a:lnTo>
                    <a:pt x="711919" y="3380293"/>
                  </a:lnTo>
                  <a:lnTo>
                    <a:pt x="707413" y="3380293"/>
                  </a:lnTo>
                  <a:lnTo>
                    <a:pt x="693896" y="3364482"/>
                  </a:lnTo>
                  <a:lnTo>
                    <a:pt x="689390" y="3313889"/>
                  </a:lnTo>
                  <a:lnTo>
                    <a:pt x="684884" y="3380293"/>
                  </a:lnTo>
                  <a:lnTo>
                    <a:pt x="680378" y="3380293"/>
                  </a:lnTo>
                  <a:lnTo>
                    <a:pt x="662355" y="3380293"/>
                  </a:lnTo>
                  <a:lnTo>
                    <a:pt x="657849" y="3380293"/>
                  </a:lnTo>
                  <a:lnTo>
                    <a:pt x="653343" y="3380293"/>
                  </a:lnTo>
                  <a:lnTo>
                    <a:pt x="648838" y="3380293"/>
                  </a:lnTo>
                  <a:lnTo>
                    <a:pt x="644332" y="3380293"/>
                  </a:lnTo>
                  <a:lnTo>
                    <a:pt x="630814" y="3380293"/>
                  </a:lnTo>
                  <a:lnTo>
                    <a:pt x="621803" y="3380293"/>
                  </a:lnTo>
                  <a:lnTo>
                    <a:pt x="617297" y="3380293"/>
                  </a:lnTo>
                  <a:lnTo>
                    <a:pt x="612791" y="3380293"/>
                  </a:lnTo>
                  <a:lnTo>
                    <a:pt x="599273" y="3380293"/>
                  </a:lnTo>
                  <a:lnTo>
                    <a:pt x="594768" y="3380293"/>
                  </a:lnTo>
                  <a:lnTo>
                    <a:pt x="590262" y="3380293"/>
                  </a:lnTo>
                  <a:lnTo>
                    <a:pt x="585756" y="3380293"/>
                  </a:lnTo>
                  <a:lnTo>
                    <a:pt x="581250" y="3380293"/>
                  </a:lnTo>
                  <a:lnTo>
                    <a:pt x="567733" y="3380293"/>
                  </a:lnTo>
                  <a:lnTo>
                    <a:pt x="563227" y="3380293"/>
                  </a:lnTo>
                  <a:lnTo>
                    <a:pt x="558721" y="3380293"/>
                  </a:lnTo>
                  <a:lnTo>
                    <a:pt x="549709" y="3380293"/>
                  </a:lnTo>
                  <a:lnTo>
                    <a:pt x="531686" y="3377131"/>
                  </a:lnTo>
                  <a:lnTo>
                    <a:pt x="527180" y="3373969"/>
                  </a:lnTo>
                  <a:lnTo>
                    <a:pt x="522675" y="3377131"/>
                  </a:lnTo>
                  <a:lnTo>
                    <a:pt x="518169" y="3380293"/>
                  </a:lnTo>
                  <a:lnTo>
                    <a:pt x="504651" y="3380293"/>
                  </a:lnTo>
                  <a:lnTo>
                    <a:pt x="500145" y="3380293"/>
                  </a:lnTo>
                  <a:lnTo>
                    <a:pt x="495640" y="3380293"/>
                  </a:lnTo>
                  <a:lnTo>
                    <a:pt x="491134" y="3380293"/>
                  </a:lnTo>
                  <a:lnTo>
                    <a:pt x="486628" y="3380293"/>
                  </a:lnTo>
                  <a:lnTo>
                    <a:pt x="473111" y="3380293"/>
                  </a:lnTo>
                  <a:lnTo>
                    <a:pt x="468605" y="3380293"/>
                  </a:lnTo>
                  <a:lnTo>
                    <a:pt x="464099" y="3380293"/>
                  </a:lnTo>
                  <a:lnTo>
                    <a:pt x="459593" y="3380293"/>
                  </a:lnTo>
                  <a:lnTo>
                    <a:pt x="446076" y="3380293"/>
                  </a:lnTo>
                  <a:lnTo>
                    <a:pt x="437064" y="3380293"/>
                  </a:lnTo>
                  <a:lnTo>
                    <a:pt x="432558" y="3380293"/>
                  </a:lnTo>
                  <a:lnTo>
                    <a:pt x="428052" y="3380293"/>
                  </a:lnTo>
                  <a:lnTo>
                    <a:pt x="423547" y="3380293"/>
                  </a:lnTo>
                  <a:lnTo>
                    <a:pt x="410029" y="3380293"/>
                  </a:lnTo>
                  <a:lnTo>
                    <a:pt x="405523" y="3380293"/>
                  </a:lnTo>
                  <a:lnTo>
                    <a:pt x="401017" y="3380293"/>
                  </a:lnTo>
                  <a:lnTo>
                    <a:pt x="396512" y="3380293"/>
                  </a:lnTo>
                  <a:lnTo>
                    <a:pt x="392006" y="3380293"/>
                  </a:lnTo>
                  <a:lnTo>
                    <a:pt x="382994" y="3380293"/>
                  </a:lnTo>
                  <a:lnTo>
                    <a:pt x="378488" y="3380293"/>
                  </a:lnTo>
                  <a:lnTo>
                    <a:pt x="373983" y="3380293"/>
                  </a:lnTo>
                  <a:lnTo>
                    <a:pt x="369477" y="3380293"/>
                  </a:lnTo>
                  <a:lnTo>
                    <a:pt x="364971" y="3380293"/>
                  </a:lnTo>
                  <a:lnTo>
                    <a:pt x="360465" y="3380293"/>
                  </a:lnTo>
                  <a:lnTo>
                    <a:pt x="346948" y="3380293"/>
                  </a:lnTo>
                  <a:lnTo>
                    <a:pt x="342442" y="3380293"/>
                  </a:lnTo>
                  <a:lnTo>
                    <a:pt x="337936" y="3380293"/>
                  </a:lnTo>
                  <a:lnTo>
                    <a:pt x="333430" y="3380293"/>
                  </a:lnTo>
                  <a:lnTo>
                    <a:pt x="328924" y="3380293"/>
                  </a:lnTo>
                  <a:lnTo>
                    <a:pt x="315407" y="3380293"/>
                  </a:lnTo>
                  <a:lnTo>
                    <a:pt x="310901" y="3377131"/>
                  </a:lnTo>
                  <a:lnTo>
                    <a:pt x="306395" y="3380293"/>
                  </a:lnTo>
                  <a:lnTo>
                    <a:pt x="301889" y="3158945"/>
                  </a:lnTo>
                  <a:lnTo>
                    <a:pt x="297384" y="3377131"/>
                  </a:lnTo>
                  <a:lnTo>
                    <a:pt x="283866" y="3373969"/>
                  </a:lnTo>
                  <a:lnTo>
                    <a:pt x="279360" y="3354996"/>
                  </a:lnTo>
                  <a:lnTo>
                    <a:pt x="274854" y="3380293"/>
                  </a:lnTo>
                  <a:lnTo>
                    <a:pt x="270349" y="3380293"/>
                  </a:lnTo>
                  <a:lnTo>
                    <a:pt x="265843" y="3380293"/>
                  </a:lnTo>
                  <a:lnTo>
                    <a:pt x="252325" y="3380293"/>
                  </a:lnTo>
                  <a:lnTo>
                    <a:pt x="247820" y="3367644"/>
                  </a:lnTo>
                  <a:lnTo>
                    <a:pt x="243314" y="3370807"/>
                  </a:lnTo>
                  <a:lnTo>
                    <a:pt x="238808" y="3373969"/>
                  </a:lnTo>
                  <a:lnTo>
                    <a:pt x="234302" y="3377131"/>
                  </a:lnTo>
                  <a:lnTo>
                    <a:pt x="220785" y="3380293"/>
                  </a:lnTo>
                  <a:lnTo>
                    <a:pt x="216279" y="3370807"/>
                  </a:lnTo>
                  <a:lnTo>
                    <a:pt x="211773" y="3373969"/>
                  </a:lnTo>
                  <a:lnTo>
                    <a:pt x="207267" y="3380293"/>
                  </a:lnTo>
                  <a:lnTo>
                    <a:pt x="202761" y="3380293"/>
                  </a:lnTo>
                  <a:lnTo>
                    <a:pt x="189244" y="3380293"/>
                  </a:lnTo>
                  <a:lnTo>
                    <a:pt x="184738" y="3377131"/>
                  </a:lnTo>
                  <a:lnTo>
                    <a:pt x="180232" y="3380293"/>
                  </a:lnTo>
                  <a:lnTo>
                    <a:pt x="175726" y="3380293"/>
                  </a:lnTo>
                  <a:lnTo>
                    <a:pt x="171221" y="3336023"/>
                  </a:lnTo>
                  <a:lnTo>
                    <a:pt x="157703" y="3380293"/>
                  </a:lnTo>
                  <a:lnTo>
                    <a:pt x="153197" y="3380293"/>
                  </a:lnTo>
                  <a:lnTo>
                    <a:pt x="148692" y="3380293"/>
                  </a:lnTo>
                  <a:lnTo>
                    <a:pt x="144186" y="3354996"/>
                  </a:lnTo>
                  <a:lnTo>
                    <a:pt x="139680" y="3301240"/>
                  </a:lnTo>
                  <a:lnTo>
                    <a:pt x="126162" y="3380293"/>
                  </a:lnTo>
                  <a:lnTo>
                    <a:pt x="121657" y="3367644"/>
                  </a:lnTo>
                  <a:lnTo>
                    <a:pt x="117151" y="3380293"/>
                  </a:lnTo>
                  <a:lnTo>
                    <a:pt x="112645" y="3342348"/>
                  </a:lnTo>
                  <a:lnTo>
                    <a:pt x="108139" y="3373969"/>
                  </a:lnTo>
                  <a:lnTo>
                    <a:pt x="94622" y="3380293"/>
                  </a:lnTo>
                  <a:lnTo>
                    <a:pt x="90116" y="3380293"/>
                  </a:lnTo>
                  <a:lnTo>
                    <a:pt x="85610" y="3380293"/>
                  </a:lnTo>
                  <a:lnTo>
                    <a:pt x="81104" y="3380293"/>
                  </a:lnTo>
                  <a:lnTo>
                    <a:pt x="76598" y="3380293"/>
                  </a:lnTo>
                  <a:lnTo>
                    <a:pt x="63081" y="3380293"/>
                  </a:lnTo>
                  <a:lnTo>
                    <a:pt x="58575" y="3380293"/>
                  </a:lnTo>
                  <a:lnTo>
                    <a:pt x="54069" y="3380293"/>
                  </a:lnTo>
                  <a:lnTo>
                    <a:pt x="49564" y="3380293"/>
                  </a:lnTo>
                  <a:lnTo>
                    <a:pt x="45058" y="3380293"/>
                  </a:lnTo>
                  <a:lnTo>
                    <a:pt x="31540" y="3373969"/>
                  </a:lnTo>
                  <a:lnTo>
                    <a:pt x="27034" y="3380293"/>
                  </a:lnTo>
                  <a:lnTo>
                    <a:pt x="22529" y="3380293"/>
                  </a:lnTo>
                  <a:lnTo>
                    <a:pt x="18023" y="3380293"/>
                  </a:lnTo>
                  <a:lnTo>
                    <a:pt x="13517" y="3380293"/>
                  </a:lnTo>
                  <a:lnTo>
                    <a:pt x="0" y="3358158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</p:grpSp>
      <p:sp>
        <p:nvSpPr>
          <p:cNvPr id="29" name="tx9">
            <a:extLst>
              <a:ext uri="{FF2B5EF4-FFF2-40B4-BE49-F238E27FC236}">
                <a16:creationId xmlns:a16="http://schemas.microsoft.com/office/drawing/2014/main" id="{ACCAD9A3-A6C3-436C-9EC1-757B4528AD35}"/>
              </a:ext>
            </a:extLst>
          </p:cNvPr>
          <p:cNvSpPr/>
          <p:nvPr/>
        </p:nvSpPr>
        <p:spPr>
          <a:xfrm>
            <a:off x="631859" y="6313973"/>
            <a:ext cx="63087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30" name="tx10">
            <a:extLst>
              <a:ext uri="{FF2B5EF4-FFF2-40B4-BE49-F238E27FC236}">
                <a16:creationId xmlns:a16="http://schemas.microsoft.com/office/drawing/2014/main" id="{467B578D-43E7-46B9-83AC-7734129E8811}"/>
              </a:ext>
            </a:extLst>
          </p:cNvPr>
          <p:cNvSpPr/>
          <p:nvPr/>
        </p:nvSpPr>
        <p:spPr>
          <a:xfrm>
            <a:off x="568771" y="5775916"/>
            <a:ext cx="126174" cy="84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30</a:t>
            </a:r>
          </a:p>
        </p:txBody>
      </p:sp>
      <p:sp>
        <p:nvSpPr>
          <p:cNvPr id="31" name="tx11">
            <a:extLst>
              <a:ext uri="{FF2B5EF4-FFF2-40B4-BE49-F238E27FC236}">
                <a16:creationId xmlns:a16="http://schemas.microsoft.com/office/drawing/2014/main" id="{611C60C2-28E6-4801-B450-EB579C2F800A}"/>
              </a:ext>
            </a:extLst>
          </p:cNvPr>
          <p:cNvSpPr/>
          <p:nvPr/>
        </p:nvSpPr>
        <p:spPr>
          <a:xfrm>
            <a:off x="568771" y="5237973"/>
            <a:ext cx="126174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60</a:t>
            </a:r>
          </a:p>
        </p:txBody>
      </p:sp>
      <p:sp>
        <p:nvSpPr>
          <p:cNvPr id="32" name="tx12">
            <a:extLst>
              <a:ext uri="{FF2B5EF4-FFF2-40B4-BE49-F238E27FC236}">
                <a16:creationId xmlns:a16="http://schemas.microsoft.com/office/drawing/2014/main" id="{1A9C947F-A15E-4F3F-9AC7-D1AEE2CA6AF9}"/>
              </a:ext>
            </a:extLst>
          </p:cNvPr>
          <p:cNvSpPr/>
          <p:nvPr/>
        </p:nvSpPr>
        <p:spPr>
          <a:xfrm>
            <a:off x="568771" y="4699973"/>
            <a:ext cx="126174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90</a:t>
            </a:r>
          </a:p>
        </p:txBody>
      </p:sp>
      <p:sp>
        <p:nvSpPr>
          <p:cNvPr id="33" name="tx13">
            <a:extLst>
              <a:ext uri="{FF2B5EF4-FFF2-40B4-BE49-F238E27FC236}">
                <a16:creationId xmlns:a16="http://schemas.microsoft.com/office/drawing/2014/main" id="{061DE408-D077-461E-B589-20476396A340}"/>
              </a:ext>
            </a:extLst>
          </p:cNvPr>
          <p:cNvSpPr/>
          <p:nvPr/>
        </p:nvSpPr>
        <p:spPr>
          <a:xfrm>
            <a:off x="883121" y="6601379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2021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34" name="tx14">
            <a:extLst>
              <a:ext uri="{FF2B5EF4-FFF2-40B4-BE49-F238E27FC236}">
                <a16:creationId xmlns:a16="http://schemas.microsoft.com/office/drawing/2014/main" id="{BBEA81CC-57B5-44AB-92FA-5B8CA81FE201}"/>
              </a:ext>
            </a:extLst>
          </p:cNvPr>
          <p:cNvSpPr/>
          <p:nvPr/>
        </p:nvSpPr>
        <p:spPr>
          <a:xfrm>
            <a:off x="2721841" y="6601379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3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35" name="tx15">
            <a:extLst>
              <a:ext uri="{FF2B5EF4-FFF2-40B4-BE49-F238E27FC236}">
                <a16:creationId xmlns:a16="http://schemas.microsoft.com/office/drawing/2014/main" id="{CBCE5295-F983-4FF2-BE40-CFB7AE7838D1}"/>
              </a:ext>
            </a:extLst>
          </p:cNvPr>
          <p:cNvSpPr/>
          <p:nvPr/>
        </p:nvSpPr>
        <p:spPr>
          <a:xfrm>
            <a:off x="4558046" y="6601379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5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36" name="tx16">
            <a:extLst>
              <a:ext uri="{FF2B5EF4-FFF2-40B4-BE49-F238E27FC236}">
                <a16:creationId xmlns:a16="http://schemas.microsoft.com/office/drawing/2014/main" id="{AF6C6834-8D44-422E-9595-9E0AA31E5010}"/>
              </a:ext>
            </a:extLst>
          </p:cNvPr>
          <p:cNvSpPr/>
          <p:nvPr/>
        </p:nvSpPr>
        <p:spPr>
          <a:xfrm rot="16200000">
            <a:off x="-513271" y="5264516"/>
            <a:ext cx="1729252" cy="13307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Average precipitation (mm)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DAAF63F5-094B-4EDE-A327-183730F8DB4D}"/>
              </a:ext>
            </a:extLst>
          </p:cNvPr>
          <p:cNvGrpSpPr/>
          <p:nvPr/>
        </p:nvGrpSpPr>
        <p:grpSpPr>
          <a:xfrm>
            <a:off x="7418431" y="1602887"/>
            <a:ext cx="4610256" cy="1726967"/>
            <a:chOff x="7418431" y="1352629"/>
            <a:chExt cx="4610256" cy="1726967"/>
          </a:xfrm>
        </p:grpSpPr>
        <p:sp>
          <p:nvSpPr>
            <p:cNvPr id="56" name="pl5">
              <a:extLst>
                <a:ext uri="{FF2B5EF4-FFF2-40B4-BE49-F238E27FC236}">
                  <a16:creationId xmlns:a16="http://schemas.microsoft.com/office/drawing/2014/main" id="{2005A120-8914-4A86-B9CF-ECD99337E3A4}"/>
                </a:ext>
              </a:extLst>
            </p:cNvPr>
            <p:cNvSpPr/>
            <p:nvPr/>
          </p:nvSpPr>
          <p:spPr>
            <a:xfrm>
              <a:off x="7418431" y="1412518"/>
              <a:ext cx="4610256" cy="1667077"/>
            </a:xfrm>
            <a:custGeom>
              <a:avLst/>
              <a:gdLst/>
              <a:ahLst/>
              <a:cxnLst/>
              <a:rect l="0" t="0" r="0" b="0"/>
              <a:pathLst>
                <a:path w="9164836" h="3263067">
                  <a:moveTo>
                    <a:pt x="0" y="3141759"/>
                  </a:moveTo>
                  <a:lnTo>
                    <a:pt x="13517" y="2451237"/>
                  </a:lnTo>
                  <a:lnTo>
                    <a:pt x="18023" y="3176752"/>
                  </a:lnTo>
                  <a:lnTo>
                    <a:pt x="22529" y="3258402"/>
                  </a:lnTo>
                  <a:lnTo>
                    <a:pt x="27034" y="2973795"/>
                  </a:lnTo>
                  <a:lnTo>
                    <a:pt x="31540" y="2987792"/>
                  </a:lnTo>
                  <a:lnTo>
                    <a:pt x="45058" y="3018119"/>
                  </a:lnTo>
                  <a:lnTo>
                    <a:pt x="49564" y="2866484"/>
                  </a:lnTo>
                  <a:lnTo>
                    <a:pt x="54069" y="2348592"/>
                  </a:lnTo>
                  <a:lnTo>
                    <a:pt x="58575" y="1956674"/>
                  </a:lnTo>
                  <a:lnTo>
                    <a:pt x="63081" y="2308934"/>
                  </a:lnTo>
                  <a:lnTo>
                    <a:pt x="76598" y="2957465"/>
                  </a:lnTo>
                  <a:lnTo>
                    <a:pt x="81104" y="1924014"/>
                  </a:lnTo>
                  <a:lnTo>
                    <a:pt x="85610" y="2992457"/>
                  </a:lnTo>
                  <a:lnTo>
                    <a:pt x="90116" y="3141759"/>
                  </a:lnTo>
                  <a:lnTo>
                    <a:pt x="94622" y="2516557"/>
                  </a:lnTo>
                  <a:lnTo>
                    <a:pt x="108139" y="2845488"/>
                  </a:lnTo>
                  <a:lnTo>
                    <a:pt x="112645" y="3029783"/>
                  </a:lnTo>
                  <a:lnTo>
                    <a:pt x="117151" y="3102101"/>
                  </a:lnTo>
                  <a:lnTo>
                    <a:pt x="121657" y="2843155"/>
                  </a:lnTo>
                  <a:lnTo>
                    <a:pt x="126162" y="2978460"/>
                  </a:lnTo>
                  <a:lnTo>
                    <a:pt x="139680" y="3242072"/>
                  </a:lnTo>
                  <a:lnTo>
                    <a:pt x="144186" y="2927138"/>
                  </a:lnTo>
                  <a:lnTo>
                    <a:pt x="148692" y="2094312"/>
                  </a:lnTo>
                  <a:lnTo>
                    <a:pt x="153197" y="2740510"/>
                  </a:lnTo>
                  <a:lnTo>
                    <a:pt x="157703" y="2320598"/>
                  </a:lnTo>
                  <a:lnTo>
                    <a:pt x="171221" y="2819827"/>
                  </a:lnTo>
                  <a:lnTo>
                    <a:pt x="175726" y="2866484"/>
                  </a:lnTo>
                  <a:lnTo>
                    <a:pt x="180232" y="2812828"/>
                  </a:lnTo>
                  <a:lnTo>
                    <a:pt x="184738" y="2948133"/>
                  </a:lnTo>
                  <a:lnTo>
                    <a:pt x="189244" y="3195415"/>
                  </a:lnTo>
                  <a:lnTo>
                    <a:pt x="202761" y="2794165"/>
                  </a:lnTo>
                  <a:lnTo>
                    <a:pt x="207267" y="2752174"/>
                  </a:lnTo>
                  <a:lnTo>
                    <a:pt x="211773" y="2861818"/>
                  </a:lnTo>
                  <a:lnTo>
                    <a:pt x="216279" y="3020451"/>
                  </a:lnTo>
                  <a:lnTo>
                    <a:pt x="220785" y="2439573"/>
                  </a:lnTo>
                  <a:lnTo>
                    <a:pt x="234302" y="3074107"/>
                  </a:lnTo>
                  <a:lnTo>
                    <a:pt x="238808" y="2759173"/>
                  </a:lnTo>
                  <a:lnTo>
                    <a:pt x="243314" y="2906142"/>
                  </a:lnTo>
                  <a:lnTo>
                    <a:pt x="247820" y="3095103"/>
                  </a:lnTo>
                  <a:lnTo>
                    <a:pt x="252325" y="2234282"/>
                  </a:lnTo>
                  <a:lnTo>
                    <a:pt x="265843" y="2539885"/>
                  </a:lnTo>
                  <a:lnTo>
                    <a:pt x="270349" y="2700852"/>
                  </a:lnTo>
                  <a:lnTo>
                    <a:pt x="274854" y="2735844"/>
                  </a:lnTo>
                  <a:lnTo>
                    <a:pt x="279360" y="2719514"/>
                  </a:lnTo>
                  <a:lnTo>
                    <a:pt x="283866" y="3158089"/>
                  </a:lnTo>
                  <a:lnTo>
                    <a:pt x="297384" y="2805830"/>
                  </a:lnTo>
                  <a:lnTo>
                    <a:pt x="301889" y="3239739"/>
                  </a:lnTo>
                  <a:lnTo>
                    <a:pt x="306395" y="2511891"/>
                  </a:lnTo>
                  <a:lnTo>
                    <a:pt x="310901" y="2409246"/>
                  </a:lnTo>
                  <a:lnTo>
                    <a:pt x="315407" y="2504893"/>
                  </a:lnTo>
                  <a:lnTo>
                    <a:pt x="328924" y="1245156"/>
                  </a:lnTo>
                  <a:lnTo>
                    <a:pt x="333430" y="2208621"/>
                  </a:lnTo>
                  <a:lnTo>
                    <a:pt x="337936" y="1515766"/>
                  </a:lnTo>
                  <a:lnTo>
                    <a:pt x="342442" y="2145634"/>
                  </a:lnTo>
                  <a:lnTo>
                    <a:pt x="346948" y="2640198"/>
                  </a:lnTo>
                  <a:lnTo>
                    <a:pt x="360465" y="818245"/>
                  </a:lnTo>
                  <a:lnTo>
                    <a:pt x="364971" y="869568"/>
                  </a:lnTo>
                  <a:lnTo>
                    <a:pt x="369477" y="825244"/>
                  </a:lnTo>
                  <a:lnTo>
                    <a:pt x="373983" y="1270817"/>
                  </a:lnTo>
                  <a:lnTo>
                    <a:pt x="378488" y="920890"/>
                  </a:lnTo>
                  <a:lnTo>
                    <a:pt x="382994" y="927889"/>
                  </a:lnTo>
                  <a:lnTo>
                    <a:pt x="392006" y="1993999"/>
                  </a:lnTo>
                  <a:lnTo>
                    <a:pt x="396512" y="1592750"/>
                  </a:lnTo>
                  <a:lnTo>
                    <a:pt x="401017" y="1282481"/>
                  </a:lnTo>
                  <a:lnTo>
                    <a:pt x="405523" y="1662735"/>
                  </a:lnTo>
                  <a:lnTo>
                    <a:pt x="410029" y="2201623"/>
                  </a:lnTo>
                  <a:lnTo>
                    <a:pt x="423547" y="645615"/>
                  </a:lnTo>
                  <a:lnTo>
                    <a:pt x="428052" y="911559"/>
                  </a:lnTo>
                  <a:lnTo>
                    <a:pt x="432558" y="722598"/>
                  </a:lnTo>
                  <a:lnTo>
                    <a:pt x="437064" y="911559"/>
                  </a:lnTo>
                  <a:lnTo>
                    <a:pt x="446076" y="645615"/>
                  </a:lnTo>
                  <a:lnTo>
                    <a:pt x="459593" y="1700061"/>
                  </a:lnTo>
                  <a:lnTo>
                    <a:pt x="464099" y="920890"/>
                  </a:lnTo>
                  <a:lnTo>
                    <a:pt x="468605" y="717933"/>
                  </a:lnTo>
                  <a:lnTo>
                    <a:pt x="473111" y="780920"/>
                  </a:lnTo>
                  <a:lnTo>
                    <a:pt x="486628" y="657279"/>
                  </a:lnTo>
                  <a:lnTo>
                    <a:pt x="491134" y="475317"/>
                  </a:lnTo>
                  <a:lnTo>
                    <a:pt x="495640" y="414663"/>
                  </a:lnTo>
                  <a:lnTo>
                    <a:pt x="500145" y="465985"/>
                  </a:lnTo>
                  <a:lnTo>
                    <a:pt x="504651" y="874233"/>
                  </a:lnTo>
                  <a:lnTo>
                    <a:pt x="518169" y="1042198"/>
                  </a:lnTo>
                  <a:lnTo>
                    <a:pt x="522675" y="2210954"/>
                  </a:lnTo>
                  <a:lnTo>
                    <a:pt x="527180" y="2838490"/>
                  </a:lnTo>
                  <a:lnTo>
                    <a:pt x="531686" y="2633199"/>
                  </a:lnTo>
                  <a:lnTo>
                    <a:pt x="549709" y="2264609"/>
                  </a:lnTo>
                  <a:lnTo>
                    <a:pt x="558721" y="654946"/>
                  </a:lnTo>
                  <a:lnTo>
                    <a:pt x="563227" y="1007206"/>
                  </a:lnTo>
                  <a:lnTo>
                    <a:pt x="567733" y="825244"/>
                  </a:lnTo>
                  <a:lnTo>
                    <a:pt x="581250" y="2647196"/>
                  </a:lnTo>
                  <a:lnTo>
                    <a:pt x="585756" y="1569421"/>
                  </a:lnTo>
                  <a:lnTo>
                    <a:pt x="590262" y="2397582"/>
                  </a:lnTo>
                  <a:lnTo>
                    <a:pt x="594768" y="1828367"/>
                  </a:lnTo>
                  <a:lnTo>
                    <a:pt x="599273" y="1686064"/>
                  </a:lnTo>
                  <a:lnTo>
                    <a:pt x="612791" y="1102852"/>
                  </a:lnTo>
                  <a:lnTo>
                    <a:pt x="617297" y="1387459"/>
                  </a:lnTo>
                  <a:lnTo>
                    <a:pt x="621803" y="1945010"/>
                  </a:lnTo>
                  <a:lnTo>
                    <a:pt x="630814" y="2462901"/>
                  </a:lnTo>
                  <a:lnTo>
                    <a:pt x="644332" y="2584209"/>
                  </a:lnTo>
                  <a:lnTo>
                    <a:pt x="648838" y="1058528"/>
                  </a:lnTo>
                  <a:lnTo>
                    <a:pt x="653343" y="741261"/>
                  </a:lnTo>
                  <a:lnTo>
                    <a:pt x="657849" y="1070192"/>
                  </a:lnTo>
                  <a:lnTo>
                    <a:pt x="662355" y="918557"/>
                  </a:lnTo>
                  <a:lnTo>
                    <a:pt x="680378" y="337679"/>
                  </a:lnTo>
                  <a:lnTo>
                    <a:pt x="684884" y="962882"/>
                  </a:lnTo>
                  <a:lnTo>
                    <a:pt x="689390" y="2906142"/>
                  </a:lnTo>
                  <a:lnTo>
                    <a:pt x="693896" y="2640198"/>
                  </a:lnTo>
                  <a:lnTo>
                    <a:pt x="707413" y="2122306"/>
                  </a:lnTo>
                  <a:lnTo>
                    <a:pt x="711919" y="2626201"/>
                  </a:lnTo>
                  <a:lnTo>
                    <a:pt x="716425" y="2759173"/>
                  </a:lnTo>
                  <a:lnTo>
                    <a:pt x="720931" y="2812828"/>
                  </a:lnTo>
                  <a:lnTo>
                    <a:pt x="725436" y="1004873"/>
                  </a:lnTo>
                  <a:lnTo>
                    <a:pt x="738954" y="2192291"/>
                  </a:lnTo>
                  <a:lnTo>
                    <a:pt x="743460" y="1877357"/>
                  </a:lnTo>
                  <a:lnTo>
                    <a:pt x="747966" y="1751383"/>
                  </a:lnTo>
                  <a:lnTo>
                    <a:pt x="752471" y="2021994"/>
                  </a:lnTo>
                  <a:lnTo>
                    <a:pt x="756977" y="2073316"/>
                  </a:lnTo>
                  <a:lnTo>
                    <a:pt x="770495" y="1151842"/>
                  </a:lnTo>
                  <a:lnTo>
                    <a:pt x="775000" y="190710"/>
                  </a:lnTo>
                  <a:lnTo>
                    <a:pt x="779506" y="444990"/>
                  </a:lnTo>
                  <a:lnTo>
                    <a:pt x="784012" y="974546"/>
                  </a:lnTo>
                  <a:lnTo>
                    <a:pt x="788518" y="827577"/>
                  </a:lnTo>
                  <a:lnTo>
                    <a:pt x="802035" y="1802706"/>
                  </a:lnTo>
                  <a:lnTo>
                    <a:pt x="806541" y="1912350"/>
                  </a:lnTo>
                  <a:lnTo>
                    <a:pt x="815553" y="2378919"/>
                  </a:lnTo>
                  <a:lnTo>
                    <a:pt x="820059" y="1875024"/>
                  </a:lnTo>
                  <a:lnTo>
                    <a:pt x="833576" y="1599748"/>
                  </a:lnTo>
                  <a:lnTo>
                    <a:pt x="838082" y="1564756"/>
                  </a:lnTo>
                  <a:lnTo>
                    <a:pt x="842588" y="2640198"/>
                  </a:lnTo>
                  <a:lnTo>
                    <a:pt x="847094" y="2385917"/>
                  </a:lnTo>
                  <a:lnTo>
                    <a:pt x="851599" y="2082648"/>
                  </a:lnTo>
                  <a:lnTo>
                    <a:pt x="865117" y="386669"/>
                  </a:lnTo>
                  <a:lnTo>
                    <a:pt x="869623" y="1585751"/>
                  </a:lnTo>
                  <a:lnTo>
                    <a:pt x="896658" y="1350134"/>
                  </a:lnTo>
                  <a:lnTo>
                    <a:pt x="901163" y="995541"/>
                  </a:lnTo>
                  <a:lnTo>
                    <a:pt x="905669" y="979211"/>
                  </a:lnTo>
                  <a:lnTo>
                    <a:pt x="910175" y="937220"/>
                  </a:lnTo>
                  <a:lnTo>
                    <a:pt x="914681" y="1998665"/>
                  </a:lnTo>
                  <a:lnTo>
                    <a:pt x="928198" y="1679065"/>
                  </a:lnTo>
                  <a:lnTo>
                    <a:pt x="932704" y="1641740"/>
                  </a:lnTo>
                  <a:lnTo>
                    <a:pt x="937210" y="1161173"/>
                  </a:lnTo>
                  <a:lnTo>
                    <a:pt x="941716" y="580295"/>
                  </a:lnTo>
                  <a:lnTo>
                    <a:pt x="946222" y="312018"/>
                  </a:lnTo>
                  <a:lnTo>
                    <a:pt x="959739" y="2252945"/>
                  </a:lnTo>
                  <a:lnTo>
                    <a:pt x="964245" y="1959007"/>
                  </a:lnTo>
                  <a:lnTo>
                    <a:pt x="968751" y="409997"/>
                  </a:lnTo>
                  <a:lnTo>
                    <a:pt x="973257" y="293355"/>
                  </a:lnTo>
                  <a:lnTo>
                    <a:pt x="977762" y="402999"/>
                  </a:lnTo>
                  <a:lnTo>
                    <a:pt x="991280" y="1123848"/>
                  </a:lnTo>
                  <a:lnTo>
                    <a:pt x="995786" y="1018870"/>
                  </a:lnTo>
                  <a:lnTo>
                    <a:pt x="1000291" y="951217"/>
                  </a:lnTo>
                  <a:lnTo>
                    <a:pt x="1004797" y="1861027"/>
                  </a:lnTo>
                  <a:lnTo>
                    <a:pt x="1009303" y="2129304"/>
                  </a:lnTo>
                  <a:lnTo>
                    <a:pt x="1022821" y="2175961"/>
                  </a:lnTo>
                  <a:lnTo>
                    <a:pt x="1027326" y="2068650"/>
                  </a:lnTo>
                  <a:lnTo>
                    <a:pt x="1031832" y="1025868"/>
                  </a:lnTo>
                  <a:lnTo>
                    <a:pt x="1036338" y="1947342"/>
                  </a:lnTo>
                  <a:lnTo>
                    <a:pt x="1040844" y="1583419"/>
                  </a:lnTo>
                  <a:lnTo>
                    <a:pt x="1054361" y="2434907"/>
                  </a:lnTo>
                  <a:lnTo>
                    <a:pt x="1058867" y="2021994"/>
                  </a:lnTo>
                  <a:lnTo>
                    <a:pt x="1063373" y="2376586"/>
                  </a:lnTo>
                  <a:lnTo>
                    <a:pt x="1067879" y="2003331"/>
                  </a:lnTo>
                  <a:lnTo>
                    <a:pt x="1072385" y="2348592"/>
                  </a:lnTo>
                  <a:lnTo>
                    <a:pt x="1085902" y="2619202"/>
                  </a:lnTo>
                  <a:lnTo>
                    <a:pt x="1090408" y="2481564"/>
                  </a:lnTo>
                  <a:lnTo>
                    <a:pt x="1094914" y="1648738"/>
                  </a:lnTo>
                  <a:lnTo>
                    <a:pt x="1099419" y="2080315"/>
                  </a:lnTo>
                  <a:lnTo>
                    <a:pt x="1103925" y="2292604"/>
                  </a:lnTo>
                  <a:lnTo>
                    <a:pt x="1117443" y="1620744"/>
                  </a:lnTo>
                  <a:lnTo>
                    <a:pt x="1121949" y="1996332"/>
                  </a:lnTo>
                  <a:lnTo>
                    <a:pt x="1126454" y="1891354"/>
                  </a:lnTo>
                  <a:lnTo>
                    <a:pt x="1130960" y="1756049"/>
                  </a:lnTo>
                  <a:lnTo>
                    <a:pt x="1135466" y="1417786"/>
                  </a:lnTo>
                  <a:lnTo>
                    <a:pt x="1148983" y="850905"/>
                  </a:lnTo>
                  <a:lnTo>
                    <a:pt x="1153489" y="902228"/>
                  </a:lnTo>
                  <a:lnTo>
                    <a:pt x="1157995" y="1443448"/>
                  </a:lnTo>
                  <a:lnTo>
                    <a:pt x="1162501" y="1364131"/>
                  </a:lnTo>
                  <a:lnTo>
                    <a:pt x="1167007" y="946552"/>
                  </a:lnTo>
                  <a:lnTo>
                    <a:pt x="1180524" y="904560"/>
                  </a:lnTo>
                  <a:lnTo>
                    <a:pt x="1185030" y="1123848"/>
                  </a:lnTo>
                  <a:lnTo>
                    <a:pt x="1189536" y="2133970"/>
                  </a:lnTo>
                  <a:lnTo>
                    <a:pt x="1194042" y="2040656"/>
                  </a:lnTo>
                  <a:lnTo>
                    <a:pt x="1198547" y="2808163"/>
                  </a:lnTo>
                  <a:lnTo>
                    <a:pt x="1212065" y="2635532"/>
                  </a:lnTo>
                  <a:lnTo>
                    <a:pt x="1216571" y="2679856"/>
                  </a:lnTo>
                  <a:lnTo>
                    <a:pt x="1221077" y="2173628"/>
                  </a:lnTo>
                  <a:lnTo>
                    <a:pt x="1225582" y="2124639"/>
                  </a:lnTo>
                  <a:lnTo>
                    <a:pt x="1230088" y="2649529"/>
                  </a:lnTo>
                  <a:lnTo>
                    <a:pt x="1243606" y="2936469"/>
                  </a:lnTo>
                  <a:lnTo>
                    <a:pt x="1248111" y="2950466"/>
                  </a:lnTo>
                  <a:lnTo>
                    <a:pt x="1252617" y="2952799"/>
                  </a:lnTo>
                  <a:lnTo>
                    <a:pt x="1257123" y="2868817"/>
                  </a:lnTo>
                  <a:lnTo>
                    <a:pt x="1261629" y="2747509"/>
                  </a:lnTo>
                  <a:lnTo>
                    <a:pt x="1275146" y="2941135"/>
                  </a:lnTo>
                  <a:lnTo>
                    <a:pt x="1279652" y="2430242"/>
                  </a:lnTo>
                  <a:lnTo>
                    <a:pt x="1284158" y="3223409"/>
                  </a:lnTo>
                  <a:lnTo>
                    <a:pt x="1288664" y="3130095"/>
                  </a:lnTo>
                  <a:lnTo>
                    <a:pt x="1293170" y="3099768"/>
                  </a:lnTo>
                  <a:lnTo>
                    <a:pt x="1306687" y="2850154"/>
                  </a:lnTo>
                  <a:lnTo>
                    <a:pt x="1311193" y="2712516"/>
                  </a:lnTo>
                  <a:lnTo>
                    <a:pt x="1315699" y="2892145"/>
                  </a:lnTo>
                  <a:lnTo>
                    <a:pt x="1320205" y="2567879"/>
                  </a:lnTo>
                  <a:lnTo>
                    <a:pt x="1324710" y="3088104"/>
                  </a:lnTo>
                  <a:lnTo>
                    <a:pt x="1338228" y="3204746"/>
                  </a:lnTo>
                  <a:lnTo>
                    <a:pt x="1342734" y="2868817"/>
                  </a:lnTo>
                  <a:lnTo>
                    <a:pt x="1347240" y="2796498"/>
                  </a:lnTo>
                  <a:lnTo>
                    <a:pt x="1351745" y="2880481"/>
                  </a:lnTo>
                  <a:lnTo>
                    <a:pt x="1356251" y="3244405"/>
                  </a:lnTo>
                  <a:lnTo>
                    <a:pt x="1369769" y="3001789"/>
                  </a:lnTo>
                  <a:lnTo>
                    <a:pt x="1374274" y="2497894"/>
                  </a:lnTo>
                  <a:lnTo>
                    <a:pt x="1378780" y="2357923"/>
                  </a:lnTo>
                  <a:lnTo>
                    <a:pt x="1383286" y="2012662"/>
                  </a:lnTo>
                  <a:lnTo>
                    <a:pt x="1387792" y="2369588"/>
                  </a:lnTo>
                  <a:lnTo>
                    <a:pt x="1401309" y="2483897"/>
                  </a:lnTo>
                  <a:lnTo>
                    <a:pt x="1405815" y="2656528"/>
                  </a:lnTo>
                  <a:lnTo>
                    <a:pt x="1410321" y="3137094"/>
                  </a:lnTo>
                  <a:lnTo>
                    <a:pt x="1414827" y="2791833"/>
                  </a:lnTo>
                  <a:lnTo>
                    <a:pt x="1419333" y="2334595"/>
                  </a:lnTo>
                  <a:lnTo>
                    <a:pt x="1432850" y="2931803"/>
                  </a:lnTo>
                  <a:lnTo>
                    <a:pt x="1437356" y="2950466"/>
                  </a:lnTo>
                  <a:lnTo>
                    <a:pt x="1441862" y="2147967"/>
                  </a:lnTo>
                  <a:lnTo>
                    <a:pt x="1446368" y="3132428"/>
                  </a:lnTo>
                  <a:lnTo>
                    <a:pt x="1450873" y="2670525"/>
                  </a:lnTo>
                  <a:lnTo>
                    <a:pt x="1464391" y="2558548"/>
                  </a:lnTo>
                  <a:lnTo>
                    <a:pt x="1468897" y="2642530"/>
                  </a:lnTo>
                  <a:lnTo>
                    <a:pt x="1473402" y="2306601"/>
                  </a:lnTo>
                  <a:lnTo>
                    <a:pt x="1477908" y="2717182"/>
                  </a:lnTo>
                  <a:lnTo>
                    <a:pt x="1482414" y="2490896"/>
                  </a:lnTo>
                  <a:lnTo>
                    <a:pt x="1495932" y="2775503"/>
                  </a:lnTo>
                  <a:lnTo>
                    <a:pt x="1500437" y="3256069"/>
                  </a:lnTo>
                  <a:lnTo>
                    <a:pt x="1504943" y="3095103"/>
                  </a:lnTo>
                  <a:lnTo>
                    <a:pt x="1509449" y="3181418"/>
                  </a:lnTo>
                  <a:lnTo>
                    <a:pt x="1513955" y="2969129"/>
                  </a:lnTo>
                  <a:lnTo>
                    <a:pt x="1527472" y="3039114"/>
                  </a:lnTo>
                  <a:lnTo>
                    <a:pt x="1531978" y="2761506"/>
                  </a:lnTo>
                  <a:lnTo>
                    <a:pt x="1536484" y="3120764"/>
                  </a:lnTo>
                  <a:lnTo>
                    <a:pt x="1540990" y="3106767"/>
                  </a:lnTo>
                  <a:lnTo>
                    <a:pt x="1545496" y="3169754"/>
                  </a:lnTo>
                  <a:lnTo>
                    <a:pt x="1559013" y="2759173"/>
                  </a:lnTo>
                  <a:lnTo>
                    <a:pt x="1563519" y="3221076"/>
                  </a:lnTo>
                  <a:lnTo>
                    <a:pt x="1568025" y="2829158"/>
                  </a:lnTo>
                  <a:lnTo>
                    <a:pt x="1572530" y="2803497"/>
                  </a:lnTo>
                  <a:lnTo>
                    <a:pt x="1577036" y="1998665"/>
                  </a:lnTo>
                  <a:lnTo>
                    <a:pt x="1590554" y="2836157"/>
                  </a:lnTo>
                  <a:lnTo>
                    <a:pt x="1595060" y="3151091"/>
                  </a:lnTo>
                  <a:lnTo>
                    <a:pt x="1599565" y="3260735"/>
                  </a:lnTo>
                  <a:lnTo>
                    <a:pt x="1622095" y="3151091"/>
                  </a:lnTo>
                  <a:lnTo>
                    <a:pt x="1626600" y="3020451"/>
                  </a:lnTo>
                  <a:lnTo>
                    <a:pt x="1653635" y="3263067"/>
                  </a:lnTo>
                  <a:lnTo>
                    <a:pt x="1658141" y="3263067"/>
                  </a:lnTo>
                  <a:lnTo>
                    <a:pt x="1662647" y="3263067"/>
                  </a:lnTo>
                  <a:lnTo>
                    <a:pt x="1667153" y="3216411"/>
                  </a:lnTo>
                  <a:lnTo>
                    <a:pt x="1671659" y="3242072"/>
                  </a:lnTo>
                  <a:lnTo>
                    <a:pt x="1685176" y="2927138"/>
                  </a:lnTo>
                  <a:lnTo>
                    <a:pt x="1689682" y="3074107"/>
                  </a:lnTo>
                  <a:lnTo>
                    <a:pt x="1694188" y="3001789"/>
                  </a:lnTo>
                  <a:lnTo>
                    <a:pt x="1698693" y="3258402"/>
                  </a:lnTo>
                  <a:lnTo>
                    <a:pt x="1703199" y="2859485"/>
                  </a:lnTo>
                  <a:lnTo>
                    <a:pt x="1716717" y="3249070"/>
                  </a:lnTo>
                  <a:lnTo>
                    <a:pt x="1721223" y="3146425"/>
                  </a:lnTo>
                  <a:lnTo>
                    <a:pt x="1725728" y="2901476"/>
                  </a:lnTo>
                  <a:lnTo>
                    <a:pt x="1730234" y="2642530"/>
                  </a:lnTo>
                  <a:lnTo>
                    <a:pt x="1734740" y="2761506"/>
                  </a:lnTo>
                  <a:lnTo>
                    <a:pt x="1748257" y="2957465"/>
                  </a:lnTo>
                  <a:lnTo>
                    <a:pt x="1752763" y="3006454"/>
                  </a:lnTo>
                  <a:lnTo>
                    <a:pt x="1757269" y="2997123"/>
                  </a:lnTo>
                  <a:lnTo>
                    <a:pt x="1761775" y="3216411"/>
                  </a:lnTo>
                  <a:lnTo>
                    <a:pt x="1766281" y="3095103"/>
                  </a:lnTo>
                  <a:lnTo>
                    <a:pt x="1779798" y="3081105"/>
                  </a:lnTo>
                  <a:lnTo>
                    <a:pt x="1784304" y="3244405"/>
                  </a:lnTo>
                  <a:lnTo>
                    <a:pt x="1788810" y="3214078"/>
                  </a:lnTo>
                  <a:lnTo>
                    <a:pt x="1793316" y="2570212"/>
                  </a:lnTo>
                  <a:lnTo>
                    <a:pt x="1797821" y="3137094"/>
                  </a:lnTo>
                  <a:lnTo>
                    <a:pt x="1811339" y="3146425"/>
                  </a:lnTo>
                  <a:lnTo>
                    <a:pt x="1815845" y="2924805"/>
                  </a:lnTo>
                  <a:lnTo>
                    <a:pt x="1820351" y="2705517"/>
                  </a:lnTo>
                  <a:lnTo>
                    <a:pt x="1824856" y="2108309"/>
                  </a:lnTo>
                  <a:lnTo>
                    <a:pt x="1829362" y="1669734"/>
                  </a:lnTo>
                  <a:lnTo>
                    <a:pt x="1842880" y="2922472"/>
                  </a:lnTo>
                  <a:lnTo>
                    <a:pt x="1847385" y="3137094"/>
                  </a:lnTo>
                  <a:lnTo>
                    <a:pt x="1851891" y="3064776"/>
                  </a:lnTo>
                  <a:lnTo>
                    <a:pt x="1856397" y="2348592"/>
                  </a:lnTo>
                  <a:lnTo>
                    <a:pt x="1860903" y="2105976"/>
                  </a:lnTo>
                  <a:lnTo>
                    <a:pt x="1874420" y="1928680"/>
                  </a:lnTo>
                  <a:lnTo>
                    <a:pt x="1878926" y="2000998"/>
                  </a:lnTo>
                  <a:lnTo>
                    <a:pt x="1883432" y="1494770"/>
                  </a:lnTo>
                  <a:lnTo>
                    <a:pt x="1887938" y="1569421"/>
                  </a:lnTo>
                  <a:lnTo>
                    <a:pt x="1892444" y="2334595"/>
                  </a:lnTo>
                  <a:lnTo>
                    <a:pt x="1905961" y="1597416"/>
                  </a:lnTo>
                  <a:lnTo>
                    <a:pt x="1910467" y="1310476"/>
                  </a:lnTo>
                  <a:lnTo>
                    <a:pt x="1914973" y="2250612"/>
                  </a:lnTo>
                  <a:lnTo>
                    <a:pt x="1919479" y="2859485"/>
                  </a:lnTo>
                  <a:lnTo>
                    <a:pt x="1923984" y="1993999"/>
                  </a:lnTo>
                  <a:lnTo>
                    <a:pt x="1937502" y="1949675"/>
                  </a:lnTo>
                  <a:lnTo>
                    <a:pt x="1942008" y="2439573"/>
                  </a:lnTo>
                  <a:lnTo>
                    <a:pt x="1946514" y="2689187"/>
                  </a:lnTo>
                  <a:lnTo>
                    <a:pt x="1951019" y="2924805"/>
                  </a:lnTo>
                  <a:lnTo>
                    <a:pt x="1955525" y="2567879"/>
                  </a:lnTo>
                  <a:lnTo>
                    <a:pt x="1969043" y="2924805"/>
                  </a:lnTo>
                  <a:lnTo>
                    <a:pt x="1973548" y="2985459"/>
                  </a:lnTo>
                  <a:lnTo>
                    <a:pt x="1978054" y="2859485"/>
                  </a:lnTo>
                  <a:lnTo>
                    <a:pt x="1982560" y="2843155"/>
                  </a:lnTo>
                  <a:lnTo>
                    <a:pt x="1987066" y="2383585"/>
                  </a:lnTo>
                  <a:lnTo>
                    <a:pt x="2000583" y="2784834"/>
                  </a:lnTo>
                  <a:lnTo>
                    <a:pt x="2005089" y="3046113"/>
                  </a:lnTo>
                  <a:lnTo>
                    <a:pt x="2009595" y="1504102"/>
                  </a:lnTo>
                  <a:lnTo>
                    <a:pt x="2014101" y="1826034"/>
                  </a:lnTo>
                  <a:lnTo>
                    <a:pt x="2018607" y="1655737"/>
                  </a:lnTo>
                  <a:lnTo>
                    <a:pt x="2023112" y="2448904"/>
                  </a:lnTo>
                  <a:lnTo>
                    <a:pt x="2032124" y="1422452"/>
                  </a:lnTo>
                  <a:lnTo>
                    <a:pt x="2036630" y="769255"/>
                  </a:lnTo>
                  <a:lnTo>
                    <a:pt x="2041136" y="762257"/>
                  </a:lnTo>
                  <a:lnTo>
                    <a:pt x="2045642" y="1833033"/>
                  </a:lnTo>
                  <a:lnTo>
                    <a:pt x="2068171" y="2364922"/>
                  </a:lnTo>
                  <a:lnTo>
                    <a:pt x="2072676" y="2931803"/>
                  </a:lnTo>
                  <a:lnTo>
                    <a:pt x="2077182" y="2530554"/>
                  </a:lnTo>
                  <a:lnTo>
                    <a:pt x="2081688" y="1854029"/>
                  </a:lnTo>
                  <a:lnTo>
                    <a:pt x="2086194" y="2745176"/>
                  </a:lnTo>
                  <a:lnTo>
                    <a:pt x="2095206" y="2640198"/>
                  </a:lnTo>
                  <a:lnTo>
                    <a:pt x="2099711" y="1933345"/>
                  </a:lnTo>
                  <a:lnTo>
                    <a:pt x="2104217" y="1982335"/>
                  </a:lnTo>
                  <a:lnTo>
                    <a:pt x="2108723" y="2049988"/>
                  </a:lnTo>
                  <a:lnTo>
                    <a:pt x="2113229" y="2068650"/>
                  </a:lnTo>
                  <a:lnTo>
                    <a:pt x="2126746" y="2565547"/>
                  </a:lnTo>
                  <a:lnTo>
                    <a:pt x="2131252" y="1343135"/>
                  </a:lnTo>
                  <a:lnTo>
                    <a:pt x="2140264" y="1693062"/>
                  </a:lnTo>
                  <a:lnTo>
                    <a:pt x="2144770" y="881232"/>
                  </a:lnTo>
                  <a:lnTo>
                    <a:pt x="2158287" y="804248"/>
                  </a:lnTo>
                  <a:lnTo>
                    <a:pt x="2162793" y="414663"/>
                  </a:lnTo>
                  <a:lnTo>
                    <a:pt x="2167299" y="881232"/>
                  </a:lnTo>
                  <a:lnTo>
                    <a:pt x="2171804" y="2770837"/>
                  </a:lnTo>
                  <a:lnTo>
                    <a:pt x="2176310" y="2747509"/>
                  </a:lnTo>
                  <a:lnTo>
                    <a:pt x="2189828" y="2031325"/>
                  </a:lnTo>
                  <a:lnTo>
                    <a:pt x="2194334" y="2733511"/>
                  </a:lnTo>
                  <a:lnTo>
                    <a:pt x="2198839" y="2306601"/>
                  </a:lnTo>
                  <a:lnTo>
                    <a:pt x="2203345" y="2411579"/>
                  </a:lnTo>
                  <a:lnTo>
                    <a:pt x="2207851" y="2320598"/>
                  </a:lnTo>
                  <a:lnTo>
                    <a:pt x="2221368" y="1917015"/>
                  </a:lnTo>
                  <a:lnTo>
                    <a:pt x="2225874" y="2654195"/>
                  </a:lnTo>
                  <a:lnTo>
                    <a:pt x="2230380" y="2959797"/>
                  </a:lnTo>
                  <a:lnTo>
                    <a:pt x="2239392" y="2194624"/>
                  </a:lnTo>
                  <a:lnTo>
                    <a:pt x="2252909" y="2215911"/>
                  </a:lnTo>
                  <a:lnTo>
                    <a:pt x="2257415" y="2475732"/>
                  </a:lnTo>
                  <a:lnTo>
                    <a:pt x="2261921" y="1854029"/>
                  </a:lnTo>
                  <a:lnTo>
                    <a:pt x="2266427" y="2105976"/>
                  </a:lnTo>
                  <a:lnTo>
                    <a:pt x="2270933" y="2406913"/>
                  </a:lnTo>
                  <a:lnTo>
                    <a:pt x="2288956" y="2273941"/>
                  </a:lnTo>
                  <a:lnTo>
                    <a:pt x="2293462" y="2731179"/>
                  </a:lnTo>
                  <a:lnTo>
                    <a:pt x="2297967" y="2717182"/>
                  </a:lnTo>
                  <a:lnTo>
                    <a:pt x="2302473" y="2026659"/>
                  </a:lnTo>
                  <a:lnTo>
                    <a:pt x="2315991" y="160383"/>
                  </a:lnTo>
                  <a:lnTo>
                    <a:pt x="2320497" y="526639"/>
                  </a:lnTo>
                  <a:lnTo>
                    <a:pt x="2325002" y="561632"/>
                  </a:lnTo>
                  <a:lnTo>
                    <a:pt x="2329508" y="1569421"/>
                  </a:lnTo>
                  <a:lnTo>
                    <a:pt x="2334014" y="1910017"/>
                  </a:lnTo>
                  <a:lnTo>
                    <a:pt x="2347531" y="2376586"/>
                  </a:lnTo>
                  <a:lnTo>
                    <a:pt x="2352037" y="1613746"/>
                  </a:lnTo>
                  <a:lnTo>
                    <a:pt x="2356543" y="997874"/>
                  </a:lnTo>
                  <a:lnTo>
                    <a:pt x="2361049" y="885898"/>
                  </a:lnTo>
                  <a:lnTo>
                    <a:pt x="2365555" y="785585"/>
                  </a:lnTo>
                  <a:lnTo>
                    <a:pt x="2379072" y="62403"/>
                  </a:lnTo>
                  <a:lnTo>
                    <a:pt x="2383578" y="818245"/>
                  </a:lnTo>
                  <a:lnTo>
                    <a:pt x="2388084" y="300353"/>
                  </a:lnTo>
                  <a:lnTo>
                    <a:pt x="2392590" y="132388"/>
                  </a:lnTo>
                  <a:lnTo>
                    <a:pt x="2397095" y="542969"/>
                  </a:lnTo>
                  <a:lnTo>
                    <a:pt x="2410613" y="1947342"/>
                  </a:lnTo>
                  <a:lnTo>
                    <a:pt x="2415119" y="2497894"/>
                  </a:lnTo>
                  <a:lnTo>
                    <a:pt x="2419625" y="2469900"/>
                  </a:lnTo>
                  <a:lnTo>
                    <a:pt x="2424130" y="2192291"/>
                  </a:lnTo>
                  <a:lnTo>
                    <a:pt x="2428636" y="1830700"/>
                  </a:lnTo>
                  <a:lnTo>
                    <a:pt x="2442154" y="1105185"/>
                  </a:lnTo>
                  <a:lnTo>
                    <a:pt x="2446659" y="2339261"/>
                  </a:lnTo>
                  <a:lnTo>
                    <a:pt x="2455671" y="3097435"/>
                  </a:lnTo>
                  <a:lnTo>
                    <a:pt x="2460177" y="1756049"/>
                  </a:lnTo>
                  <a:lnTo>
                    <a:pt x="2473694" y="2465234"/>
                  </a:lnTo>
                  <a:lnTo>
                    <a:pt x="2478200" y="1732721"/>
                  </a:lnTo>
                  <a:lnTo>
                    <a:pt x="2482706" y="2294936"/>
                  </a:lnTo>
                  <a:lnTo>
                    <a:pt x="2487212" y="2733511"/>
                  </a:lnTo>
                  <a:lnTo>
                    <a:pt x="2491718" y="2885146"/>
                  </a:lnTo>
                  <a:lnTo>
                    <a:pt x="2505235" y="1399124"/>
                  </a:lnTo>
                  <a:lnTo>
                    <a:pt x="2509741" y="2290271"/>
                  </a:lnTo>
                  <a:lnTo>
                    <a:pt x="2514247" y="2703184"/>
                  </a:lnTo>
                  <a:lnTo>
                    <a:pt x="2518753" y="2432574"/>
                  </a:lnTo>
                  <a:lnTo>
                    <a:pt x="2523258" y="1837699"/>
                  </a:lnTo>
                  <a:lnTo>
                    <a:pt x="2536776" y="2150300"/>
                  </a:lnTo>
                  <a:lnTo>
                    <a:pt x="2541282" y="1539094"/>
                  </a:lnTo>
                  <a:lnTo>
                    <a:pt x="2545787" y="1457445"/>
                  </a:lnTo>
                  <a:lnTo>
                    <a:pt x="2550293" y="1431784"/>
                  </a:lnTo>
                  <a:lnTo>
                    <a:pt x="2554799" y="1310476"/>
                  </a:lnTo>
                  <a:lnTo>
                    <a:pt x="2568317" y="2024326"/>
                  </a:lnTo>
                  <a:lnTo>
                    <a:pt x="2572822" y="1651071"/>
                  </a:lnTo>
                  <a:lnTo>
                    <a:pt x="2577328" y="2390583"/>
                  </a:lnTo>
                  <a:lnTo>
                    <a:pt x="2581834" y="1336137"/>
                  </a:lnTo>
                  <a:lnTo>
                    <a:pt x="2586340" y="974546"/>
                  </a:lnTo>
                  <a:lnTo>
                    <a:pt x="2599857" y="2357923"/>
                  </a:lnTo>
                  <a:lnTo>
                    <a:pt x="2604363" y="2329929"/>
                  </a:lnTo>
                  <a:lnTo>
                    <a:pt x="2608869" y="2595874"/>
                  </a:lnTo>
                  <a:lnTo>
                    <a:pt x="2613375" y="2304268"/>
                  </a:lnTo>
                  <a:lnTo>
                    <a:pt x="2617881" y="2164297"/>
                  </a:lnTo>
                  <a:lnTo>
                    <a:pt x="2631398" y="1672067"/>
                  </a:lnTo>
                  <a:lnTo>
                    <a:pt x="2635904" y="1891354"/>
                  </a:lnTo>
                  <a:lnTo>
                    <a:pt x="2640410" y="1238157"/>
                  </a:lnTo>
                  <a:lnTo>
                    <a:pt x="2644916" y="988543"/>
                  </a:lnTo>
                  <a:lnTo>
                    <a:pt x="2649421" y="1347801"/>
                  </a:lnTo>
                  <a:lnTo>
                    <a:pt x="2662939" y="2614536"/>
                  </a:lnTo>
                  <a:lnTo>
                    <a:pt x="2667445" y="2721847"/>
                  </a:lnTo>
                  <a:lnTo>
                    <a:pt x="2671950" y="3025117"/>
                  </a:lnTo>
                  <a:lnTo>
                    <a:pt x="2676456" y="3090437"/>
                  </a:lnTo>
                  <a:lnTo>
                    <a:pt x="2680962" y="2327596"/>
                  </a:lnTo>
                  <a:lnTo>
                    <a:pt x="2694480" y="2486230"/>
                  </a:lnTo>
                  <a:lnTo>
                    <a:pt x="2698985" y="1672067"/>
                  </a:lnTo>
                  <a:lnTo>
                    <a:pt x="2703491" y="1345468"/>
                  </a:lnTo>
                  <a:lnTo>
                    <a:pt x="2707997" y="2763838"/>
                  </a:lnTo>
                  <a:lnTo>
                    <a:pt x="2712503" y="2745176"/>
                  </a:lnTo>
                  <a:lnTo>
                    <a:pt x="2726020" y="2880481"/>
                  </a:lnTo>
                  <a:lnTo>
                    <a:pt x="2730526" y="2213287"/>
                  </a:lnTo>
                  <a:lnTo>
                    <a:pt x="2735032" y="1987001"/>
                  </a:lnTo>
                  <a:lnTo>
                    <a:pt x="2739538" y="1189168"/>
                  </a:lnTo>
                  <a:lnTo>
                    <a:pt x="2744044" y="825244"/>
                  </a:lnTo>
                  <a:lnTo>
                    <a:pt x="2757561" y="1154175"/>
                  </a:lnTo>
                  <a:lnTo>
                    <a:pt x="2762067" y="1585751"/>
                  </a:lnTo>
                  <a:lnTo>
                    <a:pt x="2766573" y="708601"/>
                  </a:lnTo>
                  <a:lnTo>
                    <a:pt x="2771078" y="1077191"/>
                  </a:lnTo>
                  <a:lnTo>
                    <a:pt x="2775584" y="2042989"/>
                  </a:lnTo>
                  <a:lnTo>
                    <a:pt x="2789102" y="1777045"/>
                  </a:lnTo>
                  <a:lnTo>
                    <a:pt x="2793608" y="1317474"/>
                  </a:lnTo>
                  <a:lnTo>
                    <a:pt x="2798113" y="3048446"/>
                  </a:lnTo>
                  <a:lnTo>
                    <a:pt x="2802619" y="3032116"/>
                  </a:lnTo>
                  <a:lnTo>
                    <a:pt x="2807125" y="2721847"/>
                  </a:lnTo>
                  <a:lnTo>
                    <a:pt x="2820642" y="3092770"/>
                  </a:lnTo>
                  <a:lnTo>
                    <a:pt x="2825148" y="2567879"/>
                  </a:lnTo>
                  <a:lnTo>
                    <a:pt x="2829654" y="1737386"/>
                  </a:lnTo>
                  <a:lnTo>
                    <a:pt x="2834160" y="1732721"/>
                  </a:lnTo>
                  <a:lnTo>
                    <a:pt x="2838666" y="2432574"/>
                  </a:lnTo>
                  <a:lnTo>
                    <a:pt x="2852183" y="2560881"/>
                  </a:lnTo>
                  <a:lnTo>
                    <a:pt x="2856689" y="2264609"/>
                  </a:lnTo>
                  <a:lnTo>
                    <a:pt x="2861195" y="2637865"/>
                  </a:lnTo>
                  <a:lnTo>
                    <a:pt x="2865701" y="1728055"/>
                  </a:lnTo>
                  <a:lnTo>
                    <a:pt x="2870206" y="1515766"/>
                  </a:lnTo>
                  <a:lnTo>
                    <a:pt x="2883724" y="2749841"/>
                  </a:lnTo>
                  <a:lnTo>
                    <a:pt x="2888230" y="2931803"/>
                  </a:lnTo>
                  <a:lnTo>
                    <a:pt x="2892736" y="2672857"/>
                  </a:lnTo>
                  <a:lnTo>
                    <a:pt x="2897241" y="2133970"/>
                  </a:lnTo>
                  <a:lnTo>
                    <a:pt x="2901747" y="1772379"/>
                  </a:lnTo>
                  <a:lnTo>
                    <a:pt x="2915265" y="2196957"/>
                  </a:lnTo>
                  <a:lnTo>
                    <a:pt x="2919771" y="2787167"/>
                  </a:lnTo>
                  <a:lnTo>
                    <a:pt x="2924276" y="2493228"/>
                  </a:lnTo>
                  <a:lnTo>
                    <a:pt x="2928782" y="3039114"/>
                  </a:lnTo>
                  <a:lnTo>
                    <a:pt x="2933288" y="2264609"/>
                  </a:lnTo>
                  <a:lnTo>
                    <a:pt x="2946805" y="2460569"/>
                  </a:lnTo>
                  <a:lnTo>
                    <a:pt x="2951311" y="3125430"/>
                  </a:lnTo>
                  <a:lnTo>
                    <a:pt x="2955817" y="2628533"/>
                  </a:lnTo>
                  <a:lnTo>
                    <a:pt x="2960323" y="2651862"/>
                  </a:lnTo>
                  <a:lnTo>
                    <a:pt x="2964829" y="2490896"/>
                  </a:lnTo>
                  <a:lnTo>
                    <a:pt x="2978346" y="2278607"/>
                  </a:lnTo>
                  <a:lnTo>
                    <a:pt x="2982852" y="2917806"/>
                  </a:lnTo>
                  <a:lnTo>
                    <a:pt x="2987358" y="2560881"/>
                  </a:lnTo>
                  <a:lnTo>
                    <a:pt x="2991864" y="1681398"/>
                  </a:lnTo>
                  <a:lnTo>
                    <a:pt x="2996369" y="1933345"/>
                  </a:lnTo>
                  <a:lnTo>
                    <a:pt x="3009887" y="2808163"/>
                  </a:lnTo>
                  <a:lnTo>
                    <a:pt x="3014393" y="2770837"/>
                  </a:lnTo>
                  <a:lnTo>
                    <a:pt x="3018899" y="2957465"/>
                  </a:lnTo>
                  <a:lnTo>
                    <a:pt x="3023404" y="3239739"/>
                  </a:lnTo>
                  <a:lnTo>
                    <a:pt x="3027910" y="3090437"/>
                  </a:lnTo>
                  <a:lnTo>
                    <a:pt x="3041428" y="2838490"/>
                  </a:lnTo>
                  <a:lnTo>
                    <a:pt x="3045933" y="1681398"/>
                  </a:lnTo>
                  <a:lnTo>
                    <a:pt x="3050439" y="2409246"/>
                  </a:lnTo>
                  <a:lnTo>
                    <a:pt x="3054945" y="2250612"/>
                  </a:lnTo>
                  <a:lnTo>
                    <a:pt x="3059451" y="2822160"/>
                  </a:lnTo>
                  <a:lnTo>
                    <a:pt x="3072968" y="3260735"/>
                  </a:lnTo>
                  <a:lnTo>
                    <a:pt x="3077474" y="3225742"/>
                  </a:lnTo>
                  <a:lnTo>
                    <a:pt x="3081980" y="3246738"/>
                  </a:lnTo>
                  <a:lnTo>
                    <a:pt x="3086486" y="2957465"/>
                  </a:lnTo>
                  <a:lnTo>
                    <a:pt x="3090992" y="2978460"/>
                  </a:lnTo>
                  <a:lnTo>
                    <a:pt x="3104509" y="2539885"/>
                  </a:lnTo>
                  <a:lnTo>
                    <a:pt x="3109015" y="2700852"/>
                  </a:lnTo>
                  <a:lnTo>
                    <a:pt x="3113521" y="2927138"/>
                  </a:lnTo>
                  <a:lnTo>
                    <a:pt x="3118027" y="3188416"/>
                  </a:lnTo>
                  <a:lnTo>
                    <a:pt x="3122532" y="3200081"/>
                  </a:lnTo>
                  <a:lnTo>
                    <a:pt x="3136050" y="3146425"/>
                  </a:lnTo>
                  <a:lnTo>
                    <a:pt x="3140556" y="3246738"/>
                  </a:lnTo>
                  <a:lnTo>
                    <a:pt x="3145061" y="3204746"/>
                  </a:lnTo>
                  <a:lnTo>
                    <a:pt x="3149567" y="2906142"/>
                  </a:lnTo>
                  <a:lnTo>
                    <a:pt x="3154073" y="2719514"/>
                  </a:lnTo>
                  <a:lnTo>
                    <a:pt x="3167591" y="3036781"/>
                  </a:lnTo>
                  <a:lnTo>
                    <a:pt x="3172096" y="2789500"/>
                  </a:lnTo>
                  <a:lnTo>
                    <a:pt x="3176602" y="3183751"/>
                  </a:lnTo>
                  <a:lnTo>
                    <a:pt x="3181108" y="3160422"/>
                  </a:lnTo>
                  <a:lnTo>
                    <a:pt x="3185614" y="2941135"/>
                  </a:lnTo>
                  <a:lnTo>
                    <a:pt x="3199131" y="3263067"/>
                  </a:lnTo>
                  <a:lnTo>
                    <a:pt x="3203637" y="3176752"/>
                  </a:lnTo>
                  <a:lnTo>
                    <a:pt x="3208143" y="3260735"/>
                  </a:lnTo>
                  <a:lnTo>
                    <a:pt x="3212649" y="3218743"/>
                  </a:lnTo>
                  <a:lnTo>
                    <a:pt x="3217155" y="2992457"/>
                  </a:lnTo>
                  <a:lnTo>
                    <a:pt x="3230672" y="2285605"/>
                  </a:lnTo>
                  <a:lnTo>
                    <a:pt x="3235178" y="2243614"/>
                  </a:lnTo>
                  <a:lnTo>
                    <a:pt x="3239684" y="2255278"/>
                  </a:lnTo>
                  <a:lnTo>
                    <a:pt x="3244190" y="3211745"/>
                  </a:lnTo>
                  <a:lnTo>
                    <a:pt x="3262213" y="3055444"/>
                  </a:lnTo>
                  <a:lnTo>
                    <a:pt x="3266719" y="3127762"/>
                  </a:lnTo>
                  <a:lnTo>
                    <a:pt x="3271224" y="3195415"/>
                  </a:lnTo>
                  <a:lnTo>
                    <a:pt x="3298259" y="3239739"/>
                  </a:lnTo>
                  <a:lnTo>
                    <a:pt x="3302765" y="2992457"/>
                  </a:lnTo>
                  <a:lnTo>
                    <a:pt x="3307271" y="2465234"/>
                  </a:lnTo>
                  <a:lnTo>
                    <a:pt x="3311777" y="3104434"/>
                  </a:lnTo>
                  <a:lnTo>
                    <a:pt x="3325294" y="2871149"/>
                  </a:lnTo>
                  <a:lnTo>
                    <a:pt x="3329800" y="2854819"/>
                  </a:lnTo>
                  <a:lnTo>
                    <a:pt x="3334306" y="2955132"/>
                  </a:lnTo>
                  <a:lnTo>
                    <a:pt x="3338812" y="2663526"/>
                  </a:lnTo>
                  <a:lnTo>
                    <a:pt x="3343318" y="2593541"/>
                  </a:lnTo>
                  <a:lnTo>
                    <a:pt x="3356835" y="3179085"/>
                  </a:lnTo>
                  <a:lnTo>
                    <a:pt x="3361341" y="3160422"/>
                  </a:lnTo>
                  <a:lnTo>
                    <a:pt x="3365847" y="2689187"/>
                  </a:lnTo>
                  <a:lnTo>
                    <a:pt x="3370352" y="2927138"/>
                  </a:lnTo>
                  <a:lnTo>
                    <a:pt x="3374858" y="2740510"/>
                  </a:lnTo>
                  <a:lnTo>
                    <a:pt x="3388376" y="3011120"/>
                  </a:lnTo>
                  <a:lnTo>
                    <a:pt x="3392882" y="2934136"/>
                  </a:lnTo>
                  <a:lnTo>
                    <a:pt x="3397387" y="3064776"/>
                  </a:lnTo>
                  <a:lnTo>
                    <a:pt x="3401893" y="3015786"/>
                  </a:lnTo>
                  <a:lnTo>
                    <a:pt x="3406399" y="2686855"/>
                  </a:lnTo>
                  <a:lnTo>
                    <a:pt x="3419916" y="3237406"/>
                  </a:lnTo>
                  <a:lnTo>
                    <a:pt x="3424422" y="3263067"/>
                  </a:lnTo>
                  <a:lnTo>
                    <a:pt x="3428928" y="2857152"/>
                  </a:lnTo>
                  <a:lnTo>
                    <a:pt x="3433434" y="3176752"/>
                  </a:lnTo>
                  <a:lnTo>
                    <a:pt x="3437940" y="3134761"/>
                  </a:lnTo>
                  <a:lnTo>
                    <a:pt x="3451457" y="2719514"/>
                  </a:lnTo>
                  <a:lnTo>
                    <a:pt x="3455963" y="3113765"/>
                  </a:lnTo>
                  <a:lnTo>
                    <a:pt x="3460469" y="2712516"/>
                  </a:lnTo>
                  <a:lnTo>
                    <a:pt x="3464975" y="2728846"/>
                  </a:lnTo>
                  <a:lnTo>
                    <a:pt x="3469480" y="2780168"/>
                  </a:lnTo>
                  <a:lnTo>
                    <a:pt x="3482998" y="2437240"/>
                  </a:lnTo>
                  <a:lnTo>
                    <a:pt x="3487504" y="2875815"/>
                  </a:lnTo>
                  <a:lnTo>
                    <a:pt x="3492010" y="3244405"/>
                  </a:lnTo>
                  <a:lnTo>
                    <a:pt x="3496515" y="2609871"/>
                  </a:lnTo>
                  <a:lnTo>
                    <a:pt x="3501021" y="3106767"/>
                  </a:lnTo>
                  <a:lnTo>
                    <a:pt x="3514539" y="2901476"/>
                  </a:lnTo>
                  <a:lnTo>
                    <a:pt x="3519044" y="2875815"/>
                  </a:lnTo>
                  <a:lnTo>
                    <a:pt x="3523550" y="1602081"/>
                  </a:lnTo>
                  <a:lnTo>
                    <a:pt x="3528056" y="2647196"/>
                  </a:lnTo>
                  <a:lnTo>
                    <a:pt x="3532562" y="2546884"/>
                  </a:lnTo>
                  <a:lnTo>
                    <a:pt x="3546079" y="1233492"/>
                  </a:lnTo>
                  <a:lnTo>
                    <a:pt x="3550585" y="1709392"/>
                  </a:lnTo>
                  <a:lnTo>
                    <a:pt x="3555091" y="1849363"/>
                  </a:lnTo>
                  <a:lnTo>
                    <a:pt x="3559597" y="1504102"/>
                  </a:lnTo>
                  <a:lnTo>
                    <a:pt x="3564103" y="1854029"/>
                  </a:lnTo>
                  <a:lnTo>
                    <a:pt x="3577620" y="1478440"/>
                  </a:lnTo>
                  <a:lnTo>
                    <a:pt x="3582126" y="1025868"/>
                  </a:lnTo>
                  <a:lnTo>
                    <a:pt x="3586632" y="986210"/>
                  </a:lnTo>
                  <a:lnTo>
                    <a:pt x="3591138" y="993209"/>
                  </a:lnTo>
                  <a:lnTo>
                    <a:pt x="3595643" y="1028201"/>
                  </a:lnTo>
                  <a:lnTo>
                    <a:pt x="3609161" y="2278607"/>
                  </a:lnTo>
                  <a:lnTo>
                    <a:pt x="3613667" y="3069441"/>
                  </a:lnTo>
                  <a:lnTo>
                    <a:pt x="3618173" y="2112974"/>
                  </a:lnTo>
                  <a:lnTo>
                    <a:pt x="3622678" y="3123097"/>
                  </a:lnTo>
                  <a:lnTo>
                    <a:pt x="3627184" y="1616078"/>
                  </a:lnTo>
                  <a:lnTo>
                    <a:pt x="3640702" y="1035200"/>
                  </a:lnTo>
                  <a:lnTo>
                    <a:pt x="3645207" y="878899"/>
                  </a:lnTo>
                  <a:lnTo>
                    <a:pt x="3649713" y="832242"/>
                  </a:lnTo>
                  <a:lnTo>
                    <a:pt x="3654219" y="892896"/>
                  </a:lnTo>
                  <a:lnTo>
                    <a:pt x="3658725" y="934887"/>
                  </a:lnTo>
                  <a:lnTo>
                    <a:pt x="3672242" y="1450446"/>
                  </a:lnTo>
                  <a:lnTo>
                    <a:pt x="3676748" y="2322931"/>
                  </a:lnTo>
                  <a:lnTo>
                    <a:pt x="3681254" y="2920139"/>
                  </a:lnTo>
                  <a:lnTo>
                    <a:pt x="3685760" y="3008787"/>
                  </a:lnTo>
                  <a:lnTo>
                    <a:pt x="3690266" y="3158089"/>
                  </a:lnTo>
                  <a:lnTo>
                    <a:pt x="3703783" y="2376586"/>
                  </a:lnTo>
                  <a:lnTo>
                    <a:pt x="3708289" y="3162755"/>
                  </a:lnTo>
                  <a:lnTo>
                    <a:pt x="3712795" y="2871149"/>
                  </a:lnTo>
                  <a:lnTo>
                    <a:pt x="3717301" y="2640198"/>
                  </a:lnTo>
                  <a:lnTo>
                    <a:pt x="3721806" y="2861818"/>
                  </a:lnTo>
                  <a:lnTo>
                    <a:pt x="3744335" y="1499436"/>
                  </a:lnTo>
                  <a:lnTo>
                    <a:pt x="3748841" y="1807372"/>
                  </a:lnTo>
                  <a:lnTo>
                    <a:pt x="3771370" y="953550"/>
                  </a:lnTo>
                  <a:lnTo>
                    <a:pt x="3775876" y="1086522"/>
                  </a:lnTo>
                  <a:lnTo>
                    <a:pt x="3780382" y="2028992"/>
                  </a:lnTo>
                  <a:lnTo>
                    <a:pt x="3784888" y="1658070"/>
                  </a:lnTo>
                  <a:lnTo>
                    <a:pt x="3798405" y="2313599"/>
                  </a:lnTo>
                  <a:lnTo>
                    <a:pt x="3802911" y="2173628"/>
                  </a:lnTo>
                  <a:lnTo>
                    <a:pt x="3807417" y="1546093"/>
                  </a:lnTo>
                  <a:lnTo>
                    <a:pt x="3811923" y="836908"/>
                  </a:lnTo>
                  <a:lnTo>
                    <a:pt x="3816429" y="1520432"/>
                  </a:lnTo>
                  <a:lnTo>
                    <a:pt x="3829946" y="1135512"/>
                  </a:lnTo>
                  <a:lnTo>
                    <a:pt x="3834452" y="1336137"/>
                  </a:lnTo>
                  <a:lnTo>
                    <a:pt x="3838958" y="1466776"/>
                  </a:lnTo>
                  <a:lnTo>
                    <a:pt x="3843463" y="1721056"/>
                  </a:lnTo>
                  <a:lnTo>
                    <a:pt x="3847969" y="1742052"/>
                  </a:lnTo>
                  <a:lnTo>
                    <a:pt x="3861487" y="503311"/>
                  </a:lnTo>
                  <a:lnTo>
                    <a:pt x="3865993" y="1522765"/>
                  </a:lnTo>
                  <a:lnTo>
                    <a:pt x="3870498" y="1133179"/>
                  </a:lnTo>
                  <a:lnTo>
                    <a:pt x="3875004" y="1483106"/>
                  </a:lnTo>
                  <a:lnTo>
                    <a:pt x="3879510" y="1763048"/>
                  </a:lnTo>
                  <a:lnTo>
                    <a:pt x="3893028" y="1620744"/>
                  </a:lnTo>
                  <a:lnTo>
                    <a:pt x="3897533" y="1844697"/>
                  </a:lnTo>
                  <a:lnTo>
                    <a:pt x="3902039" y="706269"/>
                  </a:lnTo>
                  <a:lnTo>
                    <a:pt x="3906545" y="1044531"/>
                  </a:lnTo>
                  <a:lnTo>
                    <a:pt x="3911051" y="1497103"/>
                  </a:lnTo>
                  <a:lnTo>
                    <a:pt x="3924568" y="1835366"/>
                  </a:lnTo>
                  <a:lnTo>
                    <a:pt x="3929074" y="2528221"/>
                  </a:lnTo>
                  <a:lnTo>
                    <a:pt x="3933580" y="1590417"/>
                  </a:lnTo>
                  <a:lnTo>
                    <a:pt x="3942592" y="1868026"/>
                  </a:lnTo>
                  <a:lnTo>
                    <a:pt x="3956109" y="1940344"/>
                  </a:lnTo>
                  <a:lnTo>
                    <a:pt x="3960615" y="1690729"/>
                  </a:lnTo>
                  <a:lnTo>
                    <a:pt x="3965121" y="1639407"/>
                  </a:lnTo>
                  <a:lnTo>
                    <a:pt x="3969626" y="927889"/>
                  </a:lnTo>
                  <a:lnTo>
                    <a:pt x="3974132" y="855571"/>
                  </a:lnTo>
                  <a:lnTo>
                    <a:pt x="3992156" y="2465234"/>
                  </a:lnTo>
                  <a:lnTo>
                    <a:pt x="3996661" y="2021994"/>
                  </a:lnTo>
                  <a:lnTo>
                    <a:pt x="4001167" y="2437240"/>
                  </a:lnTo>
                  <a:lnTo>
                    <a:pt x="4005673" y="1168172"/>
                  </a:lnTo>
                  <a:lnTo>
                    <a:pt x="4019190" y="1207830"/>
                  </a:lnTo>
                  <a:lnTo>
                    <a:pt x="4023696" y="818245"/>
                  </a:lnTo>
                  <a:lnTo>
                    <a:pt x="4028202" y="286356"/>
                  </a:lnTo>
                  <a:lnTo>
                    <a:pt x="4032708" y="722598"/>
                  </a:lnTo>
                  <a:lnTo>
                    <a:pt x="4037214" y="762257"/>
                  </a:lnTo>
                  <a:lnTo>
                    <a:pt x="4050731" y="1949675"/>
                  </a:lnTo>
                  <a:lnTo>
                    <a:pt x="4055237" y="827577"/>
                  </a:lnTo>
                  <a:lnTo>
                    <a:pt x="4059743" y="1039865"/>
                  </a:lnTo>
                  <a:lnTo>
                    <a:pt x="4064249" y="216371"/>
                  </a:lnTo>
                  <a:lnTo>
                    <a:pt x="4068754" y="1910017"/>
                  </a:lnTo>
                  <a:lnTo>
                    <a:pt x="4082272" y="2040656"/>
                  </a:lnTo>
                  <a:lnTo>
                    <a:pt x="4086778" y="1291813"/>
                  </a:lnTo>
                  <a:lnTo>
                    <a:pt x="4095789" y="983877"/>
                  </a:lnTo>
                  <a:lnTo>
                    <a:pt x="4100295" y="2504893"/>
                  </a:lnTo>
                  <a:lnTo>
                    <a:pt x="4113813" y="913892"/>
                  </a:lnTo>
                  <a:lnTo>
                    <a:pt x="4118318" y="930222"/>
                  </a:lnTo>
                  <a:lnTo>
                    <a:pt x="4122824" y="1581086"/>
                  </a:lnTo>
                  <a:lnTo>
                    <a:pt x="4127330" y="2980793"/>
                  </a:lnTo>
                  <a:lnTo>
                    <a:pt x="4131836" y="1739719"/>
                  </a:lnTo>
                  <a:lnTo>
                    <a:pt x="4145353" y="2063985"/>
                  </a:lnTo>
                  <a:lnTo>
                    <a:pt x="4149859" y="738928"/>
                  </a:lnTo>
                  <a:lnTo>
                    <a:pt x="4154365" y="1898353"/>
                  </a:lnTo>
                  <a:lnTo>
                    <a:pt x="4158871" y="1527430"/>
                  </a:lnTo>
                  <a:lnTo>
                    <a:pt x="4163377" y="1466776"/>
                  </a:lnTo>
                  <a:lnTo>
                    <a:pt x="4176894" y="514975"/>
                  </a:lnTo>
                  <a:lnTo>
                    <a:pt x="4181400" y="165048"/>
                  </a:lnTo>
                  <a:lnTo>
                    <a:pt x="4185906" y="622286"/>
                  </a:lnTo>
                  <a:lnTo>
                    <a:pt x="4190412" y="2259944"/>
                  </a:lnTo>
                  <a:lnTo>
                    <a:pt x="4194917" y="1639407"/>
                  </a:lnTo>
                  <a:lnTo>
                    <a:pt x="4208435" y="1200832"/>
                  </a:lnTo>
                  <a:lnTo>
                    <a:pt x="4212941" y="2215620"/>
                  </a:lnTo>
                  <a:lnTo>
                    <a:pt x="4217447" y="1774712"/>
                  </a:lnTo>
                  <a:lnTo>
                    <a:pt x="4221952" y="1007206"/>
                  </a:lnTo>
                  <a:lnTo>
                    <a:pt x="4226458" y="1889021"/>
                  </a:lnTo>
                  <a:lnTo>
                    <a:pt x="4239976" y="2047655"/>
                  </a:lnTo>
                  <a:lnTo>
                    <a:pt x="4244481" y="860236"/>
                  </a:lnTo>
                  <a:lnTo>
                    <a:pt x="4248987" y="295688"/>
                  </a:lnTo>
                  <a:lnTo>
                    <a:pt x="4253493" y="829909"/>
                  </a:lnTo>
                  <a:lnTo>
                    <a:pt x="4257999" y="1856361"/>
                  </a:lnTo>
                  <a:lnTo>
                    <a:pt x="4271516" y="771588"/>
                  </a:lnTo>
                  <a:lnTo>
                    <a:pt x="4276022" y="654946"/>
                  </a:lnTo>
                  <a:lnTo>
                    <a:pt x="4280528" y="437991"/>
                  </a:lnTo>
                  <a:lnTo>
                    <a:pt x="4285034" y="370339"/>
                  </a:lnTo>
                  <a:lnTo>
                    <a:pt x="4289540" y="491647"/>
                  </a:lnTo>
                  <a:lnTo>
                    <a:pt x="4303057" y="2164297"/>
                  </a:lnTo>
                  <a:lnTo>
                    <a:pt x="4307563" y="1268484"/>
                  </a:lnTo>
                  <a:lnTo>
                    <a:pt x="4312069" y="1676732"/>
                  </a:lnTo>
                  <a:lnTo>
                    <a:pt x="4316575" y="2189958"/>
                  </a:lnTo>
                  <a:lnTo>
                    <a:pt x="4321080" y="2535220"/>
                  </a:lnTo>
                  <a:lnTo>
                    <a:pt x="4334598" y="1723389"/>
                  </a:lnTo>
                  <a:lnTo>
                    <a:pt x="4339104" y="1154175"/>
                  </a:lnTo>
                  <a:lnTo>
                    <a:pt x="4343609" y="937220"/>
                  </a:lnTo>
                  <a:lnTo>
                    <a:pt x="4348115" y="1093521"/>
                  </a:lnTo>
                  <a:lnTo>
                    <a:pt x="4352621" y="2238948"/>
                  </a:lnTo>
                  <a:lnTo>
                    <a:pt x="4366139" y="1354800"/>
                  </a:lnTo>
                  <a:lnTo>
                    <a:pt x="4370644" y="1413121"/>
                  </a:lnTo>
                  <a:lnTo>
                    <a:pt x="4375150" y="2126972"/>
                  </a:lnTo>
                  <a:lnTo>
                    <a:pt x="4379656" y="1431784"/>
                  </a:lnTo>
                  <a:lnTo>
                    <a:pt x="4384162" y="1168172"/>
                  </a:lnTo>
                  <a:lnTo>
                    <a:pt x="4397679" y="1298811"/>
                  </a:lnTo>
                  <a:lnTo>
                    <a:pt x="4402185" y="1779378"/>
                  </a:lnTo>
                  <a:lnTo>
                    <a:pt x="4406691" y="1868026"/>
                  </a:lnTo>
                  <a:lnTo>
                    <a:pt x="4411197" y="2696186"/>
                  </a:lnTo>
                  <a:lnTo>
                    <a:pt x="4415703" y="2346259"/>
                  </a:lnTo>
                  <a:lnTo>
                    <a:pt x="4429220" y="1402331"/>
                  </a:lnTo>
                  <a:lnTo>
                    <a:pt x="4433726" y="2071566"/>
                  </a:lnTo>
                  <a:lnTo>
                    <a:pt x="4438232" y="2911391"/>
                  </a:lnTo>
                  <a:lnTo>
                    <a:pt x="4442737" y="2864151"/>
                  </a:lnTo>
                  <a:lnTo>
                    <a:pt x="4447243" y="2465234"/>
                  </a:lnTo>
                  <a:lnTo>
                    <a:pt x="4460761" y="2533470"/>
                  </a:lnTo>
                  <a:lnTo>
                    <a:pt x="4465267" y="2236907"/>
                  </a:lnTo>
                  <a:lnTo>
                    <a:pt x="4469772" y="1315724"/>
                  </a:lnTo>
                  <a:lnTo>
                    <a:pt x="4474278" y="1118891"/>
                  </a:lnTo>
                  <a:lnTo>
                    <a:pt x="4478784" y="1782877"/>
                  </a:lnTo>
                  <a:lnTo>
                    <a:pt x="4492301" y="2780168"/>
                  </a:lnTo>
                  <a:lnTo>
                    <a:pt x="4496807" y="3037365"/>
                  </a:lnTo>
                  <a:lnTo>
                    <a:pt x="4501313" y="2893020"/>
                  </a:lnTo>
                  <a:lnTo>
                    <a:pt x="4505819" y="2373378"/>
                  </a:lnTo>
                  <a:lnTo>
                    <a:pt x="4510325" y="1727763"/>
                  </a:lnTo>
                  <a:lnTo>
                    <a:pt x="4528348" y="1641156"/>
                  </a:lnTo>
                  <a:lnTo>
                    <a:pt x="4532854" y="1903602"/>
                  </a:lnTo>
                  <a:lnTo>
                    <a:pt x="4537360" y="1580794"/>
                  </a:lnTo>
                  <a:lnTo>
                    <a:pt x="4541866" y="1538803"/>
                  </a:lnTo>
                  <a:lnTo>
                    <a:pt x="4555383" y="2095187"/>
                  </a:lnTo>
                  <a:lnTo>
                    <a:pt x="4559889" y="2213287"/>
                  </a:lnTo>
                  <a:lnTo>
                    <a:pt x="4564395" y="1887855"/>
                  </a:lnTo>
                  <a:lnTo>
                    <a:pt x="4568900" y="2992749"/>
                  </a:lnTo>
                  <a:lnTo>
                    <a:pt x="4573406" y="3045238"/>
                  </a:lnTo>
                  <a:lnTo>
                    <a:pt x="4586924" y="2032200"/>
                  </a:lnTo>
                  <a:lnTo>
                    <a:pt x="4591430" y="2517723"/>
                  </a:lnTo>
                  <a:lnTo>
                    <a:pt x="4595935" y="2373378"/>
                  </a:lnTo>
                  <a:lnTo>
                    <a:pt x="4600441" y="2368129"/>
                  </a:lnTo>
                  <a:lnTo>
                    <a:pt x="4604947" y="2866775"/>
                  </a:lnTo>
                  <a:lnTo>
                    <a:pt x="4618464" y="2929762"/>
                  </a:lnTo>
                  <a:lnTo>
                    <a:pt x="4622970" y="2276274"/>
                  </a:lnTo>
                  <a:lnTo>
                    <a:pt x="4627476" y="2223785"/>
                  </a:lnTo>
                  <a:lnTo>
                    <a:pt x="4631982" y="1735637"/>
                  </a:lnTo>
                  <a:lnTo>
                    <a:pt x="4636488" y="2215911"/>
                  </a:lnTo>
                  <a:lnTo>
                    <a:pt x="4654511" y="2394374"/>
                  </a:lnTo>
                  <a:lnTo>
                    <a:pt x="4659017" y="2139802"/>
                  </a:lnTo>
                  <a:lnTo>
                    <a:pt x="4663523" y="2627950"/>
                  </a:lnTo>
                  <a:lnTo>
                    <a:pt x="4668028" y="3000622"/>
                  </a:lnTo>
                  <a:lnTo>
                    <a:pt x="4681546" y="2764422"/>
                  </a:lnTo>
                  <a:lnTo>
                    <a:pt x="4686052" y="2305143"/>
                  </a:lnTo>
                  <a:lnTo>
                    <a:pt x="4690558" y="2680439"/>
                  </a:lnTo>
                  <a:lnTo>
                    <a:pt x="4695063" y="2179169"/>
                  </a:lnTo>
                  <a:lnTo>
                    <a:pt x="4699569" y="2166047"/>
                  </a:lnTo>
                  <a:lnTo>
                    <a:pt x="4713087" y="2444239"/>
                  </a:lnTo>
                  <a:lnTo>
                    <a:pt x="4717592" y="2286772"/>
                  </a:lnTo>
                  <a:lnTo>
                    <a:pt x="4722098" y="2803788"/>
                  </a:lnTo>
                  <a:lnTo>
                    <a:pt x="4726604" y="3076731"/>
                  </a:lnTo>
                  <a:lnTo>
                    <a:pt x="4731110" y="3108225"/>
                  </a:lnTo>
                  <a:lnTo>
                    <a:pt x="4744627" y="2528221"/>
                  </a:lnTo>
                  <a:lnTo>
                    <a:pt x="4749133" y="2958631"/>
                  </a:lnTo>
                  <a:lnTo>
                    <a:pt x="4753639" y="2562339"/>
                  </a:lnTo>
                  <a:lnTo>
                    <a:pt x="4758145" y="2811662"/>
                  </a:lnTo>
                  <a:lnTo>
                    <a:pt x="4762651" y="2662068"/>
                  </a:lnTo>
                  <a:lnTo>
                    <a:pt x="4776168" y="3263067"/>
                  </a:lnTo>
                  <a:lnTo>
                    <a:pt x="4780674" y="3263067"/>
                  </a:lnTo>
                  <a:lnTo>
                    <a:pt x="4785180" y="3100351"/>
                  </a:lnTo>
                  <a:lnTo>
                    <a:pt x="4789686" y="3202705"/>
                  </a:lnTo>
                  <a:lnTo>
                    <a:pt x="4794191" y="3263067"/>
                  </a:lnTo>
                  <a:lnTo>
                    <a:pt x="4807709" y="3226325"/>
                  </a:lnTo>
                  <a:lnTo>
                    <a:pt x="4812215" y="3226325"/>
                  </a:lnTo>
                  <a:lnTo>
                    <a:pt x="4816720" y="3126596"/>
                  </a:lnTo>
                  <a:lnTo>
                    <a:pt x="4821226" y="2937635"/>
                  </a:lnTo>
                  <a:lnTo>
                    <a:pt x="4825732" y="3074107"/>
                  </a:lnTo>
                  <a:lnTo>
                    <a:pt x="4839250" y="2268400"/>
                  </a:lnTo>
                  <a:lnTo>
                    <a:pt x="4843755" y="2229034"/>
                  </a:lnTo>
                  <a:lnTo>
                    <a:pt x="4852767" y="2759173"/>
                  </a:lnTo>
                  <a:lnTo>
                    <a:pt x="4857273" y="2990124"/>
                  </a:lnTo>
                  <a:lnTo>
                    <a:pt x="4870790" y="3223701"/>
                  </a:lnTo>
                  <a:lnTo>
                    <a:pt x="4875296" y="3228950"/>
                  </a:lnTo>
                  <a:lnTo>
                    <a:pt x="4879802" y="3134469"/>
                  </a:lnTo>
                  <a:lnTo>
                    <a:pt x="4884308" y="2992749"/>
                  </a:lnTo>
                  <a:lnTo>
                    <a:pt x="4888814" y="3263067"/>
                  </a:lnTo>
                  <a:lnTo>
                    <a:pt x="4906837" y="2402247"/>
                  </a:lnTo>
                  <a:lnTo>
                    <a:pt x="4938378" y="2580710"/>
                  </a:lnTo>
                  <a:lnTo>
                    <a:pt x="4942883" y="3181709"/>
                  </a:lnTo>
                  <a:lnTo>
                    <a:pt x="4947389" y="3016369"/>
                  </a:lnTo>
                  <a:lnTo>
                    <a:pt x="4951895" y="2956007"/>
                  </a:lnTo>
                  <a:lnTo>
                    <a:pt x="4965413" y="3134469"/>
                  </a:lnTo>
                  <a:lnTo>
                    <a:pt x="4969918" y="3045238"/>
                  </a:lnTo>
                  <a:lnTo>
                    <a:pt x="4974424" y="3071482"/>
                  </a:lnTo>
                  <a:lnTo>
                    <a:pt x="4978930" y="3236823"/>
                  </a:lnTo>
                  <a:lnTo>
                    <a:pt x="4983436" y="3076731"/>
                  </a:lnTo>
                  <a:lnTo>
                    <a:pt x="4996953" y="2777544"/>
                  </a:lnTo>
                  <a:lnTo>
                    <a:pt x="5001459" y="2307767"/>
                  </a:lnTo>
                  <a:lnTo>
                    <a:pt x="5005965" y="2614828"/>
                  </a:lnTo>
                  <a:lnTo>
                    <a:pt x="5010471" y="2851029"/>
                  </a:lnTo>
                  <a:lnTo>
                    <a:pt x="5014977" y="3105600"/>
                  </a:lnTo>
                  <a:lnTo>
                    <a:pt x="5028494" y="3215827"/>
                  </a:lnTo>
                  <a:lnTo>
                    <a:pt x="5033000" y="3263067"/>
                  </a:lnTo>
                  <a:lnTo>
                    <a:pt x="5037506" y="3263067"/>
                  </a:lnTo>
                  <a:lnTo>
                    <a:pt x="5042011" y="3263067"/>
                  </a:lnTo>
                  <a:lnTo>
                    <a:pt x="5046517" y="3207954"/>
                  </a:lnTo>
                  <a:lnTo>
                    <a:pt x="5060035" y="3060985"/>
                  </a:lnTo>
                  <a:lnTo>
                    <a:pt x="5064541" y="3116098"/>
                  </a:lnTo>
                  <a:lnTo>
                    <a:pt x="5069046" y="3205330"/>
                  </a:lnTo>
                  <a:lnTo>
                    <a:pt x="5073552" y="3068858"/>
                  </a:lnTo>
                  <a:lnTo>
                    <a:pt x="5078058" y="3228950"/>
                  </a:lnTo>
                  <a:lnTo>
                    <a:pt x="5091575" y="2900893"/>
                  </a:lnTo>
                  <a:lnTo>
                    <a:pt x="5096081" y="1420703"/>
                  </a:lnTo>
                  <a:lnTo>
                    <a:pt x="5100587" y="1376087"/>
                  </a:lnTo>
                  <a:lnTo>
                    <a:pt x="5105093" y="1719890"/>
                  </a:lnTo>
                  <a:lnTo>
                    <a:pt x="5109599" y="2194916"/>
                  </a:lnTo>
                  <a:lnTo>
                    <a:pt x="5123116" y="2399623"/>
                  </a:lnTo>
                  <a:lnTo>
                    <a:pt x="5127622" y="1937719"/>
                  </a:lnTo>
                  <a:lnTo>
                    <a:pt x="5132128" y="1727763"/>
                  </a:lnTo>
                  <a:lnTo>
                    <a:pt x="5136634" y="2355007"/>
                  </a:lnTo>
                  <a:lnTo>
                    <a:pt x="5141139" y="3158089"/>
                  </a:lnTo>
                  <a:lnTo>
                    <a:pt x="5154657" y="2334012"/>
                  </a:lnTo>
                  <a:lnTo>
                    <a:pt x="5159163" y="2478356"/>
                  </a:lnTo>
                  <a:lnTo>
                    <a:pt x="5163669" y="2438990"/>
                  </a:lnTo>
                  <a:lnTo>
                    <a:pt x="5168174" y="3239447"/>
                  </a:lnTo>
                  <a:lnTo>
                    <a:pt x="5172680" y="3189583"/>
                  </a:lnTo>
                  <a:lnTo>
                    <a:pt x="5186198" y="2037449"/>
                  </a:lnTo>
                  <a:lnTo>
                    <a:pt x="5190704" y="1578170"/>
                  </a:lnTo>
                  <a:lnTo>
                    <a:pt x="5195209" y="1433825"/>
                  </a:lnTo>
                  <a:lnTo>
                    <a:pt x="5199715" y="1782877"/>
                  </a:lnTo>
                  <a:lnTo>
                    <a:pt x="5204221" y="2588583"/>
                  </a:lnTo>
                  <a:lnTo>
                    <a:pt x="5217738" y="2929762"/>
                  </a:lnTo>
                  <a:lnTo>
                    <a:pt x="5222244" y="2753924"/>
                  </a:lnTo>
                  <a:lnTo>
                    <a:pt x="5226750" y="3179085"/>
                  </a:lnTo>
                  <a:lnTo>
                    <a:pt x="5231256" y="2900893"/>
                  </a:lnTo>
                  <a:lnTo>
                    <a:pt x="5235762" y="2984876"/>
                  </a:lnTo>
                  <a:lnTo>
                    <a:pt x="5249279" y="2641072"/>
                  </a:lnTo>
                  <a:lnTo>
                    <a:pt x="5253785" y="3008496"/>
                  </a:lnTo>
                  <a:lnTo>
                    <a:pt x="5258291" y="2150300"/>
                  </a:lnTo>
                  <a:lnTo>
                    <a:pt x="5262797" y="1719890"/>
                  </a:lnTo>
                  <a:lnTo>
                    <a:pt x="5267302" y="1656903"/>
                  </a:lnTo>
                  <a:lnTo>
                    <a:pt x="5280820" y="3160714"/>
                  </a:lnTo>
                  <a:lnTo>
                    <a:pt x="5285326" y="2769671"/>
                  </a:lnTo>
                  <a:lnTo>
                    <a:pt x="5289832" y="2315266"/>
                  </a:lnTo>
                  <a:lnTo>
                    <a:pt x="5294337" y="3026117"/>
                  </a:lnTo>
                  <a:lnTo>
                    <a:pt x="5298843" y="2654195"/>
                  </a:lnTo>
                  <a:lnTo>
                    <a:pt x="5312361" y="2072316"/>
                  </a:lnTo>
                  <a:lnTo>
                    <a:pt x="5316866" y="1793375"/>
                  </a:lnTo>
                  <a:lnTo>
                    <a:pt x="5321372" y="3116098"/>
                  </a:lnTo>
                  <a:lnTo>
                    <a:pt x="5325878" y="2685688"/>
                  </a:lnTo>
                  <a:lnTo>
                    <a:pt x="5330384" y="2921889"/>
                  </a:lnTo>
                  <a:lnTo>
                    <a:pt x="5343901" y="1746135"/>
                  </a:lnTo>
                  <a:lnTo>
                    <a:pt x="5348407" y="1158257"/>
                  </a:lnTo>
                  <a:lnTo>
                    <a:pt x="5352913" y="1084773"/>
                  </a:lnTo>
                  <a:lnTo>
                    <a:pt x="5379948" y="2368129"/>
                  </a:lnTo>
                  <a:lnTo>
                    <a:pt x="5388960" y="2530845"/>
                  </a:lnTo>
                  <a:lnTo>
                    <a:pt x="5393465" y="1877357"/>
                  </a:lnTo>
                  <a:lnTo>
                    <a:pt x="5406983" y="2376003"/>
                  </a:lnTo>
                  <a:lnTo>
                    <a:pt x="5411489" y="2578086"/>
                  </a:lnTo>
                  <a:lnTo>
                    <a:pt x="5415994" y="1719890"/>
                  </a:lnTo>
                  <a:lnTo>
                    <a:pt x="5420500" y="2811662"/>
                  </a:lnTo>
                  <a:lnTo>
                    <a:pt x="5425006" y="1195000"/>
                  </a:lnTo>
                  <a:lnTo>
                    <a:pt x="5438524" y="2696186"/>
                  </a:lnTo>
                  <a:lnTo>
                    <a:pt x="5443029" y="2512474"/>
                  </a:lnTo>
                  <a:lnTo>
                    <a:pt x="5447535" y="1882606"/>
                  </a:lnTo>
                  <a:lnTo>
                    <a:pt x="5452041" y="1659528"/>
                  </a:lnTo>
                  <a:lnTo>
                    <a:pt x="5456547" y="2958631"/>
                  </a:lnTo>
                  <a:lnTo>
                    <a:pt x="5465558" y="1210746"/>
                  </a:lnTo>
                  <a:lnTo>
                    <a:pt x="5479076" y="1084773"/>
                  </a:lnTo>
                  <a:lnTo>
                    <a:pt x="5483582" y="635992"/>
                  </a:lnTo>
                  <a:lnTo>
                    <a:pt x="5488088" y="2168671"/>
                  </a:lnTo>
                  <a:lnTo>
                    <a:pt x="5501605" y="1733387"/>
                  </a:lnTo>
                  <a:lnTo>
                    <a:pt x="5506111" y="1439449"/>
                  </a:lnTo>
                  <a:lnTo>
                    <a:pt x="5510617" y="2735553"/>
                  </a:lnTo>
                  <a:lnTo>
                    <a:pt x="5515123" y="2921889"/>
                  </a:lnTo>
                  <a:lnTo>
                    <a:pt x="5519628" y="2478356"/>
                  </a:lnTo>
                  <a:lnTo>
                    <a:pt x="5533146" y="1819619"/>
                  </a:lnTo>
                  <a:lnTo>
                    <a:pt x="5537652" y="2389125"/>
                  </a:lnTo>
                  <a:lnTo>
                    <a:pt x="5542157" y="1769755"/>
                  </a:lnTo>
                  <a:lnTo>
                    <a:pt x="5551169" y="1635908"/>
                  </a:lnTo>
                  <a:lnTo>
                    <a:pt x="5564687" y="1496812"/>
                  </a:lnTo>
                  <a:lnTo>
                    <a:pt x="5569192" y="2685688"/>
                  </a:lnTo>
                  <a:lnTo>
                    <a:pt x="5573698" y="2557090"/>
                  </a:lnTo>
                  <a:lnTo>
                    <a:pt x="5578204" y="908935"/>
                  </a:lnTo>
                  <a:lnTo>
                    <a:pt x="5582710" y="599249"/>
                  </a:lnTo>
                  <a:lnTo>
                    <a:pt x="5600733" y="977170"/>
                  </a:lnTo>
                  <a:lnTo>
                    <a:pt x="5605239" y="137346"/>
                  </a:lnTo>
                  <a:lnTo>
                    <a:pt x="5609745" y="990293"/>
                  </a:lnTo>
                  <a:lnTo>
                    <a:pt x="5614251" y="969297"/>
                  </a:lnTo>
                  <a:lnTo>
                    <a:pt x="5627768" y="622869"/>
                  </a:lnTo>
                  <a:lnTo>
                    <a:pt x="5632274" y="1150384"/>
                  </a:lnTo>
                  <a:lnTo>
                    <a:pt x="5636780" y="1226493"/>
                  </a:lnTo>
                  <a:lnTo>
                    <a:pt x="5641285" y="1097895"/>
                  </a:lnTo>
                  <a:lnTo>
                    <a:pt x="5645791" y="473276"/>
                  </a:lnTo>
                  <a:lnTo>
                    <a:pt x="5659309" y="184586"/>
                  </a:lnTo>
                  <a:lnTo>
                    <a:pt x="5663815" y="218704"/>
                  </a:lnTo>
                  <a:lnTo>
                    <a:pt x="5668320" y="559882"/>
                  </a:lnTo>
                  <a:lnTo>
                    <a:pt x="5672826" y="1066402"/>
                  </a:lnTo>
                  <a:lnTo>
                    <a:pt x="5677332" y="1181877"/>
                  </a:lnTo>
                  <a:lnTo>
                    <a:pt x="5690849" y="1738261"/>
                  </a:lnTo>
                  <a:lnTo>
                    <a:pt x="5695355" y="1465318"/>
                  </a:lnTo>
                  <a:lnTo>
                    <a:pt x="5699861" y="1252738"/>
                  </a:lnTo>
                  <a:lnTo>
                    <a:pt x="5704367" y="1725139"/>
                  </a:lnTo>
                  <a:lnTo>
                    <a:pt x="5708873" y="2223785"/>
                  </a:lnTo>
                  <a:lnTo>
                    <a:pt x="5726896" y="1877357"/>
                  </a:lnTo>
                  <a:lnTo>
                    <a:pt x="5731402" y="1858986"/>
                  </a:lnTo>
                  <a:lnTo>
                    <a:pt x="5735908" y="1963964"/>
                  </a:lnTo>
                  <a:lnTo>
                    <a:pt x="5740413" y="2257903"/>
                  </a:lnTo>
                  <a:lnTo>
                    <a:pt x="5753931" y="2024326"/>
                  </a:lnTo>
                  <a:lnTo>
                    <a:pt x="5758437" y="1385460"/>
                  </a:lnTo>
                  <a:lnTo>
                    <a:pt x="5762943" y="2168296"/>
                  </a:lnTo>
                  <a:lnTo>
                    <a:pt x="5767448" y="749593"/>
                  </a:lnTo>
                  <a:lnTo>
                    <a:pt x="5771954" y="83732"/>
                  </a:lnTo>
                  <a:lnTo>
                    <a:pt x="5785472" y="1442448"/>
                  </a:lnTo>
                  <a:lnTo>
                    <a:pt x="5789977" y="515642"/>
                  </a:lnTo>
                  <a:lnTo>
                    <a:pt x="5794483" y="1868359"/>
                  </a:lnTo>
                  <a:lnTo>
                    <a:pt x="5798989" y="1727388"/>
                  </a:lnTo>
                  <a:lnTo>
                    <a:pt x="5803495" y="1067526"/>
                  </a:lnTo>
                  <a:lnTo>
                    <a:pt x="5817012" y="1418453"/>
                  </a:lnTo>
                  <a:lnTo>
                    <a:pt x="5821518" y="920557"/>
                  </a:lnTo>
                  <a:lnTo>
                    <a:pt x="5826024" y="1958340"/>
                  </a:lnTo>
                  <a:lnTo>
                    <a:pt x="5830530" y="1664402"/>
                  </a:lnTo>
                  <a:lnTo>
                    <a:pt x="5835036" y="2174295"/>
                  </a:lnTo>
                  <a:lnTo>
                    <a:pt x="5848553" y="2537219"/>
                  </a:lnTo>
                  <a:lnTo>
                    <a:pt x="5853059" y="2354257"/>
                  </a:lnTo>
                  <a:lnTo>
                    <a:pt x="5857565" y="1910350"/>
                  </a:lnTo>
                  <a:lnTo>
                    <a:pt x="5862071" y="2984126"/>
                  </a:lnTo>
                  <a:lnTo>
                    <a:pt x="5866576" y="2699185"/>
                  </a:lnTo>
                  <a:lnTo>
                    <a:pt x="5880094" y="2990124"/>
                  </a:lnTo>
                  <a:lnTo>
                    <a:pt x="5884600" y="2555215"/>
                  </a:lnTo>
                  <a:lnTo>
                    <a:pt x="5889106" y="2786167"/>
                  </a:lnTo>
                  <a:lnTo>
                    <a:pt x="5893611" y="2378252"/>
                  </a:lnTo>
                  <a:lnTo>
                    <a:pt x="5898117" y="2498227"/>
                  </a:lnTo>
                  <a:lnTo>
                    <a:pt x="5911635" y="2597207"/>
                  </a:lnTo>
                  <a:lnTo>
                    <a:pt x="5916140" y="2099311"/>
                  </a:lnTo>
                  <a:lnTo>
                    <a:pt x="5920646" y="2012329"/>
                  </a:lnTo>
                  <a:lnTo>
                    <a:pt x="5925152" y="737595"/>
                  </a:lnTo>
                  <a:lnTo>
                    <a:pt x="5929658" y="923556"/>
                  </a:lnTo>
                  <a:lnTo>
                    <a:pt x="5943175" y="1283481"/>
                  </a:lnTo>
                  <a:lnTo>
                    <a:pt x="5947681" y="1820369"/>
                  </a:lnTo>
                  <a:lnTo>
                    <a:pt x="5952187" y="1958340"/>
                  </a:lnTo>
                  <a:lnTo>
                    <a:pt x="5956693" y="2330262"/>
                  </a:lnTo>
                  <a:lnTo>
                    <a:pt x="5961199" y="1148509"/>
                  </a:lnTo>
                  <a:lnTo>
                    <a:pt x="5974716" y="776587"/>
                  </a:lnTo>
                  <a:lnTo>
                    <a:pt x="5979222" y="1187501"/>
                  </a:lnTo>
                  <a:lnTo>
                    <a:pt x="5983728" y="920557"/>
                  </a:lnTo>
                  <a:lnTo>
                    <a:pt x="5988234" y="1625410"/>
                  </a:lnTo>
                  <a:lnTo>
                    <a:pt x="5992739" y="2615203"/>
                  </a:lnTo>
                  <a:lnTo>
                    <a:pt x="6006257" y="2555215"/>
                  </a:lnTo>
                  <a:lnTo>
                    <a:pt x="6010763" y="2690187"/>
                  </a:lnTo>
                  <a:lnTo>
                    <a:pt x="6015268" y="2522222"/>
                  </a:lnTo>
                  <a:lnTo>
                    <a:pt x="6019774" y="2168296"/>
                  </a:lnTo>
                  <a:lnTo>
                    <a:pt x="6024280" y="2231283"/>
                  </a:lnTo>
                  <a:lnTo>
                    <a:pt x="6037798" y="644615"/>
                  </a:lnTo>
                  <a:lnTo>
                    <a:pt x="6042303" y="617620"/>
                  </a:lnTo>
                  <a:lnTo>
                    <a:pt x="6046809" y="626619"/>
                  </a:lnTo>
                  <a:lnTo>
                    <a:pt x="6051315" y="650614"/>
                  </a:lnTo>
                  <a:lnTo>
                    <a:pt x="6055821" y="686606"/>
                  </a:lnTo>
                  <a:lnTo>
                    <a:pt x="6069338" y="920557"/>
                  </a:lnTo>
                  <a:lnTo>
                    <a:pt x="6073844" y="1778378"/>
                  </a:lnTo>
                  <a:lnTo>
                    <a:pt x="6078350" y="2879148"/>
                  </a:lnTo>
                  <a:lnTo>
                    <a:pt x="6082856" y="2042323"/>
                  </a:lnTo>
                  <a:lnTo>
                    <a:pt x="6087362" y="1037533"/>
                  </a:lnTo>
                  <a:lnTo>
                    <a:pt x="6100879" y="2348259"/>
                  </a:lnTo>
                  <a:lnTo>
                    <a:pt x="6105385" y="1922348"/>
                  </a:lnTo>
                  <a:lnTo>
                    <a:pt x="6109891" y="1529430"/>
                  </a:lnTo>
                  <a:lnTo>
                    <a:pt x="6114396" y="1931346"/>
                  </a:lnTo>
                  <a:lnTo>
                    <a:pt x="6118902" y="2747175"/>
                  </a:lnTo>
                  <a:lnTo>
                    <a:pt x="6132420" y="1163506"/>
                  </a:lnTo>
                  <a:lnTo>
                    <a:pt x="6136926" y="1316474"/>
                  </a:lnTo>
                  <a:lnTo>
                    <a:pt x="6141431" y="1424452"/>
                  </a:lnTo>
                  <a:lnTo>
                    <a:pt x="6145937" y="1538428"/>
                  </a:lnTo>
                  <a:lnTo>
                    <a:pt x="6150443" y="2396249"/>
                  </a:lnTo>
                  <a:lnTo>
                    <a:pt x="6163961" y="1562423"/>
                  </a:lnTo>
                  <a:lnTo>
                    <a:pt x="6172972" y="2186293"/>
                  </a:lnTo>
                  <a:lnTo>
                    <a:pt x="6177478" y="2447238"/>
                  </a:lnTo>
                  <a:lnTo>
                    <a:pt x="6181984" y="1880356"/>
                  </a:lnTo>
                  <a:lnTo>
                    <a:pt x="6195501" y="3152091"/>
                  </a:lnTo>
                  <a:lnTo>
                    <a:pt x="6200007" y="2072316"/>
                  </a:lnTo>
                  <a:lnTo>
                    <a:pt x="6204513" y="1886355"/>
                  </a:lnTo>
                  <a:lnTo>
                    <a:pt x="6209019" y="2849154"/>
                  </a:lnTo>
                  <a:lnTo>
                    <a:pt x="6213525" y="2600206"/>
                  </a:lnTo>
                  <a:lnTo>
                    <a:pt x="6227042" y="2174295"/>
                  </a:lnTo>
                  <a:lnTo>
                    <a:pt x="6231548" y="2354257"/>
                  </a:lnTo>
                  <a:lnTo>
                    <a:pt x="6236054" y="1982335"/>
                  </a:lnTo>
                  <a:lnTo>
                    <a:pt x="6240559" y="3095103"/>
                  </a:lnTo>
                  <a:lnTo>
                    <a:pt x="6245065" y="3191082"/>
                  </a:lnTo>
                  <a:lnTo>
                    <a:pt x="6258583" y="2444239"/>
                  </a:lnTo>
                  <a:lnTo>
                    <a:pt x="6263089" y="3131095"/>
                  </a:lnTo>
                  <a:lnTo>
                    <a:pt x="6267594" y="2519223"/>
                  </a:lnTo>
                  <a:lnTo>
                    <a:pt x="6272100" y="3218077"/>
                  </a:lnTo>
                  <a:lnTo>
                    <a:pt x="6276606" y="3110099"/>
                  </a:lnTo>
                  <a:lnTo>
                    <a:pt x="6290123" y="2564214"/>
                  </a:lnTo>
                  <a:lnTo>
                    <a:pt x="6294629" y="3047113"/>
                  </a:lnTo>
                  <a:lnTo>
                    <a:pt x="6299135" y="2762172"/>
                  </a:lnTo>
                  <a:lnTo>
                    <a:pt x="6303641" y="2957131"/>
                  </a:lnTo>
                  <a:lnTo>
                    <a:pt x="6308147" y="3008121"/>
                  </a:lnTo>
                  <a:lnTo>
                    <a:pt x="6321664" y="2660193"/>
                  </a:lnTo>
                  <a:lnTo>
                    <a:pt x="6326170" y="2942135"/>
                  </a:lnTo>
                  <a:lnTo>
                    <a:pt x="6330676" y="2789166"/>
                  </a:lnTo>
                  <a:lnTo>
                    <a:pt x="6335182" y="2882147"/>
                  </a:lnTo>
                  <a:lnTo>
                    <a:pt x="6339687" y="2969129"/>
                  </a:lnTo>
                  <a:lnTo>
                    <a:pt x="6353205" y="3056111"/>
                  </a:lnTo>
                  <a:lnTo>
                    <a:pt x="6357711" y="3164088"/>
                  </a:lnTo>
                  <a:lnTo>
                    <a:pt x="6362217" y="2870150"/>
                  </a:lnTo>
                  <a:lnTo>
                    <a:pt x="6366722" y="3053111"/>
                  </a:lnTo>
                  <a:lnTo>
                    <a:pt x="6371228" y="3032116"/>
                  </a:lnTo>
                  <a:lnTo>
                    <a:pt x="6384746" y="3071108"/>
                  </a:lnTo>
                  <a:lnTo>
                    <a:pt x="6389251" y="3218077"/>
                  </a:lnTo>
                  <a:lnTo>
                    <a:pt x="6393757" y="2906142"/>
                  </a:lnTo>
                  <a:lnTo>
                    <a:pt x="6398263" y="3074107"/>
                  </a:lnTo>
                  <a:lnTo>
                    <a:pt x="6402769" y="2942135"/>
                  </a:lnTo>
                  <a:lnTo>
                    <a:pt x="6416286" y="3185084"/>
                  </a:lnTo>
                  <a:lnTo>
                    <a:pt x="6420792" y="3188083"/>
                  </a:lnTo>
                  <a:lnTo>
                    <a:pt x="6425298" y="3098102"/>
                  </a:lnTo>
                  <a:lnTo>
                    <a:pt x="6429804" y="3014119"/>
                  </a:lnTo>
                  <a:lnTo>
                    <a:pt x="6434310" y="3107100"/>
                  </a:lnTo>
                  <a:lnTo>
                    <a:pt x="6438815" y="3107100"/>
                  </a:lnTo>
                  <a:lnTo>
                    <a:pt x="6447827" y="3224076"/>
                  </a:lnTo>
                  <a:lnTo>
                    <a:pt x="6452333" y="3143093"/>
                  </a:lnTo>
                  <a:lnTo>
                    <a:pt x="6456839" y="3224076"/>
                  </a:lnTo>
                  <a:lnTo>
                    <a:pt x="6461345" y="2690187"/>
                  </a:lnTo>
                  <a:lnTo>
                    <a:pt x="6465850" y="3242072"/>
                  </a:lnTo>
                  <a:lnTo>
                    <a:pt x="6479368" y="3176086"/>
                  </a:lnTo>
                  <a:lnTo>
                    <a:pt x="6483874" y="3173086"/>
                  </a:lnTo>
                  <a:lnTo>
                    <a:pt x="6488380" y="3092103"/>
                  </a:lnTo>
                  <a:lnTo>
                    <a:pt x="6492885" y="3263067"/>
                  </a:lnTo>
                  <a:lnTo>
                    <a:pt x="6497391" y="3248071"/>
                  </a:lnTo>
                  <a:lnTo>
                    <a:pt x="6510909" y="2366255"/>
                  </a:lnTo>
                  <a:lnTo>
                    <a:pt x="6515414" y="2927138"/>
                  </a:lnTo>
                  <a:lnTo>
                    <a:pt x="6519920" y="3083105"/>
                  </a:lnTo>
                  <a:lnTo>
                    <a:pt x="6524426" y="3263067"/>
                  </a:lnTo>
                  <a:lnTo>
                    <a:pt x="6528932" y="3212078"/>
                  </a:lnTo>
                  <a:lnTo>
                    <a:pt x="6551461" y="2846155"/>
                  </a:lnTo>
                  <a:lnTo>
                    <a:pt x="6555967" y="2948133"/>
                  </a:lnTo>
                  <a:lnTo>
                    <a:pt x="6583002" y="3062109"/>
                  </a:lnTo>
                  <a:lnTo>
                    <a:pt x="6587508" y="3197081"/>
                  </a:lnTo>
                  <a:lnTo>
                    <a:pt x="6592013" y="3173086"/>
                  </a:lnTo>
                  <a:lnTo>
                    <a:pt x="6596519" y="3257069"/>
                  </a:lnTo>
                  <a:lnTo>
                    <a:pt x="6605531" y="2618202"/>
                  </a:lnTo>
                  <a:lnTo>
                    <a:pt x="6610037" y="1838365"/>
                  </a:lnTo>
                  <a:lnTo>
                    <a:pt x="6614542" y="2264276"/>
                  </a:lnTo>
                  <a:lnTo>
                    <a:pt x="6619048" y="2474232"/>
                  </a:lnTo>
                  <a:lnTo>
                    <a:pt x="6623554" y="3068108"/>
                  </a:lnTo>
                  <a:lnTo>
                    <a:pt x="6637072" y="3203080"/>
                  </a:lnTo>
                  <a:lnTo>
                    <a:pt x="6641577" y="2849154"/>
                  </a:lnTo>
                  <a:lnTo>
                    <a:pt x="6646083" y="3185084"/>
                  </a:lnTo>
                  <a:lnTo>
                    <a:pt x="6650589" y="2504226"/>
                  </a:lnTo>
                  <a:lnTo>
                    <a:pt x="6655095" y="2558215"/>
                  </a:lnTo>
                  <a:lnTo>
                    <a:pt x="6668612" y="3146092"/>
                  </a:lnTo>
                  <a:lnTo>
                    <a:pt x="6673118" y="2906142"/>
                  </a:lnTo>
                  <a:lnTo>
                    <a:pt x="6677624" y="3134094"/>
                  </a:lnTo>
                  <a:lnTo>
                    <a:pt x="6682130" y="2849154"/>
                  </a:lnTo>
                  <a:lnTo>
                    <a:pt x="6686636" y="3149091"/>
                  </a:lnTo>
                  <a:lnTo>
                    <a:pt x="6700153" y="1859361"/>
                  </a:lnTo>
                  <a:lnTo>
                    <a:pt x="6704659" y="2807163"/>
                  </a:lnTo>
                  <a:lnTo>
                    <a:pt x="6709165" y="3056111"/>
                  </a:lnTo>
                  <a:lnTo>
                    <a:pt x="6713670" y="2384251"/>
                  </a:lnTo>
                  <a:lnTo>
                    <a:pt x="6718176" y="3017119"/>
                  </a:lnTo>
                  <a:lnTo>
                    <a:pt x="6731694" y="2573212"/>
                  </a:lnTo>
                  <a:lnTo>
                    <a:pt x="6736200" y="2975128"/>
                  </a:lnTo>
                  <a:lnTo>
                    <a:pt x="6740705" y="2984126"/>
                  </a:lnTo>
                  <a:lnTo>
                    <a:pt x="6745211" y="3242072"/>
                  </a:lnTo>
                  <a:lnTo>
                    <a:pt x="6749717" y="3212078"/>
                  </a:lnTo>
                  <a:lnTo>
                    <a:pt x="6763234" y="3050112"/>
                  </a:lnTo>
                  <a:lnTo>
                    <a:pt x="6767740" y="2399248"/>
                  </a:lnTo>
                  <a:lnTo>
                    <a:pt x="6772246" y="3179085"/>
                  </a:lnTo>
                  <a:lnTo>
                    <a:pt x="6776752" y="2855153"/>
                  </a:lnTo>
                  <a:lnTo>
                    <a:pt x="6781258" y="2981126"/>
                  </a:lnTo>
                  <a:lnTo>
                    <a:pt x="6794775" y="3158089"/>
                  </a:lnTo>
                  <a:lnTo>
                    <a:pt x="6799281" y="3059110"/>
                  </a:lnTo>
                  <a:lnTo>
                    <a:pt x="6803787" y="2768171"/>
                  </a:lnTo>
                  <a:lnTo>
                    <a:pt x="6808293" y="3209079"/>
                  </a:lnTo>
                  <a:lnTo>
                    <a:pt x="6812799" y="3014119"/>
                  </a:lnTo>
                  <a:lnTo>
                    <a:pt x="6826316" y="2843155"/>
                  </a:lnTo>
                  <a:lnTo>
                    <a:pt x="6830822" y="2909141"/>
                  </a:lnTo>
                  <a:lnTo>
                    <a:pt x="6835328" y="2906142"/>
                  </a:lnTo>
                  <a:lnTo>
                    <a:pt x="6839833" y="2462235"/>
                  </a:lnTo>
                  <a:lnTo>
                    <a:pt x="6844339" y="2759173"/>
                  </a:lnTo>
                  <a:lnTo>
                    <a:pt x="6857857" y="2795165"/>
                  </a:lnTo>
                  <a:lnTo>
                    <a:pt x="6862363" y="3101101"/>
                  </a:lnTo>
                  <a:lnTo>
                    <a:pt x="6866868" y="2471233"/>
                  </a:lnTo>
                  <a:lnTo>
                    <a:pt x="6871374" y="2726180"/>
                  </a:lnTo>
                  <a:lnTo>
                    <a:pt x="6875880" y="1133513"/>
                  </a:lnTo>
                  <a:lnTo>
                    <a:pt x="6889397" y="2525222"/>
                  </a:lnTo>
                  <a:lnTo>
                    <a:pt x="6893903" y="3155090"/>
                  </a:lnTo>
                  <a:lnTo>
                    <a:pt x="6898409" y="2909141"/>
                  </a:lnTo>
                  <a:lnTo>
                    <a:pt x="6902915" y="2090313"/>
                  </a:lnTo>
                  <a:lnTo>
                    <a:pt x="6907421" y="2714182"/>
                  </a:lnTo>
                  <a:lnTo>
                    <a:pt x="6920938" y="2693187"/>
                  </a:lnTo>
                  <a:lnTo>
                    <a:pt x="6925444" y="2156299"/>
                  </a:lnTo>
                  <a:lnTo>
                    <a:pt x="6929950" y="1817370"/>
                  </a:lnTo>
                  <a:lnTo>
                    <a:pt x="6934456" y="2957131"/>
                  </a:lnTo>
                  <a:lnTo>
                    <a:pt x="6938961" y="2753174"/>
                  </a:lnTo>
                  <a:lnTo>
                    <a:pt x="6952479" y="1805372"/>
                  </a:lnTo>
                  <a:lnTo>
                    <a:pt x="6956985" y="1976336"/>
                  </a:lnTo>
                  <a:lnTo>
                    <a:pt x="6961491" y="2330262"/>
                  </a:lnTo>
                  <a:lnTo>
                    <a:pt x="6965996" y="2522222"/>
                  </a:lnTo>
                  <a:lnTo>
                    <a:pt x="6988525" y="2576211"/>
                  </a:lnTo>
                  <a:lnTo>
                    <a:pt x="6993031" y="3137094"/>
                  </a:lnTo>
                  <a:lnTo>
                    <a:pt x="6997537" y="2771170"/>
                  </a:lnTo>
                  <a:lnTo>
                    <a:pt x="7015560" y="1925347"/>
                  </a:lnTo>
                  <a:lnTo>
                    <a:pt x="7020066" y="2864151"/>
                  </a:lnTo>
                  <a:lnTo>
                    <a:pt x="7024572" y="2336261"/>
                  </a:lnTo>
                  <a:lnTo>
                    <a:pt x="7029078" y="2210287"/>
                  </a:lnTo>
                  <a:lnTo>
                    <a:pt x="7033584" y="1925347"/>
                  </a:lnTo>
                  <a:lnTo>
                    <a:pt x="7047101" y="2516224"/>
                  </a:lnTo>
                  <a:lnTo>
                    <a:pt x="7051607" y="2816161"/>
                  </a:lnTo>
                  <a:lnTo>
                    <a:pt x="7056113" y="2516224"/>
                  </a:lnTo>
                  <a:lnTo>
                    <a:pt x="7060619" y="2192291"/>
                  </a:lnTo>
                  <a:lnTo>
                    <a:pt x="7065124" y="2981126"/>
                  </a:lnTo>
                  <a:lnTo>
                    <a:pt x="7078642" y="2189292"/>
                  </a:lnTo>
                  <a:lnTo>
                    <a:pt x="7083148" y="2012329"/>
                  </a:lnTo>
                  <a:lnTo>
                    <a:pt x="7087653" y="2726180"/>
                  </a:lnTo>
                  <a:lnTo>
                    <a:pt x="7092159" y="2639198"/>
                  </a:lnTo>
                  <a:lnTo>
                    <a:pt x="7096665" y="2453237"/>
                  </a:lnTo>
                  <a:lnTo>
                    <a:pt x="7110183" y="1007539"/>
                  </a:lnTo>
                  <a:lnTo>
                    <a:pt x="7114688" y="923556"/>
                  </a:lnTo>
                  <a:lnTo>
                    <a:pt x="7123700" y="1253487"/>
                  </a:lnTo>
                  <a:lnTo>
                    <a:pt x="7128206" y="2807163"/>
                  </a:lnTo>
                  <a:lnTo>
                    <a:pt x="7141723" y="2378252"/>
                  </a:lnTo>
                  <a:lnTo>
                    <a:pt x="7146229" y="2879148"/>
                  </a:lnTo>
                  <a:lnTo>
                    <a:pt x="7150735" y="2054320"/>
                  </a:lnTo>
                  <a:lnTo>
                    <a:pt x="7159747" y="707602"/>
                  </a:lnTo>
                  <a:lnTo>
                    <a:pt x="7173264" y="611622"/>
                  </a:lnTo>
                  <a:lnTo>
                    <a:pt x="7177770" y="377671"/>
                  </a:lnTo>
                  <a:lnTo>
                    <a:pt x="7182276" y="1061528"/>
                  </a:lnTo>
                  <a:lnTo>
                    <a:pt x="7186782" y="1694395"/>
                  </a:lnTo>
                  <a:lnTo>
                    <a:pt x="7191287" y="2387251"/>
                  </a:lnTo>
                  <a:lnTo>
                    <a:pt x="7209311" y="2063318"/>
                  </a:lnTo>
                  <a:lnTo>
                    <a:pt x="7213816" y="2690187"/>
                  </a:lnTo>
                  <a:lnTo>
                    <a:pt x="7218322" y="1403456"/>
                  </a:lnTo>
                  <a:lnTo>
                    <a:pt x="7222828" y="2144301"/>
                  </a:lnTo>
                  <a:lnTo>
                    <a:pt x="7227334" y="2243281"/>
                  </a:lnTo>
                  <a:lnTo>
                    <a:pt x="7236346" y="2126305"/>
                  </a:lnTo>
                  <a:lnTo>
                    <a:pt x="7240851" y="2312266"/>
                  </a:lnTo>
                  <a:lnTo>
                    <a:pt x="7245357" y="2399248"/>
                  </a:lnTo>
                  <a:lnTo>
                    <a:pt x="7249863" y="2147301"/>
                  </a:lnTo>
                  <a:lnTo>
                    <a:pt x="7254369" y="2765172"/>
                  </a:lnTo>
                  <a:lnTo>
                    <a:pt x="7267886" y="3182084"/>
                  </a:lnTo>
                  <a:lnTo>
                    <a:pt x="7272392" y="2069317"/>
                  </a:lnTo>
                  <a:lnTo>
                    <a:pt x="7276898" y="2105309"/>
                  </a:lnTo>
                  <a:lnTo>
                    <a:pt x="7281404" y="1259486"/>
                  </a:lnTo>
                  <a:lnTo>
                    <a:pt x="7285910" y="1166506"/>
                  </a:lnTo>
                  <a:lnTo>
                    <a:pt x="7299427" y="2336261"/>
                  </a:lnTo>
                  <a:lnTo>
                    <a:pt x="7303933" y="2216286"/>
                  </a:lnTo>
                  <a:lnTo>
                    <a:pt x="7308439" y="1973337"/>
                  </a:lnTo>
                  <a:lnTo>
                    <a:pt x="7312944" y="1757382"/>
                  </a:lnTo>
                  <a:lnTo>
                    <a:pt x="7317450" y="2852153"/>
                  </a:lnTo>
                  <a:lnTo>
                    <a:pt x="7330968" y="2150300"/>
                  </a:lnTo>
                  <a:lnTo>
                    <a:pt x="7335474" y="1718390"/>
                  </a:lnTo>
                  <a:lnTo>
                    <a:pt x="7339979" y="1817370"/>
                  </a:lnTo>
                  <a:lnTo>
                    <a:pt x="7344485" y="1850363"/>
                  </a:lnTo>
                  <a:lnTo>
                    <a:pt x="7348991" y="2822160"/>
                  </a:lnTo>
                  <a:lnTo>
                    <a:pt x="7362508" y="467652"/>
                  </a:lnTo>
                  <a:lnTo>
                    <a:pt x="7367014" y="11747"/>
                  </a:lnTo>
                  <a:lnTo>
                    <a:pt x="7371520" y="548635"/>
                  </a:lnTo>
                  <a:lnTo>
                    <a:pt x="7376026" y="1367464"/>
                  </a:lnTo>
                  <a:lnTo>
                    <a:pt x="7380532" y="977545"/>
                  </a:lnTo>
                  <a:lnTo>
                    <a:pt x="7394049" y="2606205"/>
                  </a:lnTo>
                  <a:lnTo>
                    <a:pt x="7398555" y="3071108"/>
                  </a:lnTo>
                  <a:lnTo>
                    <a:pt x="7403061" y="2720181"/>
                  </a:lnTo>
                  <a:lnTo>
                    <a:pt x="7407567" y="2210287"/>
                  </a:lnTo>
                  <a:lnTo>
                    <a:pt x="7412072" y="2102310"/>
                  </a:lnTo>
                  <a:lnTo>
                    <a:pt x="7425590" y="1199499"/>
                  </a:lnTo>
                  <a:lnTo>
                    <a:pt x="7430096" y="530639"/>
                  </a:lnTo>
                  <a:lnTo>
                    <a:pt x="7434602" y="2051321"/>
                  </a:lnTo>
                  <a:lnTo>
                    <a:pt x="7439107" y="1511434"/>
                  </a:lnTo>
                  <a:lnTo>
                    <a:pt x="7443613" y="2399248"/>
                  </a:lnTo>
                  <a:lnTo>
                    <a:pt x="7461637" y="2171296"/>
                  </a:lnTo>
                  <a:lnTo>
                    <a:pt x="7466142" y="2216286"/>
                  </a:lnTo>
                  <a:lnTo>
                    <a:pt x="7470648" y="698603"/>
                  </a:lnTo>
                  <a:lnTo>
                    <a:pt x="7475154" y="1034533"/>
                  </a:lnTo>
                  <a:lnTo>
                    <a:pt x="7488671" y="1907351"/>
                  </a:lnTo>
                  <a:lnTo>
                    <a:pt x="7493177" y="2258277"/>
                  </a:lnTo>
                  <a:lnTo>
                    <a:pt x="7497683" y="1709392"/>
                  </a:lnTo>
                  <a:lnTo>
                    <a:pt x="7502189" y="1238491"/>
                  </a:lnTo>
                  <a:lnTo>
                    <a:pt x="7506695" y="2387251"/>
                  </a:lnTo>
                  <a:lnTo>
                    <a:pt x="7520212" y="230701"/>
                  </a:lnTo>
                  <a:lnTo>
                    <a:pt x="7524718" y="395667"/>
                  </a:lnTo>
                  <a:lnTo>
                    <a:pt x="7529224" y="1136512"/>
                  </a:lnTo>
                  <a:lnTo>
                    <a:pt x="7533730" y="1718390"/>
                  </a:lnTo>
                  <a:lnTo>
                    <a:pt x="7538235" y="2027326"/>
                  </a:lnTo>
                  <a:lnTo>
                    <a:pt x="7551753" y="1574420"/>
                  </a:lnTo>
                  <a:lnTo>
                    <a:pt x="7556259" y="479649"/>
                  </a:lnTo>
                  <a:lnTo>
                    <a:pt x="7560765" y="2045322"/>
                  </a:lnTo>
                  <a:lnTo>
                    <a:pt x="7565270" y="2114308"/>
                  </a:lnTo>
                  <a:lnTo>
                    <a:pt x="7569776" y="1994333"/>
                  </a:lnTo>
                  <a:lnTo>
                    <a:pt x="7583294" y="455654"/>
                  </a:lnTo>
                  <a:lnTo>
                    <a:pt x="7587799" y="983544"/>
                  </a:lnTo>
                  <a:lnTo>
                    <a:pt x="7592305" y="2192291"/>
                  </a:lnTo>
                  <a:lnTo>
                    <a:pt x="7596811" y="1538428"/>
                  </a:lnTo>
                  <a:lnTo>
                    <a:pt x="7601317" y="1916349"/>
                  </a:lnTo>
                  <a:lnTo>
                    <a:pt x="7605823" y="2261277"/>
                  </a:lnTo>
                  <a:lnTo>
                    <a:pt x="7614834" y="1826368"/>
                  </a:lnTo>
                  <a:lnTo>
                    <a:pt x="7619340" y="1682398"/>
                  </a:lnTo>
                  <a:lnTo>
                    <a:pt x="7623846" y="1775378"/>
                  </a:lnTo>
                  <a:lnTo>
                    <a:pt x="7628352" y="1424452"/>
                  </a:lnTo>
                  <a:lnTo>
                    <a:pt x="7632858" y="1526430"/>
                  </a:lnTo>
                  <a:lnTo>
                    <a:pt x="7646375" y="1457445"/>
                  </a:lnTo>
                  <a:lnTo>
                    <a:pt x="7650881" y="764590"/>
                  </a:lnTo>
                  <a:lnTo>
                    <a:pt x="7655387" y="608622"/>
                  </a:lnTo>
                  <a:lnTo>
                    <a:pt x="7659893" y="917558"/>
                  </a:lnTo>
                  <a:lnTo>
                    <a:pt x="7664398" y="1916349"/>
                  </a:lnTo>
                  <a:lnTo>
                    <a:pt x="7668904" y="1100519"/>
                  </a:lnTo>
                  <a:lnTo>
                    <a:pt x="7677916" y="1316474"/>
                  </a:lnTo>
                  <a:lnTo>
                    <a:pt x="7682422" y="1490438"/>
                  </a:lnTo>
                  <a:lnTo>
                    <a:pt x="7686927" y="2141302"/>
                  </a:lnTo>
                  <a:lnTo>
                    <a:pt x="7691433" y="1067526"/>
                  </a:lnTo>
                  <a:lnTo>
                    <a:pt x="7695939" y="1856361"/>
                  </a:lnTo>
                  <a:lnTo>
                    <a:pt x="7700445" y="1205498"/>
                  </a:lnTo>
                  <a:lnTo>
                    <a:pt x="7709457" y="2954132"/>
                  </a:lnTo>
                  <a:lnTo>
                    <a:pt x="7713962" y="2798165"/>
                  </a:lnTo>
                  <a:lnTo>
                    <a:pt x="7718468" y="2468234"/>
                  </a:lnTo>
                  <a:lnTo>
                    <a:pt x="7722974" y="2333262"/>
                  </a:lnTo>
                  <a:lnTo>
                    <a:pt x="7727480" y="2513224"/>
                  </a:lnTo>
                  <a:lnTo>
                    <a:pt x="7740997" y="2711183"/>
                  </a:lnTo>
                  <a:lnTo>
                    <a:pt x="7745503" y="2228284"/>
                  </a:lnTo>
                  <a:lnTo>
                    <a:pt x="7750009" y="1307476"/>
                  </a:lnTo>
                  <a:lnTo>
                    <a:pt x="7754515" y="1391459"/>
                  </a:lnTo>
                  <a:lnTo>
                    <a:pt x="7759021" y="920557"/>
                  </a:lnTo>
                  <a:lnTo>
                    <a:pt x="7772538" y="2333262"/>
                  </a:lnTo>
                  <a:lnTo>
                    <a:pt x="7777044" y="2768171"/>
                  </a:lnTo>
                  <a:lnTo>
                    <a:pt x="7781550" y="2801164"/>
                  </a:lnTo>
                  <a:lnTo>
                    <a:pt x="7786056" y="3053111"/>
                  </a:lnTo>
                  <a:lnTo>
                    <a:pt x="7790561" y="2417244"/>
                  </a:lnTo>
                  <a:lnTo>
                    <a:pt x="7804079" y="2243281"/>
                  </a:lnTo>
                  <a:lnTo>
                    <a:pt x="7808585" y="2975128"/>
                  </a:lnTo>
                  <a:lnTo>
                    <a:pt x="7813090" y="2975128"/>
                  </a:lnTo>
                  <a:lnTo>
                    <a:pt x="7822102" y="2393249"/>
                  </a:lnTo>
                  <a:lnTo>
                    <a:pt x="7835620" y="2477232"/>
                  </a:lnTo>
                  <a:lnTo>
                    <a:pt x="7840125" y="2609204"/>
                  </a:lnTo>
                  <a:lnTo>
                    <a:pt x="7844631" y="2516224"/>
                  </a:lnTo>
                  <a:lnTo>
                    <a:pt x="7849137" y="3074107"/>
                  </a:lnTo>
                  <a:lnTo>
                    <a:pt x="7853643" y="2282272"/>
                  </a:lnTo>
                  <a:lnTo>
                    <a:pt x="7867160" y="3008121"/>
                  </a:lnTo>
                  <a:lnTo>
                    <a:pt x="7871666" y="2150300"/>
                  </a:lnTo>
                  <a:lnTo>
                    <a:pt x="7876172" y="1916349"/>
                  </a:lnTo>
                  <a:lnTo>
                    <a:pt x="7880678" y="2336261"/>
                  </a:lnTo>
                  <a:lnTo>
                    <a:pt x="7885184" y="2219286"/>
                  </a:lnTo>
                  <a:lnTo>
                    <a:pt x="7898701" y="2672191"/>
                  </a:lnTo>
                  <a:lnTo>
                    <a:pt x="7903207" y="2375253"/>
                  </a:lnTo>
                  <a:lnTo>
                    <a:pt x="7907713" y="2453237"/>
                  </a:lnTo>
                  <a:lnTo>
                    <a:pt x="7912218" y="2504226"/>
                  </a:lnTo>
                  <a:lnTo>
                    <a:pt x="7916724" y="2030325"/>
                  </a:lnTo>
                  <a:lnTo>
                    <a:pt x="7930242" y="2780168"/>
                  </a:lnTo>
                  <a:lnTo>
                    <a:pt x="7934748" y="2798165"/>
                  </a:lnTo>
                  <a:lnTo>
                    <a:pt x="7939253" y="3092103"/>
                  </a:lnTo>
                  <a:lnTo>
                    <a:pt x="7943759" y="3047113"/>
                  </a:lnTo>
                  <a:lnTo>
                    <a:pt x="7948265" y="2771170"/>
                  </a:lnTo>
                  <a:lnTo>
                    <a:pt x="7961782" y="2513224"/>
                  </a:lnTo>
                  <a:lnTo>
                    <a:pt x="7966288" y="2549217"/>
                  </a:lnTo>
                  <a:lnTo>
                    <a:pt x="7970794" y="3176086"/>
                  </a:lnTo>
                  <a:lnTo>
                    <a:pt x="7975300" y="3263067"/>
                  </a:lnTo>
                  <a:lnTo>
                    <a:pt x="7979806" y="3218077"/>
                  </a:lnTo>
                  <a:lnTo>
                    <a:pt x="7993323" y="3122097"/>
                  </a:lnTo>
                  <a:lnTo>
                    <a:pt x="7997829" y="3113099"/>
                  </a:lnTo>
                  <a:lnTo>
                    <a:pt x="8002335" y="3263067"/>
                  </a:lnTo>
                  <a:lnTo>
                    <a:pt x="8006841" y="3134094"/>
                  </a:lnTo>
                  <a:lnTo>
                    <a:pt x="8011346" y="3260068"/>
                  </a:lnTo>
                  <a:lnTo>
                    <a:pt x="8024864" y="2807163"/>
                  </a:lnTo>
                  <a:lnTo>
                    <a:pt x="8029370" y="3224076"/>
                  </a:lnTo>
                  <a:lnTo>
                    <a:pt x="8033876" y="3029116"/>
                  </a:lnTo>
                  <a:lnTo>
                    <a:pt x="8038381" y="3059110"/>
                  </a:lnTo>
                  <a:lnTo>
                    <a:pt x="8042887" y="2822160"/>
                  </a:lnTo>
                  <a:lnTo>
                    <a:pt x="8056405" y="2684188"/>
                  </a:lnTo>
                  <a:lnTo>
                    <a:pt x="8060910" y="2588208"/>
                  </a:lnTo>
                  <a:lnTo>
                    <a:pt x="8065416" y="2804163"/>
                  </a:lnTo>
                  <a:lnTo>
                    <a:pt x="8069922" y="3005121"/>
                  </a:lnTo>
                  <a:lnTo>
                    <a:pt x="8074428" y="2411245"/>
                  </a:lnTo>
                  <a:lnTo>
                    <a:pt x="8087945" y="3200081"/>
                  </a:lnTo>
                  <a:lnTo>
                    <a:pt x="8092451" y="3050112"/>
                  </a:lnTo>
                  <a:lnTo>
                    <a:pt x="8096957" y="3161089"/>
                  </a:lnTo>
                  <a:lnTo>
                    <a:pt x="8101463" y="2717182"/>
                  </a:lnTo>
                  <a:lnTo>
                    <a:pt x="8105969" y="3245071"/>
                  </a:lnTo>
                  <a:lnTo>
                    <a:pt x="8119486" y="3248071"/>
                  </a:lnTo>
                  <a:lnTo>
                    <a:pt x="8123992" y="3263067"/>
                  </a:lnTo>
                  <a:lnTo>
                    <a:pt x="8128498" y="3263067"/>
                  </a:lnTo>
                  <a:lnTo>
                    <a:pt x="8133004" y="3263067"/>
                  </a:lnTo>
                  <a:lnTo>
                    <a:pt x="8137509" y="3263067"/>
                  </a:lnTo>
                  <a:lnTo>
                    <a:pt x="8151027" y="3149091"/>
                  </a:lnTo>
                  <a:lnTo>
                    <a:pt x="8155533" y="3083105"/>
                  </a:lnTo>
                  <a:lnTo>
                    <a:pt x="8160039" y="3155090"/>
                  </a:lnTo>
                  <a:lnTo>
                    <a:pt x="8164544" y="3218077"/>
                  </a:lnTo>
                  <a:lnTo>
                    <a:pt x="8169050" y="2999123"/>
                  </a:lnTo>
                  <a:lnTo>
                    <a:pt x="8182568" y="2885146"/>
                  </a:lnTo>
                  <a:lnTo>
                    <a:pt x="8200591" y="2438240"/>
                  </a:lnTo>
                  <a:lnTo>
                    <a:pt x="8250155" y="2990124"/>
                  </a:lnTo>
                  <a:lnTo>
                    <a:pt x="8254661" y="2864151"/>
                  </a:lnTo>
                  <a:lnTo>
                    <a:pt x="8259167" y="3107100"/>
                  </a:lnTo>
                  <a:lnTo>
                    <a:pt x="8263672" y="2897144"/>
                  </a:lnTo>
                  <a:lnTo>
                    <a:pt x="8277190" y="1940344"/>
                  </a:lnTo>
                  <a:lnTo>
                    <a:pt x="8281696" y="2840156"/>
                  </a:lnTo>
                  <a:lnTo>
                    <a:pt x="8286201" y="3263067"/>
                  </a:lnTo>
                  <a:lnTo>
                    <a:pt x="8290707" y="3017119"/>
                  </a:lnTo>
                  <a:lnTo>
                    <a:pt x="8295213" y="3227075"/>
                  </a:lnTo>
                  <a:lnTo>
                    <a:pt x="8308731" y="2669192"/>
                  </a:lnTo>
                  <a:lnTo>
                    <a:pt x="8313236" y="2315266"/>
                  </a:lnTo>
                  <a:lnTo>
                    <a:pt x="8317742" y="2563214"/>
                  </a:lnTo>
                  <a:lnTo>
                    <a:pt x="8322248" y="3112599"/>
                  </a:lnTo>
                  <a:lnTo>
                    <a:pt x="8326754" y="2857152"/>
                  </a:lnTo>
                  <a:lnTo>
                    <a:pt x="8340271" y="2948133"/>
                  </a:lnTo>
                  <a:lnTo>
                    <a:pt x="8344777" y="2937635"/>
                  </a:lnTo>
                  <a:lnTo>
                    <a:pt x="8349283" y="2979627"/>
                  </a:lnTo>
                  <a:lnTo>
                    <a:pt x="8353789" y="2839656"/>
                  </a:lnTo>
                  <a:lnTo>
                    <a:pt x="8358295" y="2591208"/>
                  </a:lnTo>
                  <a:lnTo>
                    <a:pt x="8371812" y="2146801"/>
                  </a:lnTo>
                  <a:lnTo>
                    <a:pt x="8376318" y="2552716"/>
                  </a:lnTo>
                  <a:lnTo>
                    <a:pt x="8380824" y="2944634"/>
                  </a:lnTo>
                  <a:lnTo>
                    <a:pt x="8385329" y="3028616"/>
                  </a:lnTo>
                  <a:lnTo>
                    <a:pt x="8389835" y="2965630"/>
                  </a:lnTo>
                  <a:lnTo>
                    <a:pt x="8403353" y="2745176"/>
                  </a:lnTo>
                  <a:lnTo>
                    <a:pt x="8407859" y="2979627"/>
                  </a:lnTo>
                  <a:lnTo>
                    <a:pt x="8412364" y="2927138"/>
                  </a:lnTo>
                  <a:lnTo>
                    <a:pt x="8421376" y="3224575"/>
                  </a:lnTo>
                  <a:lnTo>
                    <a:pt x="8434894" y="1516932"/>
                  </a:lnTo>
                  <a:lnTo>
                    <a:pt x="8439399" y="1429451"/>
                  </a:lnTo>
                  <a:lnTo>
                    <a:pt x="8443905" y="1355966"/>
                  </a:lnTo>
                  <a:lnTo>
                    <a:pt x="8448411" y="2342760"/>
                  </a:lnTo>
                  <a:lnTo>
                    <a:pt x="8452917" y="2272774"/>
                  </a:lnTo>
                  <a:lnTo>
                    <a:pt x="8466434" y="2647196"/>
                  </a:lnTo>
                  <a:lnTo>
                    <a:pt x="8470940" y="2675190"/>
                  </a:lnTo>
                  <a:lnTo>
                    <a:pt x="8475446" y="3021618"/>
                  </a:lnTo>
                  <a:lnTo>
                    <a:pt x="8479952" y="2706684"/>
                  </a:lnTo>
                  <a:lnTo>
                    <a:pt x="8484458" y="3035615"/>
                  </a:lnTo>
                  <a:lnTo>
                    <a:pt x="8497975" y="1303477"/>
                  </a:lnTo>
                  <a:lnTo>
                    <a:pt x="8502481" y="1366464"/>
                  </a:lnTo>
                  <a:lnTo>
                    <a:pt x="8506987" y="1104019"/>
                  </a:lnTo>
                  <a:lnTo>
                    <a:pt x="8511492" y="1086522"/>
                  </a:lnTo>
                  <a:lnTo>
                    <a:pt x="8515998" y="1079524"/>
                  </a:lnTo>
                  <a:lnTo>
                    <a:pt x="8529516" y="1828367"/>
                  </a:lnTo>
                  <a:lnTo>
                    <a:pt x="8534022" y="2731179"/>
                  </a:lnTo>
                  <a:lnTo>
                    <a:pt x="8538527" y="3014619"/>
                  </a:lnTo>
                  <a:lnTo>
                    <a:pt x="8543033" y="2948133"/>
                  </a:lnTo>
                  <a:lnTo>
                    <a:pt x="8547539" y="3070608"/>
                  </a:lnTo>
                  <a:lnTo>
                    <a:pt x="8561056" y="1548426"/>
                  </a:lnTo>
                  <a:lnTo>
                    <a:pt x="8565562" y="887064"/>
                  </a:lnTo>
                  <a:lnTo>
                    <a:pt x="8570068" y="862569"/>
                  </a:lnTo>
                  <a:lnTo>
                    <a:pt x="8574574" y="1009538"/>
                  </a:lnTo>
                  <a:lnTo>
                    <a:pt x="8579080" y="988543"/>
                  </a:lnTo>
                  <a:lnTo>
                    <a:pt x="8592597" y="2521222"/>
                  </a:lnTo>
                  <a:lnTo>
                    <a:pt x="8597103" y="2605205"/>
                  </a:lnTo>
                  <a:lnTo>
                    <a:pt x="8606115" y="1894853"/>
                  </a:lnTo>
                  <a:lnTo>
                    <a:pt x="8610620" y="1093521"/>
                  </a:lnTo>
                  <a:lnTo>
                    <a:pt x="8624138" y="2461735"/>
                  </a:lnTo>
                  <a:lnTo>
                    <a:pt x="8628644" y="1607913"/>
                  </a:lnTo>
                  <a:lnTo>
                    <a:pt x="8633150" y="929055"/>
                  </a:lnTo>
                  <a:lnTo>
                    <a:pt x="8637655" y="673609"/>
                  </a:lnTo>
                  <a:lnTo>
                    <a:pt x="8642161" y="642115"/>
                  </a:lnTo>
                  <a:lnTo>
                    <a:pt x="8655679" y="1079524"/>
                  </a:lnTo>
                  <a:lnTo>
                    <a:pt x="8660184" y="1002540"/>
                  </a:lnTo>
                  <a:lnTo>
                    <a:pt x="8664690" y="2150300"/>
                  </a:lnTo>
                  <a:lnTo>
                    <a:pt x="8669196" y="1642906"/>
                  </a:lnTo>
                  <a:lnTo>
                    <a:pt x="8673702" y="1341969"/>
                  </a:lnTo>
                  <a:lnTo>
                    <a:pt x="8687219" y="1621910"/>
                  </a:lnTo>
                  <a:lnTo>
                    <a:pt x="8691725" y="1726889"/>
                  </a:lnTo>
                  <a:lnTo>
                    <a:pt x="8696231" y="1796874"/>
                  </a:lnTo>
                  <a:lnTo>
                    <a:pt x="8700737" y="2619202"/>
                  </a:lnTo>
                  <a:lnTo>
                    <a:pt x="8723266" y="2258777"/>
                  </a:lnTo>
                  <a:lnTo>
                    <a:pt x="8727772" y="2066318"/>
                  </a:lnTo>
                  <a:lnTo>
                    <a:pt x="8732278" y="2874649"/>
                  </a:lnTo>
                  <a:lnTo>
                    <a:pt x="8736783" y="2507225"/>
                  </a:lnTo>
                  <a:lnTo>
                    <a:pt x="8750301" y="420262"/>
                  </a:lnTo>
                  <a:lnTo>
                    <a:pt x="8754807" y="420262"/>
                  </a:lnTo>
                  <a:lnTo>
                    <a:pt x="8759313" y="491647"/>
                  </a:lnTo>
                  <a:lnTo>
                    <a:pt x="8768324" y="861169"/>
                  </a:lnTo>
                  <a:lnTo>
                    <a:pt x="8781842" y="2293070"/>
                  </a:lnTo>
                  <a:lnTo>
                    <a:pt x="8786347" y="1600215"/>
                  </a:lnTo>
                  <a:lnTo>
                    <a:pt x="8790853" y="2154499"/>
                  </a:lnTo>
                  <a:lnTo>
                    <a:pt x="8795359" y="1814370"/>
                  </a:lnTo>
                  <a:lnTo>
                    <a:pt x="8799865" y="571430"/>
                  </a:lnTo>
                  <a:lnTo>
                    <a:pt x="8813382" y="231301"/>
                  </a:lnTo>
                  <a:lnTo>
                    <a:pt x="8817888" y="208206"/>
                  </a:lnTo>
                  <a:lnTo>
                    <a:pt x="8822394" y="407664"/>
                  </a:lnTo>
                  <a:lnTo>
                    <a:pt x="8826900" y="1065527"/>
                  </a:lnTo>
                  <a:lnTo>
                    <a:pt x="8831406" y="1345468"/>
                  </a:lnTo>
                  <a:lnTo>
                    <a:pt x="8844923" y="1345468"/>
                  </a:lnTo>
                  <a:lnTo>
                    <a:pt x="8849429" y="736596"/>
                  </a:lnTo>
                  <a:lnTo>
                    <a:pt x="8853935" y="1667401"/>
                  </a:lnTo>
                  <a:lnTo>
                    <a:pt x="8858441" y="2206288"/>
                  </a:lnTo>
                  <a:lnTo>
                    <a:pt x="8862946" y="1527430"/>
                  </a:lnTo>
                  <a:lnTo>
                    <a:pt x="8876464" y="1828367"/>
                  </a:lnTo>
                  <a:lnTo>
                    <a:pt x="8880970" y="2605205"/>
                  </a:lnTo>
                  <a:lnTo>
                    <a:pt x="8885475" y="2794165"/>
                  </a:lnTo>
                  <a:lnTo>
                    <a:pt x="8894487" y="1404956"/>
                  </a:lnTo>
                  <a:lnTo>
                    <a:pt x="8908005" y="2281558"/>
                  </a:lnTo>
                  <a:lnTo>
                    <a:pt x="8912510" y="1179848"/>
                  </a:lnTo>
                  <a:lnTo>
                    <a:pt x="8917016" y="2265181"/>
                  </a:lnTo>
                  <a:lnTo>
                    <a:pt x="8921522" y="2604610"/>
                  </a:lnTo>
                  <a:lnTo>
                    <a:pt x="8926028" y="2412745"/>
                  </a:lnTo>
                  <a:lnTo>
                    <a:pt x="8944051" y="2309517"/>
                  </a:lnTo>
                  <a:lnTo>
                    <a:pt x="8948557" y="776277"/>
                  </a:lnTo>
                  <a:lnTo>
                    <a:pt x="8953063" y="51334"/>
                  </a:lnTo>
                  <a:lnTo>
                    <a:pt x="8957569" y="48394"/>
                  </a:lnTo>
                  <a:lnTo>
                    <a:pt x="8971086" y="1760412"/>
                  </a:lnTo>
                  <a:lnTo>
                    <a:pt x="8975592" y="279633"/>
                  </a:lnTo>
                  <a:lnTo>
                    <a:pt x="8980098" y="374071"/>
                  </a:lnTo>
                  <a:lnTo>
                    <a:pt x="8984603" y="287989"/>
                  </a:lnTo>
                  <a:lnTo>
                    <a:pt x="8989109" y="182255"/>
                  </a:lnTo>
                  <a:lnTo>
                    <a:pt x="8993615" y="12275"/>
                  </a:lnTo>
                  <a:lnTo>
                    <a:pt x="9002627" y="1866145"/>
                  </a:lnTo>
                  <a:lnTo>
                    <a:pt x="9007133" y="1489610"/>
                  </a:lnTo>
                  <a:lnTo>
                    <a:pt x="9011638" y="1055029"/>
                  </a:lnTo>
                  <a:lnTo>
                    <a:pt x="9016144" y="2090183"/>
                  </a:lnTo>
                  <a:lnTo>
                    <a:pt x="9020650" y="2419184"/>
                  </a:lnTo>
                  <a:lnTo>
                    <a:pt x="9034167" y="0"/>
                  </a:lnTo>
                  <a:lnTo>
                    <a:pt x="9038673" y="109632"/>
                  </a:lnTo>
                  <a:lnTo>
                    <a:pt x="9043179" y="594875"/>
                  </a:lnTo>
                  <a:lnTo>
                    <a:pt x="9047685" y="1645845"/>
                  </a:lnTo>
                  <a:lnTo>
                    <a:pt x="9052191" y="814139"/>
                  </a:lnTo>
                  <a:lnTo>
                    <a:pt x="9065708" y="2738142"/>
                  </a:lnTo>
                  <a:lnTo>
                    <a:pt x="9070214" y="2726560"/>
                  </a:lnTo>
                  <a:lnTo>
                    <a:pt x="9074720" y="2006830"/>
                  </a:lnTo>
                  <a:lnTo>
                    <a:pt x="9079226" y="1586918"/>
                  </a:lnTo>
                  <a:lnTo>
                    <a:pt x="9083732" y="1694205"/>
                  </a:lnTo>
                  <a:lnTo>
                    <a:pt x="9097249" y="1784626"/>
                  </a:lnTo>
                  <a:lnTo>
                    <a:pt x="9101755" y="1992273"/>
                  </a:lnTo>
                  <a:lnTo>
                    <a:pt x="9106261" y="2502012"/>
                  </a:lnTo>
                  <a:lnTo>
                    <a:pt x="9110766" y="2466389"/>
                  </a:lnTo>
                  <a:lnTo>
                    <a:pt x="9115272" y="1593916"/>
                  </a:lnTo>
                  <a:lnTo>
                    <a:pt x="9128790" y="2732298"/>
                  </a:lnTo>
                  <a:lnTo>
                    <a:pt x="9133296" y="2301923"/>
                  </a:lnTo>
                  <a:lnTo>
                    <a:pt x="9137801" y="2050011"/>
                  </a:lnTo>
                  <a:lnTo>
                    <a:pt x="9142307" y="2792451"/>
                  </a:lnTo>
                  <a:lnTo>
                    <a:pt x="9146813" y="2323549"/>
                  </a:lnTo>
                  <a:lnTo>
                    <a:pt x="9160330" y="2533470"/>
                  </a:lnTo>
                  <a:lnTo>
                    <a:pt x="9164836" y="2257028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  <p:sp>
          <p:nvSpPr>
            <p:cNvPr id="57" name="pg6">
              <a:extLst>
                <a:ext uri="{FF2B5EF4-FFF2-40B4-BE49-F238E27FC236}">
                  <a16:creationId xmlns:a16="http://schemas.microsoft.com/office/drawing/2014/main" id="{38255209-F8BB-4372-AE4E-A11C65F8C4AE}"/>
                </a:ext>
              </a:extLst>
            </p:cNvPr>
            <p:cNvSpPr/>
            <p:nvPr/>
          </p:nvSpPr>
          <p:spPr>
            <a:xfrm>
              <a:off x="7418431" y="1352629"/>
              <a:ext cx="4610256" cy="1726967"/>
            </a:xfrm>
            <a:custGeom>
              <a:avLst/>
              <a:gdLst/>
              <a:ahLst/>
              <a:cxnLst/>
              <a:rect l="0" t="0" r="0" b="0"/>
              <a:pathLst>
                <a:path w="9164836" h="3380293">
                  <a:moveTo>
                    <a:pt x="0" y="2498477"/>
                  </a:moveTo>
                  <a:lnTo>
                    <a:pt x="13517" y="1658653"/>
                  </a:lnTo>
                  <a:lnTo>
                    <a:pt x="18023" y="3086354"/>
                  </a:lnTo>
                  <a:lnTo>
                    <a:pt x="22529" y="3338302"/>
                  </a:lnTo>
                  <a:lnTo>
                    <a:pt x="27034" y="1784626"/>
                  </a:lnTo>
                  <a:lnTo>
                    <a:pt x="31540" y="2204539"/>
                  </a:lnTo>
                  <a:lnTo>
                    <a:pt x="45058" y="2771420"/>
                  </a:lnTo>
                  <a:lnTo>
                    <a:pt x="49564" y="1805622"/>
                  </a:lnTo>
                  <a:lnTo>
                    <a:pt x="54069" y="1616662"/>
                  </a:lnTo>
                  <a:lnTo>
                    <a:pt x="58575" y="1889605"/>
                  </a:lnTo>
                  <a:lnTo>
                    <a:pt x="63081" y="1826618"/>
                  </a:lnTo>
                  <a:lnTo>
                    <a:pt x="76598" y="2036574"/>
                  </a:lnTo>
                  <a:lnTo>
                    <a:pt x="81104" y="1658653"/>
                  </a:lnTo>
                  <a:lnTo>
                    <a:pt x="85610" y="2225534"/>
                  </a:lnTo>
                  <a:lnTo>
                    <a:pt x="90116" y="2624451"/>
                  </a:lnTo>
                  <a:lnTo>
                    <a:pt x="94622" y="1679648"/>
                  </a:lnTo>
                  <a:lnTo>
                    <a:pt x="108139" y="2246530"/>
                  </a:lnTo>
                  <a:lnTo>
                    <a:pt x="112645" y="2939385"/>
                  </a:lnTo>
                  <a:lnTo>
                    <a:pt x="117151" y="3002372"/>
                  </a:lnTo>
                  <a:lnTo>
                    <a:pt x="121657" y="1868609"/>
                  </a:lnTo>
                  <a:lnTo>
                    <a:pt x="126162" y="2666442"/>
                  </a:lnTo>
                  <a:lnTo>
                    <a:pt x="139680" y="3275315"/>
                  </a:lnTo>
                  <a:lnTo>
                    <a:pt x="144186" y="2519473"/>
                  </a:lnTo>
                  <a:lnTo>
                    <a:pt x="148692" y="1574670"/>
                  </a:lnTo>
                  <a:lnTo>
                    <a:pt x="153197" y="1406705"/>
                  </a:lnTo>
                  <a:lnTo>
                    <a:pt x="157703" y="1406705"/>
                  </a:lnTo>
                  <a:lnTo>
                    <a:pt x="171221" y="2372504"/>
                  </a:lnTo>
                  <a:lnTo>
                    <a:pt x="175726" y="2666442"/>
                  </a:lnTo>
                  <a:lnTo>
                    <a:pt x="180232" y="2456486"/>
                  </a:lnTo>
                  <a:lnTo>
                    <a:pt x="184738" y="2624451"/>
                  </a:lnTo>
                  <a:lnTo>
                    <a:pt x="189244" y="3170337"/>
                  </a:lnTo>
                  <a:lnTo>
                    <a:pt x="202761" y="2330512"/>
                  </a:lnTo>
                  <a:lnTo>
                    <a:pt x="207267" y="2267526"/>
                  </a:lnTo>
                  <a:lnTo>
                    <a:pt x="211773" y="2519473"/>
                  </a:lnTo>
                  <a:lnTo>
                    <a:pt x="216279" y="2561464"/>
                  </a:lnTo>
                  <a:lnTo>
                    <a:pt x="220785" y="1427701"/>
                  </a:lnTo>
                  <a:lnTo>
                    <a:pt x="234302" y="2603455"/>
                  </a:lnTo>
                  <a:lnTo>
                    <a:pt x="238808" y="2435490"/>
                  </a:lnTo>
                  <a:lnTo>
                    <a:pt x="243314" y="2435490"/>
                  </a:lnTo>
                  <a:lnTo>
                    <a:pt x="247820" y="2960381"/>
                  </a:lnTo>
                  <a:lnTo>
                    <a:pt x="252325" y="1952591"/>
                  </a:lnTo>
                  <a:lnTo>
                    <a:pt x="265843" y="1553675"/>
                  </a:lnTo>
                  <a:lnTo>
                    <a:pt x="270349" y="2036574"/>
                  </a:lnTo>
                  <a:lnTo>
                    <a:pt x="274854" y="2414495"/>
                  </a:lnTo>
                  <a:lnTo>
                    <a:pt x="279360" y="1469692"/>
                  </a:lnTo>
                  <a:lnTo>
                    <a:pt x="283866" y="2813411"/>
                  </a:lnTo>
                  <a:lnTo>
                    <a:pt x="297384" y="2351508"/>
                  </a:lnTo>
                  <a:lnTo>
                    <a:pt x="301889" y="3275315"/>
                  </a:lnTo>
                  <a:lnTo>
                    <a:pt x="306395" y="1406705"/>
                  </a:lnTo>
                  <a:lnTo>
                    <a:pt x="310901" y="2099561"/>
                  </a:lnTo>
                  <a:lnTo>
                    <a:pt x="315407" y="1448697"/>
                  </a:lnTo>
                  <a:lnTo>
                    <a:pt x="328924" y="965798"/>
                  </a:lnTo>
                  <a:lnTo>
                    <a:pt x="333430" y="1280732"/>
                  </a:lnTo>
                  <a:lnTo>
                    <a:pt x="337936" y="986793"/>
                  </a:lnTo>
                  <a:lnTo>
                    <a:pt x="342442" y="986793"/>
                  </a:lnTo>
                  <a:lnTo>
                    <a:pt x="346948" y="1133763"/>
                  </a:lnTo>
                  <a:lnTo>
                    <a:pt x="360465" y="839824"/>
                  </a:lnTo>
                  <a:lnTo>
                    <a:pt x="364971" y="839824"/>
                  </a:lnTo>
                  <a:lnTo>
                    <a:pt x="369477" y="839824"/>
                  </a:lnTo>
                  <a:lnTo>
                    <a:pt x="373983" y="881815"/>
                  </a:lnTo>
                  <a:lnTo>
                    <a:pt x="378488" y="923806"/>
                  </a:lnTo>
                  <a:lnTo>
                    <a:pt x="382994" y="923806"/>
                  </a:lnTo>
                  <a:lnTo>
                    <a:pt x="392006" y="818828"/>
                  </a:lnTo>
                  <a:lnTo>
                    <a:pt x="396512" y="902811"/>
                  </a:lnTo>
                  <a:lnTo>
                    <a:pt x="401017" y="755842"/>
                  </a:lnTo>
                  <a:lnTo>
                    <a:pt x="405523" y="755842"/>
                  </a:lnTo>
                  <a:lnTo>
                    <a:pt x="410029" y="1049780"/>
                  </a:lnTo>
                  <a:lnTo>
                    <a:pt x="423547" y="713850"/>
                  </a:lnTo>
                  <a:lnTo>
                    <a:pt x="428052" y="713850"/>
                  </a:lnTo>
                  <a:lnTo>
                    <a:pt x="432558" y="713850"/>
                  </a:lnTo>
                  <a:lnTo>
                    <a:pt x="437064" y="713850"/>
                  </a:lnTo>
                  <a:lnTo>
                    <a:pt x="446076" y="629868"/>
                  </a:lnTo>
                  <a:lnTo>
                    <a:pt x="459593" y="1112767"/>
                  </a:lnTo>
                  <a:lnTo>
                    <a:pt x="464099" y="629868"/>
                  </a:lnTo>
                  <a:lnTo>
                    <a:pt x="468605" y="587877"/>
                  </a:lnTo>
                  <a:lnTo>
                    <a:pt x="473111" y="629868"/>
                  </a:lnTo>
                  <a:lnTo>
                    <a:pt x="486628" y="461903"/>
                  </a:lnTo>
                  <a:lnTo>
                    <a:pt x="491134" y="482899"/>
                  </a:lnTo>
                  <a:lnTo>
                    <a:pt x="495640" y="461903"/>
                  </a:lnTo>
                  <a:lnTo>
                    <a:pt x="500145" y="503894"/>
                  </a:lnTo>
                  <a:lnTo>
                    <a:pt x="504651" y="692855"/>
                  </a:lnTo>
                  <a:lnTo>
                    <a:pt x="518169" y="503894"/>
                  </a:lnTo>
                  <a:lnTo>
                    <a:pt x="522675" y="1406705"/>
                  </a:lnTo>
                  <a:lnTo>
                    <a:pt x="527180" y="2540468"/>
                  </a:lnTo>
                  <a:lnTo>
                    <a:pt x="531686" y="2330512"/>
                  </a:lnTo>
                  <a:lnTo>
                    <a:pt x="549709" y="1049780"/>
                  </a:lnTo>
                  <a:lnTo>
                    <a:pt x="558721" y="272942"/>
                  </a:lnTo>
                  <a:lnTo>
                    <a:pt x="563227" y="377921"/>
                  </a:lnTo>
                  <a:lnTo>
                    <a:pt x="567733" y="503894"/>
                  </a:lnTo>
                  <a:lnTo>
                    <a:pt x="581250" y="1826618"/>
                  </a:lnTo>
                  <a:lnTo>
                    <a:pt x="585756" y="776837"/>
                  </a:lnTo>
                  <a:lnTo>
                    <a:pt x="590262" y="1994583"/>
                  </a:lnTo>
                  <a:lnTo>
                    <a:pt x="594768" y="566881"/>
                  </a:lnTo>
                  <a:lnTo>
                    <a:pt x="599273" y="377921"/>
                  </a:lnTo>
                  <a:lnTo>
                    <a:pt x="612791" y="272942"/>
                  </a:lnTo>
                  <a:lnTo>
                    <a:pt x="617297" y="608872"/>
                  </a:lnTo>
                  <a:lnTo>
                    <a:pt x="621803" y="818828"/>
                  </a:lnTo>
                  <a:lnTo>
                    <a:pt x="630814" y="1469692"/>
                  </a:lnTo>
                  <a:lnTo>
                    <a:pt x="644332" y="2162547"/>
                  </a:lnTo>
                  <a:lnTo>
                    <a:pt x="648838" y="251947"/>
                  </a:lnTo>
                  <a:lnTo>
                    <a:pt x="653343" y="314934"/>
                  </a:lnTo>
                  <a:lnTo>
                    <a:pt x="657849" y="188960"/>
                  </a:lnTo>
                  <a:lnTo>
                    <a:pt x="662355" y="167964"/>
                  </a:lnTo>
                  <a:lnTo>
                    <a:pt x="680378" y="251947"/>
                  </a:lnTo>
                  <a:lnTo>
                    <a:pt x="684884" y="566881"/>
                  </a:lnTo>
                  <a:lnTo>
                    <a:pt x="689390" y="1973587"/>
                  </a:lnTo>
                  <a:lnTo>
                    <a:pt x="693896" y="1994583"/>
                  </a:lnTo>
                  <a:lnTo>
                    <a:pt x="707413" y="1217745"/>
                  </a:lnTo>
                  <a:lnTo>
                    <a:pt x="711919" y="1952591"/>
                  </a:lnTo>
                  <a:lnTo>
                    <a:pt x="716425" y="1490688"/>
                  </a:lnTo>
                  <a:lnTo>
                    <a:pt x="720931" y="2351508"/>
                  </a:lnTo>
                  <a:lnTo>
                    <a:pt x="725436" y="83982"/>
                  </a:lnTo>
                  <a:lnTo>
                    <a:pt x="738954" y="356925"/>
                  </a:lnTo>
                  <a:lnTo>
                    <a:pt x="743460" y="188960"/>
                  </a:lnTo>
                  <a:lnTo>
                    <a:pt x="747966" y="230951"/>
                  </a:lnTo>
                  <a:lnTo>
                    <a:pt x="752471" y="1049780"/>
                  </a:lnTo>
                  <a:lnTo>
                    <a:pt x="756977" y="566881"/>
                  </a:lnTo>
                  <a:lnTo>
                    <a:pt x="770495" y="461903"/>
                  </a:lnTo>
                  <a:lnTo>
                    <a:pt x="775000" y="20995"/>
                  </a:lnTo>
                  <a:lnTo>
                    <a:pt x="779506" y="20995"/>
                  </a:lnTo>
                  <a:lnTo>
                    <a:pt x="784012" y="314934"/>
                  </a:lnTo>
                  <a:lnTo>
                    <a:pt x="788518" y="398916"/>
                  </a:lnTo>
                  <a:lnTo>
                    <a:pt x="802035" y="1238741"/>
                  </a:lnTo>
                  <a:lnTo>
                    <a:pt x="806541" y="251947"/>
                  </a:lnTo>
                  <a:lnTo>
                    <a:pt x="815553" y="1868609"/>
                  </a:lnTo>
                  <a:lnTo>
                    <a:pt x="820059" y="944802"/>
                  </a:lnTo>
                  <a:lnTo>
                    <a:pt x="833576" y="1448697"/>
                  </a:lnTo>
                  <a:lnTo>
                    <a:pt x="838082" y="461903"/>
                  </a:lnTo>
                  <a:lnTo>
                    <a:pt x="842588" y="839824"/>
                  </a:lnTo>
                  <a:lnTo>
                    <a:pt x="847094" y="545885"/>
                  </a:lnTo>
                  <a:lnTo>
                    <a:pt x="851599" y="692855"/>
                  </a:lnTo>
                  <a:lnTo>
                    <a:pt x="865117" y="188960"/>
                  </a:lnTo>
                  <a:lnTo>
                    <a:pt x="869623" y="419912"/>
                  </a:lnTo>
                  <a:lnTo>
                    <a:pt x="896658" y="356925"/>
                  </a:lnTo>
                  <a:lnTo>
                    <a:pt x="901163" y="650863"/>
                  </a:lnTo>
                  <a:lnTo>
                    <a:pt x="905669" y="272942"/>
                  </a:lnTo>
                  <a:lnTo>
                    <a:pt x="910175" y="314934"/>
                  </a:lnTo>
                  <a:lnTo>
                    <a:pt x="914681" y="1511684"/>
                  </a:lnTo>
                  <a:lnTo>
                    <a:pt x="928198" y="314934"/>
                  </a:lnTo>
                  <a:lnTo>
                    <a:pt x="932704" y="944802"/>
                  </a:lnTo>
                  <a:lnTo>
                    <a:pt x="937210" y="314934"/>
                  </a:lnTo>
                  <a:lnTo>
                    <a:pt x="941716" y="293938"/>
                  </a:lnTo>
                  <a:lnTo>
                    <a:pt x="946222" y="293938"/>
                  </a:lnTo>
                  <a:lnTo>
                    <a:pt x="959739" y="1280732"/>
                  </a:lnTo>
                  <a:lnTo>
                    <a:pt x="964245" y="965798"/>
                  </a:lnTo>
                  <a:lnTo>
                    <a:pt x="968751" y="335929"/>
                  </a:lnTo>
                  <a:lnTo>
                    <a:pt x="973257" y="356925"/>
                  </a:lnTo>
                  <a:lnTo>
                    <a:pt x="977762" y="356925"/>
                  </a:lnTo>
                  <a:lnTo>
                    <a:pt x="991280" y="503894"/>
                  </a:lnTo>
                  <a:lnTo>
                    <a:pt x="995786" y="524890"/>
                  </a:lnTo>
                  <a:lnTo>
                    <a:pt x="1000291" y="482899"/>
                  </a:lnTo>
                  <a:lnTo>
                    <a:pt x="1004797" y="881815"/>
                  </a:lnTo>
                  <a:lnTo>
                    <a:pt x="1009303" y="1280732"/>
                  </a:lnTo>
                  <a:lnTo>
                    <a:pt x="1022821" y="881815"/>
                  </a:lnTo>
                  <a:lnTo>
                    <a:pt x="1027326" y="1763631"/>
                  </a:lnTo>
                  <a:lnTo>
                    <a:pt x="1031832" y="965798"/>
                  </a:lnTo>
                  <a:lnTo>
                    <a:pt x="1036338" y="1217745"/>
                  </a:lnTo>
                  <a:lnTo>
                    <a:pt x="1040844" y="629868"/>
                  </a:lnTo>
                  <a:lnTo>
                    <a:pt x="1054361" y="2120556"/>
                  </a:lnTo>
                  <a:lnTo>
                    <a:pt x="1058867" y="1196749"/>
                  </a:lnTo>
                  <a:lnTo>
                    <a:pt x="1063373" y="734846"/>
                  </a:lnTo>
                  <a:lnTo>
                    <a:pt x="1067879" y="1112767"/>
                  </a:lnTo>
                  <a:lnTo>
                    <a:pt x="1072385" y="1931596"/>
                  </a:lnTo>
                  <a:lnTo>
                    <a:pt x="1085902" y="2057569"/>
                  </a:lnTo>
                  <a:lnTo>
                    <a:pt x="1090408" y="923806"/>
                  </a:lnTo>
                  <a:lnTo>
                    <a:pt x="1094914" y="881815"/>
                  </a:lnTo>
                  <a:lnTo>
                    <a:pt x="1099419" y="1322723"/>
                  </a:lnTo>
                  <a:lnTo>
                    <a:pt x="1103925" y="1322723"/>
                  </a:lnTo>
                  <a:lnTo>
                    <a:pt x="1117443" y="944802"/>
                  </a:lnTo>
                  <a:lnTo>
                    <a:pt x="1121949" y="755842"/>
                  </a:lnTo>
                  <a:lnTo>
                    <a:pt x="1126454" y="734846"/>
                  </a:lnTo>
                  <a:lnTo>
                    <a:pt x="1130960" y="923806"/>
                  </a:lnTo>
                  <a:lnTo>
                    <a:pt x="1135466" y="1049780"/>
                  </a:lnTo>
                  <a:lnTo>
                    <a:pt x="1148983" y="860820"/>
                  </a:lnTo>
                  <a:lnTo>
                    <a:pt x="1153489" y="860820"/>
                  </a:lnTo>
                  <a:lnTo>
                    <a:pt x="1157995" y="1217745"/>
                  </a:lnTo>
                  <a:lnTo>
                    <a:pt x="1162501" y="1007789"/>
                  </a:lnTo>
                  <a:lnTo>
                    <a:pt x="1167007" y="860820"/>
                  </a:lnTo>
                  <a:lnTo>
                    <a:pt x="1180524" y="902811"/>
                  </a:lnTo>
                  <a:lnTo>
                    <a:pt x="1185030" y="1028784"/>
                  </a:lnTo>
                  <a:lnTo>
                    <a:pt x="1189536" y="1490688"/>
                  </a:lnTo>
                  <a:lnTo>
                    <a:pt x="1194042" y="1532679"/>
                  </a:lnTo>
                  <a:lnTo>
                    <a:pt x="1198547" y="2267526"/>
                  </a:lnTo>
                  <a:lnTo>
                    <a:pt x="1212065" y="1427701"/>
                  </a:lnTo>
                  <a:lnTo>
                    <a:pt x="1216571" y="2015578"/>
                  </a:lnTo>
                  <a:lnTo>
                    <a:pt x="1221077" y="1175754"/>
                  </a:lnTo>
                  <a:lnTo>
                    <a:pt x="1225582" y="1406705"/>
                  </a:lnTo>
                  <a:lnTo>
                    <a:pt x="1230088" y="1742635"/>
                  </a:lnTo>
                  <a:lnTo>
                    <a:pt x="1243606" y="2687438"/>
                  </a:lnTo>
                  <a:lnTo>
                    <a:pt x="1248111" y="2771420"/>
                  </a:lnTo>
                  <a:lnTo>
                    <a:pt x="1252617" y="2729429"/>
                  </a:lnTo>
                  <a:lnTo>
                    <a:pt x="1257123" y="2015578"/>
                  </a:lnTo>
                  <a:lnTo>
                    <a:pt x="1261629" y="1637657"/>
                  </a:lnTo>
                  <a:lnTo>
                    <a:pt x="1275146" y="2708433"/>
                  </a:lnTo>
                  <a:lnTo>
                    <a:pt x="1279652" y="1805622"/>
                  </a:lnTo>
                  <a:lnTo>
                    <a:pt x="1284158" y="3149341"/>
                  </a:lnTo>
                  <a:lnTo>
                    <a:pt x="1288664" y="2477482"/>
                  </a:lnTo>
                  <a:lnTo>
                    <a:pt x="1293170" y="2645447"/>
                  </a:lnTo>
                  <a:lnTo>
                    <a:pt x="1306687" y="1994583"/>
                  </a:lnTo>
                  <a:lnTo>
                    <a:pt x="1311193" y="1868609"/>
                  </a:lnTo>
                  <a:lnTo>
                    <a:pt x="1315699" y="2204539"/>
                  </a:lnTo>
                  <a:lnTo>
                    <a:pt x="1320205" y="2183543"/>
                  </a:lnTo>
                  <a:lnTo>
                    <a:pt x="1324710" y="2918389"/>
                  </a:lnTo>
                  <a:lnTo>
                    <a:pt x="1338228" y="3212328"/>
                  </a:lnTo>
                  <a:lnTo>
                    <a:pt x="1342734" y="2477482"/>
                  </a:lnTo>
                  <a:lnTo>
                    <a:pt x="1347240" y="2582460"/>
                  </a:lnTo>
                  <a:lnTo>
                    <a:pt x="1351745" y="2561464"/>
                  </a:lnTo>
                  <a:lnTo>
                    <a:pt x="1356251" y="3254319"/>
                  </a:lnTo>
                  <a:lnTo>
                    <a:pt x="1369769" y="2939385"/>
                  </a:lnTo>
                  <a:lnTo>
                    <a:pt x="1374274" y="1742635"/>
                  </a:lnTo>
                  <a:lnTo>
                    <a:pt x="1378780" y="1700644"/>
                  </a:lnTo>
                  <a:lnTo>
                    <a:pt x="1383286" y="1469692"/>
                  </a:lnTo>
                  <a:lnTo>
                    <a:pt x="1387792" y="1490688"/>
                  </a:lnTo>
                  <a:lnTo>
                    <a:pt x="1401309" y="1637657"/>
                  </a:lnTo>
                  <a:lnTo>
                    <a:pt x="1405815" y="1700644"/>
                  </a:lnTo>
                  <a:lnTo>
                    <a:pt x="1410321" y="2918389"/>
                  </a:lnTo>
                  <a:lnTo>
                    <a:pt x="1414827" y="2225534"/>
                  </a:lnTo>
                  <a:lnTo>
                    <a:pt x="1419333" y="1868609"/>
                  </a:lnTo>
                  <a:lnTo>
                    <a:pt x="1432850" y="2435490"/>
                  </a:lnTo>
                  <a:lnTo>
                    <a:pt x="1437356" y="2204539"/>
                  </a:lnTo>
                  <a:lnTo>
                    <a:pt x="1441862" y="1511684"/>
                  </a:lnTo>
                  <a:lnTo>
                    <a:pt x="1446368" y="3065359"/>
                  </a:lnTo>
                  <a:lnTo>
                    <a:pt x="1450873" y="2351508"/>
                  </a:lnTo>
                  <a:lnTo>
                    <a:pt x="1464391" y="1910600"/>
                  </a:lnTo>
                  <a:lnTo>
                    <a:pt x="1468897" y="1700644"/>
                  </a:lnTo>
                  <a:lnTo>
                    <a:pt x="1473402" y="1700644"/>
                  </a:lnTo>
                  <a:lnTo>
                    <a:pt x="1477908" y="1637657"/>
                  </a:lnTo>
                  <a:lnTo>
                    <a:pt x="1482414" y="1931596"/>
                  </a:lnTo>
                  <a:lnTo>
                    <a:pt x="1495932" y="1742635"/>
                  </a:lnTo>
                  <a:lnTo>
                    <a:pt x="1500437" y="3317306"/>
                  </a:lnTo>
                  <a:lnTo>
                    <a:pt x="1504943" y="1973587"/>
                  </a:lnTo>
                  <a:lnTo>
                    <a:pt x="1509449" y="2645447"/>
                  </a:lnTo>
                  <a:lnTo>
                    <a:pt x="1513955" y="2414495"/>
                  </a:lnTo>
                  <a:lnTo>
                    <a:pt x="1527472" y="2582460"/>
                  </a:lnTo>
                  <a:lnTo>
                    <a:pt x="1531978" y="2036574"/>
                  </a:lnTo>
                  <a:lnTo>
                    <a:pt x="1536484" y="2519473"/>
                  </a:lnTo>
                  <a:lnTo>
                    <a:pt x="1540990" y="2519473"/>
                  </a:lnTo>
                  <a:lnTo>
                    <a:pt x="1545496" y="2960381"/>
                  </a:lnTo>
                  <a:lnTo>
                    <a:pt x="1559013" y="1994583"/>
                  </a:lnTo>
                  <a:lnTo>
                    <a:pt x="1563519" y="3149341"/>
                  </a:lnTo>
                  <a:lnTo>
                    <a:pt x="1568025" y="2141552"/>
                  </a:lnTo>
                  <a:lnTo>
                    <a:pt x="1572530" y="2015578"/>
                  </a:lnTo>
                  <a:lnTo>
                    <a:pt x="1577036" y="1742635"/>
                  </a:lnTo>
                  <a:lnTo>
                    <a:pt x="1590554" y="2288521"/>
                  </a:lnTo>
                  <a:lnTo>
                    <a:pt x="1595060" y="2960381"/>
                  </a:lnTo>
                  <a:lnTo>
                    <a:pt x="1599565" y="3359297"/>
                  </a:lnTo>
                  <a:lnTo>
                    <a:pt x="1622095" y="2897394"/>
                  </a:lnTo>
                  <a:lnTo>
                    <a:pt x="1626600" y="2456486"/>
                  </a:lnTo>
                  <a:lnTo>
                    <a:pt x="1653635" y="3380293"/>
                  </a:lnTo>
                  <a:lnTo>
                    <a:pt x="1658141" y="3380293"/>
                  </a:lnTo>
                  <a:lnTo>
                    <a:pt x="1662647" y="3380293"/>
                  </a:lnTo>
                  <a:lnTo>
                    <a:pt x="1667153" y="3086354"/>
                  </a:lnTo>
                  <a:lnTo>
                    <a:pt x="1671659" y="3212328"/>
                  </a:lnTo>
                  <a:lnTo>
                    <a:pt x="1685176" y="1700644"/>
                  </a:lnTo>
                  <a:lnTo>
                    <a:pt x="1689682" y="2624451"/>
                  </a:lnTo>
                  <a:lnTo>
                    <a:pt x="1694188" y="2813411"/>
                  </a:lnTo>
                  <a:lnTo>
                    <a:pt x="1698693" y="3359297"/>
                  </a:lnTo>
                  <a:lnTo>
                    <a:pt x="1703199" y="1658653"/>
                  </a:lnTo>
                  <a:lnTo>
                    <a:pt x="1716717" y="3275315"/>
                  </a:lnTo>
                  <a:lnTo>
                    <a:pt x="1721223" y="2540468"/>
                  </a:lnTo>
                  <a:lnTo>
                    <a:pt x="1725728" y="2057569"/>
                  </a:lnTo>
                  <a:lnTo>
                    <a:pt x="1730234" y="2330512"/>
                  </a:lnTo>
                  <a:lnTo>
                    <a:pt x="1734740" y="2141552"/>
                  </a:lnTo>
                  <a:lnTo>
                    <a:pt x="1748257" y="2162547"/>
                  </a:lnTo>
                  <a:lnTo>
                    <a:pt x="1752763" y="2624451"/>
                  </a:lnTo>
                  <a:lnTo>
                    <a:pt x="1757269" y="2582460"/>
                  </a:lnTo>
                  <a:lnTo>
                    <a:pt x="1761775" y="3065359"/>
                  </a:lnTo>
                  <a:lnTo>
                    <a:pt x="1766281" y="2876398"/>
                  </a:lnTo>
                  <a:lnTo>
                    <a:pt x="1779798" y="2414495"/>
                  </a:lnTo>
                  <a:lnTo>
                    <a:pt x="1784304" y="3233324"/>
                  </a:lnTo>
                  <a:lnTo>
                    <a:pt x="1788810" y="3233324"/>
                  </a:lnTo>
                  <a:lnTo>
                    <a:pt x="1793316" y="1679648"/>
                  </a:lnTo>
                  <a:lnTo>
                    <a:pt x="1797821" y="2771420"/>
                  </a:lnTo>
                  <a:lnTo>
                    <a:pt x="1811339" y="2624451"/>
                  </a:lnTo>
                  <a:lnTo>
                    <a:pt x="1815845" y="2036574"/>
                  </a:lnTo>
                  <a:lnTo>
                    <a:pt x="1820351" y="2162547"/>
                  </a:lnTo>
                  <a:lnTo>
                    <a:pt x="1824856" y="1385710"/>
                  </a:lnTo>
                  <a:lnTo>
                    <a:pt x="1829362" y="1343719"/>
                  </a:lnTo>
                  <a:lnTo>
                    <a:pt x="1842880" y="2456486"/>
                  </a:lnTo>
                  <a:lnTo>
                    <a:pt x="1847385" y="2981376"/>
                  </a:lnTo>
                  <a:lnTo>
                    <a:pt x="1851891" y="2582460"/>
                  </a:lnTo>
                  <a:lnTo>
                    <a:pt x="1856397" y="1532679"/>
                  </a:lnTo>
                  <a:lnTo>
                    <a:pt x="1860903" y="1784626"/>
                  </a:lnTo>
                  <a:lnTo>
                    <a:pt x="1874420" y="1301727"/>
                  </a:lnTo>
                  <a:lnTo>
                    <a:pt x="1878926" y="1574670"/>
                  </a:lnTo>
                  <a:lnTo>
                    <a:pt x="1883432" y="1406705"/>
                  </a:lnTo>
                  <a:lnTo>
                    <a:pt x="1887938" y="1322723"/>
                  </a:lnTo>
                  <a:lnTo>
                    <a:pt x="1892444" y="1574670"/>
                  </a:lnTo>
                  <a:lnTo>
                    <a:pt x="1905961" y="1112767"/>
                  </a:lnTo>
                  <a:lnTo>
                    <a:pt x="1910467" y="1133763"/>
                  </a:lnTo>
                  <a:lnTo>
                    <a:pt x="1914973" y="1700644"/>
                  </a:lnTo>
                  <a:lnTo>
                    <a:pt x="1919479" y="2015578"/>
                  </a:lnTo>
                  <a:lnTo>
                    <a:pt x="1923984" y="1175754"/>
                  </a:lnTo>
                  <a:lnTo>
                    <a:pt x="1937502" y="1217745"/>
                  </a:lnTo>
                  <a:lnTo>
                    <a:pt x="1942008" y="1511684"/>
                  </a:lnTo>
                  <a:lnTo>
                    <a:pt x="1946514" y="1385710"/>
                  </a:lnTo>
                  <a:lnTo>
                    <a:pt x="1951019" y="2624451"/>
                  </a:lnTo>
                  <a:lnTo>
                    <a:pt x="1955525" y="2036574"/>
                  </a:lnTo>
                  <a:lnTo>
                    <a:pt x="1969043" y="2792416"/>
                  </a:lnTo>
                  <a:lnTo>
                    <a:pt x="1973548" y="2477482"/>
                  </a:lnTo>
                  <a:lnTo>
                    <a:pt x="1978054" y="2309517"/>
                  </a:lnTo>
                  <a:lnTo>
                    <a:pt x="1982560" y="2225534"/>
                  </a:lnTo>
                  <a:lnTo>
                    <a:pt x="1987066" y="1637657"/>
                  </a:lnTo>
                  <a:lnTo>
                    <a:pt x="2000583" y="1238741"/>
                  </a:lnTo>
                  <a:lnTo>
                    <a:pt x="2005089" y="2645447"/>
                  </a:lnTo>
                  <a:lnTo>
                    <a:pt x="2009595" y="902811"/>
                  </a:lnTo>
                  <a:lnTo>
                    <a:pt x="2014101" y="1007789"/>
                  </a:lnTo>
                  <a:lnTo>
                    <a:pt x="2018607" y="1070776"/>
                  </a:lnTo>
                  <a:lnTo>
                    <a:pt x="2023112" y="1889605"/>
                  </a:lnTo>
                  <a:lnTo>
                    <a:pt x="2032124" y="902811"/>
                  </a:lnTo>
                  <a:lnTo>
                    <a:pt x="2036630" y="797833"/>
                  </a:lnTo>
                  <a:lnTo>
                    <a:pt x="2041136" y="797833"/>
                  </a:lnTo>
                  <a:lnTo>
                    <a:pt x="2045642" y="986793"/>
                  </a:lnTo>
                  <a:lnTo>
                    <a:pt x="2068171" y="2162547"/>
                  </a:lnTo>
                  <a:lnTo>
                    <a:pt x="2072676" y="2771420"/>
                  </a:lnTo>
                  <a:lnTo>
                    <a:pt x="2077182" y="1721640"/>
                  </a:lnTo>
                  <a:lnTo>
                    <a:pt x="2081688" y="944802"/>
                  </a:lnTo>
                  <a:lnTo>
                    <a:pt x="2086194" y="1427701"/>
                  </a:lnTo>
                  <a:lnTo>
                    <a:pt x="2095206" y="1553675"/>
                  </a:lnTo>
                  <a:lnTo>
                    <a:pt x="2099711" y="1511684"/>
                  </a:lnTo>
                  <a:lnTo>
                    <a:pt x="2104217" y="1553675"/>
                  </a:lnTo>
                  <a:lnTo>
                    <a:pt x="2108723" y="1511684"/>
                  </a:lnTo>
                  <a:lnTo>
                    <a:pt x="2113229" y="797833"/>
                  </a:lnTo>
                  <a:lnTo>
                    <a:pt x="2126746" y="1637657"/>
                  </a:lnTo>
                  <a:lnTo>
                    <a:pt x="2131252" y="545885"/>
                  </a:lnTo>
                  <a:lnTo>
                    <a:pt x="2140264" y="860820"/>
                  </a:lnTo>
                  <a:lnTo>
                    <a:pt x="2144770" y="503894"/>
                  </a:lnTo>
                  <a:lnTo>
                    <a:pt x="2158287" y="482899"/>
                  </a:lnTo>
                  <a:lnTo>
                    <a:pt x="2162793" y="419912"/>
                  </a:lnTo>
                  <a:lnTo>
                    <a:pt x="2167299" y="608872"/>
                  </a:lnTo>
                  <a:lnTo>
                    <a:pt x="2171804" y="2414495"/>
                  </a:lnTo>
                  <a:lnTo>
                    <a:pt x="2176310" y="2057569"/>
                  </a:lnTo>
                  <a:lnTo>
                    <a:pt x="2189828" y="1385710"/>
                  </a:lnTo>
                  <a:lnTo>
                    <a:pt x="2194334" y="1805622"/>
                  </a:lnTo>
                  <a:lnTo>
                    <a:pt x="2198839" y="1952591"/>
                  </a:lnTo>
                  <a:lnTo>
                    <a:pt x="2203345" y="1721640"/>
                  </a:lnTo>
                  <a:lnTo>
                    <a:pt x="2207851" y="2057569"/>
                  </a:lnTo>
                  <a:lnTo>
                    <a:pt x="2221368" y="545885"/>
                  </a:lnTo>
                  <a:lnTo>
                    <a:pt x="2225874" y="839824"/>
                  </a:lnTo>
                  <a:lnTo>
                    <a:pt x="2230380" y="2414495"/>
                  </a:lnTo>
                  <a:lnTo>
                    <a:pt x="2239392" y="1280732"/>
                  </a:lnTo>
                  <a:lnTo>
                    <a:pt x="2252909" y="1553675"/>
                  </a:lnTo>
                  <a:lnTo>
                    <a:pt x="2257415" y="2288521"/>
                  </a:lnTo>
                  <a:lnTo>
                    <a:pt x="2261921" y="986793"/>
                  </a:lnTo>
                  <a:lnTo>
                    <a:pt x="2266427" y="1385710"/>
                  </a:lnTo>
                  <a:lnTo>
                    <a:pt x="2270933" y="1826618"/>
                  </a:lnTo>
                  <a:lnTo>
                    <a:pt x="2288956" y="1259736"/>
                  </a:lnTo>
                  <a:lnTo>
                    <a:pt x="2293462" y="2393499"/>
                  </a:lnTo>
                  <a:lnTo>
                    <a:pt x="2297967" y="2162547"/>
                  </a:lnTo>
                  <a:lnTo>
                    <a:pt x="2302473" y="1028784"/>
                  </a:lnTo>
                  <a:lnTo>
                    <a:pt x="2315991" y="83982"/>
                  </a:lnTo>
                  <a:lnTo>
                    <a:pt x="2320497" y="125973"/>
                  </a:lnTo>
                  <a:lnTo>
                    <a:pt x="2325002" y="230951"/>
                  </a:lnTo>
                  <a:lnTo>
                    <a:pt x="2329508" y="335929"/>
                  </a:lnTo>
                  <a:lnTo>
                    <a:pt x="2334014" y="776837"/>
                  </a:lnTo>
                  <a:lnTo>
                    <a:pt x="2347531" y="209956"/>
                  </a:lnTo>
                  <a:lnTo>
                    <a:pt x="2352037" y="923806"/>
                  </a:lnTo>
                  <a:lnTo>
                    <a:pt x="2356543" y="398916"/>
                  </a:lnTo>
                  <a:lnTo>
                    <a:pt x="2361049" y="293938"/>
                  </a:lnTo>
                  <a:lnTo>
                    <a:pt x="2365555" y="398916"/>
                  </a:lnTo>
                  <a:lnTo>
                    <a:pt x="2379072" y="83982"/>
                  </a:lnTo>
                  <a:lnTo>
                    <a:pt x="2383578" y="209956"/>
                  </a:lnTo>
                  <a:lnTo>
                    <a:pt x="2388084" y="167964"/>
                  </a:lnTo>
                  <a:lnTo>
                    <a:pt x="2392590" y="83982"/>
                  </a:lnTo>
                  <a:lnTo>
                    <a:pt x="2397095" y="62986"/>
                  </a:lnTo>
                  <a:lnTo>
                    <a:pt x="2410613" y="692855"/>
                  </a:lnTo>
                  <a:lnTo>
                    <a:pt x="2415119" y="1742635"/>
                  </a:lnTo>
                  <a:lnTo>
                    <a:pt x="2419625" y="1217745"/>
                  </a:lnTo>
                  <a:lnTo>
                    <a:pt x="2424130" y="797833"/>
                  </a:lnTo>
                  <a:lnTo>
                    <a:pt x="2428636" y="671859"/>
                  </a:lnTo>
                  <a:lnTo>
                    <a:pt x="2442154" y="545885"/>
                  </a:lnTo>
                  <a:lnTo>
                    <a:pt x="2446659" y="1574670"/>
                  </a:lnTo>
                  <a:lnTo>
                    <a:pt x="2455671" y="2498477"/>
                  </a:lnTo>
                  <a:lnTo>
                    <a:pt x="2460177" y="1091771"/>
                  </a:lnTo>
                  <a:lnTo>
                    <a:pt x="2473694" y="1910600"/>
                  </a:lnTo>
                  <a:lnTo>
                    <a:pt x="2478200" y="734846"/>
                  </a:lnTo>
                  <a:lnTo>
                    <a:pt x="2482706" y="1364714"/>
                  </a:lnTo>
                  <a:lnTo>
                    <a:pt x="2487212" y="1826618"/>
                  </a:lnTo>
                  <a:lnTo>
                    <a:pt x="2491718" y="2540468"/>
                  </a:lnTo>
                  <a:lnTo>
                    <a:pt x="2505235" y="419912"/>
                  </a:lnTo>
                  <a:lnTo>
                    <a:pt x="2509741" y="881815"/>
                  </a:lnTo>
                  <a:lnTo>
                    <a:pt x="2514247" y="2372504"/>
                  </a:lnTo>
                  <a:lnTo>
                    <a:pt x="2518753" y="1511684"/>
                  </a:lnTo>
                  <a:lnTo>
                    <a:pt x="2523258" y="755842"/>
                  </a:lnTo>
                  <a:lnTo>
                    <a:pt x="2536776" y="755842"/>
                  </a:lnTo>
                  <a:lnTo>
                    <a:pt x="2541282" y="524890"/>
                  </a:lnTo>
                  <a:lnTo>
                    <a:pt x="2545787" y="272942"/>
                  </a:lnTo>
                  <a:lnTo>
                    <a:pt x="2550293" y="356925"/>
                  </a:lnTo>
                  <a:lnTo>
                    <a:pt x="2554799" y="398916"/>
                  </a:lnTo>
                  <a:lnTo>
                    <a:pt x="2568317" y="1469692"/>
                  </a:lnTo>
                  <a:lnTo>
                    <a:pt x="2572822" y="860820"/>
                  </a:lnTo>
                  <a:lnTo>
                    <a:pt x="2577328" y="2015578"/>
                  </a:lnTo>
                  <a:lnTo>
                    <a:pt x="2581834" y="776837"/>
                  </a:lnTo>
                  <a:lnTo>
                    <a:pt x="2586340" y="398916"/>
                  </a:lnTo>
                  <a:lnTo>
                    <a:pt x="2599857" y="1490688"/>
                  </a:lnTo>
                  <a:lnTo>
                    <a:pt x="2604363" y="1637657"/>
                  </a:lnTo>
                  <a:lnTo>
                    <a:pt x="2608869" y="1889605"/>
                  </a:lnTo>
                  <a:lnTo>
                    <a:pt x="2613375" y="1742635"/>
                  </a:lnTo>
                  <a:lnTo>
                    <a:pt x="2617881" y="1616662"/>
                  </a:lnTo>
                  <a:lnTo>
                    <a:pt x="2631398" y="818828"/>
                  </a:lnTo>
                  <a:lnTo>
                    <a:pt x="2635904" y="671859"/>
                  </a:lnTo>
                  <a:lnTo>
                    <a:pt x="2640410" y="818828"/>
                  </a:lnTo>
                  <a:lnTo>
                    <a:pt x="2644916" y="566881"/>
                  </a:lnTo>
                  <a:lnTo>
                    <a:pt x="2649421" y="902811"/>
                  </a:lnTo>
                  <a:lnTo>
                    <a:pt x="2662939" y="2120556"/>
                  </a:lnTo>
                  <a:lnTo>
                    <a:pt x="2667445" y="1469692"/>
                  </a:lnTo>
                  <a:lnTo>
                    <a:pt x="2671950" y="2708433"/>
                  </a:lnTo>
                  <a:lnTo>
                    <a:pt x="2676456" y="2603455"/>
                  </a:lnTo>
                  <a:lnTo>
                    <a:pt x="2680962" y="1742635"/>
                  </a:lnTo>
                  <a:lnTo>
                    <a:pt x="2694480" y="692855"/>
                  </a:lnTo>
                  <a:lnTo>
                    <a:pt x="2698985" y="692855"/>
                  </a:lnTo>
                  <a:lnTo>
                    <a:pt x="2703491" y="650863"/>
                  </a:lnTo>
                  <a:lnTo>
                    <a:pt x="2707997" y="2351508"/>
                  </a:lnTo>
                  <a:lnTo>
                    <a:pt x="2712503" y="2456486"/>
                  </a:lnTo>
                  <a:lnTo>
                    <a:pt x="2726020" y="2603455"/>
                  </a:lnTo>
                  <a:lnTo>
                    <a:pt x="2730526" y="923806"/>
                  </a:lnTo>
                  <a:lnTo>
                    <a:pt x="2735032" y="1070776"/>
                  </a:lnTo>
                  <a:lnTo>
                    <a:pt x="2739538" y="671859"/>
                  </a:lnTo>
                  <a:lnTo>
                    <a:pt x="2744044" y="671859"/>
                  </a:lnTo>
                  <a:lnTo>
                    <a:pt x="2757561" y="755842"/>
                  </a:lnTo>
                  <a:lnTo>
                    <a:pt x="2762067" y="1406705"/>
                  </a:lnTo>
                  <a:lnTo>
                    <a:pt x="2766573" y="713850"/>
                  </a:lnTo>
                  <a:lnTo>
                    <a:pt x="2771078" y="797833"/>
                  </a:lnTo>
                  <a:lnTo>
                    <a:pt x="2775584" y="1154758"/>
                  </a:lnTo>
                  <a:lnTo>
                    <a:pt x="2789102" y="1091771"/>
                  </a:lnTo>
                  <a:lnTo>
                    <a:pt x="2793608" y="1049780"/>
                  </a:lnTo>
                  <a:lnTo>
                    <a:pt x="2798113" y="2645447"/>
                  </a:lnTo>
                  <a:lnTo>
                    <a:pt x="2802619" y="2897394"/>
                  </a:lnTo>
                  <a:lnTo>
                    <a:pt x="2807125" y="2372504"/>
                  </a:lnTo>
                  <a:lnTo>
                    <a:pt x="2820642" y="2897394"/>
                  </a:lnTo>
                  <a:lnTo>
                    <a:pt x="2825148" y="1322723"/>
                  </a:lnTo>
                  <a:lnTo>
                    <a:pt x="2829654" y="1154758"/>
                  </a:lnTo>
                  <a:lnTo>
                    <a:pt x="2834160" y="881815"/>
                  </a:lnTo>
                  <a:lnTo>
                    <a:pt x="2838666" y="923806"/>
                  </a:lnTo>
                  <a:lnTo>
                    <a:pt x="2852183" y="1931596"/>
                  </a:lnTo>
                  <a:lnTo>
                    <a:pt x="2856689" y="1427701"/>
                  </a:lnTo>
                  <a:lnTo>
                    <a:pt x="2861195" y="2267526"/>
                  </a:lnTo>
                  <a:lnTo>
                    <a:pt x="2865701" y="1112767"/>
                  </a:lnTo>
                  <a:lnTo>
                    <a:pt x="2870206" y="1070776"/>
                  </a:lnTo>
                  <a:lnTo>
                    <a:pt x="2883724" y="2162547"/>
                  </a:lnTo>
                  <a:lnTo>
                    <a:pt x="2888230" y="2456486"/>
                  </a:lnTo>
                  <a:lnTo>
                    <a:pt x="2892736" y="2225534"/>
                  </a:lnTo>
                  <a:lnTo>
                    <a:pt x="2897241" y="1154758"/>
                  </a:lnTo>
                  <a:lnTo>
                    <a:pt x="2901747" y="1217745"/>
                  </a:lnTo>
                  <a:lnTo>
                    <a:pt x="2915265" y="1427701"/>
                  </a:lnTo>
                  <a:lnTo>
                    <a:pt x="2919771" y="1889605"/>
                  </a:lnTo>
                  <a:lnTo>
                    <a:pt x="2924276" y="1994583"/>
                  </a:lnTo>
                  <a:lnTo>
                    <a:pt x="2928782" y="1553675"/>
                  </a:lnTo>
                  <a:lnTo>
                    <a:pt x="2933288" y="1301727"/>
                  </a:lnTo>
                  <a:lnTo>
                    <a:pt x="2946805" y="2036574"/>
                  </a:lnTo>
                  <a:lnTo>
                    <a:pt x="2951311" y="2687438"/>
                  </a:lnTo>
                  <a:lnTo>
                    <a:pt x="2955817" y="1784626"/>
                  </a:lnTo>
                  <a:lnTo>
                    <a:pt x="2960323" y="1931596"/>
                  </a:lnTo>
                  <a:lnTo>
                    <a:pt x="2964829" y="1343719"/>
                  </a:lnTo>
                  <a:lnTo>
                    <a:pt x="2978346" y="1847613"/>
                  </a:lnTo>
                  <a:lnTo>
                    <a:pt x="2982852" y="2519473"/>
                  </a:lnTo>
                  <a:lnTo>
                    <a:pt x="2987358" y="1343719"/>
                  </a:lnTo>
                  <a:lnTo>
                    <a:pt x="2991864" y="1406705"/>
                  </a:lnTo>
                  <a:lnTo>
                    <a:pt x="2996369" y="1448697"/>
                  </a:lnTo>
                  <a:lnTo>
                    <a:pt x="3009887" y="1784626"/>
                  </a:lnTo>
                  <a:lnTo>
                    <a:pt x="3014393" y="2204539"/>
                  </a:lnTo>
                  <a:lnTo>
                    <a:pt x="3018899" y="2141552"/>
                  </a:lnTo>
                  <a:lnTo>
                    <a:pt x="3023404" y="3212328"/>
                  </a:lnTo>
                  <a:lnTo>
                    <a:pt x="3027910" y="2687438"/>
                  </a:lnTo>
                  <a:lnTo>
                    <a:pt x="3041428" y="1658653"/>
                  </a:lnTo>
                  <a:lnTo>
                    <a:pt x="3045933" y="1469692"/>
                  </a:lnTo>
                  <a:lnTo>
                    <a:pt x="3050439" y="1868609"/>
                  </a:lnTo>
                  <a:lnTo>
                    <a:pt x="3054945" y="1679648"/>
                  </a:lnTo>
                  <a:lnTo>
                    <a:pt x="3059451" y="1973587"/>
                  </a:lnTo>
                  <a:lnTo>
                    <a:pt x="3072968" y="3359297"/>
                  </a:lnTo>
                  <a:lnTo>
                    <a:pt x="3077474" y="3086354"/>
                  </a:lnTo>
                  <a:lnTo>
                    <a:pt x="3081980" y="3254319"/>
                  </a:lnTo>
                  <a:lnTo>
                    <a:pt x="3086486" y="2330512"/>
                  </a:lnTo>
                  <a:lnTo>
                    <a:pt x="3090992" y="1994583"/>
                  </a:lnTo>
                  <a:lnTo>
                    <a:pt x="3104509" y="1763631"/>
                  </a:lnTo>
                  <a:lnTo>
                    <a:pt x="3109015" y="1595666"/>
                  </a:lnTo>
                  <a:lnTo>
                    <a:pt x="3113521" y="1784626"/>
                  </a:lnTo>
                  <a:lnTo>
                    <a:pt x="3118027" y="2897394"/>
                  </a:lnTo>
                  <a:lnTo>
                    <a:pt x="3122532" y="2834407"/>
                  </a:lnTo>
                  <a:lnTo>
                    <a:pt x="3136050" y="3023368"/>
                  </a:lnTo>
                  <a:lnTo>
                    <a:pt x="3140556" y="3275315"/>
                  </a:lnTo>
                  <a:lnTo>
                    <a:pt x="3145061" y="3086354"/>
                  </a:lnTo>
                  <a:lnTo>
                    <a:pt x="3149567" y="2267526"/>
                  </a:lnTo>
                  <a:lnTo>
                    <a:pt x="3154073" y="1826618"/>
                  </a:lnTo>
                  <a:lnTo>
                    <a:pt x="3167591" y="2267526"/>
                  </a:lnTo>
                  <a:lnTo>
                    <a:pt x="3172096" y="2225534"/>
                  </a:lnTo>
                  <a:lnTo>
                    <a:pt x="3176602" y="3044363"/>
                  </a:lnTo>
                  <a:lnTo>
                    <a:pt x="3181108" y="2897394"/>
                  </a:lnTo>
                  <a:lnTo>
                    <a:pt x="3185614" y="2456486"/>
                  </a:lnTo>
                  <a:lnTo>
                    <a:pt x="3199131" y="3380293"/>
                  </a:lnTo>
                  <a:lnTo>
                    <a:pt x="3203637" y="2981376"/>
                  </a:lnTo>
                  <a:lnTo>
                    <a:pt x="3208143" y="3359297"/>
                  </a:lnTo>
                  <a:lnTo>
                    <a:pt x="3212649" y="3044363"/>
                  </a:lnTo>
                  <a:lnTo>
                    <a:pt x="3217155" y="1868609"/>
                  </a:lnTo>
                  <a:lnTo>
                    <a:pt x="3230672" y="1805622"/>
                  </a:lnTo>
                  <a:lnTo>
                    <a:pt x="3235178" y="1742635"/>
                  </a:lnTo>
                  <a:lnTo>
                    <a:pt x="3239684" y="1784626"/>
                  </a:lnTo>
                  <a:lnTo>
                    <a:pt x="3244190" y="3002372"/>
                  </a:lnTo>
                  <a:lnTo>
                    <a:pt x="3262213" y="2645447"/>
                  </a:lnTo>
                  <a:lnTo>
                    <a:pt x="3266719" y="2729429"/>
                  </a:lnTo>
                  <a:lnTo>
                    <a:pt x="3271224" y="2897394"/>
                  </a:lnTo>
                  <a:lnTo>
                    <a:pt x="3298259" y="3170337"/>
                  </a:lnTo>
                  <a:lnTo>
                    <a:pt x="3302765" y="2372504"/>
                  </a:lnTo>
                  <a:lnTo>
                    <a:pt x="3307271" y="1952591"/>
                  </a:lnTo>
                  <a:lnTo>
                    <a:pt x="3311777" y="2624451"/>
                  </a:lnTo>
                  <a:lnTo>
                    <a:pt x="3325294" y="1952591"/>
                  </a:lnTo>
                  <a:lnTo>
                    <a:pt x="3329800" y="2246530"/>
                  </a:lnTo>
                  <a:lnTo>
                    <a:pt x="3334306" y="1679648"/>
                  </a:lnTo>
                  <a:lnTo>
                    <a:pt x="3338812" y="1742635"/>
                  </a:lnTo>
                  <a:lnTo>
                    <a:pt x="3343318" y="1595666"/>
                  </a:lnTo>
                  <a:lnTo>
                    <a:pt x="3356835" y="3149341"/>
                  </a:lnTo>
                  <a:lnTo>
                    <a:pt x="3361341" y="3044363"/>
                  </a:lnTo>
                  <a:lnTo>
                    <a:pt x="3365847" y="1889605"/>
                  </a:lnTo>
                  <a:lnTo>
                    <a:pt x="3370352" y="2813411"/>
                  </a:lnTo>
                  <a:lnTo>
                    <a:pt x="3374858" y="1868609"/>
                  </a:lnTo>
                  <a:lnTo>
                    <a:pt x="3388376" y="1910600"/>
                  </a:lnTo>
                  <a:lnTo>
                    <a:pt x="3392882" y="1595666"/>
                  </a:lnTo>
                  <a:lnTo>
                    <a:pt x="3397387" y="1595666"/>
                  </a:lnTo>
                  <a:lnTo>
                    <a:pt x="3401893" y="1574670"/>
                  </a:lnTo>
                  <a:lnTo>
                    <a:pt x="3406399" y="2036574"/>
                  </a:lnTo>
                  <a:lnTo>
                    <a:pt x="3419916" y="3212328"/>
                  </a:lnTo>
                  <a:lnTo>
                    <a:pt x="3424422" y="3380293"/>
                  </a:lnTo>
                  <a:lnTo>
                    <a:pt x="3428928" y="2477482"/>
                  </a:lnTo>
                  <a:lnTo>
                    <a:pt x="3433434" y="2834407"/>
                  </a:lnTo>
                  <a:lnTo>
                    <a:pt x="3437940" y="2750425"/>
                  </a:lnTo>
                  <a:lnTo>
                    <a:pt x="3451457" y="2204539"/>
                  </a:lnTo>
                  <a:lnTo>
                    <a:pt x="3455963" y="2687438"/>
                  </a:lnTo>
                  <a:lnTo>
                    <a:pt x="3460469" y="1343719"/>
                  </a:lnTo>
                  <a:lnTo>
                    <a:pt x="3464975" y="1763631"/>
                  </a:lnTo>
                  <a:lnTo>
                    <a:pt x="3469480" y="2393499"/>
                  </a:lnTo>
                  <a:lnTo>
                    <a:pt x="3482998" y="1490688"/>
                  </a:lnTo>
                  <a:lnTo>
                    <a:pt x="3487504" y="2561464"/>
                  </a:lnTo>
                  <a:lnTo>
                    <a:pt x="3492010" y="3233324"/>
                  </a:lnTo>
                  <a:lnTo>
                    <a:pt x="3496515" y="1847613"/>
                  </a:lnTo>
                  <a:lnTo>
                    <a:pt x="3501021" y="2876398"/>
                  </a:lnTo>
                  <a:lnTo>
                    <a:pt x="3514539" y="2519473"/>
                  </a:lnTo>
                  <a:lnTo>
                    <a:pt x="3519044" y="2435490"/>
                  </a:lnTo>
                  <a:lnTo>
                    <a:pt x="3523550" y="1364714"/>
                  </a:lnTo>
                  <a:lnTo>
                    <a:pt x="3528056" y="1679648"/>
                  </a:lnTo>
                  <a:lnTo>
                    <a:pt x="3532562" y="2078565"/>
                  </a:lnTo>
                  <a:lnTo>
                    <a:pt x="3546079" y="1154758"/>
                  </a:lnTo>
                  <a:lnTo>
                    <a:pt x="3550585" y="1133763"/>
                  </a:lnTo>
                  <a:lnTo>
                    <a:pt x="3555091" y="1322723"/>
                  </a:lnTo>
                  <a:lnTo>
                    <a:pt x="3559597" y="1175754"/>
                  </a:lnTo>
                  <a:lnTo>
                    <a:pt x="3564103" y="1112767"/>
                  </a:lnTo>
                  <a:lnTo>
                    <a:pt x="3577620" y="1175754"/>
                  </a:lnTo>
                  <a:lnTo>
                    <a:pt x="3582126" y="1049780"/>
                  </a:lnTo>
                  <a:lnTo>
                    <a:pt x="3586632" y="1007789"/>
                  </a:lnTo>
                  <a:lnTo>
                    <a:pt x="3591138" y="1007789"/>
                  </a:lnTo>
                  <a:lnTo>
                    <a:pt x="3595643" y="1028784"/>
                  </a:lnTo>
                  <a:lnTo>
                    <a:pt x="3609161" y="1280732"/>
                  </a:lnTo>
                  <a:lnTo>
                    <a:pt x="3613667" y="2435490"/>
                  </a:lnTo>
                  <a:lnTo>
                    <a:pt x="3618173" y="1280732"/>
                  </a:lnTo>
                  <a:lnTo>
                    <a:pt x="3622678" y="2645447"/>
                  </a:lnTo>
                  <a:lnTo>
                    <a:pt x="3627184" y="1070776"/>
                  </a:lnTo>
                  <a:lnTo>
                    <a:pt x="3640702" y="965798"/>
                  </a:lnTo>
                  <a:lnTo>
                    <a:pt x="3645207" y="860820"/>
                  </a:lnTo>
                  <a:lnTo>
                    <a:pt x="3649713" y="860820"/>
                  </a:lnTo>
                  <a:lnTo>
                    <a:pt x="3654219" y="860820"/>
                  </a:lnTo>
                  <a:lnTo>
                    <a:pt x="3658725" y="902811"/>
                  </a:lnTo>
                  <a:lnTo>
                    <a:pt x="3672242" y="902811"/>
                  </a:lnTo>
                  <a:lnTo>
                    <a:pt x="3676748" y="1343719"/>
                  </a:lnTo>
                  <a:lnTo>
                    <a:pt x="3681254" y="1784626"/>
                  </a:lnTo>
                  <a:lnTo>
                    <a:pt x="3685760" y="2225534"/>
                  </a:lnTo>
                  <a:lnTo>
                    <a:pt x="3690266" y="2435490"/>
                  </a:lnTo>
                  <a:lnTo>
                    <a:pt x="3703783" y="1028784"/>
                  </a:lnTo>
                  <a:lnTo>
                    <a:pt x="3708289" y="2981376"/>
                  </a:lnTo>
                  <a:lnTo>
                    <a:pt x="3712795" y="1826618"/>
                  </a:lnTo>
                  <a:lnTo>
                    <a:pt x="3717301" y="2204539"/>
                  </a:lnTo>
                  <a:lnTo>
                    <a:pt x="3721806" y="1763631"/>
                  </a:lnTo>
                  <a:lnTo>
                    <a:pt x="3744335" y="944802"/>
                  </a:lnTo>
                  <a:lnTo>
                    <a:pt x="3748841" y="734846"/>
                  </a:lnTo>
                  <a:lnTo>
                    <a:pt x="3771370" y="566881"/>
                  </a:lnTo>
                  <a:lnTo>
                    <a:pt x="3775876" y="545885"/>
                  </a:lnTo>
                  <a:lnTo>
                    <a:pt x="3780382" y="1049780"/>
                  </a:lnTo>
                  <a:lnTo>
                    <a:pt x="3784888" y="839824"/>
                  </a:lnTo>
                  <a:lnTo>
                    <a:pt x="3798405" y="566881"/>
                  </a:lnTo>
                  <a:lnTo>
                    <a:pt x="3802911" y="1154758"/>
                  </a:lnTo>
                  <a:lnTo>
                    <a:pt x="3807417" y="608872"/>
                  </a:lnTo>
                  <a:lnTo>
                    <a:pt x="3811923" y="482899"/>
                  </a:lnTo>
                  <a:lnTo>
                    <a:pt x="3816429" y="818828"/>
                  </a:lnTo>
                  <a:lnTo>
                    <a:pt x="3829946" y="776837"/>
                  </a:lnTo>
                  <a:lnTo>
                    <a:pt x="3834452" y="629868"/>
                  </a:lnTo>
                  <a:lnTo>
                    <a:pt x="3838958" y="755842"/>
                  </a:lnTo>
                  <a:lnTo>
                    <a:pt x="3843463" y="608872"/>
                  </a:lnTo>
                  <a:lnTo>
                    <a:pt x="3847969" y="650863"/>
                  </a:lnTo>
                  <a:lnTo>
                    <a:pt x="3861487" y="335929"/>
                  </a:lnTo>
                  <a:lnTo>
                    <a:pt x="3865993" y="860820"/>
                  </a:lnTo>
                  <a:lnTo>
                    <a:pt x="3870498" y="419912"/>
                  </a:lnTo>
                  <a:lnTo>
                    <a:pt x="3875004" y="1154758"/>
                  </a:lnTo>
                  <a:lnTo>
                    <a:pt x="3879510" y="881815"/>
                  </a:lnTo>
                  <a:lnTo>
                    <a:pt x="3893028" y="797833"/>
                  </a:lnTo>
                  <a:lnTo>
                    <a:pt x="3897533" y="356925"/>
                  </a:lnTo>
                  <a:lnTo>
                    <a:pt x="3902039" y="272942"/>
                  </a:lnTo>
                  <a:lnTo>
                    <a:pt x="3906545" y="482899"/>
                  </a:lnTo>
                  <a:lnTo>
                    <a:pt x="3911051" y="629868"/>
                  </a:lnTo>
                  <a:lnTo>
                    <a:pt x="3924568" y="608872"/>
                  </a:lnTo>
                  <a:lnTo>
                    <a:pt x="3929074" y="2414495"/>
                  </a:lnTo>
                  <a:lnTo>
                    <a:pt x="3933580" y="1364714"/>
                  </a:lnTo>
                  <a:lnTo>
                    <a:pt x="3942592" y="1364714"/>
                  </a:lnTo>
                  <a:lnTo>
                    <a:pt x="3956109" y="335929"/>
                  </a:lnTo>
                  <a:lnTo>
                    <a:pt x="3960615" y="1154758"/>
                  </a:lnTo>
                  <a:lnTo>
                    <a:pt x="3965121" y="1007789"/>
                  </a:lnTo>
                  <a:lnTo>
                    <a:pt x="3969626" y="209956"/>
                  </a:lnTo>
                  <a:lnTo>
                    <a:pt x="3974132" y="146969"/>
                  </a:lnTo>
                  <a:lnTo>
                    <a:pt x="3992156" y="1826618"/>
                  </a:lnTo>
                  <a:lnTo>
                    <a:pt x="3996661" y="1427701"/>
                  </a:lnTo>
                  <a:lnTo>
                    <a:pt x="4001167" y="1931596"/>
                  </a:lnTo>
                  <a:lnTo>
                    <a:pt x="4005673" y="272942"/>
                  </a:lnTo>
                  <a:lnTo>
                    <a:pt x="4019190" y="608872"/>
                  </a:lnTo>
                  <a:lnTo>
                    <a:pt x="4023696" y="230951"/>
                  </a:lnTo>
                  <a:lnTo>
                    <a:pt x="4028202" y="125973"/>
                  </a:lnTo>
                  <a:lnTo>
                    <a:pt x="4032708" y="482899"/>
                  </a:lnTo>
                  <a:lnTo>
                    <a:pt x="4037214" y="209956"/>
                  </a:lnTo>
                  <a:lnTo>
                    <a:pt x="4050731" y="1133763"/>
                  </a:lnTo>
                  <a:lnTo>
                    <a:pt x="4055237" y="209956"/>
                  </a:lnTo>
                  <a:lnTo>
                    <a:pt x="4059743" y="0"/>
                  </a:lnTo>
                  <a:lnTo>
                    <a:pt x="4064249" y="0"/>
                  </a:lnTo>
                  <a:lnTo>
                    <a:pt x="4068754" y="1049780"/>
                  </a:lnTo>
                  <a:lnTo>
                    <a:pt x="4082272" y="839824"/>
                  </a:lnTo>
                  <a:lnTo>
                    <a:pt x="4086778" y="356925"/>
                  </a:lnTo>
                  <a:lnTo>
                    <a:pt x="4095789" y="230951"/>
                  </a:lnTo>
                  <a:lnTo>
                    <a:pt x="4100295" y="1805622"/>
                  </a:lnTo>
                  <a:lnTo>
                    <a:pt x="4113813" y="209956"/>
                  </a:lnTo>
                  <a:lnTo>
                    <a:pt x="4118318" y="293938"/>
                  </a:lnTo>
                  <a:lnTo>
                    <a:pt x="4122824" y="503894"/>
                  </a:lnTo>
                  <a:lnTo>
                    <a:pt x="4127330" y="2813411"/>
                  </a:lnTo>
                  <a:lnTo>
                    <a:pt x="4131836" y="482899"/>
                  </a:lnTo>
                  <a:lnTo>
                    <a:pt x="4145353" y="566881"/>
                  </a:lnTo>
                  <a:lnTo>
                    <a:pt x="4149859" y="272942"/>
                  </a:lnTo>
                  <a:lnTo>
                    <a:pt x="4154365" y="902811"/>
                  </a:lnTo>
                  <a:lnTo>
                    <a:pt x="4158871" y="713850"/>
                  </a:lnTo>
                  <a:lnTo>
                    <a:pt x="4163377" y="293938"/>
                  </a:lnTo>
                  <a:lnTo>
                    <a:pt x="4176894" y="230951"/>
                  </a:lnTo>
                  <a:lnTo>
                    <a:pt x="4181400" y="230951"/>
                  </a:lnTo>
                  <a:lnTo>
                    <a:pt x="4185906" y="272942"/>
                  </a:lnTo>
                  <a:lnTo>
                    <a:pt x="4190412" y="1259736"/>
                  </a:lnTo>
                  <a:lnTo>
                    <a:pt x="4194917" y="377921"/>
                  </a:lnTo>
                  <a:lnTo>
                    <a:pt x="4208435" y="440907"/>
                  </a:lnTo>
                  <a:lnTo>
                    <a:pt x="4212941" y="1553675"/>
                  </a:lnTo>
                  <a:lnTo>
                    <a:pt x="4217447" y="1091771"/>
                  </a:lnTo>
                  <a:lnTo>
                    <a:pt x="4221952" y="314934"/>
                  </a:lnTo>
                  <a:lnTo>
                    <a:pt x="4226458" y="1469692"/>
                  </a:lnTo>
                  <a:lnTo>
                    <a:pt x="4239976" y="1343719"/>
                  </a:lnTo>
                  <a:lnTo>
                    <a:pt x="4244481" y="629868"/>
                  </a:lnTo>
                  <a:lnTo>
                    <a:pt x="4248987" y="314934"/>
                  </a:lnTo>
                  <a:lnTo>
                    <a:pt x="4253493" y="335929"/>
                  </a:lnTo>
                  <a:lnTo>
                    <a:pt x="4257999" y="755842"/>
                  </a:lnTo>
                  <a:lnTo>
                    <a:pt x="4271516" y="398916"/>
                  </a:lnTo>
                  <a:lnTo>
                    <a:pt x="4276022" y="314934"/>
                  </a:lnTo>
                  <a:lnTo>
                    <a:pt x="4280528" y="314934"/>
                  </a:lnTo>
                  <a:lnTo>
                    <a:pt x="4285034" y="335929"/>
                  </a:lnTo>
                  <a:lnTo>
                    <a:pt x="4289540" y="356925"/>
                  </a:lnTo>
                  <a:lnTo>
                    <a:pt x="4303057" y="1238741"/>
                  </a:lnTo>
                  <a:lnTo>
                    <a:pt x="4307563" y="755842"/>
                  </a:lnTo>
                  <a:lnTo>
                    <a:pt x="4312069" y="944802"/>
                  </a:lnTo>
                  <a:lnTo>
                    <a:pt x="4316575" y="1973587"/>
                  </a:lnTo>
                  <a:lnTo>
                    <a:pt x="4321080" y="1028784"/>
                  </a:lnTo>
                  <a:lnTo>
                    <a:pt x="4334598" y="713850"/>
                  </a:lnTo>
                  <a:lnTo>
                    <a:pt x="4339104" y="587877"/>
                  </a:lnTo>
                  <a:lnTo>
                    <a:pt x="4343609" y="608872"/>
                  </a:lnTo>
                  <a:lnTo>
                    <a:pt x="4348115" y="671859"/>
                  </a:lnTo>
                  <a:lnTo>
                    <a:pt x="4352621" y="1658653"/>
                  </a:lnTo>
                  <a:lnTo>
                    <a:pt x="4366139" y="713850"/>
                  </a:lnTo>
                  <a:lnTo>
                    <a:pt x="4370644" y="776837"/>
                  </a:lnTo>
                  <a:lnTo>
                    <a:pt x="4375150" y="713850"/>
                  </a:lnTo>
                  <a:lnTo>
                    <a:pt x="4379656" y="818828"/>
                  </a:lnTo>
                  <a:lnTo>
                    <a:pt x="4384162" y="734846"/>
                  </a:lnTo>
                  <a:lnTo>
                    <a:pt x="4397679" y="776837"/>
                  </a:lnTo>
                  <a:lnTo>
                    <a:pt x="4402185" y="881815"/>
                  </a:lnTo>
                  <a:lnTo>
                    <a:pt x="4406691" y="1637657"/>
                  </a:lnTo>
                  <a:lnTo>
                    <a:pt x="4411197" y="2225534"/>
                  </a:lnTo>
                  <a:lnTo>
                    <a:pt x="4415703" y="1805622"/>
                  </a:lnTo>
                  <a:lnTo>
                    <a:pt x="4429220" y="776837"/>
                  </a:lnTo>
                  <a:lnTo>
                    <a:pt x="4433726" y="1532679"/>
                  </a:lnTo>
                  <a:lnTo>
                    <a:pt x="4438232" y="2519473"/>
                  </a:lnTo>
                  <a:lnTo>
                    <a:pt x="4442737" y="2246530"/>
                  </a:lnTo>
                  <a:lnTo>
                    <a:pt x="4447243" y="1994583"/>
                  </a:lnTo>
                  <a:lnTo>
                    <a:pt x="4460761" y="1763631"/>
                  </a:lnTo>
                  <a:lnTo>
                    <a:pt x="4465267" y="1238741"/>
                  </a:lnTo>
                  <a:lnTo>
                    <a:pt x="4469772" y="1028784"/>
                  </a:lnTo>
                  <a:lnTo>
                    <a:pt x="4474278" y="881815"/>
                  </a:lnTo>
                  <a:lnTo>
                    <a:pt x="4478784" y="1049780"/>
                  </a:lnTo>
                  <a:lnTo>
                    <a:pt x="4492301" y="1973587"/>
                  </a:lnTo>
                  <a:lnTo>
                    <a:pt x="4496807" y="2813411"/>
                  </a:lnTo>
                  <a:lnTo>
                    <a:pt x="4501313" y="2393499"/>
                  </a:lnTo>
                  <a:lnTo>
                    <a:pt x="4505819" y="1301727"/>
                  </a:lnTo>
                  <a:lnTo>
                    <a:pt x="4510325" y="1259736"/>
                  </a:lnTo>
                  <a:lnTo>
                    <a:pt x="4528348" y="1427701"/>
                  </a:lnTo>
                  <a:lnTo>
                    <a:pt x="4532854" y="1070776"/>
                  </a:lnTo>
                  <a:lnTo>
                    <a:pt x="4537360" y="1217745"/>
                  </a:lnTo>
                  <a:lnTo>
                    <a:pt x="4541866" y="1196749"/>
                  </a:lnTo>
                  <a:lnTo>
                    <a:pt x="4555383" y="1826618"/>
                  </a:lnTo>
                  <a:lnTo>
                    <a:pt x="4559889" y="1532679"/>
                  </a:lnTo>
                  <a:lnTo>
                    <a:pt x="4564395" y="1217745"/>
                  </a:lnTo>
                  <a:lnTo>
                    <a:pt x="4568900" y="2414495"/>
                  </a:lnTo>
                  <a:lnTo>
                    <a:pt x="4573406" y="2477482"/>
                  </a:lnTo>
                  <a:lnTo>
                    <a:pt x="4586924" y="1280732"/>
                  </a:lnTo>
                  <a:lnTo>
                    <a:pt x="4591430" y="1994583"/>
                  </a:lnTo>
                  <a:lnTo>
                    <a:pt x="4595935" y="1511684"/>
                  </a:lnTo>
                  <a:lnTo>
                    <a:pt x="4600441" y="1427701"/>
                  </a:lnTo>
                  <a:lnTo>
                    <a:pt x="4604947" y="2477482"/>
                  </a:lnTo>
                  <a:lnTo>
                    <a:pt x="4618464" y="2414495"/>
                  </a:lnTo>
                  <a:lnTo>
                    <a:pt x="4622970" y="1406705"/>
                  </a:lnTo>
                  <a:lnTo>
                    <a:pt x="4627476" y="1679648"/>
                  </a:lnTo>
                  <a:lnTo>
                    <a:pt x="4631982" y="1343719"/>
                  </a:lnTo>
                  <a:lnTo>
                    <a:pt x="4636488" y="1763631"/>
                  </a:lnTo>
                  <a:lnTo>
                    <a:pt x="4654511" y="1700644"/>
                  </a:lnTo>
                  <a:lnTo>
                    <a:pt x="4659017" y="1889605"/>
                  </a:lnTo>
                  <a:lnTo>
                    <a:pt x="4663523" y="1847613"/>
                  </a:lnTo>
                  <a:lnTo>
                    <a:pt x="4668028" y="2498477"/>
                  </a:lnTo>
                  <a:lnTo>
                    <a:pt x="4681546" y="1763631"/>
                  </a:lnTo>
                  <a:lnTo>
                    <a:pt x="4686052" y="1658653"/>
                  </a:lnTo>
                  <a:lnTo>
                    <a:pt x="4690558" y="2414495"/>
                  </a:lnTo>
                  <a:lnTo>
                    <a:pt x="4695063" y="1532679"/>
                  </a:lnTo>
                  <a:lnTo>
                    <a:pt x="4699569" y="1742635"/>
                  </a:lnTo>
                  <a:lnTo>
                    <a:pt x="4713087" y="1679648"/>
                  </a:lnTo>
                  <a:lnTo>
                    <a:pt x="4717592" y="1658653"/>
                  </a:lnTo>
                  <a:lnTo>
                    <a:pt x="4722098" y="2120556"/>
                  </a:lnTo>
                  <a:lnTo>
                    <a:pt x="4726604" y="2792416"/>
                  </a:lnTo>
                  <a:lnTo>
                    <a:pt x="4731110" y="2687438"/>
                  </a:lnTo>
                  <a:lnTo>
                    <a:pt x="4744627" y="2183543"/>
                  </a:lnTo>
                  <a:lnTo>
                    <a:pt x="4749133" y="2666442"/>
                  </a:lnTo>
                  <a:lnTo>
                    <a:pt x="4753639" y="1763631"/>
                  </a:lnTo>
                  <a:lnTo>
                    <a:pt x="4758145" y="2351508"/>
                  </a:lnTo>
                  <a:lnTo>
                    <a:pt x="4762651" y="2120556"/>
                  </a:lnTo>
                  <a:lnTo>
                    <a:pt x="4776168" y="3380293"/>
                  </a:lnTo>
                  <a:lnTo>
                    <a:pt x="4780674" y="3380293"/>
                  </a:lnTo>
                  <a:lnTo>
                    <a:pt x="4785180" y="2078565"/>
                  </a:lnTo>
                  <a:lnTo>
                    <a:pt x="4789686" y="3065359"/>
                  </a:lnTo>
                  <a:lnTo>
                    <a:pt x="4794191" y="3380293"/>
                  </a:lnTo>
                  <a:lnTo>
                    <a:pt x="4807709" y="3086354"/>
                  </a:lnTo>
                  <a:lnTo>
                    <a:pt x="4812215" y="3233324"/>
                  </a:lnTo>
                  <a:lnTo>
                    <a:pt x="4816720" y="2939385"/>
                  </a:lnTo>
                  <a:lnTo>
                    <a:pt x="4821226" y="2120556"/>
                  </a:lnTo>
                  <a:lnTo>
                    <a:pt x="4825732" y="2603455"/>
                  </a:lnTo>
                  <a:lnTo>
                    <a:pt x="4839250" y="1931596"/>
                  </a:lnTo>
                  <a:lnTo>
                    <a:pt x="4843755" y="1868609"/>
                  </a:lnTo>
                  <a:lnTo>
                    <a:pt x="4852767" y="1994583"/>
                  </a:lnTo>
                  <a:lnTo>
                    <a:pt x="4857273" y="2057569"/>
                  </a:lnTo>
                  <a:lnTo>
                    <a:pt x="4870790" y="3233324"/>
                  </a:lnTo>
                  <a:lnTo>
                    <a:pt x="4875296" y="3191332"/>
                  </a:lnTo>
                  <a:lnTo>
                    <a:pt x="4879802" y="2960381"/>
                  </a:lnTo>
                  <a:lnTo>
                    <a:pt x="4884308" y="2792416"/>
                  </a:lnTo>
                  <a:lnTo>
                    <a:pt x="4888814" y="3380293"/>
                  </a:lnTo>
                  <a:lnTo>
                    <a:pt x="4906837" y="1931596"/>
                  </a:lnTo>
                  <a:lnTo>
                    <a:pt x="4938378" y="2162547"/>
                  </a:lnTo>
                  <a:lnTo>
                    <a:pt x="4942883" y="2750425"/>
                  </a:lnTo>
                  <a:lnTo>
                    <a:pt x="4947389" y="2435490"/>
                  </a:lnTo>
                  <a:lnTo>
                    <a:pt x="4951895" y="2141552"/>
                  </a:lnTo>
                  <a:lnTo>
                    <a:pt x="4965413" y="2918389"/>
                  </a:lnTo>
                  <a:lnTo>
                    <a:pt x="4969918" y="2918389"/>
                  </a:lnTo>
                  <a:lnTo>
                    <a:pt x="4974424" y="2918389"/>
                  </a:lnTo>
                  <a:lnTo>
                    <a:pt x="4978930" y="3233324"/>
                  </a:lnTo>
                  <a:lnTo>
                    <a:pt x="4983436" y="2939385"/>
                  </a:lnTo>
                  <a:lnTo>
                    <a:pt x="4996953" y="2078565"/>
                  </a:lnTo>
                  <a:lnTo>
                    <a:pt x="5001459" y="2036574"/>
                  </a:lnTo>
                  <a:lnTo>
                    <a:pt x="5005965" y="2015578"/>
                  </a:lnTo>
                  <a:lnTo>
                    <a:pt x="5010471" y="1763631"/>
                  </a:lnTo>
                  <a:lnTo>
                    <a:pt x="5014977" y="2855403"/>
                  </a:lnTo>
                  <a:lnTo>
                    <a:pt x="5028494" y="3002372"/>
                  </a:lnTo>
                  <a:lnTo>
                    <a:pt x="5033000" y="3380293"/>
                  </a:lnTo>
                  <a:lnTo>
                    <a:pt x="5037506" y="3380293"/>
                  </a:lnTo>
                  <a:lnTo>
                    <a:pt x="5042011" y="3380293"/>
                  </a:lnTo>
                  <a:lnTo>
                    <a:pt x="5046517" y="3086354"/>
                  </a:lnTo>
                  <a:lnTo>
                    <a:pt x="5060035" y="2939385"/>
                  </a:lnTo>
                  <a:lnTo>
                    <a:pt x="5064541" y="2792416"/>
                  </a:lnTo>
                  <a:lnTo>
                    <a:pt x="5069046" y="3107350"/>
                  </a:lnTo>
                  <a:lnTo>
                    <a:pt x="5073552" y="2393499"/>
                  </a:lnTo>
                  <a:lnTo>
                    <a:pt x="5078058" y="3149341"/>
                  </a:lnTo>
                  <a:lnTo>
                    <a:pt x="5091575" y="2603455"/>
                  </a:lnTo>
                  <a:lnTo>
                    <a:pt x="5096081" y="1406705"/>
                  </a:lnTo>
                  <a:lnTo>
                    <a:pt x="5100587" y="1385710"/>
                  </a:lnTo>
                  <a:lnTo>
                    <a:pt x="5105093" y="1406705"/>
                  </a:lnTo>
                  <a:lnTo>
                    <a:pt x="5109599" y="1427701"/>
                  </a:lnTo>
                  <a:lnTo>
                    <a:pt x="5123116" y="1364714"/>
                  </a:lnTo>
                  <a:lnTo>
                    <a:pt x="5127622" y="1364714"/>
                  </a:lnTo>
                  <a:lnTo>
                    <a:pt x="5132128" y="1385710"/>
                  </a:lnTo>
                  <a:lnTo>
                    <a:pt x="5136634" y="1511684"/>
                  </a:lnTo>
                  <a:lnTo>
                    <a:pt x="5141139" y="3023368"/>
                  </a:lnTo>
                  <a:lnTo>
                    <a:pt x="5154657" y="1322723"/>
                  </a:lnTo>
                  <a:lnTo>
                    <a:pt x="5159163" y="1238741"/>
                  </a:lnTo>
                  <a:lnTo>
                    <a:pt x="5163669" y="1763631"/>
                  </a:lnTo>
                  <a:lnTo>
                    <a:pt x="5168174" y="3254319"/>
                  </a:lnTo>
                  <a:lnTo>
                    <a:pt x="5172680" y="3149341"/>
                  </a:lnTo>
                  <a:lnTo>
                    <a:pt x="5186198" y="1364714"/>
                  </a:lnTo>
                  <a:lnTo>
                    <a:pt x="5190704" y="1196749"/>
                  </a:lnTo>
                  <a:lnTo>
                    <a:pt x="5195209" y="1196749"/>
                  </a:lnTo>
                  <a:lnTo>
                    <a:pt x="5199715" y="1175754"/>
                  </a:lnTo>
                  <a:lnTo>
                    <a:pt x="5204221" y="1406705"/>
                  </a:lnTo>
                  <a:lnTo>
                    <a:pt x="5217738" y="2162547"/>
                  </a:lnTo>
                  <a:lnTo>
                    <a:pt x="5222244" y="1385710"/>
                  </a:lnTo>
                  <a:lnTo>
                    <a:pt x="5226750" y="3065359"/>
                  </a:lnTo>
                  <a:lnTo>
                    <a:pt x="5231256" y="2246530"/>
                  </a:lnTo>
                  <a:lnTo>
                    <a:pt x="5235762" y="2561464"/>
                  </a:lnTo>
                  <a:lnTo>
                    <a:pt x="5249279" y="1931596"/>
                  </a:lnTo>
                  <a:lnTo>
                    <a:pt x="5253785" y="2750425"/>
                  </a:lnTo>
                  <a:lnTo>
                    <a:pt x="5258291" y="1574670"/>
                  </a:lnTo>
                  <a:lnTo>
                    <a:pt x="5262797" y="1091771"/>
                  </a:lnTo>
                  <a:lnTo>
                    <a:pt x="5267302" y="1322723"/>
                  </a:lnTo>
                  <a:lnTo>
                    <a:pt x="5280820" y="2897394"/>
                  </a:lnTo>
                  <a:lnTo>
                    <a:pt x="5285326" y="1700644"/>
                  </a:lnTo>
                  <a:lnTo>
                    <a:pt x="5289832" y="1007789"/>
                  </a:lnTo>
                  <a:lnTo>
                    <a:pt x="5294337" y="2750425"/>
                  </a:lnTo>
                  <a:lnTo>
                    <a:pt x="5298843" y="2351508"/>
                  </a:lnTo>
                  <a:lnTo>
                    <a:pt x="5312361" y="1742635"/>
                  </a:lnTo>
                  <a:lnTo>
                    <a:pt x="5316866" y="1280732"/>
                  </a:lnTo>
                  <a:lnTo>
                    <a:pt x="5321372" y="2855403"/>
                  </a:lnTo>
                  <a:lnTo>
                    <a:pt x="5325878" y="2435490"/>
                  </a:lnTo>
                  <a:lnTo>
                    <a:pt x="5330384" y="2372504"/>
                  </a:lnTo>
                  <a:lnTo>
                    <a:pt x="5343901" y="797833"/>
                  </a:lnTo>
                  <a:lnTo>
                    <a:pt x="5348407" y="797833"/>
                  </a:lnTo>
                  <a:lnTo>
                    <a:pt x="5352913" y="797833"/>
                  </a:lnTo>
                  <a:lnTo>
                    <a:pt x="5379948" y="2099561"/>
                  </a:lnTo>
                  <a:lnTo>
                    <a:pt x="5388960" y="2225534"/>
                  </a:lnTo>
                  <a:lnTo>
                    <a:pt x="5393465" y="881815"/>
                  </a:lnTo>
                  <a:lnTo>
                    <a:pt x="5406983" y="1070776"/>
                  </a:lnTo>
                  <a:lnTo>
                    <a:pt x="5411489" y="1826618"/>
                  </a:lnTo>
                  <a:lnTo>
                    <a:pt x="5415994" y="650863"/>
                  </a:lnTo>
                  <a:lnTo>
                    <a:pt x="5420500" y="2414495"/>
                  </a:lnTo>
                  <a:lnTo>
                    <a:pt x="5425006" y="629868"/>
                  </a:lnTo>
                  <a:lnTo>
                    <a:pt x="5438524" y="2498477"/>
                  </a:lnTo>
                  <a:lnTo>
                    <a:pt x="5443029" y="2162547"/>
                  </a:lnTo>
                  <a:lnTo>
                    <a:pt x="5447535" y="1238741"/>
                  </a:lnTo>
                  <a:lnTo>
                    <a:pt x="5452041" y="1322723"/>
                  </a:lnTo>
                  <a:lnTo>
                    <a:pt x="5456547" y="2309517"/>
                  </a:lnTo>
                  <a:lnTo>
                    <a:pt x="5465558" y="545885"/>
                  </a:lnTo>
                  <a:lnTo>
                    <a:pt x="5479076" y="524890"/>
                  </a:lnTo>
                  <a:lnTo>
                    <a:pt x="5483582" y="587877"/>
                  </a:lnTo>
                  <a:lnTo>
                    <a:pt x="5488088" y="1448697"/>
                  </a:lnTo>
                  <a:lnTo>
                    <a:pt x="5501605" y="419912"/>
                  </a:lnTo>
                  <a:lnTo>
                    <a:pt x="5506111" y="356925"/>
                  </a:lnTo>
                  <a:lnTo>
                    <a:pt x="5510617" y="1091771"/>
                  </a:lnTo>
                  <a:lnTo>
                    <a:pt x="5515123" y="1511684"/>
                  </a:lnTo>
                  <a:lnTo>
                    <a:pt x="5519628" y="1448697"/>
                  </a:lnTo>
                  <a:lnTo>
                    <a:pt x="5533146" y="587877"/>
                  </a:lnTo>
                  <a:lnTo>
                    <a:pt x="5537652" y="1847613"/>
                  </a:lnTo>
                  <a:lnTo>
                    <a:pt x="5542157" y="1175754"/>
                  </a:lnTo>
                  <a:lnTo>
                    <a:pt x="5551169" y="314934"/>
                  </a:lnTo>
                  <a:lnTo>
                    <a:pt x="5564687" y="440907"/>
                  </a:lnTo>
                  <a:lnTo>
                    <a:pt x="5569192" y="2435490"/>
                  </a:lnTo>
                  <a:lnTo>
                    <a:pt x="5573698" y="2099561"/>
                  </a:lnTo>
                  <a:lnTo>
                    <a:pt x="5578204" y="293938"/>
                  </a:lnTo>
                  <a:lnTo>
                    <a:pt x="5582710" y="314934"/>
                  </a:lnTo>
                  <a:lnTo>
                    <a:pt x="5600733" y="230951"/>
                  </a:lnTo>
                  <a:lnTo>
                    <a:pt x="5605239" y="188960"/>
                  </a:lnTo>
                  <a:lnTo>
                    <a:pt x="5609745" y="251947"/>
                  </a:lnTo>
                  <a:lnTo>
                    <a:pt x="5614251" y="209956"/>
                  </a:lnTo>
                  <a:lnTo>
                    <a:pt x="5627768" y="230951"/>
                  </a:lnTo>
                  <a:lnTo>
                    <a:pt x="5632274" y="104978"/>
                  </a:lnTo>
                  <a:lnTo>
                    <a:pt x="5636780" y="272942"/>
                  </a:lnTo>
                  <a:lnTo>
                    <a:pt x="5641285" y="566881"/>
                  </a:lnTo>
                  <a:lnTo>
                    <a:pt x="5645791" y="104978"/>
                  </a:lnTo>
                  <a:lnTo>
                    <a:pt x="5659309" y="146969"/>
                  </a:lnTo>
                  <a:lnTo>
                    <a:pt x="5663815" y="62986"/>
                  </a:lnTo>
                  <a:lnTo>
                    <a:pt x="5668320" y="125973"/>
                  </a:lnTo>
                  <a:lnTo>
                    <a:pt x="5672826" y="419912"/>
                  </a:lnTo>
                  <a:lnTo>
                    <a:pt x="5677332" y="377921"/>
                  </a:lnTo>
                  <a:lnTo>
                    <a:pt x="5690849" y="1280732"/>
                  </a:lnTo>
                  <a:lnTo>
                    <a:pt x="5695355" y="818828"/>
                  </a:lnTo>
                  <a:lnTo>
                    <a:pt x="5699861" y="860820"/>
                  </a:lnTo>
                  <a:lnTo>
                    <a:pt x="5704367" y="755842"/>
                  </a:lnTo>
                  <a:lnTo>
                    <a:pt x="5708873" y="1238741"/>
                  </a:lnTo>
                  <a:lnTo>
                    <a:pt x="5726896" y="839824"/>
                  </a:lnTo>
                  <a:lnTo>
                    <a:pt x="5731402" y="608872"/>
                  </a:lnTo>
                  <a:lnTo>
                    <a:pt x="5735908" y="314934"/>
                  </a:lnTo>
                  <a:lnTo>
                    <a:pt x="5740413" y="1469692"/>
                  </a:lnTo>
                  <a:lnTo>
                    <a:pt x="5753931" y="965798"/>
                  </a:lnTo>
                  <a:lnTo>
                    <a:pt x="5758437" y="650863"/>
                  </a:lnTo>
                  <a:lnTo>
                    <a:pt x="5762943" y="1553675"/>
                  </a:lnTo>
                  <a:lnTo>
                    <a:pt x="5767448" y="356925"/>
                  </a:lnTo>
                  <a:lnTo>
                    <a:pt x="5771954" y="83982"/>
                  </a:lnTo>
                  <a:lnTo>
                    <a:pt x="5785472" y="1196749"/>
                  </a:lnTo>
                  <a:lnTo>
                    <a:pt x="5789977" y="272942"/>
                  </a:lnTo>
                  <a:lnTo>
                    <a:pt x="5794483" y="1238741"/>
                  </a:lnTo>
                  <a:lnTo>
                    <a:pt x="5798989" y="1070776"/>
                  </a:lnTo>
                  <a:lnTo>
                    <a:pt x="5803495" y="566881"/>
                  </a:lnTo>
                  <a:lnTo>
                    <a:pt x="5817012" y="818828"/>
                  </a:lnTo>
                  <a:lnTo>
                    <a:pt x="5821518" y="356925"/>
                  </a:lnTo>
                  <a:lnTo>
                    <a:pt x="5826024" y="860820"/>
                  </a:lnTo>
                  <a:lnTo>
                    <a:pt x="5830530" y="1091771"/>
                  </a:lnTo>
                  <a:lnTo>
                    <a:pt x="5835036" y="1616662"/>
                  </a:lnTo>
                  <a:lnTo>
                    <a:pt x="5848553" y="2267526"/>
                  </a:lnTo>
                  <a:lnTo>
                    <a:pt x="5853059" y="1322723"/>
                  </a:lnTo>
                  <a:lnTo>
                    <a:pt x="5857565" y="1511684"/>
                  </a:lnTo>
                  <a:lnTo>
                    <a:pt x="5862071" y="2330512"/>
                  </a:lnTo>
                  <a:lnTo>
                    <a:pt x="5866576" y="2183543"/>
                  </a:lnTo>
                  <a:lnTo>
                    <a:pt x="5880094" y="2015578"/>
                  </a:lnTo>
                  <a:lnTo>
                    <a:pt x="5884600" y="2414495"/>
                  </a:lnTo>
                  <a:lnTo>
                    <a:pt x="5889106" y="2162547"/>
                  </a:lnTo>
                  <a:lnTo>
                    <a:pt x="5893611" y="1280732"/>
                  </a:lnTo>
                  <a:lnTo>
                    <a:pt x="5898117" y="2246530"/>
                  </a:lnTo>
                  <a:lnTo>
                    <a:pt x="5911635" y="2372504"/>
                  </a:lnTo>
                  <a:lnTo>
                    <a:pt x="5916140" y="1280732"/>
                  </a:lnTo>
                  <a:lnTo>
                    <a:pt x="5920646" y="1574670"/>
                  </a:lnTo>
                  <a:lnTo>
                    <a:pt x="5925152" y="482899"/>
                  </a:lnTo>
                  <a:lnTo>
                    <a:pt x="5929658" y="482899"/>
                  </a:lnTo>
                  <a:lnTo>
                    <a:pt x="5943175" y="1007789"/>
                  </a:lnTo>
                  <a:lnTo>
                    <a:pt x="5947681" y="1427701"/>
                  </a:lnTo>
                  <a:lnTo>
                    <a:pt x="5952187" y="608872"/>
                  </a:lnTo>
                  <a:lnTo>
                    <a:pt x="5956693" y="1280732"/>
                  </a:lnTo>
                  <a:lnTo>
                    <a:pt x="5961199" y="692855"/>
                  </a:lnTo>
                  <a:lnTo>
                    <a:pt x="5974716" y="608872"/>
                  </a:lnTo>
                  <a:lnTo>
                    <a:pt x="5979222" y="713850"/>
                  </a:lnTo>
                  <a:lnTo>
                    <a:pt x="5983728" y="587877"/>
                  </a:lnTo>
                  <a:lnTo>
                    <a:pt x="5988234" y="1070776"/>
                  </a:lnTo>
                  <a:lnTo>
                    <a:pt x="5992739" y="1868609"/>
                  </a:lnTo>
                  <a:lnTo>
                    <a:pt x="6006257" y="1553675"/>
                  </a:lnTo>
                  <a:lnTo>
                    <a:pt x="6010763" y="1952591"/>
                  </a:lnTo>
                  <a:lnTo>
                    <a:pt x="6015268" y="2204539"/>
                  </a:lnTo>
                  <a:lnTo>
                    <a:pt x="6019774" y="1637657"/>
                  </a:lnTo>
                  <a:lnTo>
                    <a:pt x="6024280" y="1154758"/>
                  </a:lnTo>
                  <a:lnTo>
                    <a:pt x="6037798" y="671859"/>
                  </a:lnTo>
                  <a:lnTo>
                    <a:pt x="6042303" y="671859"/>
                  </a:lnTo>
                  <a:lnTo>
                    <a:pt x="6046809" y="692855"/>
                  </a:lnTo>
                  <a:lnTo>
                    <a:pt x="6051315" y="713850"/>
                  </a:lnTo>
                  <a:lnTo>
                    <a:pt x="6055821" y="734846"/>
                  </a:lnTo>
                  <a:lnTo>
                    <a:pt x="6069338" y="818828"/>
                  </a:lnTo>
                  <a:lnTo>
                    <a:pt x="6073844" y="1028784"/>
                  </a:lnTo>
                  <a:lnTo>
                    <a:pt x="6078350" y="2582460"/>
                  </a:lnTo>
                  <a:lnTo>
                    <a:pt x="6082856" y="1679648"/>
                  </a:lnTo>
                  <a:lnTo>
                    <a:pt x="6087362" y="923806"/>
                  </a:lnTo>
                  <a:lnTo>
                    <a:pt x="6100879" y="2120556"/>
                  </a:lnTo>
                  <a:lnTo>
                    <a:pt x="6105385" y="1343719"/>
                  </a:lnTo>
                  <a:lnTo>
                    <a:pt x="6109891" y="860820"/>
                  </a:lnTo>
                  <a:lnTo>
                    <a:pt x="6114396" y="1133763"/>
                  </a:lnTo>
                  <a:lnTo>
                    <a:pt x="6118902" y="2330512"/>
                  </a:lnTo>
                  <a:lnTo>
                    <a:pt x="6132420" y="923806"/>
                  </a:lnTo>
                  <a:lnTo>
                    <a:pt x="6136926" y="986793"/>
                  </a:lnTo>
                  <a:lnTo>
                    <a:pt x="6141431" y="1049780"/>
                  </a:lnTo>
                  <a:lnTo>
                    <a:pt x="6145937" y="1049780"/>
                  </a:lnTo>
                  <a:lnTo>
                    <a:pt x="6150443" y="1112767"/>
                  </a:lnTo>
                  <a:lnTo>
                    <a:pt x="6163961" y="1049780"/>
                  </a:lnTo>
                  <a:lnTo>
                    <a:pt x="6172972" y="1511684"/>
                  </a:lnTo>
                  <a:lnTo>
                    <a:pt x="6177478" y="2057569"/>
                  </a:lnTo>
                  <a:lnTo>
                    <a:pt x="6181984" y="1217745"/>
                  </a:lnTo>
                  <a:lnTo>
                    <a:pt x="6195501" y="3128346"/>
                  </a:lnTo>
                  <a:lnTo>
                    <a:pt x="6200007" y="1322723"/>
                  </a:lnTo>
                  <a:lnTo>
                    <a:pt x="6204513" y="1259736"/>
                  </a:lnTo>
                  <a:lnTo>
                    <a:pt x="6209019" y="2204539"/>
                  </a:lnTo>
                  <a:lnTo>
                    <a:pt x="6213525" y="1322723"/>
                  </a:lnTo>
                  <a:lnTo>
                    <a:pt x="6227042" y="1196749"/>
                  </a:lnTo>
                  <a:lnTo>
                    <a:pt x="6231548" y="1826618"/>
                  </a:lnTo>
                  <a:lnTo>
                    <a:pt x="6236054" y="1637657"/>
                  </a:lnTo>
                  <a:lnTo>
                    <a:pt x="6240559" y="2960381"/>
                  </a:lnTo>
                  <a:lnTo>
                    <a:pt x="6245065" y="2918389"/>
                  </a:lnTo>
                  <a:lnTo>
                    <a:pt x="6258583" y="1868609"/>
                  </a:lnTo>
                  <a:lnTo>
                    <a:pt x="6263089" y="2939385"/>
                  </a:lnTo>
                  <a:lnTo>
                    <a:pt x="6267594" y="1826618"/>
                  </a:lnTo>
                  <a:lnTo>
                    <a:pt x="6272100" y="3275315"/>
                  </a:lnTo>
                  <a:lnTo>
                    <a:pt x="6276606" y="2729429"/>
                  </a:lnTo>
                  <a:lnTo>
                    <a:pt x="6290123" y="2204539"/>
                  </a:lnTo>
                  <a:lnTo>
                    <a:pt x="6294629" y="2876398"/>
                  </a:lnTo>
                  <a:lnTo>
                    <a:pt x="6299135" y="1658653"/>
                  </a:lnTo>
                  <a:lnTo>
                    <a:pt x="6303641" y="2624451"/>
                  </a:lnTo>
                  <a:lnTo>
                    <a:pt x="6308147" y="2729429"/>
                  </a:lnTo>
                  <a:lnTo>
                    <a:pt x="6321664" y="2141552"/>
                  </a:lnTo>
                  <a:lnTo>
                    <a:pt x="6326170" y="2813411"/>
                  </a:lnTo>
                  <a:lnTo>
                    <a:pt x="6330676" y="2456486"/>
                  </a:lnTo>
                  <a:lnTo>
                    <a:pt x="6335182" y="2120556"/>
                  </a:lnTo>
                  <a:lnTo>
                    <a:pt x="6339687" y="2771420"/>
                  </a:lnTo>
                  <a:lnTo>
                    <a:pt x="6353205" y="2582460"/>
                  </a:lnTo>
                  <a:lnTo>
                    <a:pt x="6357711" y="3044363"/>
                  </a:lnTo>
                  <a:lnTo>
                    <a:pt x="6362217" y="2624451"/>
                  </a:lnTo>
                  <a:lnTo>
                    <a:pt x="6366722" y="2687438"/>
                  </a:lnTo>
                  <a:lnTo>
                    <a:pt x="6371228" y="2372504"/>
                  </a:lnTo>
                  <a:lnTo>
                    <a:pt x="6384746" y="2582460"/>
                  </a:lnTo>
                  <a:lnTo>
                    <a:pt x="6389251" y="3191332"/>
                  </a:lnTo>
                  <a:lnTo>
                    <a:pt x="6393757" y="1994583"/>
                  </a:lnTo>
                  <a:lnTo>
                    <a:pt x="6398263" y="2162547"/>
                  </a:lnTo>
                  <a:lnTo>
                    <a:pt x="6402769" y="2834407"/>
                  </a:lnTo>
                  <a:lnTo>
                    <a:pt x="6416286" y="2834407"/>
                  </a:lnTo>
                  <a:lnTo>
                    <a:pt x="6420792" y="2981376"/>
                  </a:lnTo>
                  <a:lnTo>
                    <a:pt x="6425298" y="2582460"/>
                  </a:lnTo>
                  <a:lnTo>
                    <a:pt x="6429804" y="2477482"/>
                  </a:lnTo>
                  <a:lnTo>
                    <a:pt x="6434310" y="2330512"/>
                  </a:lnTo>
                  <a:lnTo>
                    <a:pt x="6438815" y="2708433"/>
                  </a:lnTo>
                  <a:lnTo>
                    <a:pt x="6447827" y="3233324"/>
                  </a:lnTo>
                  <a:lnTo>
                    <a:pt x="6452333" y="2750425"/>
                  </a:lnTo>
                  <a:lnTo>
                    <a:pt x="6456839" y="3128346"/>
                  </a:lnTo>
                  <a:lnTo>
                    <a:pt x="6461345" y="1679648"/>
                  </a:lnTo>
                  <a:lnTo>
                    <a:pt x="6465850" y="3233324"/>
                  </a:lnTo>
                  <a:lnTo>
                    <a:pt x="6479368" y="3086354"/>
                  </a:lnTo>
                  <a:lnTo>
                    <a:pt x="6483874" y="3170337"/>
                  </a:lnTo>
                  <a:lnTo>
                    <a:pt x="6488380" y="2897394"/>
                  </a:lnTo>
                  <a:lnTo>
                    <a:pt x="6492885" y="3380293"/>
                  </a:lnTo>
                  <a:lnTo>
                    <a:pt x="6497391" y="3275315"/>
                  </a:lnTo>
                  <a:lnTo>
                    <a:pt x="6510909" y="1721640"/>
                  </a:lnTo>
                  <a:lnTo>
                    <a:pt x="6515414" y="1679648"/>
                  </a:lnTo>
                  <a:lnTo>
                    <a:pt x="6519920" y="2834407"/>
                  </a:lnTo>
                  <a:lnTo>
                    <a:pt x="6524426" y="3380293"/>
                  </a:lnTo>
                  <a:lnTo>
                    <a:pt x="6528932" y="3086354"/>
                  </a:lnTo>
                  <a:lnTo>
                    <a:pt x="6551461" y="2057569"/>
                  </a:lnTo>
                  <a:lnTo>
                    <a:pt x="6555967" y="2540468"/>
                  </a:lnTo>
                  <a:lnTo>
                    <a:pt x="6583002" y="2582460"/>
                  </a:lnTo>
                  <a:lnTo>
                    <a:pt x="6587508" y="3065359"/>
                  </a:lnTo>
                  <a:lnTo>
                    <a:pt x="6592013" y="3002372"/>
                  </a:lnTo>
                  <a:lnTo>
                    <a:pt x="6596519" y="3338302"/>
                  </a:lnTo>
                  <a:lnTo>
                    <a:pt x="6605531" y="2414495"/>
                  </a:lnTo>
                  <a:lnTo>
                    <a:pt x="6610037" y="1700644"/>
                  </a:lnTo>
                  <a:lnTo>
                    <a:pt x="6614542" y="1742635"/>
                  </a:lnTo>
                  <a:lnTo>
                    <a:pt x="6619048" y="1721640"/>
                  </a:lnTo>
                  <a:lnTo>
                    <a:pt x="6623554" y="2015578"/>
                  </a:lnTo>
                  <a:lnTo>
                    <a:pt x="6637072" y="3065359"/>
                  </a:lnTo>
                  <a:lnTo>
                    <a:pt x="6641577" y="2435490"/>
                  </a:lnTo>
                  <a:lnTo>
                    <a:pt x="6646083" y="2897394"/>
                  </a:lnTo>
                  <a:lnTo>
                    <a:pt x="6650589" y="1910600"/>
                  </a:lnTo>
                  <a:lnTo>
                    <a:pt x="6655095" y="1826618"/>
                  </a:lnTo>
                  <a:lnTo>
                    <a:pt x="6668612" y="3044363"/>
                  </a:lnTo>
                  <a:lnTo>
                    <a:pt x="6673118" y="2624451"/>
                  </a:lnTo>
                  <a:lnTo>
                    <a:pt x="6677624" y="3086354"/>
                  </a:lnTo>
                  <a:lnTo>
                    <a:pt x="6682130" y="2603455"/>
                  </a:lnTo>
                  <a:lnTo>
                    <a:pt x="6686636" y="3086354"/>
                  </a:lnTo>
                  <a:lnTo>
                    <a:pt x="6700153" y="1553675"/>
                  </a:lnTo>
                  <a:lnTo>
                    <a:pt x="6704659" y="1742635"/>
                  </a:lnTo>
                  <a:lnTo>
                    <a:pt x="6709165" y="2246530"/>
                  </a:lnTo>
                  <a:lnTo>
                    <a:pt x="6713670" y="1973587"/>
                  </a:lnTo>
                  <a:lnTo>
                    <a:pt x="6718176" y="2246530"/>
                  </a:lnTo>
                  <a:lnTo>
                    <a:pt x="6731694" y="1763631"/>
                  </a:lnTo>
                  <a:lnTo>
                    <a:pt x="6736200" y="1427701"/>
                  </a:lnTo>
                  <a:lnTo>
                    <a:pt x="6740705" y="2582460"/>
                  </a:lnTo>
                  <a:lnTo>
                    <a:pt x="6745211" y="3254319"/>
                  </a:lnTo>
                  <a:lnTo>
                    <a:pt x="6749717" y="3170337"/>
                  </a:lnTo>
                  <a:lnTo>
                    <a:pt x="6763234" y="2939385"/>
                  </a:lnTo>
                  <a:lnTo>
                    <a:pt x="6767740" y="1847613"/>
                  </a:lnTo>
                  <a:lnTo>
                    <a:pt x="6772246" y="2855403"/>
                  </a:lnTo>
                  <a:lnTo>
                    <a:pt x="6776752" y="1826618"/>
                  </a:lnTo>
                  <a:lnTo>
                    <a:pt x="6781258" y="2183543"/>
                  </a:lnTo>
                  <a:lnTo>
                    <a:pt x="6794775" y="2918389"/>
                  </a:lnTo>
                  <a:lnTo>
                    <a:pt x="6799281" y="2960381"/>
                  </a:lnTo>
                  <a:lnTo>
                    <a:pt x="6803787" y="1763631"/>
                  </a:lnTo>
                  <a:lnTo>
                    <a:pt x="6808293" y="3086354"/>
                  </a:lnTo>
                  <a:lnTo>
                    <a:pt x="6812799" y="2834407"/>
                  </a:lnTo>
                  <a:lnTo>
                    <a:pt x="6826316" y="2120556"/>
                  </a:lnTo>
                  <a:lnTo>
                    <a:pt x="6830822" y="2288521"/>
                  </a:lnTo>
                  <a:lnTo>
                    <a:pt x="6835328" y="2540468"/>
                  </a:lnTo>
                  <a:lnTo>
                    <a:pt x="6839833" y="1448697"/>
                  </a:lnTo>
                  <a:lnTo>
                    <a:pt x="6844339" y="2246530"/>
                  </a:lnTo>
                  <a:lnTo>
                    <a:pt x="6857857" y="1427701"/>
                  </a:lnTo>
                  <a:lnTo>
                    <a:pt x="6862363" y="2456486"/>
                  </a:lnTo>
                  <a:lnTo>
                    <a:pt x="6866868" y="1574670"/>
                  </a:lnTo>
                  <a:lnTo>
                    <a:pt x="6871374" y="2183543"/>
                  </a:lnTo>
                  <a:lnTo>
                    <a:pt x="6875880" y="1175754"/>
                  </a:lnTo>
                  <a:lnTo>
                    <a:pt x="6889397" y="1448697"/>
                  </a:lnTo>
                  <a:lnTo>
                    <a:pt x="6893903" y="3086354"/>
                  </a:lnTo>
                  <a:lnTo>
                    <a:pt x="6898409" y="2036574"/>
                  </a:lnTo>
                  <a:lnTo>
                    <a:pt x="6902915" y="1679648"/>
                  </a:lnTo>
                  <a:lnTo>
                    <a:pt x="6907421" y="2267526"/>
                  </a:lnTo>
                  <a:lnTo>
                    <a:pt x="6920938" y="1133763"/>
                  </a:lnTo>
                  <a:lnTo>
                    <a:pt x="6925444" y="1091771"/>
                  </a:lnTo>
                  <a:lnTo>
                    <a:pt x="6929950" y="1217745"/>
                  </a:lnTo>
                  <a:lnTo>
                    <a:pt x="6934456" y="2666442"/>
                  </a:lnTo>
                  <a:lnTo>
                    <a:pt x="6938961" y="1427701"/>
                  </a:lnTo>
                  <a:lnTo>
                    <a:pt x="6952479" y="1259736"/>
                  </a:lnTo>
                  <a:lnTo>
                    <a:pt x="6956985" y="1196749"/>
                  </a:lnTo>
                  <a:lnTo>
                    <a:pt x="6961491" y="1616662"/>
                  </a:lnTo>
                  <a:lnTo>
                    <a:pt x="6965996" y="2099561"/>
                  </a:lnTo>
                  <a:lnTo>
                    <a:pt x="6988525" y="1868609"/>
                  </a:lnTo>
                  <a:lnTo>
                    <a:pt x="6993031" y="2960381"/>
                  </a:lnTo>
                  <a:lnTo>
                    <a:pt x="6997537" y="2561464"/>
                  </a:lnTo>
                  <a:lnTo>
                    <a:pt x="7015560" y="1595666"/>
                  </a:lnTo>
                  <a:lnTo>
                    <a:pt x="7020066" y="1532679"/>
                  </a:lnTo>
                  <a:lnTo>
                    <a:pt x="7024572" y="1742635"/>
                  </a:lnTo>
                  <a:lnTo>
                    <a:pt x="7029078" y="944802"/>
                  </a:lnTo>
                  <a:lnTo>
                    <a:pt x="7033584" y="797833"/>
                  </a:lnTo>
                  <a:lnTo>
                    <a:pt x="7047101" y="2477482"/>
                  </a:lnTo>
                  <a:lnTo>
                    <a:pt x="7051607" y="2498477"/>
                  </a:lnTo>
                  <a:lnTo>
                    <a:pt x="7056113" y="1658653"/>
                  </a:lnTo>
                  <a:lnTo>
                    <a:pt x="7060619" y="1658653"/>
                  </a:lnTo>
                  <a:lnTo>
                    <a:pt x="7065124" y="2750425"/>
                  </a:lnTo>
                  <a:lnTo>
                    <a:pt x="7078642" y="1595666"/>
                  </a:lnTo>
                  <a:lnTo>
                    <a:pt x="7083148" y="1364714"/>
                  </a:lnTo>
                  <a:lnTo>
                    <a:pt x="7087653" y="2624451"/>
                  </a:lnTo>
                  <a:lnTo>
                    <a:pt x="7092159" y="2330512"/>
                  </a:lnTo>
                  <a:lnTo>
                    <a:pt x="7096665" y="1280732"/>
                  </a:lnTo>
                  <a:lnTo>
                    <a:pt x="7110183" y="671859"/>
                  </a:lnTo>
                  <a:lnTo>
                    <a:pt x="7114688" y="545885"/>
                  </a:lnTo>
                  <a:lnTo>
                    <a:pt x="7123700" y="503894"/>
                  </a:lnTo>
                  <a:lnTo>
                    <a:pt x="7128206" y="1700644"/>
                  </a:lnTo>
                  <a:lnTo>
                    <a:pt x="7141723" y="1112767"/>
                  </a:lnTo>
                  <a:lnTo>
                    <a:pt x="7146229" y="2120556"/>
                  </a:lnTo>
                  <a:lnTo>
                    <a:pt x="7150735" y="566881"/>
                  </a:lnTo>
                  <a:lnTo>
                    <a:pt x="7159747" y="440907"/>
                  </a:lnTo>
                  <a:lnTo>
                    <a:pt x="7173264" y="209956"/>
                  </a:lnTo>
                  <a:lnTo>
                    <a:pt x="7177770" y="188960"/>
                  </a:lnTo>
                  <a:lnTo>
                    <a:pt x="7182276" y="230951"/>
                  </a:lnTo>
                  <a:lnTo>
                    <a:pt x="7186782" y="755842"/>
                  </a:lnTo>
                  <a:lnTo>
                    <a:pt x="7191287" y="1070776"/>
                  </a:lnTo>
                  <a:lnTo>
                    <a:pt x="7209311" y="965798"/>
                  </a:lnTo>
                  <a:lnTo>
                    <a:pt x="7213816" y="2267526"/>
                  </a:lnTo>
                  <a:lnTo>
                    <a:pt x="7218322" y="1070776"/>
                  </a:lnTo>
                  <a:lnTo>
                    <a:pt x="7222828" y="923806"/>
                  </a:lnTo>
                  <a:lnTo>
                    <a:pt x="7227334" y="1469692"/>
                  </a:lnTo>
                  <a:lnTo>
                    <a:pt x="7236346" y="1679648"/>
                  </a:lnTo>
                  <a:lnTo>
                    <a:pt x="7240851" y="1784626"/>
                  </a:lnTo>
                  <a:lnTo>
                    <a:pt x="7245357" y="1322723"/>
                  </a:lnTo>
                  <a:lnTo>
                    <a:pt x="7249863" y="1553675"/>
                  </a:lnTo>
                  <a:lnTo>
                    <a:pt x="7254369" y="2183543"/>
                  </a:lnTo>
                  <a:lnTo>
                    <a:pt x="7267886" y="3212328"/>
                  </a:lnTo>
                  <a:lnTo>
                    <a:pt x="7272392" y="1343719"/>
                  </a:lnTo>
                  <a:lnTo>
                    <a:pt x="7276898" y="1553675"/>
                  </a:lnTo>
                  <a:lnTo>
                    <a:pt x="7281404" y="902811"/>
                  </a:lnTo>
                  <a:lnTo>
                    <a:pt x="7285910" y="482899"/>
                  </a:lnTo>
                  <a:lnTo>
                    <a:pt x="7299427" y="1553675"/>
                  </a:lnTo>
                  <a:lnTo>
                    <a:pt x="7303933" y="1742635"/>
                  </a:lnTo>
                  <a:lnTo>
                    <a:pt x="7308439" y="986793"/>
                  </a:lnTo>
                  <a:lnTo>
                    <a:pt x="7312944" y="1007789"/>
                  </a:lnTo>
                  <a:lnTo>
                    <a:pt x="7317450" y="2519473"/>
                  </a:lnTo>
                  <a:lnTo>
                    <a:pt x="7330968" y="1721640"/>
                  </a:lnTo>
                  <a:lnTo>
                    <a:pt x="7335474" y="419912"/>
                  </a:lnTo>
                  <a:lnTo>
                    <a:pt x="7339979" y="293938"/>
                  </a:lnTo>
                  <a:lnTo>
                    <a:pt x="7344485" y="587877"/>
                  </a:lnTo>
                  <a:lnTo>
                    <a:pt x="7348991" y="1805622"/>
                  </a:lnTo>
                  <a:lnTo>
                    <a:pt x="7362508" y="356925"/>
                  </a:lnTo>
                  <a:lnTo>
                    <a:pt x="7367014" y="20995"/>
                  </a:lnTo>
                  <a:lnTo>
                    <a:pt x="7371520" y="83982"/>
                  </a:lnTo>
                  <a:lnTo>
                    <a:pt x="7376026" y="545885"/>
                  </a:lnTo>
                  <a:lnTo>
                    <a:pt x="7380532" y="440907"/>
                  </a:lnTo>
                  <a:lnTo>
                    <a:pt x="7394049" y="2309517"/>
                  </a:lnTo>
                  <a:lnTo>
                    <a:pt x="7398555" y="2855403"/>
                  </a:lnTo>
                  <a:lnTo>
                    <a:pt x="7403061" y="2246530"/>
                  </a:lnTo>
                  <a:lnTo>
                    <a:pt x="7407567" y="1784626"/>
                  </a:lnTo>
                  <a:lnTo>
                    <a:pt x="7412072" y="1112767"/>
                  </a:lnTo>
                  <a:lnTo>
                    <a:pt x="7425590" y="356925"/>
                  </a:lnTo>
                  <a:lnTo>
                    <a:pt x="7430096" y="167964"/>
                  </a:lnTo>
                  <a:lnTo>
                    <a:pt x="7434602" y="1658653"/>
                  </a:lnTo>
                  <a:lnTo>
                    <a:pt x="7439107" y="965798"/>
                  </a:lnTo>
                  <a:lnTo>
                    <a:pt x="7443613" y="1910600"/>
                  </a:lnTo>
                  <a:lnTo>
                    <a:pt x="7461637" y="1742635"/>
                  </a:lnTo>
                  <a:lnTo>
                    <a:pt x="7466142" y="1364714"/>
                  </a:lnTo>
                  <a:lnTo>
                    <a:pt x="7470648" y="524890"/>
                  </a:lnTo>
                  <a:lnTo>
                    <a:pt x="7475154" y="566881"/>
                  </a:lnTo>
                  <a:lnTo>
                    <a:pt x="7488671" y="1490688"/>
                  </a:lnTo>
                  <a:lnTo>
                    <a:pt x="7493177" y="1952591"/>
                  </a:lnTo>
                  <a:lnTo>
                    <a:pt x="7497683" y="902811"/>
                  </a:lnTo>
                  <a:lnTo>
                    <a:pt x="7502189" y="755842"/>
                  </a:lnTo>
                  <a:lnTo>
                    <a:pt x="7506695" y="419912"/>
                  </a:lnTo>
                  <a:lnTo>
                    <a:pt x="7520212" y="230951"/>
                  </a:lnTo>
                  <a:lnTo>
                    <a:pt x="7524718" y="335929"/>
                  </a:lnTo>
                  <a:lnTo>
                    <a:pt x="7529224" y="377921"/>
                  </a:lnTo>
                  <a:lnTo>
                    <a:pt x="7533730" y="818828"/>
                  </a:lnTo>
                  <a:lnTo>
                    <a:pt x="7538235" y="1070776"/>
                  </a:lnTo>
                  <a:lnTo>
                    <a:pt x="7551753" y="1091771"/>
                  </a:lnTo>
                  <a:lnTo>
                    <a:pt x="7556259" y="335929"/>
                  </a:lnTo>
                  <a:lnTo>
                    <a:pt x="7560765" y="1637657"/>
                  </a:lnTo>
                  <a:lnTo>
                    <a:pt x="7565270" y="1574670"/>
                  </a:lnTo>
                  <a:lnTo>
                    <a:pt x="7569776" y="734846"/>
                  </a:lnTo>
                  <a:lnTo>
                    <a:pt x="7583294" y="377921"/>
                  </a:lnTo>
                  <a:lnTo>
                    <a:pt x="7587799" y="482899"/>
                  </a:lnTo>
                  <a:lnTo>
                    <a:pt x="7592305" y="1028784"/>
                  </a:lnTo>
                  <a:lnTo>
                    <a:pt x="7596811" y="629868"/>
                  </a:lnTo>
                  <a:lnTo>
                    <a:pt x="7601317" y="965798"/>
                  </a:lnTo>
                  <a:lnTo>
                    <a:pt x="7605823" y="860820"/>
                  </a:lnTo>
                  <a:lnTo>
                    <a:pt x="7614834" y="860820"/>
                  </a:lnTo>
                  <a:lnTo>
                    <a:pt x="7619340" y="986793"/>
                  </a:lnTo>
                  <a:lnTo>
                    <a:pt x="7623846" y="1595666"/>
                  </a:lnTo>
                  <a:lnTo>
                    <a:pt x="7628352" y="797833"/>
                  </a:lnTo>
                  <a:lnTo>
                    <a:pt x="7632858" y="755842"/>
                  </a:lnTo>
                  <a:lnTo>
                    <a:pt x="7646375" y="923806"/>
                  </a:lnTo>
                  <a:lnTo>
                    <a:pt x="7650881" y="608872"/>
                  </a:lnTo>
                  <a:lnTo>
                    <a:pt x="7655387" y="629868"/>
                  </a:lnTo>
                  <a:lnTo>
                    <a:pt x="7659893" y="671859"/>
                  </a:lnTo>
                  <a:lnTo>
                    <a:pt x="7664398" y="713850"/>
                  </a:lnTo>
                  <a:lnTo>
                    <a:pt x="7668904" y="881815"/>
                  </a:lnTo>
                  <a:lnTo>
                    <a:pt x="7677916" y="965798"/>
                  </a:lnTo>
                  <a:lnTo>
                    <a:pt x="7682422" y="986793"/>
                  </a:lnTo>
                  <a:lnTo>
                    <a:pt x="7686927" y="839824"/>
                  </a:lnTo>
                  <a:lnTo>
                    <a:pt x="7691433" y="839824"/>
                  </a:lnTo>
                  <a:lnTo>
                    <a:pt x="7695939" y="881815"/>
                  </a:lnTo>
                  <a:lnTo>
                    <a:pt x="7700445" y="776837"/>
                  </a:lnTo>
                  <a:lnTo>
                    <a:pt x="7709457" y="2750425"/>
                  </a:lnTo>
                  <a:lnTo>
                    <a:pt x="7713962" y="2645447"/>
                  </a:lnTo>
                  <a:lnTo>
                    <a:pt x="7718468" y="2078565"/>
                  </a:lnTo>
                  <a:lnTo>
                    <a:pt x="7722974" y="1364714"/>
                  </a:lnTo>
                  <a:lnTo>
                    <a:pt x="7727480" y="1826618"/>
                  </a:lnTo>
                  <a:lnTo>
                    <a:pt x="7740997" y="1490688"/>
                  </a:lnTo>
                  <a:lnTo>
                    <a:pt x="7745503" y="1742635"/>
                  </a:lnTo>
                  <a:lnTo>
                    <a:pt x="7750009" y="1049780"/>
                  </a:lnTo>
                  <a:lnTo>
                    <a:pt x="7754515" y="965798"/>
                  </a:lnTo>
                  <a:lnTo>
                    <a:pt x="7759021" y="902811"/>
                  </a:lnTo>
                  <a:lnTo>
                    <a:pt x="7772538" y="1595666"/>
                  </a:lnTo>
                  <a:lnTo>
                    <a:pt x="7777044" y="1616662"/>
                  </a:lnTo>
                  <a:lnTo>
                    <a:pt x="7781550" y="1574670"/>
                  </a:lnTo>
                  <a:lnTo>
                    <a:pt x="7786056" y="2750425"/>
                  </a:lnTo>
                  <a:lnTo>
                    <a:pt x="7790561" y="2141552"/>
                  </a:lnTo>
                  <a:lnTo>
                    <a:pt x="7804079" y="1469692"/>
                  </a:lnTo>
                  <a:lnTo>
                    <a:pt x="7808585" y="2603455"/>
                  </a:lnTo>
                  <a:lnTo>
                    <a:pt x="7813090" y="2729429"/>
                  </a:lnTo>
                  <a:lnTo>
                    <a:pt x="7822102" y="1385710"/>
                  </a:lnTo>
                  <a:lnTo>
                    <a:pt x="7835620" y="1700644"/>
                  </a:lnTo>
                  <a:lnTo>
                    <a:pt x="7840125" y="1721640"/>
                  </a:lnTo>
                  <a:lnTo>
                    <a:pt x="7844631" y="1490688"/>
                  </a:lnTo>
                  <a:lnTo>
                    <a:pt x="7849137" y="3023368"/>
                  </a:lnTo>
                  <a:lnTo>
                    <a:pt x="7853643" y="1616662"/>
                  </a:lnTo>
                  <a:lnTo>
                    <a:pt x="7867160" y="2666442"/>
                  </a:lnTo>
                  <a:lnTo>
                    <a:pt x="7871666" y="1343719"/>
                  </a:lnTo>
                  <a:lnTo>
                    <a:pt x="7876172" y="1280732"/>
                  </a:lnTo>
                  <a:lnTo>
                    <a:pt x="7880678" y="1406705"/>
                  </a:lnTo>
                  <a:lnTo>
                    <a:pt x="7885184" y="1574670"/>
                  </a:lnTo>
                  <a:lnTo>
                    <a:pt x="7898701" y="1343719"/>
                  </a:lnTo>
                  <a:lnTo>
                    <a:pt x="7903207" y="1679648"/>
                  </a:lnTo>
                  <a:lnTo>
                    <a:pt x="7907713" y="1469692"/>
                  </a:lnTo>
                  <a:lnTo>
                    <a:pt x="7912218" y="1679648"/>
                  </a:lnTo>
                  <a:lnTo>
                    <a:pt x="7916724" y="1427701"/>
                  </a:lnTo>
                  <a:lnTo>
                    <a:pt x="7930242" y="2120556"/>
                  </a:lnTo>
                  <a:lnTo>
                    <a:pt x="7934748" y="1469692"/>
                  </a:lnTo>
                  <a:lnTo>
                    <a:pt x="7939253" y="2414495"/>
                  </a:lnTo>
                  <a:lnTo>
                    <a:pt x="7943759" y="2141552"/>
                  </a:lnTo>
                  <a:lnTo>
                    <a:pt x="7948265" y="1511684"/>
                  </a:lnTo>
                  <a:lnTo>
                    <a:pt x="7961782" y="1574670"/>
                  </a:lnTo>
                  <a:lnTo>
                    <a:pt x="7966288" y="1616662"/>
                  </a:lnTo>
                  <a:lnTo>
                    <a:pt x="7970794" y="2771420"/>
                  </a:lnTo>
                  <a:lnTo>
                    <a:pt x="7975300" y="3380293"/>
                  </a:lnTo>
                  <a:lnTo>
                    <a:pt x="7979806" y="3065359"/>
                  </a:lnTo>
                  <a:lnTo>
                    <a:pt x="7993323" y="3002372"/>
                  </a:lnTo>
                  <a:lnTo>
                    <a:pt x="7997829" y="2981376"/>
                  </a:lnTo>
                  <a:lnTo>
                    <a:pt x="8002335" y="3380293"/>
                  </a:lnTo>
                  <a:lnTo>
                    <a:pt x="8006841" y="2498477"/>
                  </a:lnTo>
                  <a:lnTo>
                    <a:pt x="8011346" y="3359297"/>
                  </a:lnTo>
                  <a:lnTo>
                    <a:pt x="8024864" y="2393499"/>
                  </a:lnTo>
                  <a:lnTo>
                    <a:pt x="8029370" y="3170337"/>
                  </a:lnTo>
                  <a:lnTo>
                    <a:pt x="8033876" y="2330512"/>
                  </a:lnTo>
                  <a:lnTo>
                    <a:pt x="8038381" y="2561464"/>
                  </a:lnTo>
                  <a:lnTo>
                    <a:pt x="8042887" y="2225534"/>
                  </a:lnTo>
                  <a:lnTo>
                    <a:pt x="8056405" y="1658653"/>
                  </a:lnTo>
                  <a:lnTo>
                    <a:pt x="8060910" y="2288521"/>
                  </a:lnTo>
                  <a:lnTo>
                    <a:pt x="8065416" y="2078565"/>
                  </a:lnTo>
                  <a:lnTo>
                    <a:pt x="8069922" y="2519473"/>
                  </a:lnTo>
                  <a:lnTo>
                    <a:pt x="8074428" y="1868609"/>
                  </a:lnTo>
                  <a:lnTo>
                    <a:pt x="8087945" y="3128346"/>
                  </a:lnTo>
                  <a:lnTo>
                    <a:pt x="8092451" y="2855403"/>
                  </a:lnTo>
                  <a:lnTo>
                    <a:pt x="8096957" y="3023368"/>
                  </a:lnTo>
                  <a:lnTo>
                    <a:pt x="8101463" y="2015578"/>
                  </a:lnTo>
                  <a:lnTo>
                    <a:pt x="8105969" y="3296310"/>
                  </a:lnTo>
                  <a:lnTo>
                    <a:pt x="8119486" y="3275315"/>
                  </a:lnTo>
                  <a:lnTo>
                    <a:pt x="8123992" y="3380293"/>
                  </a:lnTo>
                  <a:lnTo>
                    <a:pt x="8128498" y="3380293"/>
                  </a:lnTo>
                  <a:lnTo>
                    <a:pt x="8133004" y="3380293"/>
                  </a:lnTo>
                  <a:lnTo>
                    <a:pt x="8137509" y="3380293"/>
                  </a:lnTo>
                  <a:lnTo>
                    <a:pt x="8151027" y="2582460"/>
                  </a:lnTo>
                  <a:lnTo>
                    <a:pt x="8155533" y="2309517"/>
                  </a:lnTo>
                  <a:lnTo>
                    <a:pt x="8160039" y="3128346"/>
                  </a:lnTo>
                  <a:lnTo>
                    <a:pt x="8164544" y="3233324"/>
                  </a:lnTo>
                  <a:lnTo>
                    <a:pt x="8169050" y="2708433"/>
                  </a:lnTo>
                  <a:lnTo>
                    <a:pt x="8182568" y="2498477"/>
                  </a:lnTo>
                  <a:lnTo>
                    <a:pt x="8200591" y="1721640"/>
                  </a:lnTo>
                  <a:lnTo>
                    <a:pt x="8250155" y="2750425"/>
                  </a:lnTo>
                  <a:lnTo>
                    <a:pt x="8254661" y="2183543"/>
                  </a:lnTo>
                  <a:lnTo>
                    <a:pt x="8259167" y="2582460"/>
                  </a:lnTo>
                  <a:lnTo>
                    <a:pt x="8263672" y="2351508"/>
                  </a:lnTo>
                  <a:lnTo>
                    <a:pt x="8277190" y="1826618"/>
                  </a:lnTo>
                  <a:lnTo>
                    <a:pt x="8281696" y="2225534"/>
                  </a:lnTo>
                  <a:lnTo>
                    <a:pt x="8286201" y="3380293"/>
                  </a:lnTo>
                  <a:lnTo>
                    <a:pt x="8290707" y="1658653"/>
                  </a:lnTo>
                  <a:lnTo>
                    <a:pt x="8295213" y="3191332"/>
                  </a:lnTo>
                  <a:lnTo>
                    <a:pt x="8308731" y="1784626"/>
                  </a:lnTo>
                  <a:lnTo>
                    <a:pt x="8313236" y="1763631"/>
                  </a:lnTo>
                  <a:lnTo>
                    <a:pt x="8317742" y="2225534"/>
                  </a:lnTo>
                  <a:lnTo>
                    <a:pt x="8322248" y="2960381"/>
                  </a:lnTo>
                  <a:lnTo>
                    <a:pt x="8326754" y="2162547"/>
                  </a:lnTo>
                  <a:lnTo>
                    <a:pt x="8340271" y="2708433"/>
                  </a:lnTo>
                  <a:lnTo>
                    <a:pt x="8344777" y="2624451"/>
                  </a:lnTo>
                  <a:lnTo>
                    <a:pt x="8349283" y="2414495"/>
                  </a:lnTo>
                  <a:lnTo>
                    <a:pt x="8353789" y="2330512"/>
                  </a:lnTo>
                  <a:lnTo>
                    <a:pt x="8358295" y="1994583"/>
                  </a:lnTo>
                  <a:lnTo>
                    <a:pt x="8371812" y="1553675"/>
                  </a:lnTo>
                  <a:lnTo>
                    <a:pt x="8376318" y="1490688"/>
                  </a:lnTo>
                  <a:lnTo>
                    <a:pt x="8380824" y="1826618"/>
                  </a:lnTo>
                  <a:lnTo>
                    <a:pt x="8385329" y="2645447"/>
                  </a:lnTo>
                  <a:lnTo>
                    <a:pt x="8389835" y="2372504"/>
                  </a:lnTo>
                  <a:lnTo>
                    <a:pt x="8403353" y="2519473"/>
                  </a:lnTo>
                  <a:lnTo>
                    <a:pt x="8407859" y="1847613"/>
                  </a:lnTo>
                  <a:lnTo>
                    <a:pt x="8412364" y="2204539"/>
                  </a:lnTo>
                  <a:lnTo>
                    <a:pt x="8421376" y="3149341"/>
                  </a:lnTo>
                  <a:lnTo>
                    <a:pt x="8434894" y="1343719"/>
                  </a:lnTo>
                  <a:lnTo>
                    <a:pt x="8439399" y="1343719"/>
                  </a:lnTo>
                  <a:lnTo>
                    <a:pt x="8443905" y="1322723"/>
                  </a:lnTo>
                  <a:lnTo>
                    <a:pt x="8448411" y="1490688"/>
                  </a:lnTo>
                  <a:lnTo>
                    <a:pt x="8452917" y="1427701"/>
                  </a:lnTo>
                  <a:lnTo>
                    <a:pt x="8466434" y="1553675"/>
                  </a:lnTo>
                  <a:lnTo>
                    <a:pt x="8470940" y="2246530"/>
                  </a:lnTo>
                  <a:lnTo>
                    <a:pt x="8475446" y="2813411"/>
                  </a:lnTo>
                  <a:lnTo>
                    <a:pt x="8479952" y="2288521"/>
                  </a:lnTo>
                  <a:lnTo>
                    <a:pt x="8484458" y="2519473"/>
                  </a:lnTo>
                  <a:lnTo>
                    <a:pt x="8497975" y="1091771"/>
                  </a:lnTo>
                  <a:lnTo>
                    <a:pt x="8502481" y="1196749"/>
                  </a:lnTo>
                  <a:lnTo>
                    <a:pt x="8506987" y="1070776"/>
                  </a:lnTo>
                  <a:lnTo>
                    <a:pt x="8511492" y="1091771"/>
                  </a:lnTo>
                  <a:lnTo>
                    <a:pt x="8515998" y="1133763"/>
                  </a:lnTo>
                  <a:lnTo>
                    <a:pt x="8529516" y="1259736"/>
                  </a:lnTo>
                  <a:lnTo>
                    <a:pt x="8534022" y="1322723"/>
                  </a:lnTo>
                  <a:lnTo>
                    <a:pt x="8538527" y="2729429"/>
                  </a:lnTo>
                  <a:lnTo>
                    <a:pt x="8543033" y="2624451"/>
                  </a:lnTo>
                  <a:lnTo>
                    <a:pt x="8547539" y="2666442"/>
                  </a:lnTo>
                  <a:lnTo>
                    <a:pt x="8561056" y="1091771"/>
                  </a:lnTo>
                  <a:lnTo>
                    <a:pt x="8565562" y="902811"/>
                  </a:lnTo>
                  <a:lnTo>
                    <a:pt x="8570068" y="881815"/>
                  </a:lnTo>
                  <a:lnTo>
                    <a:pt x="8574574" y="923806"/>
                  </a:lnTo>
                  <a:lnTo>
                    <a:pt x="8579080" y="986793"/>
                  </a:lnTo>
                  <a:lnTo>
                    <a:pt x="8592597" y="1679648"/>
                  </a:lnTo>
                  <a:lnTo>
                    <a:pt x="8597103" y="2309517"/>
                  </a:lnTo>
                  <a:lnTo>
                    <a:pt x="8606115" y="923806"/>
                  </a:lnTo>
                  <a:lnTo>
                    <a:pt x="8610620" y="881815"/>
                  </a:lnTo>
                  <a:lnTo>
                    <a:pt x="8624138" y="1238741"/>
                  </a:lnTo>
                  <a:lnTo>
                    <a:pt x="8628644" y="923806"/>
                  </a:lnTo>
                  <a:lnTo>
                    <a:pt x="8633150" y="797833"/>
                  </a:lnTo>
                  <a:lnTo>
                    <a:pt x="8637655" y="734846"/>
                  </a:lnTo>
                  <a:lnTo>
                    <a:pt x="8642161" y="692855"/>
                  </a:lnTo>
                  <a:lnTo>
                    <a:pt x="8655679" y="671859"/>
                  </a:lnTo>
                  <a:lnTo>
                    <a:pt x="8660184" y="713850"/>
                  </a:lnTo>
                  <a:lnTo>
                    <a:pt x="8664690" y="818828"/>
                  </a:lnTo>
                  <a:lnTo>
                    <a:pt x="8669196" y="1091771"/>
                  </a:lnTo>
                  <a:lnTo>
                    <a:pt x="8673702" y="692855"/>
                  </a:lnTo>
                  <a:lnTo>
                    <a:pt x="8687219" y="1343719"/>
                  </a:lnTo>
                  <a:lnTo>
                    <a:pt x="8691725" y="1343719"/>
                  </a:lnTo>
                  <a:lnTo>
                    <a:pt x="8696231" y="797833"/>
                  </a:lnTo>
                  <a:lnTo>
                    <a:pt x="8700737" y="1553675"/>
                  </a:lnTo>
                  <a:lnTo>
                    <a:pt x="8723266" y="1763631"/>
                  </a:lnTo>
                  <a:lnTo>
                    <a:pt x="8727772" y="965798"/>
                  </a:lnTo>
                  <a:lnTo>
                    <a:pt x="8732278" y="1700644"/>
                  </a:lnTo>
                  <a:lnTo>
                    <a:pt x="8736783" y="1931596"/>
                  </a:lnTo>
                  <a:lnTo>
                    <a:pt x="8750301" y="440907"/>
                  </a:lnTo>
                  <a:lnTo>
                    <a:pt x="8754807" y="440907"/>
                  </a:lnTo>
                  <a:lnTo>
                    <a:pt x="8759313" y="419912"/>
                  </a:lnTo>
                  <a:lnTo>
                    <a:pt x="8768324" y="482899"/>
                  </a:lnTo>
                  <a:lnTo>
                    <a:pt x="8781842" y="1574670"/>
                  </a:lnTo>
                  <a:lnTo>
                    <a:pt x="8786347" y="461903"/>
                  </a:lnTo>
                  <a:lnTo>
                    <a:pt x="8790853" y="1427701"/>
                  </a:lnTo>
                  <a:lnTo>
                    <a:pt x="8795359" y="1112767"/>
                  </a:lnTo>
                  <a:lnTo>
                    <a:pt x="8799865" y="377921"/>
                  </a:lnTo>
                  <a:lnTo>
                    <a:pt x="8813382" y="293938"/>
                  </a:lnTo>
                  <a:lnTo>
                    <a:pt x="8817888" y="272942"/>
                  </a:lnTo>
                  <a:lnTo>
                    <a:pt x="8822394" y="314934"/>
                  </a:lnTo>
                  <a:lnTo>
                    <a:pt x="8826900" y="377921"/>
                  </a:lnTo>
                  <a:lnTo>
                    <a:pt x="8831406" y="545885"/>
                  </a:lnTo>
                  <a:lnTo>
                    <a:pt x="8844923" y="335929"/>
                  </a:lnTo>
                  <a:lnTo>
                    <a:pt x="8849429" y="440907"/>
                  </a:lnTo>
                  <a:lnTo>
                    <a:pt x="8853935" y="1133763"/>
                  </a:lnTo>
                  <a:lnTo>
                    <a:pt x="8858441" y="1427701"/>
                  </a:lnTo>
                  <a:lnTo>
                    <a:pt x="8862946" y="860820"/>
                  </a:lnTo>
                  <a:lnTo>
                    <a:pt x="8876464" y="1385710"/>
                  </a:lnTo>
                  <a:lnTo>
                    <a:pt x="8880970" y="1679648"/>
                  </a:lnTo>
                  <a:lnTo>
                    <a:pt x="8885475" y="2393499"/>
                  </a:lnTo>
                  <a:lnTo>
                    <a:pt x="8894487" y="545885"/>
                  </a:lnTo>
                  <a:lnTo>
                    <a:pt x="8908005" y="1704213"/>
                  </a:lnTo>
                  <a:lnTo>
                    <a:pt x="8912510" y="724348"/>
                  </a:lnTo>
                  <a:lnTo>
                    <a:pt x="8917016" y="1466123"/>
                  </a:lnTo>
                  <a:lnTo>
                    <a:pt x="8921522" y="2166117"/>
                  </a:lnTo>
                  <a:lnTo>
                    <a:pt x="8926028" y="1963089"/>
                  </a:lnTo>
                  <a:lnTo>
                    <a:pt x="8944051" y="913309"/>
                  </a:lnTo>
                  <a:lnTo>
                    <a:pt x="8948557" y="304436"/>
                  </a:lnTo>
                  <a:lnTo>
                    <a:pt x="8953063" y="52489"/>
                  </a:lnTo>
                  <a:lnTo>
                    <a:pt x="8957569" y="73484"/>
                  </a:lnTo>
                  <a:lnTo>
                    <a:pt x="8971086" y="1445127"/>
                  </a:lnTo>
                  <a:lnTo>
                    <a:pt x="8975592" y="287010"/>
                  </a:lnTo>
                  <a:lnTo>
                    <a:pt x="8980098" y="164395"/>
                  </a:lnTo>
                  <a:lnTo>
                    <a:pt x="8984603" y="140040"/>
                  </a:lnTo>
                  <a:lnTo>
                    <a:pt x="8989109" y="101408"/>
                  </a:lnTo>
                  <a:lnTo>
                    <a:pt x="8993615" y="73484"/>
                  </a:lnTo>
                  <a:lnTo>
                    <a:pt x="9002627" y="1602595"/>
                  </a:lnTo>
                  <a:lnTo>
                    <a:pt x="9007133" y="363853"/>
                  </a:lnTo>
                  <a:lnTo>
                    <a:pt x="9011638" y="195889"/>
                  </a:lnTo>
                  <a:lnTo>
                    <a:pt x="9016144" y="1056709"/>
                  </a:lnTo>
                  <a:lnTo>
                    <a:pt x="9020650" y="2026076"/>
                  </a:lnTo>
                  <a:lnTo>
                    <a:pt x="9034167" y="14067"/>
                  </a:lnTo>
                  <a:lnTo>
                    <a:pt x="9038673" y="35062"/>
                  </a:lnTo>
                  <a:lnTo>
                    <a:pt x="9043179" y="178462"/>
                  </a:lnTo>
                  <a:lnTo>
                    <a:pt x="9047685" y="860820"/>
                  </a:lnTo>
                  <a:lnTo>
                    <a:pt x="9052191" y="405845"/>
                  </a:lnTo>
                  <a:lnTo>
                    <a:pt x="9065708" y="2536899"/>
                  </a:lnTo>
                  <a:lnTo>
                    <a:pt x="9070214" y="2344579"/>
                  </a:lnTo>
                  <a:lnTo>
                    <a:pt x="9074720" y="916878"/>
                  </a:lnTo>
                  <a:lnTo>
                    <a:pt x="9079226" y="699783"/>
                  </a:lnTo>
                  <a:lnTo>
                    <a:pt x="9083732" y="804761"/>
                  </a:lnTo>
                  <a:lnTo>
                    <a:pt x="9097249" y="962228"/>
                  </a:lnTo>
                  <a:lnTo>
                    <a:pt x="9101755" y="1371643"/>
                  </a:lnTo>
                  <a:lnTo>
                    <a:pt x="9106261" y="1868609"/>
                  </a:lnTo>
                  <a:lnTo>
                    <a:pt x="9110766" y="1763631"/>
                  </a:lnTo>
                  <a:lnTo>
                    <a:pt x="9115272" y="510823"/>
                  </a:lnTo>
                  <a:lnTo>
                    <a:pt x="9128790" y="2498477"/>
                  </a:lnTo>
                  <a:lnTo>
                    <a:pt x="9133296" y="902811"/>
                  </a:lnTo>
                  <a:lnTo>
                    <a:pt x="9137801" y="1354216"/>
                  </a:lnTo>
                  <a:lnTo>
                    <a:pt x="9142307" y="2134623"/>
                  </a:lnTo>
                  <a:lnTo>
                    <a:pt x="9146813" y="1154758"/>
                  </a:lnTo>
                  <a:lnTo>
                    <a:pt x="9160330" y="1837115"/>
                  </a:lnTo>
                  <a:lnTo>
                    <a:pt x="9164836" y="1837115"/>
                  </a:lnTo>
                  <a:lnTo>
                    <a:pt x="9164836" y="2890465"/>
                  </a:lnTo>
                  <a:lnTo>
                    <a:pt x="9160330" y="3345230"/>
                  </a:lnTo>
                  <a:lnTo>
                    <a:pt x="9146813" y="3380293"/>
                  </a:lnTo>
                  <a:lnTo>
                    <a:pt x="9142307" y="3341871"/>
                  </a:lnTo>
                  <a:lnTo>
                    <a:pt x="9137801" y="3380293"/>
                  </a:lnTo>
                  <a:lnTo>
                    <a:pt x="9133296" y="3380293"/>
                  </a:lnTo>
                  <a:lnTo>
                    <a:pt x="9128790" y="3355728"/>
                  </a:lnTo>
                  <a:lnTo>
                    <a:pt x="9115272" y="2680509"/>
                  </a:lnTo>
                  <a:lnTo>
                    <a:pt x="9110766" y="3376724"/>
                  </a:lnTo>
                  <a:lnTo>
                    <a:pt x="9106261" y="3163408"/>
                  </a:lnTo>
                  <a:lnTo>
                    <a:pt x="9101755" y="2708433"/>
                  </a:lnTo>
                  <a:lnTo>
                    <a:pt x="9097249" y="2774989"/>
                  </a:lnTo>
                  <a:lnTo>
                    <a:pt x="9083732" y="2445988"/>
                  </a:lnTo>
                  <a:lnTo>
                    <a:pt x="9079226" y="2225534"/>
                  </a:lnTo>
                  <a:lnTo>
                    <a:pt x="9074720" y="3240252"/>
                  </a:lnTo>
                  <a:lnTo>
                    <a:pt x="9070214" y="3142413"/>
                  </a:lnTo>
                  <a:lnTo>
                    <a:pt x="9065708" y="3268386"/>
                  </a:lnTo>
                  <a:lnTo>
                    <a:pt x="9052191" y="1798694"/>
                  </a:lnTo>
                  <a:lnTo>
                    <a:pt x="9047685" y="2428562"/>
                  </a:lnTo>
                  <a:lnTo>
                    <a:pt x="9043179" y="1357786"/>
                  </a:lnTo>
                  <a:lnTo>
                    <a:pt x="9038673" y="594805"/>
                  </a:lnTo>
                  <a:lnTo>
                    <a:pt x="9034167" y="195889"/>
                  </a:lnTo>
                  <a:lnTo>
                    <a:pt x="9020650" y="2795985"/>
                  </a:lnTo>
                  <a:lnTo>
                    <a:pt x="9016144" y="2977807"/>
                  </a:lnTo>
                  <a:lnTo>
                    <a:pt x="9011638" y="2431921"/>
                  </a:lnTo>
                  <a:lnTo>
                    <a:pt x="9007133" y="3303239"/>
                  </a:lnTo>
                  <a:lnTo>
                    <a:pt x="9002627" y="2491549"/>
                  </a:lnTo>
                  <a:lnTo>
                    <a:pt x="8993615" y="185391"/>
                  </a:lnTo>
                  <a:lnTo>
                    <a:pt x="8989109" y="573810"/>
                  </a:lnTo>
                  <a:lnTo>
                    <a:pt x="8984603" y="1112767"/>
                  </a:lnTo>
                  <a:lnTo>
                    <a:pt x="8980098" y="1067206"/>
                  </a:lnTo>
                  <a:lnTo>
                    <a:pt x="8975592" y="587877"/>
                  </a:lnTo>
                  <a:lnTo>
                    <a:pt x="8971086" y="2589388"/>
                  </a:lnTo>
                  <a:lnTo>
                    <a:pt x="8957569" y="342858"/>
                  </a:lnTo>
                  <a:lnTo>
                    <a:pt x="8953063" y="283440"/>
                  </a:lnTo>
                  <a:lnTo>
                    <a:pt x="8948557" y="2236032"/>
                  </a:lnTo>
                  <a:lnTo>
                    <a:pt x="8944051" y="3313737"/>
                  </a:lnTo>
                  <a:lnTo>
                    <a:pt x="8926028" y="2998803"/>
                  </a:lnTo>
                  <a:lnTo>
                    <a:pt x="8921522" y="3324235"/>
                  </a:lnTo>
                  <a:lnTo>
                    <a:pt x="8917016" y="2687438"/>
                  </a:lnTo>
                  <a:lnTo>
                    <a:pt x="8912510" y="2179974"/>
                  </a:lnTo>
                  <a:lnTo>
                    <a:pt x="8908005" y="3226395"/>
                  </a:lnTo>
                  <a:lnTo>
                    <a:pt x="8894487" y="2624451"/>
                  </a:lnTo>
                  <a:lnTo>
                    <a:pt x="8885475" y="3317306"/>
                  </a:lnTo>
                  <a:lnTo>
                    <a:pt x="8880970" y="3296310"/>
                  </a:lnTo>
                  <a:lnTo>
                    <a:pt x="8876464" y="2750425"/>
                  </a:lnTo>
                  <a:lnTo>
                    <a:pt x="8862946" y="2414495"/>
                  </a:lnTo>
                  <a:lnTo>
                    <a:pt x="8858441" y="3359297"/>
                  </a:lnTo>
                  <a:lnTo>
                    <a:pt x="8853935" y="2729429"/>
                  </a:lnTo>
                  <a:lnTo>
                    <a:pt x="8849429" y="1448697"/>
                  </a:lnTo>
                  <a:lnTo>
                    <a:pt x="8844923" y="3380293"/>
                  </a:lnTo>
                  <a:lnTo>
                    <a:pt x="8831406" y="2246530"/>
                  </a:lnTo>
                  <a:lnTo>
                    <a:pt x="8826900" y="2162547"/>
                  </a:lnTo>
                  <a:lnTo>
                    <a:pt x="8822394" y="755842"/>
                  </a:lnTo>
                  <a:lnTo>
                    <a:pt x="8817888" y="419912"/>
                  </a:lnTo>
                  <a:lnTo>
                    <a:pt x="8813382" y="503894"/>
                  </a:lnTo>
                  <a:lnTo>
                    <a:pt x="8799865" y="1238741"/>
                  </a:lnTo>
                  <a:lnTo>
                    <a:pt x="8795359" y="3233324"/>
                  </a:lnTo>
                  <a:lnTo>
                    <a:pt x="8790853" y="2792416"/>
                  </a:lnTo>
                  <a:lnTo>
                    <a:pt x="8786347" y="3380293"/>
                  </a:lnTo>
                  <a:lnTo>
                    <a:pt x="8781842" y="3380293"/>
                  </a:lnTo>
                  <a:lnTo>
                    <a:pt x="8768324" y="2057569"/>
                  </a:lnTo>
                  <a:lnTo>
                    <a:pt x="8759313" y="1112767"/>
                  </a:lnTo>
                  <a:lnTo>
                    <a:pt x="8754807" y="755842"/>
                  </a:lnTo>
                  <a:lnTo>
                    <a:pt x="8750301" y="797833"/>
                  </a:lnTo>
                  <a:lnTo>
                    <a:pt x="8736783" y="3380293"/>
                  </a:lnTo>
                  <a:lnTo>
                    <a:pt x="8732278" y="3380293"/>
                  </a:lnTo>
                  <a:lnTo>
                    <a:pt x="8727772" y="3191332"/>
                  </a:lnTo>
                  <a:lnTo>
                    <a:pt x="8723266" y="2918389"/>
                  </a:lnTo>
                  <a:lnTo>
                    <a:pt x="8700737" y="3380293"/>
                  </a:lnTo>
                  <a:lnTo>
                    <a:pt x="8696231" y="3380293"/>
                  </a:lnTo>
                  <a:lnTo>
                    <a:pt x="8691725" y="2939385"/>
                  </a:lnTo>
                  <a:lnTo>
                    <a:pt x="8687219" y="2120556"/>
                  </a:lnTo>
                  <a:lnTo>
                    <a:pt x="8673702" y="2876398"/>
                  </a:lnTo>
                  <a:lnTo>
                    <a:pt x="8669196" y="2477482"/>
                  </a:lnTo>
                  <a:lnTo>
                    <a:pt x="8664690" y="3338302"/>
                  </a:lnTo>
                  <a:lnTo>
                    <a:pt x="8660184" y="1742635"/>
                  </a:lnTo>
                  <a:lnTo>
                    <a:pt x="8655679" y="3380293"/>
                  </a:lnTo>
                  <a:lnTo>
                    <a:pt x="8642161" y="797833"/>
                  </a:lnTo>
                  <a:lnTo>
                    <a:pt x="8637655" y="839824"/>
                  </a:lnTo>
                  <a:lnTo>
                    <a:pt x="8633150" y="1490688"/>
                  </a:lnTo>
                  <a:lnTo>
                    <a:pt x="8628644" y="3170337"/>
                  </a:lnTo>
                  <a:lnTo>
                    <a:pt x="8624138" y="3380293"/>
                  </a:lnTo>
                  <a:lnTo>
                    <a:pt x="8610620" y="1826618"/>
                  </a:lnTo>
                  <a:lnTo>
                    <a:pt x="8606115" y="3380293"/>
                  </a:lnTo>
                  <a:lnTo>
                    <a:pt x="8597103" y="3254319"/>
                  </a:lnTo>
                  <a:lnTo>
                    <a:pt x="8592597" y="3233324"/>
                  </a:lnTo>
                  <a:lnTo>
                    <a:pt x="8579080" y="1301727"/>
                  </a:lnTo>
                  <a:lnTo>
                    <a:pt x="8574574" y="1301727"/>
                  </a:lnTo>
                  <a:lnTo>
                    <a:pt x="8570068" y="1028784"/>
                  </a:lnTo>
                  <a:lnTo>
                    <a:pt x="8565562" y="1070776"/>
                  </a:lnTo>
                  <a:lnTo>
                    <a:pt x="8561056" y="2435490"/>
                  </a:lnTo>
                  <a:lnTo>
                    <a:pt x="8547539" y="3380293"/>
                  </a:lnTo>
                  <a:lnTo>
                    <a:pt x="8543033" y="3380293"/>
                  </a:lnTo>
                  <a:lnTo>
                    <a:pt x="8538527" y="3380293"/>
                  </a:lnTo>
                  <a:lnTo>
                    <a:pt x="8534022" y="3380293"/>
                  </a:lnTo>
                  <a:lnTo>
                    <a:pt x="8529516" y="3002372"/>
                  </a:lnTo>
                  <a:lnTo>
                    <a:pt x="8515998" y="1238741"/>
                  </a:lnTo>
                  <a:lnTo>
                    <a:pt x="8511492" y="1343719"/>
                  </a:lnTo>
                  <a:lnTo>
                    <a:pt x="8506987" y="1364714"/>
                  </a:lnTo>
                  <a:lnTo>
                    <a:pt x="8502481" y="1847613"/>
                  </a:lnTo>
                  <a:lnTo>
                    <a:pt x="8497975" y="2309517"/>
                  </a:lnTo>
                  <a:lnTo>
                    <a:pt x="8484458" y="3380293"/>
                  </a:lnTo>
                  <a:lnTo>
                    <a:pt x="8479952" y="3212328"/>
                  </a:lnTo>
                  <a:lnTo>
                    <a:pt x="8475446" y="3380293"/>
                  </a:lnTo>
                  <a:lnTo>
                    <a:pt x="8470940" y="3149341"/>
                  </a:lnTo>
                  <a:lnTo>
                    <a:pt x="8466434" y="3380293"/>
                  </a:lnTo>
                  <a:lnTo>
                    <a:pt x="8452917" y="3044363"/>
                  </a:lnTo>
                  <a:lnTo>
                    <a:pt x="8448411" y="3380293"/>
                  </a:lnTo>
                  <a:lnTo>
                    <a:pt x="8443905" y="1763631"/>
                  </a:lnTo>
                  <a:lnTo>
                    <a:pt x="8439399" y="1931596"/>
                  </a:lnTo>
                  <a:lnTo>
                    <a:pt x="8434894" y="2057569"/>
                  </a:lnTo>
                  <a:lnTo>
                    <a:pt x="8421376" y="3380293"/>
                  </a:lnTo>
                  <a:lnTo>
                    <a:pt x="8412364" y="3380293"/>
                  </a:lnTo>
                  <a:lnTo>
                    <a:pt x="8407859" y="3380293"/>
                  </a:lnTo>
                  <a:lnTo>
                    <a:pt x="8403353" y="3380293"/>
                  </a:lnTo>
                  <a:lnTo>
                    <a:pt x="8389835" y="3380293"/>
                  </a:lnTo>
                  <a:lnTo>
                    <a:pt x="8385329" y="3380293"/>
                  </a:lnTo>
                  <a:lnTo>
                    <a:pt x="8380824" y="3380293"/>
                  </a:lnTo>
                  <a:lnTo>
                    <a:pt x="8376318" y="3380293"/>
                  </a:lnTo>
                  <a:lnTo>
                    <a:pt x="8371812" y="3380293"/>
                  </a:lnTo>
                  <a:lnTo>
                    <a:pt x="8358295" y="3380293"/>
                  </a:lnTo>
                  <a:lnTo>
                    <a:pt x="8353789" y="3380293"/>
                  </a:lnTo>
                  <a:lnTo>
                    <a:pt x="8349283" y="3380293"/>
                  </a:lnTo>
                  <a:lnTo>
                    <a:pt x="8344777" y="3380293"/>
                  </a:lnTo>
                  <a:lnTo>
                    <a:pt x="8340271" y="3317306"/>
                  </a:lnTo>
                  <a:lnTo>
                    <a:pt x="8326754" y="3380293"/>
                  </a:lnTo>
                  <a:lnTo>
                    <a:pt x="8322248" y="3380293"/>
                  </a:lnTo>
                  <a:lnTo>
                    <a:pt x="8317742" y="3170337"/>
                  </a:lnTo>
                  <a:lnTo>
                    <a:pt x="8313236" y="3380293"/>
                  </a:lnTo>
                  <a:lnTo>
                    <a:pt x="8308731" y="3380293"/>
                  </a:lnTo>
                  <a:lnTo>
                    <a:pt x="8295213" y="3380293"/>
                  </a:lnTo>
                  <a:lnTo>
                    <a:pt x="8290707" y="3380293"/>
                  </a:lnTo>
                  <a:lnTo>
                    <a:pt x="8286201" y="3380293"/>
                  </a:lnTo>
                  <a:lnTo>
                    <a:pt x="8281696" y="3380293"/>
                  </a:lnTo>
                  <a:lnTo>
                    <a:pt x="8277190" y="2330512"/>
                  </a:lnTo>
                  <a:lnTo>
                    <a:pt x="8263672" y="3296310"/>
                  </a:lnTo>
                  <a:lnTo>
                    <a:pt x="8259167" y="3380293"/>
                  </a:lnTo>
                  <a:lnTo>
                    <a:pt x="8254661" y="3380293"/>
                  </a:lnTo>
                  <a:lnTo>
                    <a:pt x="8250155" y="3338302"/>
                  </a:lnTo>
                  <a:lnTo>
                    <a:pt x="8200591" y="3380293"/>
                  </a:lnTo>
                  <a:lnTo>
                    <a:pt x="8182568" y="3380293"/>
                  </a:lnTo>
                  <a:lnTo>
                    <a:pt x="8169050" y="3380293"/>
                  </a:lnTo>
                  <a:lnTo>
                    <a:pt x="8164544" y="3380293"/>
                  </a:lnTo>
                  <a:lnTo>
                    <a:pt x="8160039" y="3380293"/>
                  </a:lnTo>
                  <a:lnTo>
                    <a:pt x="8155533" y="3380293"/>
                  </a:lnTo>
                  <a:lnTo>
                    <a:pt x="8151027" y="3380293"/>
                  </a:lnTo>
                  <a:lnTo>
                    <a:pt x="8137509" y="3380293"/>
                  </a:lnTo>
                  <a:lnTo>
                    <a:pt x="8133004" y="3380293"/>
                  </a:lnTo>
                  <a:lnTo>
                    <a:pt x="8128498" y="3380293"/>
                  </a:lnTo>
                  <a:lnTo>
                    <a:pt x="8123992" y="3380293"/>
                  </a:lnTo>
                  <a:lnTo>
                    <a:pt x="8119486" y="3380293"/>
                  </a:lnTo>
                  <a:lnTo>
                    <a:pt x="8105969" y="3380293"/>
                  </a:lnTo>
                  <a:lnTo>
                    <a:pt x="8101463" y="3380293"/>
                  </a:lnTo>
                  <a:lnTo>
                    <a:pt x="8096957" y="3380293"/>
                  </a:lnTo>
                  <a:lnTo>
                    <a:pt x="8092451" y="3359297"/>
                  </a:lnTo>
                  <a:lnTo>
                    <a:pt x="8087945" y="3380293"/>
                  </a:lnTo>
                  <a:lnTo>
                    <a:pt x="8074428" y="3359297"/>
                  </a:lnTo>
                  <a:lnTo>
                    <a:pt x="8069922" y="3380293"/>
                  </a:lnTo>
                  <a:lnTo>
                    <a:pt x="8065416" y="3380293"/>
                  </a:lnTo>
                  <a:lnTo>
                    <a:pt x="8060910" y="3191332"/>
                  </a:lnTo>
                  <a:lnTo>
                    <a:pt x="8056405" y="3380293"/>
                  </a:lnTo>
                  <a:lnTo>
                    <a:pt x="8042887" y="3296310"/>
                  </a:lnTo>
                  <a:lnTo>
                    <a:pt x="8038381" y="3380293"/>
                  </a:lnTo>
                  <a:lnTo>
                    <a:pt x="8033876" y="3380293"/>
                  </a:lnTo>
                  <a:lnTo>
                    <a:pt x="8029370" y="3380293"/>
                  </a:lnTo>
                  <a:lnTo>
                    <a:pt x="8024864" y="3380293"/>
                  </a:lnTo>
                  <a:lnTo>
                    <a:pt x="8011346" y="3380293"/>
                  </a:lnTo>
                  <a:lnTo>
                    <a:pt x="8006841" y="3380293"/>
                  </a:lnTo>
                  <a:lnTo>
                    <a:pt x="8002335" y="3380293"/>
                  </a:lnTo>
                  <a:lnTo>
                    <a:pt x="7997829" y="3380293"/>
                  </a:lnTo>
                  <a:lnTo>
                    <a:pt x="7993323" y="3380293"/>
                  </a:lnTo>
                  <a:lnTo>
                    <a:pt x="7979806" y="3380293"/>
                  </a:lnTo>
                  <a:lnTo>
                    <a:pt x="7975300" y="3380293"/>
                  </a:lnTo>
                  <a:lnTo>
                    <a:pt x="7970794" y="3380293"/>
                  </a:lnTo>
                  <a:lnTo>
                    <a:pt x="7966288" y="3380293"/>
                  </a:lnTo>
                  <a:lnTo>
                    <a:pt x="7961782" y="3380293"/>
                  </a:lnTo>
                  <a:lnTo>
                    <a:pt x="7948265" y="3380293"/>
                  </a:lnTo>
                  <a:lnTo>
                    <a:pt x="7943759" y="3380293"/>
                  </a:lnTo>
                  <a:lnTo>
                    <a:pt x="7939253" y="3380293"/>
                  </a:lnTo>
                  <a:lnTo>
                    <a:pt x="7934748" y="3380293"/>
                  </a:lnTo>
                  <a:lnTo>
                    <a:pt x="7930242" y="3296310"/>
                  </a:lnTo>
                  <a:lnTo>
                    <a:pt x="7916724" y="3170337"/>
                  </a:lnTo>
                  <a:lnTo>
                    <a:pt x="7912218" y="3380293"/>
                  </a:lnTo>
                  <a:lnTo>
                    <a:pt x="7907713" y="3380293"/>
                  </a:lnTo>
                  <a:lnTo>
                    <a:pt x="7903207" y="3128346"/>
                  </a:lnTo>
                  <a:lnTo>
                    <a:pt x="7898701" y="3380293"/>
                  </a:lnTo>
                  <a:lnTo>
                    <a:pt x="7885184" y="3023368"/>
                  </a:lnTo>
                  <a:lnTo>
                    <a:pt x="7880678" y="3275315"/>
                  </a:lnTo>
                  <a:lnTo>
                    <a:pt x="7876172" y="2813411"/>
                  </a:lnTo>
                  <a:lnTo>
                    <a:pt x="7871666" y="3380293"/>
                  </a:lnTo>
                  <a:lnTo>
                    <a:pt x="7867160" y="3359297"/>
                  </a:lnTo>
                  <a:lnTo>
                    <a:pt x="7853643" y="3149341"/>
                  </a:lnTo>
                  <a:lnTo>
                    <a:pt x="7849137" y="3338302"/>
                  </a:lnTo>
                  <a:lnTo>
                    <a:pt x="7844631" y="3380293"/>
                  </a:lnTo>
                  <a:lnTo>
                    <a:pt x="7840125" y="3380293"/>
                  </a:lnTo>
                  <a:lnTo>
                    <a:pt x="7835620" y="3212328"/>
                  </a:lnTo>
                  <a:lnTo>
                    <a:pt x="7822102" y="3380293"/>
                  </a:lnTo>
                  <a:lnTo>
                    <a:pt x="7813090" y="3380293"/>
                  </a:lnTo>
                  <a:lnTo>
                    <a:pt x="7808585" y="3380293"/>
                  </a:lnTo>
                  <a:lnTo>
                    <a:pt x="7804079" y="3023368"/>
                  </a:lnTo>
                  <a:lnTo>
                    <a:pt x="7790561" y="3212328"/>
                  </a:lnTo>
                  <a:lnTo>
                    <a:pt x="7786056" y="3380293"/>
                  </a:lnTo>
                  <a:lnTo>
                    <a:pt x="7781550" y="3380293"/>
                  </a:lnTo>
                  <a:lnTo>
                    <a:pt x="7777044" y="3380293"/>
                  </a:lnTo>
                  <a:lnTo>
                    <a:pt x="7772538" y="3149341"/>
                  </a:lnTo>
                  <a:lnTo>
                    <a:pt x="7759021" y="1175754"/>
                  </a:lnTo>
                  <a:lnTo>
                    <a:pt x="7754515" y="2456486"/>
                  </a:lnTo>
                  <a:lnTo>
                    <a:pt x="7750009" y="1994583"/>
                  </a:lnTo>
                  <a:lnTo>
                    <a:pt x="7745503" y="3002372"/>
                  </a:lnTo>
                  <a:lnTo>
                    <a:pt x="7740997" y="3380293"/>
                  </a:lnTo>
                  <a:lnTo>
                    <a:pt x="7727480" y="3380293"/>
                  </a:lnTo>
                  <a:lnTo>
                    <a:pt x="7722974" y="3380293"/>
                  </a:lnTo>
                  <a:lnTo>
                    <a:pt x="7718468" y="3380293"/>
                  </a:lnTo>
                  <a:lnTo>
                    <a:pt x="7713962" y="3107350"/>
                  </a:lnTo>
                  <a:lnTo>
                    <a:pt x="7709457" y="3233324"/>
                  </a:lnTo>
                  <a:lnTo>
                    <a:pt x="7700445" y="1952591"/>
                  </a:lnTo>
                  <a:lnTo>
                    <a:pt x="7695939" y="3086354"/>
                  </a:lnTo>
                  <a:lnTo>
                    <a:pt x="7691433" y="1994583"/>
                  </a:lnTo>
                  <a:lnTo>
                    <a:pt x="7686927" y="3380293"/>
                  </a:lnTo>
                  <a:lnTo>
                    <a:pt x="7682422" y="2540468"/>
                  </a:lnTo>
                  <a:lnTo>
                    <a:pt x="7677916" y="2351508"/>
                  </a:lnTo>
                  <a:lnTo>
                    <a:pt x="7668904" y="2120556"/>
                  </a:lnTo>
                  <a:lnTo>
                    <a:pt x="7664398" y="3128346"/>
                  </a:lnTo>
                  <a:lnTo>
                    <a:pt x="7659893" y="1679648"/>
                  </a:lnTo>
                  <a:lnTo>
                    <a:pt x="7655387" y="965798"/>
                  </a:lnTo>
                  <a:lnTo>
                    <a:pt x="7650881" y="2057569"/>
                  </a:lnTo>
                  <a:lnTo>
                    <a:pt x="7646375" y="3380293"/>
                  </a:lnTo>
                  <a:lnTo>
                    <a:pt x="7632858" y="2414495"/>
                  </a:lnTo>
                  <a:lnTo>
                    <a:pt x="7628352" y="2771420"/>
                  </a:lnTo>
                  <a:lnTo>
                    <a:pt x="7623846" y="2414495"/>
                  </a:lnTo>
                  <a:lnTo>
                    <a:pt x="7619340" y="3170337"/>
                  </a:lnTo>
                  <a:lnTo>
                    <a:pt x="7614834" y="3380293"/>
                  </a:lnTo>
                  <a:lnTo>
                    <a:pt x="7605823" y="3254319"/>
                  </a:lnTo>
                  <a:lnTo>
                    <a:pt x="7601317" y="3128346"/>
                  </a:lnTo>
                  <a:lnTo>
                    <a:pt x="7596811" y="2939385"/>
                  </a:lnTo>
                  <a:lnTo>
                    <a:pt x="7592305" y="3338302"/>
                  </a:lnTo>
                  <a:lnTo>
                    <a:pt x="7587799" y="1784626"/>
                  </a:lnTo>
                  <a:lnTo>
                    <a:pt x="7583294" y="1070776"/>
                  </a:lnTo>
                  <a:lnTo>
                    <a:pt x="7569776" y="2939385"/>
                  </a:lnTo>
                  <a:lnTo>
                    <a:pt x="7565270" y="2876398"/>
                  </a:lnTo>
                  <a:lnTo>
                    <a:pt x="7560765" y="2771420"/>
                  </a:lnTo>
                  <a:lnTo>
                    <a:pt x="7556259" y="860820"/>
                  </a:lnTo>
                  <a:lnTo>
                    <a:pt x="7551753" y="2372504"/>
                  </a:lnTo>
                  <a:lnTo>
                    <a:pt x="7538235" y="3149341"/>
                  </a:lnTo>
                  <a:lnTo>
                    <a:pt x="7533730" y="3338302"/>
                  </a:lnTo>
                  <a:lnTo>
                    <a:pt x="7529224" y="3002372"/>
                  </a:lnTo>
                  <a:lnTo>
                    <a:pt x="7524718" y="734846"/>
                  </a:lnTo>
                  <a:lnTo>
                    <a:pt x="7520212" y="440907"/>
                  </a:lnTo>
                  <a:lnTo>
                    <a:pt x="7506695" y="3359297"/>
                  </a:lnTo>
                  <a:lnTo>
                    <a:pt x="7502189" y="2729429"/>
                  </a:lnTo>
                  <a:lnTo>
                    <a:pt x="7497683" y="2540468"/>
                  </a:lnTo>
                  <a:lnTo>
                    <a:pt x="7493177" y="2876398"/>
                  </a:lnTo>
                  <a:lnTo>
                    <a:pt x="7488671" y="2435490"/>
                  </a:lnTo>
                  <a:lnTo>
                    <a:pt x="7475154" y="1952591"/>
                  </a:lnTo>
                  <a:lnTo>
                    <a:pt x="7470648" y="1364714"/>
                  </a:lnTo>
                  <a:lnTo>
                    <a:pt x="7466142" y="3254319"/>
                  </a:lnTo>
                  <a:lnTo>
                    <a:pt x="7461637" y="2876398"/>
                  </a:lnTo>
                  <a:lnTo>
                    <a:pt x="7443613" y="3380293"/>
                  </a:lnTo>
                  <a:lnTo>
                    <a:pt x="7439107" y="2120556"/>
                  </a:lnTo>
                  <a:lnTo>
                    <a:pt x="7434602" y="2561464"/>
                  </a:lnTo>
                  <a:lnTo>
                    <a:pt x="7430096" y="1532679"/>
                  </a:lnTo>
                  <a:lnTo>
                    <a:pt x="7425590" y="2120556"/>
                  </a:lnTo>
                  <a:lnTo>
                    <a:pt x="7412072" y="3338302"/>
                  </a:lnTo>
                  <a:lnTo>
                    <a:pt x="7407567" y="2876398"/>
                  </a:lnTo>
                  <a:lnTo>
                    <a:pt x="7403061" y="3086354"/>
                  </a:lnTo>
                  <a:lnTo>
                    <a:pt x="7398555" y="3380293"/>
                  </a:lnTo>
                  <a:lnTo>
                    <a:pt x="7394049" y="3065359"/>
                  </a:lnTo>
                  <a:lnTo>
                    <a:pt x="7380532" y="1532679"/>
                  </a:lnTo>
                  <a:lnTo>
                    <a:pt x="7376026" y="2015578"/>
                  </a:lnTo>
                  <a:lnTo>
                    <a:pt x="7371520" y="1826618"/>
                  </a:lnTo>
                  <a:lnTo>
                    <a:pt x="7367014" y="188960"/>
                  </a:lnTo>
                  <a:lnTo>
                    <a:pt x="7362508" y="965798"/>
                  </a:lnTo>
                  <a:lnTo>
                    <a:pt x="7348991" y="3338302"/>
                  </a:lnTo>
                  <a:lnTo>
                    <a:pt x="7344485" y="2792416"/>
                  </a:lnTo>
                  <a:lnTo>
                    <a:pt x="7339979" y="3359297"/>
                  </a:lnTo>
                  <a:lnTo>
                    <a:pt x="7335474" y="3212328"/>
                  </a:lnTo>
                  <a:lnTo>
                    <a:pt x="7330968" y="2666442"/>
                  </a:lnTo>
                  <a:lnTo>
                    <a:pt x="7317450" y="3317306"/>
                  </a:lnTo>
                  <a:lnTo>
                    <a:pt x="7312944" y="2792416"/>
                  </a:lnTo>
                  <a:lnTo>
                    <a:pt x="7308439" y="2813411"/>
                  </a:lnTo>
                  <a:lnTo>
                    <a:pt x="7303933" y="3380293"/>
                  </a:lnTo>
                  <a:lnTo>
                    <a:pt x="7299427" y="3212328"/>
                  </a:lnTo>
                  <a:lnTo>
                    <a:pt x="7285910" y="2057569"/>
                  </a:lnTo>
                  <a:lnTo>
                    <a:pt x="7281404" y="2057569"/>
                  </a:lnTo>
                  <a:lnTo>
                    <a:pt x="7276898" y="3212328"/>
                  </a:lnTo>
                  <a:lnTo>
                    <a:pt x="7272392" y="3191332"/>
                  </a:lnTo>
                  <a:lnTo>
                    <a:pt x="7267886" y="3380293"/>
                  </a:lnTo>
                  <a:lnTo>
                    <a:pt x="7254369" y="3380293"/>
                  </a:lnTo>
                  <a:lnTo>
                    <a:pt x="7249863" y="2624451"/>
                  </a:lnTo>
                  <a:lnTo>
                    <a:pt x="7245357" y="3191332"/>
                  </a:lnTo>
                  <a:lnTo>
                    <a:pt x="7240851" y="3086354"/>
                  </a:lnTo>
                  <a:lnTo>
                    <a:pt x="7236346" y="2708433"/>
                  </a:lnTo>
                  <a:lnTo>
                    <a:pt x="7227334" y="2645447"/>
                  </a:lnTo>
                  <a:lnTo>
                    <a:pt x="7222828" y="3338302"/>
                  </a:lnTo>
                  <a:lnTo>
                    <a:pt x="7218322" y="2414495"/>
                  </a:lnTo>
                  <a:lnTo>
                    <a:pt x="7213816" y="3380293"/>
                  </a:lnTo>
                  <a:lnTo>
                    <a:pt x="7209311" y="3359297"/>
                  </a:lnTo>
                  <a:lnTo>
                    <a:pt x="7191287" y="3380293"/>
                  </a:lnTo>
                  <a:lnTo>
                    <a:pt x="7186782" y="2603455"/>
                  </a:lnTo>
                  <a:lnTo>
                    <a:pt x="7182276" y="2456486"/>
                  </a:lnTo>
                  <a:lnTo>
                    <a:pt x="7177770" y="881815"/>
                  </a:lnTo>
                  <a:lnTo>
                    <a:pt x="7173264" y="1448697"/>
                  </a:lnTo>
                  <a:lnTo>
                    <a:pt x="7159747" y="1112767"/>
                  </a:lnTo>
                  <a:lnTo>
                    <a:pt x="7150735" y="3380293"/>
                  </a:lnTo>
                  <a:lnTo>
                    <a:pt x="7146229" y="3380293"/>
                  </a:lnTo>
                  <a:lnTo>
                    <a:pt x="7141723" y="3380293"/>
                  </a:lnTo>
                  <a:lnTo>
                    <a:pt x="7128206" y="3380293"/>
                  </a:lnTo>
                  <a:lnTo>
                    <a:pt x="7123700" y="2561464"/>
                  </a:lnTo>
                  <a:lnTo>
                    <a:pt x="7114688" y="1742635"/>
                  </a:lnTo>
                  <a:lnTo>
                    <a:pt x="7110183" y="1448697"/>
                  </a:lnTo>
                  <a:lnTo>
                    <a:pt x="7096665" y="3380293"/>
                  </a:lnTo>
                  <a:lnTo>
                    <a:pt x="7092159" y="3191332"/>
                  </a:lnTo>
                  <a:lnTo>
                    <a:pt x="7087653" y="3275315"/>
                  </a:lnTo>
                  <a:lnTo>
                    <a:pt x="7083148" y="3380293"/>
                  </a:lnTo>
                  <a:lnTo>
                    <a:pt x="7078642" y="3254319"/>
                  </a:lnTo>
                  <a:lnTo>
                    <a:pt x="7065124" y="3380293"/>
                  </a:lnTo>
                  <a:lnTo>
                    <a:pt x="7060619" y="2918389"/>
                  </a:lnTo>
                  <a:lnTo>
                    <a:pt x="7056113" y="3065359"/>
                  </a:lnTo>
                  <a:lnTo>
                    <a:pt x="7051607" y="3317306"/>
                  </a:lnTo>
                  <a:lnTo>
                    <a:pt x="7047101" y="2981376"/>
                  </a:lnTo>
                  <a:lnTo>
                    <a:pt x="7033584" y="3191332"/>
                  </a:lnTo>
                  <a:lnTo>
                    <a:pt x="7029078" y="3380293"/>
                  </a:lnTo>
                  <a:lnTo>
                    <a:pt x="7024572" y="2981376"/>
                  </a:lnTo>
                  <a:lnTo>
                    <a:pt x="7020066" y="3359297"/>
                  </a:lnTo>
                  <a:lnTo>
                    <a:pt x="7015560" y="2582460"/>
                  </a:lnTo>
                  <a:lnTo>
                    <a:pt x="6997537" y="3107350"/>
                  </a:lnTo>
                  <a:lnTo>
                    <a:pt x="6993031" y="3380293"/>
                  </a:lnTo>
                  <a:lnTo>
                    <a:pt x="6988525" y="3254319"/>
                  </a:lnTo>
                  <a:lnTo>
                    <a:pt x="6965996" y="3002372"/>
                  </a:lnTo>
                  <a:lnTo>
                    <a:pt x="6961491" y="3380293"/>
                  </a:lnTo>
                  <a:lnTo>
                    <a:pt x="6956985" y="3044363"/>
                  </a:lnTo>
                  <a:lnTo>
                    <a:pt x="6952479" y="2939385"/>
                  </a:lnTo>
                  <a:lnTo>
                    <a:pt x="6938961" y="3380293"/>
                  </a:lnTo>
                  <a:lnTo>
                    <a:pt x="6934456" y="3380293"/>
                  </a:lnTo>
                  <a:lnTo>
                    <a:pt x="6929950" y="3002372"/>
                  </a:lnTo>
                  <a:lnTo>
                    <a:pt x="6925444" y="3170337"/>
                  </a:lnTo>
                  <a:lnTo>
                    <a:pt x="6920938" y="3380293"/>
                  </a:lnTo>
                  <a:lnTo>
                    <a:pt x="6907421" y="3317306"/>
                  </a:lnTo>
                  <a:lnTo>
                    <a:pt x="6902915" y="3359297"/>
                  </a:lnTo>
                  <a:lnTo>
                    <a:pt x="6898409" y="3380293"/>
                  </a:lnTo>
                  <a:lnTo>
                    <a:pt x="6893903" y="3380293"/>
                  </a:lnTo>
                  <a:lnTo>
                    <a:pt x="6889397" y="3380293"/>
                  </a:lnTo>
                  <a:lnTo>
                    <a:pt x="6875880" y="1532679"/>
                  </a:lnTo>
                  <a:lnTo>
                    <a:pt x="6871374" y="3317306"/>
                  </a:lnTo>
                  <a:lnTo>
                    <a:pt x="6866868" y="3380293"/>
                  </a:lnTo>
                  <a:lnTo>
                    <a:pt x="6862363" y="3380293"/>
                  </a:lnTo>
                  <a:lnTo>
                    <a:pt x="6857857" y="3380293"/>
                  </a:lnTo>
                  <a:lnTo>
                    <a:pt x="6844339" y="3380293"/>
                  </a:lnTo>
                  <a:lnTo>
                    <a:pt x="6839833" y="3086354"/>
                  </a:lnTo>
                  <a:lnTo>
                    <a:pt x="6835328" y="3380293"/>
                  </a:lnTo>
                  <a:lnTo>
                    <a:pt x="6830822" y="3380293"/>
                  </a:lnTo>
                  <a:lnTo>
                    <a:pt x="6826316" y="3380293"/>
                  </a:lnTo>
                  <a:lnTo>
                    <a:pt x="6812799" y="3359297"/>
                  </a:lnTo>
                  <a:lnTo>
                    <a:pt x="6808293" y="3380293"/>
                  </a:lnTo>
                  <a:lnTo>
                    <a:pt x="6803787" y="3380293"/>
                  </a:lnTo>
                  <a:lnTo>
                    <a:pt x="6799281" y="3338302"/>
                  </a:lnTo>
                  <a:lnTo>
                    <a:pt x="6794775" y="3380293"/>
                  </a:lnTo>
                  <a:lnTo>
                    <a:pt x="6781258" y="3380293"/>
                  </a:lnTo>
                  <a:lnTo>
                    <a:pt x="6776752" y="3380293"/>
                  </a:lnTo>
                  <a:lnTo>
                    <a:pt x="6772246" y="3380293"/>
                  </a:lnTo>
                  <a:lnTo>
                    <a:pt x="6767740" y="3317306"/>
                  </a:lnTo>
                  <a:lnTo>
                    <a:pt x="6763234" y="3359297"/>
                  </a:lnTo>
                  <a:lnTo>
                    <a:pt x="6749717" y="3380293"/>
                  </a:lnTo>
                  <a:lnTo>
                    <a:pt x="6745211" y="3380293"/>
                  </a:lnTo>
                  <a:lnTo>
                    <a:pt x="6740705" y="3380293"/>
                  </a:lnTo>
                  <a:lnTo>
                    <a:pt x="6736200" y="3380293"/>
                  </a:lnTo>
                  <a:lnTo>
                    <a:pt x="6731694" y="3380293"/>
                  </a:lnTo>
                  <a:lnTo>
                    <a:pt x="6718176" y="3380293"/>
                  </a:lnTo>
                  <a:lnTo>
                    <a:pt x="6713670" y="3380293"/>
                  </a:lnTo>
                  <a:lnTo>
                    <a:pt x="6709165" y="3380293"/>
                  </a:lnTo>
                  <a:lnTo>
                    <a:pt x="6704659" y="3380293"/>
                  </a:lnTo>
                  <a:lnTo>
                    <a:pt x="6700153" y="2288521"/>
                  </a:lnTo>
                  <a:lnTo>
                    <a:pt x="6686636" y="3380293"/>
                  </a:lnTo>
                  <a:lnTo>
                    <a:pt x="6682130" y="3380293"/>
                  </a:lnTo>
                  <a:lnTo>
                    <a:pt x="6677624" y="3380293"/>
                  </a:lnTo>
                  <a:lnTo>
                    <a:pt x="6673118" y="3380293"/>
                  </a:lnTo>
                  <a:lnTo>
                    <a:pt x="6668612" y="3380293"/>
                  </a:lnTo>
                  <a:lnTo>
                    <a:pt x="6655095" y="3338302"/>
                  </a:lnTo>
                  <a:lnTo>
                    <a:pt x="6650589" y="3380293"/>
                  </a:lnTo>
                  <a:lnTo>
                    <a:pt x="6646083" y="3380293"/>
                  </a:lnTo>
                  <a:lnTo>
                    <a:pt x="6641577" y="3380293"/>
                  </a:lnTo>
                  <a:lnTo>
                    <a:pt x="6637072" y="3380293"/>
                  </a:lnTo>
                  <a:lnTo>
                    <a:pt x="6623554" y="3380293"/>
                  </a:lnTo>
                  <a:lnTo>
                    <a:pt x="6619048" y="3380293"/>
                  </a:lnTo>
                  <a:lnTo>
                    <a:pt x="6614542" y="3380293"/>
                  </a:lnTo>
                  <a:lnTo>
                    <a:pt x="6610037" y="2540468"/>
                  </a:lnTo>
                  <a:lnTo>
                    <a:pt x="6605531" y="3380293"/>
                  </a:lnTo>
                  <a:lnTo>
                    <a:pt x="6596519" y="3380293"/>
                  </a:lnTo>
                  <a:lnTo>
                    <a:pt x="6592013" y="3380293"/>
                  </a:lnTo>
                  <a:lnTo>
                    <a:pt x="6587508" y="3380293"/>
                  </a:lnTo>
                  <a:lnTo>
                    <a:pt x="6583002" y="3380293"/>
                  </a:lnTo>
                  <a:lnTo>
                    <a:pt x="6555967" y="3380293"/>
                  </a:lnTo>
                  <a:lnTo>
                    <a:pt x="6551461" y="3380293"/>
                  </a:lnTo>
                  <a:lnTo>
                    <a:pt x="6528932" y="3380293"/>
                  </a:lnTo>
                  <a:lnTo>
                    <a:pt x="6524426" y="3380293"/>
                  </a:lnTo>
                  <a:lnTo>
                    <a:pt x="6519920" y="3380293"/>
                  </a:lnTo>
                  <a:lnTo>
                    <a:pt x="6515414" y="3380293"/>
                  </a:lnTo>
                  <a:lnTo>
                    <a:pt x="6510909" y="3380293"/>
                  </a:lnTo>
                  <a:lnTo>
                    <a:pt x="6497391" y="3380293"/>
                  </a:lnTo>
                  <a:lnTo>
                    <a:pt x="6492885" y="3380293"/>
                  </a:lnTo>
                  <a:lnTo>
                    <a:pt x="6488380" y="3380293"/>
                  </a:lnTo>
                  <a:lnTo>
                    <a:pt x="6483874" y="3380293"/>
                  </a:lnTo>
                  <a:lnTo>
                    <a:pt x="6479368" y="3380293"/>
                  </a:lnTo>
                  <a:lnTo>
                    <a:pt x="6465850" y="3380293"/>
                  </a:lnTo>
                  <a:lnTo>
                    <a:pt x="6461345" y="3380293"/>
                  </a:lnTo>
                  <a:lnTo>
                    <a:pt x="6456839" y="3380293"/>
                  </a:lnTo>
                  <a:lnTo>
                    <a:pt x="6452333" y="3380293"/>
                  </a:lnTo>
                  <a:lnTo>
                    <a:pt x="6447827" y="3380293"/>
                  </a:lnTo>
                  <a:lnTo>
                    <a:pt x="6438815" y="3380293"/>
                  </a:lnTo>
                  <a:lnTo>
                    <a:pt x="6434310" y="3380293"/>
                  </a:lnTo>
                  <a:lnTo>
                    <a:pt x="6429804" y="3380293"/>
                  </a:lnTo>
                  <a:lnTo>
                    <a:pt x="6425298" y="3380293"/>
                  </a:lnTo>
                  <a:lnTo>
                    <a:pt x="6420792" y="3380293"/>
                  </a:lnTo>
                  <a:lnTo>
                    <a:pt x="6416286" y="3380293"/>
                  </a:lnTo>
                  <a:lnTo>
                    <a:pt x="6402769" y="3359297"/>
                  </a:lnTo>
                  <a:lnTo>
                    <a:pt x="6398263" y="3380293"/>
                  </a:lnTo>
                  <a:lnTo>
                    <a:pt x="6393757" y="3380293"/>
                  </a:lnTo>
                  <a:lnTo>
                    <a:pt x="6389251" y="3380293"/>
                  </a:lnTo>
                  <a:lnTo>
                    <a:pt x="6384746" y="3380293"/>
                  </a:lnTo>
                  <a:lnTo>
                    <a:pt x="6371228" y="3380293"/>
                  </a:lnTo>
                  <a:lnTo>
                    <a:pt x="6366722" y="3380293"/>
                  </a:lnTo>
                  <a:lnTo>
                    <a:pt x="6362217" y="3359297"/>
                  </a:lnTo>
                  <a:lnTo>
                    <a:pt x="6357711" y="3380293"/>
                  </a:lnTo>
                  <a:lnTo>
                    <a:pt x="6353205" y="3380293"/>
                  </a:lnTo>
                  <a:lnTo>
                    <a:pt x="6339687" y="3338302"/>
                  </a:lnTo>
                  <a:lnTo>
                    <a:pt x="6335182" y="3380293"/>
                  </a:lnTo>
                  <a:lnTo>
                    <a:pt x="6330676" y="3254319"/>
                  </a:lnTo>
                  <a:lnTo>
                    <a:pt x="6326170" y="3191332"/>
                  </a:lnTo>
                  <a:lnTo>
                    <a:pt x="6321664" y="3275315"/>
                  </a:lnTo>
                  <a:lnTo>
                    <a:pt x="6308147" y="3380293"/>
                  </a:lnTo>
                  <a:lnTo>
                    <a:pt x="6303641" y="3380293"/>
                  </a:lnTo>
                  <a:lnTo>
                    <a:pt x="6299135" y="3380293"/>
                  </a:lnTo>
                  <a:lnTo>
                    <a:pt x="6294629" y="3338302"/>
                  </a:lnTo>
                  <a:lnTo>
                    <a:pt x="6290123" y="3212328"/>
                  </a:lnTo>
                  <a:lnTo>
                    <a:pt x="6276606" y="3380293"/>
                  </a:lnTo>
                  <a:lnTo>
                    <a:pt x="6272100" y="3380293"/>
                  </a:lnTo>
                  <a:lnTo>
                    <a:pt x="6267594" y="3380293"/>
                  </a:lnTo>
                  <a:lnTo>
                    <a:pt x="6263089" y="3380293"/>
                  </a:lnTo>
                  <a:lnTo>
                    <a:pt x="6258583" y="3338302"/>
                  </a:lnTo>
                  <a:lnTo>
                    <a:pt x="6245065" y="3380293"/>
                  </a:lnTo>
                  <a:lnTo>
                    <a:pt x="6240559" y="3380293"/>
                  </a:lnTo>
                  <a:lnTo>
                    <a:pt x="6236054" y="2393499"/>
                  </a:lnTo>
                  <a:lnTo>
                    <a:pt x="6231548" y="3149341"/>
                  </a:lnTo>
                  <a:lnTo>
                    <a:pt x="6227042" y="3086354"/>
                  </a:lnTo>
                  <a:lnTo>
                    <a:pt x="6213525" y="3380293"/>
                  </a:lnTo>
                  <a:lnTo>
                    <a:pt x="6209019" y="3380293"/>
                  </a:lnTo>
                  <a:lnTo>
                    <a:pt x="6204513" y="3254319"/>
                  </a:lnTo>
                  <a:lnTo>
                    <a:pt x="6200007" y="3149341"/>
                  </a:lnTo>
                  <a:lnTo>
                    <a:pt x="6195501" y="3380293"/>
                  </a:lnTo>
                  <a:lnTo>
                    <a:pt x="6181984" y="3380293"/>
                  </a:lnTo>
                  <a:lnTo>
                    <a:pt x="6177478" y="3254319"/>
                  </a:lnTo>
                  <a:lnTo>
                    <a:pt x="6172972" y="2876398"/>
                  </a:lnTo>
                  <a:lnTo>
                    <a:pt x="6163961" y="2708433"/>
                  </a:lnTo>
                  <a:lnTo>
                    <a:pt x="6150443" y="3128346"/>
                  </a:lnTo>
                  <a:lnTo>
                    <a:pt x="6145937" y="2960381"/>
                  </a:lnTo>
                  <a:lnTo>
                    <a:pt x="6141431" y="1931596"/>
                  </a:lnTo>
                  <a:lnTo>
                    <a:pt x="6136926" y="1742635"/>
                  </a:lnTo>
                  <a:lnTo>
                    <a:pt x="6132420" y="1721640"/>
                  </a:lnTo>
                  <a:lnTo>
                    <a:pt x="6118902" y="3380293"/>
                  </a:lnTo>
                  <a:lnTo>
                    <a:pt x="6114396" y="3149341"/>
                  </a:lnTo>
                  <a:lnTo>
                    <a:pt x="6109891" y="2141552"/>
                  </a:lnTo>
                  <a:lnTo>
                    <a:pt x="6105385" y="2666442"/>
                  </a:lnTo>
                  <a:lnTo>
                    <a:pt x="6100879" y="2834407"/>
                  </a:lnTo>
                  <a:lnTo>
                    <a:pt x="6087362" y="1637657"/>
                  </a:lnTo>
                  <a:lnTo>
                    <a:pt x="6082856" y="2561464"/>
                  </a:lnTo>
                  <a:lnTo>
                    <a:pt x="6078350" y="3296310"/>
                  </a:lnTo>
                  <a:lnTo>
                    <a:pt x="6073844" y="2939385"/>
                  </a:lnTo>
                  <a:lnTo>
                    <a:pt x="6069338" y="1259736"/>
                  </a:lnTo>
                  <a:lnTo>
                    <a:pt x="6055821" y="860820"/>
                  </a:lnTo>
                  <a:lnTo>
                    <a:pt x="6051315" y="839824"/>
                  </a:lnTo>
                  <a:lnTo>
                    <a:pt x="6046809" y="818828"/>
                  </a:lnTo>
                  <a:lnTo>
                    <a:pt x="6042303" y="776837"/>
                  </a:lnTo>
                  <a:lnTo>
                    <a:pt x="6037798" y="860820"/>
                  </a:lnTo>
                  <a:lnTo>
                    <a:pt x="6024280" y="3317306"/>
                  </a:lnTo>
                  <a:lnTo>
                    <a:pt x="6019774" y="2981376"/>
                  </a:lnTo>
                  <a:lnTo>
                    <a:pt x="6015268" y="2855403"/>
                  </a:lnTo>
                  <a:lnTo>
                    <a:pt x="6010763" y="3380293"/>
                  </a:lnTo>
                  <a:lnTo>
                    <a:pt x="6006257" y="3380293"/>
                  </a:lnTo>
                  <a:lnTo>
                    <a:pt x="5992739" y="3338302"/>
                  </a:lnTo>
                  <a:lnTo>
                    <a:pt x="5988234" y="2624451"/>
                  </a:lnTo>
                  <a:lnTo>
                    <a:pt x="5983728" y="1700644"/>
                  </a:lnTo>
                  <a:lnTo>
                    <a:pt x="5979222" y="1805622"/>
                  </a:lnTo>
                  <a:lnTo>
                    <a:pt x="5974716" y="1175754"/>
                  </a:lnTo>
                  <a:lnTo>
                    <a:pt x="5961199" y="1805622"/>
                  </a:lnTo>
                  <a:lnTo>
                    <a:pt x="5956693" y="3380293"/>
                  </a:lnTo>
                  <a:lnTo>
                    <a:pt x="5952187" y="2981376"/>
                  </a:lnTo>
                  <a:lnTo>
                    <a:pt x="5947681" y="2624451"/>
                  </a:lnTo>
                  <a:lnTo>
                    <a:pt x="5943175" y="1868609"/>
                  </a:lnTo>
                  <a:lnTo>
                    <a:pt x="5929658" y="2204539"/>
                  </a:lnTo>
                  <a:lnTo>
                    <a:pt x="5925152" y="1490688"/>
                  </a:lnTo>
                  <a:lnTo>
                    <a:pt x="5920646" y="3191332"/>
                  </a:lnTo>
                  <a:lnTo>
                    <a:pt x="5916140" y="3065359"/>
                  </a:lnTo>
                  <a:lnTo>
                    <a:pt x="5911635" y="2960381"/>
                  </a:lnTo>
                  <a:lnTo>
                    <a:pt x="5898117" y="3065359"/>
                  </a:lnTo>
                  <a:lnTo>
                    <a:pt x="5893611" y="3338302"/>
                  </a:lnTo>
                  <a:lnTo>
                    <a:pt x="5889106" y="3233324"/>
                  </a:lnTo>
                  <a:lnTo>
                    <a:pt x="5884600" y="2855403"/>
                  </a:lnTo>
                  <a:lnTo>
                    <a:pt x="5880094" y="3380293"/>
                  </a:lnTo>
                  <a:lnTo>
                    <a:pt x="5866576" y="3107350"/>
                  </a:lnTo>
                  <a:lnTo>
                    <a:pt x="5862071" y="3380293"/>
                  </a:lnTo>
                  <a:lnTo>
                    <a:pt x="5857565" y="2792416"/>
                  </a:lnTo>
                  <a:lnTo>
                    <a:pt x="5853059" y="3254319"/>
                  </a:lnTo>
                  <a:lnTo>
                    <a:pt x="5848553" y="3002372"/>
                  </a:lnTo>
                  <a:lnTo>
                    <a:pt x="5835036" y="2981376"/>
                  </a:lnTo>
                  <a:lnTo>
                    <a:pt x="5830530" y="2435490"/>
                  </a:lnTo>
                  <a:lnTo>
                    <a:pt x="5826024" y="2981376"/>
                  </a:lnTo>
                  <a:lnTo>
                    <a:pt x="5821518" y="1826618"/>
                  </a:lnTo>
                  <a:lnTo>
                    <a:pt x="5817012" y="2162547"/>
                  </a:lnTo>
                  <a:lnTo>
                    <a:pt x="5803495" y="1952591"/>
                  </a:lnTo>
                  <a:lnTo>
                    <a:pt x="5798989" y="2435490"/>
                  </a:lnTo>
                  <a:lnTo>
                    <a:pt x="5794483" y="2708433"/>
                  </a:lnTo>
                  <a:lnTo>
                    <a:pt x="5789977" y="944802"/>
                  </a:lnTo>
                  <a:lnTo>
                    <a:pt x="5785472" y="1910600"/>
                  </a:lnTo>
                  <a:lnTo>
                    <a:pt x="5771954" y="314934"/>
                  </a:lnTo>
                  <a:lnTo>
                    <a:pt x="5767448" y="1616662"/>
                  </a:lnTo>
                  <a:lnTo>
                    <a:pt x="5762943" y="2960381"/>
                  </a:lnTo>
                  <a:lnTo>
                    <a:pt x="5758437" y="2057569"/>
                  </a:lnTo>
                  <a:lnTo>
                    <a:pt x="5753931" y="2624451"/>
                  </a:lnTo>
                  <a:lnTo>
                    <a:pt x="5740413" y="3149341"/>
                  </a:lnTo>
                  <a:lnTo>
                    <a:pt x="5735908" y="3380293"/>
                  </a:lnTo>
                  <a:lnTo>
                    <a:pt x="5731402" y="3380293"/>
                  </a:lnTo>
                  <a:lnTo>
                    <a:pt x="5726896" y="2393499"/>
                  </a:lnTo>
                  <a:lnTo>
                    <a:pt x="5708873" y="3380293"/>
                  </a:lnTo>
                  <a:lnTo>
                    <a:pt x="5704367" y="3149341"/>
                  </a:lnTo>
                  <a:lnTo>
                    <a:pt x="5699861" y="2078565"/>
                  </a:lnTo>
                  <a:lnTo>
                    <a:pt x="5695355" y="2351508"/>
                  </a:lnTo>
                  <a:lnTo>
                    <a:pt x="5690849" y="2561464"/>
                  </a:lnTo>
                  <a:lnTo>
                    <a:pt x="5677332" y="2435490"/>
                  </a:lnTo>
                  <a:lnTo>
                    <a:pt x="5672826" y="1952591"/>
                  </a:lnTo>
                  <a:lnTo>
                    <a:pt x="5668320" y="1574670"/>
                  </a:lnTo>
                  <a:lnTo>
                    <a:pt x="5663815" y="1721640"/>
                  </a:lnTo>
                  <a:lnTo>
                    <a:pt x="5659309" y="755842"/>
                  </a:lnTo>
                  <a:lnTo>
                    <a:pt x="5645791" y="1700644"/>
                  </a:lnTo>
                  <a:lnTo>
                    <a:pt x="5641285" y="2267526"/>
                  </a:lnTo>
                  <a:lnTo>
                    <a:pt x="5636780" y="2750425"/>
                  </a:lnTo>
                  <a:lnTo>
                    <a:pt x="5632274" y="3380293"/>
                  </a:lnTo>
                  <a:lnTo>
                    <a:pt x="5627768" y="1910600"/>
                  </a:lnTo>
                  <a:lnTo>
                    <a:pt x="5614251" y="2246530"/>
                  </a:lnTo>
                  <a:lnTo>
                    <a:pt x="5609745" y="3338302"/>
                  </a:lnTo>
                  <a:lnTo>
                    <a:pt x="5605239" y="440907"/>
                  </a:lnTo>
                  <a:lnTo>
                    <a:pt x="5600733" y="3338302"/>
                  </a:lnTo>
                  <a:lnTo>
                    <a:pt x="5582710" y="1133763"/>
                  </a:lnTo>
                  <a:lnTo>
                    <a:pt x="5578204" y="2435490"/>
                  </a:lnTo>
                  <a:lnTo>
                    <a:pt x="5573698" y="3359297"/>
                  </a:lnTo>
                  <a:lnTo>
                    <a:pt x="5569192" y="3170337"/>
                  </a:lnTo>
                  <a:lnTo>
                    <a:pt x="5564687" y="2792416"/>
                  </a:lnTo>
                  <a:lnTo>
                    <a:pt x="5551169" y="2834407"/>
                  </a:lnTo>
                  <a:lnTo>
                    <a:pt x="5542157" y="2960381"/>
                  </a:lnTo>
                  <a:lnTo>
                    <a:pt x="5537652" y="3380293"/>
                  </a:lnTo>
                  <a:lnTo>
                    <a:pt x="5533146" y="2960381"/>
                  </a:lnTo>
                  <a:lnTo>
                    <a:pt x="5519628" y="3380293"/>
                  </a:lnTo>
                  <a:lnTo>
                    <a:pt x="5515123" y="3380293"/>
                  </a:lnTo>
                  <a:lnTo>
                    <a:pt x="5510617" y="3359297"/>
                  </a:lnTo>
                  <a:lnTo>
                    <a:pt x="5506111" y="3212328"/>
                  </a:lnTo>
                  <a:lnTo>
                    <a:pt x="5501605" y="2960381"/>
                  </a:lnTo>
                  <a:lnTo>
                    <a:pt x="5488088" y="2939385"/>
                  </a:lnTo>
                  <a:lnTo>
                    <a:pt x="5483582" y="1091771"/>
                  </a:lnTo>
                  <a:lnTo>
                    <a:pt x="5479076" y="1952591"/>
                  </a:lnTo>
                  <a:lnTo>
                    <a:pt x="5465558" y="2540468"/>
                  </a:lnTo>
                  <a:lnTo>
                    <a:pt x="5456547" y="3380293"/>
                  </a:lnTo>
                  <a:lnTo>
                    <a:pt x="5452041" y="2435490"/>
                  </a:lnTo>
                  <a:lnTo>
                    <a:pt x="5447535" y="2687438"/>
                  </a:lnTo>
                  <a:lnTo>
                    <a:pt x="5443029" y="3233324"/>
                  </a:lnTo>
                  <a:lnTo>
                    <a:pt x="5438524" y="3380293"/>
                  </a:lnTo>
                  <a:lnTo>
                    <a:pt x="5425006" y="2393499"/>
                  </a:lnTo>
                  <a:lnTo>
                    <a:pt x="5420500" y="3380293"/>
                  </a:lnTo>
                  <a:lnTo>
                    <a:pt x="5415994" y="3380293"/>
                  </a:lnTo>
                  <a:lnTo>
                    <a:pt x="5411489" y="3380293"/>
                  </a:lnTo>
                  <a:lnTo>
                    <a:pt x="5406983" y="3380293"/>
                  </a:lnTo>
                  <a:lnTo>
                    <a:pt x="5393465" y="3380293"/>
                  </a:lnTo>
                  <a:lnTo>
                    <a:pt x="5388960" y="3107350"/>
                  </a:lnTo>
                  <a:lnTo>
                    <a:pt x="5379948" y="3107350"/>
                  </a:lnTo>
                  <a:lnTo>
                    <a:pt x="5352913" y="2057569"/>
                  </a:lnTo>
                  <a:lnTo>
                    <a:pt x="5348407" y="1721640"/>
                  </a:lnTo>
                  <a:lnTo>
                    <a:pt x="5343901" y="3107350"/>
                  </a:lnTo>
                  <a:lnTo>
                    <a:pt x="5330384" y="3380293"/>
                  </a:lnTo>
                  <a:lnTo>
                    <a:pt x="5325878" y="3065359"/>
                  </a:lnTo>
                  <a:lnTo>
                    <a:pt x="5321372" y="3380293"/>
                  </a:lnTo>
                  <a:lnTo>
                    <a:pt x="5316866" y="2435490"/>
                  </a:lnTo>
                  <a:lnTo>
                    <a:pt x="5312361" y="2918389"/>
                  </a:lnTo>
                  <a:lnTo>
                    <a:pt x="5298843" y="3359297"/>
                  </a:lnTo>
                  <a:lnTo>
                    <a:pt x="5294337" y="3359297"/>
                  </a:lnTo>
                  <a:lnTo>
                    <a:pt x="5289832" y="3296310"/>
                  </a:lnTo>
                  <a:lnTo>
                    <a:pt x="5285326" y="3380293"/>
                  </a:lnTo>
                  <a:lnTo>
                    <a:pt x="5280820" y="3380293"/>
                  </a:lnTo>
                  <a:lnTo>
                    <a:pt x="5267302" y="2225534"/>
                  </a:lnTo>
                  <a:lnTo>
                    <a:pt x="5262797" y="2603455"/>
                  </a:lnTo>
                  <a:lnTo>
                    <a:pt x="5258291" y="2645447"/>
                  </a:lnTo>
                  <a:lnTo>
                    <a:pt x="5253785" y="3359297"/>
                  </a:lnTo>
                  <a:lnTo>
                    <a:pt x="5249279" y="3338302"/>
                  </a:lnTo>
                  <a:lnTo>
                    <a:pt x="5235762" y="3380293"/>
                  </a:lnTo>
                  <a:lnTo>
                    <a:pt x="5231256" y="3380293"/>
                  </a:lnTo>
                  <a:lnTo>
                    <a:pt x="5226750" y="3380293"/>
                  </a:lnTo>
                  <a:lnTo>
                    <a:pt x="5222244" y="3380293"/>
                  </a:lnTo>
                  <a:lnTo>
                    <a:pt x="5217738" y="3380293"/>
                  </a:lnTo>
                  <a:lnTo>
                    <a:pt x="5204221" y="3380293"/>
                  </a:lnTo>
                  <a:lnTo>
                    <a:pt x="5199715" y="3380293"/>
                  </a:lnTo>
                  <a:lnTo>
                    <a:pt x="5195209" y="2162547"/>
                  </a:lnTo>
                  <a:lnTo>
                    <a:pt x="5190704" y="2519473"/>
                  </a:lnTo>
                  <a:lnTo>
                    <a:pt x="5186198" y="3254319"/>
                  </a:lnTo>
                  <a:lnTo>
                    <a:pt x="5172680" y="3380293"/>
                  </a:lnTo>
                  <a:lnTo>
                    <a:pt x="5168174" y="3380293"/>
                  </a:lnTo>
                  <a:lnTo>
                    <a:pt x="5163669" y="3359297"/>
                  </a:lnTo>
                  <a:lnTo>
                    <a:pt x="5159163" y="3380293"/>
                  </a:lnTo>
                  <a:lnTo>
                    <a:pt x="5154657" y="3380293"/>
                  </a:lnTo>
                  <a:lnTo>
                    <a:pt x="5141139" y="3380293"/>
                  </a:lnTo>
                  <a:lnTo>
                    <a:pt x="5136634" y="3380293"/>
                  </a:lnTo>
                  <a:lnTo>
                    <a:pt x="5132128" y="2666442"/>
                  </a:lnTo>
                  <a:lnTo>
                    <a:pt x="5127622" y="3233324"/>
                  </a:lnTo>
                  <a:lnTo>
                    <a:pt x="5123116" y="3380293"/>
                  </a:lnTo>
                  <a:lnTo>
                    <a:pt x="5109599" y="3359297"/>
                  </a:lnTo>
                  <a:lnTo>
                    <a:pt x="5105093" y="2708433"/>
                  </a:lnTo>
                  <a:lnTo>
                    <a:pt x="5100587" y="1658653"/>
                  </a:lnTo>
                  <a:lnTo>
                    <a:pt x="5096081" y="1784626"/>
                  </a:lnTo>
                  <a:lnTo>
                    <a:pt x="5091575" y="3380293"/>
                  </a:lnTo>
                  <a:lnTo>
                    <a:pt x="5078058" y="3380293"/>
                  </a:lnTo>
                  <a:lnTo>
                    <a:pt x="5073552" y="3380293"/>
                  </a:lnTo>
                  <a:lnTo>
                    <a:pt x="5069046" y="3380293"/>
                  </a:lnTo>
                  <a:lnTo>
                    <a:pt x="5064541" y="3380293"/>
                  </a:lnTo>
                  <a:lnTo>
                    <a:pt x="5060035" y="3359297"/>
                  </a:lnTo>
                  <a:lnTo>
                    <a:pt x="5046517" y="3380293"/>
                  </a:lnTo>
                  <a:lnTo>
                    <a:pt x="5042011" y="3380293"/>
                  </a:lnTo>
                  <a:lnTo>
                    <a:pt x="5037506" y="3380293"/>
                  </a:lnTo>
                  <a:lnTo>
                    <a:pt x="5033000" y="3380293"/>
                  </a:lnTo>
                  <a:lnTo>
                    <a:pt x="5028494" y="3380293"/>
                  </a:lnTo>
                  <a:lnTo>
                    <a:pt x="5014977" y="3380293"/>
                  </a:lnTo>
                  <a:lnTo>
                    <a:pt x="5010471" y="3359297"/>
                  </a:lnTo>
                  <a:lnTo>
                    <a:pt x="5005965" y="3380293"/>
                  </a:lnTo>
                  <a:lnTo>
                    <a:pt x="5001459" y="2771420"/>
                  </a:lnTo>
                  <a:lnTo>
                    <a:pt x="4996953" y="3380293"/>
                  </a:lnTo>
                  <a:lnTo>
                    <a:pt x="4983436" y="3380293"/>
                  </a:lnTo>
                  <a:lnTo>
                    <a:pt x="4978930" y="3380293"/>
                  </a:lnTo>
                  <a:lnTo>
                    <a:pt x="4974424" y="3380293"/>
                  </a:lnTo>
                  <a:lnTo>
                    <a:pt x="4969918" y="3380293"/>
                  </a:lnTo>
                  <a:lnTo>
                    <a:pt x="4965413" y="3380293"/>
                  </a:lnTo>
                  <a:lnTo>
                    <a:pt x="4951895" y="3380293"/>
                  </a:lnTo>
                  <a:lnTo>
                    <a:pt x="4947389" y="3380293"/>
                  </a:lnTo>
                  <a:lnTo>
                    <a:pt x="4942883" y="3380293"/>
                  </a:lnTo>
                  <a:lnTo>
                    <a:pt x="4938378" y="3380293"/>
                  </a:lnTo>
                  <a:lnTo>
                    <a:pt x="4906837" y="3254319"/>
                  </a:lnTo>
                  <a:lnTo>
                    <a:pt x="4888814" y="3380293"/>
                  </a:lnTo>
                  <a:lnTo>
                    <a:pt x="4884308" y="3359297"/>
                  </a:lnTo>
                  <a:lnTo>
                    <a:pt x="4879802" y="3380293"/>
                  </a:lnTo>
                  <a:lnTo>
                    <a:pt x="4875296" y="3380293"/>
                  </a:lnTo>
                  <a:lnTo>
                    <a:pt x="4870790" y="3380293"/>
                  </a:lnTo>
                  <a:lnTo>
                    <a:pt x="4857273" y="3380293"/>
                  </a:lnTo>
                  <a:lnTo>
                    <a:pt x="4852767" y="3380293"/>
                  </a:lnTo>
                  <a:lnTo>
                    <a:pt x="4843755" y="3359297"/>
                  </a:lnTo>
                  <a:lnTo>
                    <a:pt x="4839250" y="3380293"/>
                  </a:lnTo>
                  <a:lnTo>
                    <a:pt x="4825732" y="3380293"/>
                  </a:lnTo>
                  <a:lnTo>
                    <a:pt x="4821226" y="3380293"/>
                  </a:lnTo>
                  <a:lnTo>
                    <a:pt x="4816720" y="3380293"/>
                  </a:lnTo>
                  <a:lnTo>
                    <a:pt x="4812215" y="3380293"/>
                  </a:lnTo>
                  <a:lnTo>
                    <a:pt x="4807709" y="3380293"/>
                  </a:lnTo>
                  <a:lnTo>
                    <a:pt x="4794191" y="3380293"/>
                  </a:lnTo>
                  <a:lnTo>
                    <a:pt x="4789686" y="3380293"/>
                  </a:lnTo>
                  <a:lnTo>
                    <a:pt x="4785180" y="3380293"/>
                  </a:lnTo>
                  <a:lnTo>
                    <a:pt x="4780674" y="3380293"/>
                  </a:lnTo>
                  <a:lnTo>
                    <a:pt x="4776168" y="3380293"/>
                  </a:lnTo>
                  <a:lnTo>
                    <a:pt x="4762651" y="3380293"/>
                  </a:lnTo>
                  <a:lnTo>
                    <a:pt x="4758145" y="3380293"/>
                  </a:lnTo>
                  <a:lnTo>
                    <a:pt x="4753639" y="3275315"/>
                  </a:lnTo>
                  <a:lnTo>
                    <a:pt x="4749133" y="3380293"/>
                  </a:lnTo>
                  <a:lnTo>
                    <a:pt x="4744627" y="3380293"/>
                  </a:lnTo>
                  <a:lnTo>
                    <a:pt x="4731110" y="3380293"/>
                  </a:lnTo>
                  <a:lnTo>
                    <a:pt x="4726604" y="3380293"/>
                  </a:lnTo>
                  <a:lnTo>
                    <a:pt x="4722098" y="3380293"/>
                  </a:lnTo>
                  <a:lnTo>
                    <a:pt x="4717592" y="3212328"/>
                  </a:lnTo>
                  <a:lnTo>
                    <a:pt x="4713087" y="3359297"/>
                  </a:lnTo>
                  <a:lnTo>
                    <a:pt x="4699569" y="3380293"/>
                  </a:lnTo>
                  <a:lnTo>
                    <a:pt x="4695063" y="3317306"/>
                  </a:lnTo>
                  <a:lnTo>
                    <a:pt x="4690558" y="3317306"/>
                  </a:lnTo>
                  <a:lnTo>
                    <a:pt x="4686052" y="3191332"/>
                  </a:lnTo>
                  <a:lnTo>
                    <a:pt x="4681546" y="3359297"/>
                  </a:lnTo>
                  <a:lnTo>
                    <a:pt x="4668028" y="3380293"/>
                  </a:lnTo>
                  <a:lnTo>
                    <a:pt x="4663523" y="3338302"/>
                  </a:lnTo>
                  <a:lnTo>
                    <a:pt x="4659017" y="2771420"/>
                  </a:lnTo>
                  <a:lnTo>
                    <a:pt x="4654511" y="3149341"/>
                  </a:lnTo>
                  <a:lnTo>
                    <a:pt x="4636488" y="2981376"/>
                  </a:lnTo>
                  <a:lnTo>
                    <a:pt x="4631982" y="2792416"/>
                  </a:lnTo>
                  <a:lnTo>
                    <a:pt x="4627476" y="3086354"/>
                  </a:lnTo>
                  <a:lnTo>
                    <a:pt x="4622970" y="3170337"/>
                  </a:lnTo>
                  <a:lnTo>
                    <a:pt x="4618464" y="3380293"/>
                  </a:lnTo>
                  <a:lnTo>
                    <a:pt x="4604947" y="3359297"/>
                  </a:lnTo>
                  <a:lnTo>
                    <a:pt x="4600441" y="3380293"/>
                  </a:lnTo>
                  <a:lnTo>
                    <a:pt x="4595935" y="3380293"/>
                  </a:lnTo>
                  <a:lnTo>
                    <a:pt x="4591430" y="3359297"/>
                  </a:lnTo>
                  <a:lnTo>
                    <a:pt x="4586924" y="3107350"/>
                  </a:lnTo>
                  <a:lnTo>
                    <a:pt x="4573406" y="3380293"/>
                  </a:lnTo>
                  <a:lnTo>
                    <a:pt x="4568900" y="3380293"/>
                  </a:lnTo>
                  <a:lnTo>
                    <a:pt x="4564395" y="3380293"/>
                  </a:lnTo>
                  <a:lnTo>
                    <a:pt x="4559889" y="3296310"/>
                  </a:lnTo>
                  <a:lnTo>
                    <a:pt x="4555383" y="2792416"/>
                  </a:lnTo>
                  <a:lnTo>
                    <a:pt x="4541866" y="2561464"/>
                  </a:lnTo>
                  <a:lnTo>
                    <a:pt x="4537360" y="2855403"/>
                  </a:lnTo>
                  <a:lnTo>
                    <a:pt x="4532854" y="3380293"/>
                  </a:lnTo>
                  <a:lnTo>
                    <a:pt x="4528348" y="2498477"/>
                  </a:lnTo>
                  <a:lnTo>
                    <a:pt x="4510325" y="2939385"/>
                  </a:lnTo>
                  <a:lnTo>
                    <a:pt x="4505819" y="3380293"/>
                  </a:lnTo>
                  <a:lnTo>
                    <a:pt x="4501313" y="3380293"/>
                  </a:lnTo>
                  <a:lnTo>
                    <a:pt x="4496807" y="3380293"/>
                  </a:lnTo>
                  <a:lnTo>
                    <a:pt x="4492301" y="3380293"/>
                  </a:lnTo>
                  <a:lnTo>
                    <a:pt x="4478784" y="2582460"/>
                  </a:lnTo>
                  <a:lnTo>
                    <a:pt x="4474278" y="1784626"/>
                  </a:lnTo>
                  <a:lnTo>
                    <a:pt x="4469772" y="2519473"/>
                  </a:lnTo>
                  <a:lnTo>
                    <a:pt x="4465267" y="2750425"/>
                  </a:lnTo>
                  <a:lnTo>
                    <a:pt x="4460761" y="3191332"/>
                  </a:lnTo>
                  <a:lnTo>
                    <a:pt x="4447243" y="3380293"/>
                  </a:lnTo>
                  <a:lnTo>
                    <a:pt x="4442737" y="3296310"/>
                  </a:lnTo>
                  <a:lnTo>
                    <a:pt x="4438232" y="3380293"/>
                  </a:lnTo>
                  <a:lnTo>
                    <a:pt x="4433726" y="3002372"/>
                  </a:lnTo>
                  <a:lnTo>
                    <a:pt x="4429220" y="2708433"/>
                  </a:lnTo>
                  <a:lnTo>
                    <a:pt x="4415703" y="3044363"/>
                  </a:lnTo>
                  <a:lnTo>
                    <a:pt x="4411197" y="3380293"/>
                  </a:lnTo>
                  <a:lnTo>
                    <a:pt x="4406691" y="2666442"/>
                  </a:lnTo>
                  <a:lnTo>
                    <a:pt x="4402185" y="2960381"/>
                  </a:lnTo>
                  <a:lnTo>
                    <a:pt x="4397679" y="2519473"/>
                  </a:lnTo>
                  <a:lnTo>
                    <a:pt x="4384162" y="2246530"/>
                  </a:lnTo>
                  <a:lnTo>
                    <a:pt x="4379656" y="2687438"/>
                  </a:lnTo>
                  <a:lnTo>
                    <a:pt x="4375150" y="3359297"/>
                  </a:lnTo>
                  <a:lnTo>
                    <a:pt x="4370644" y="2267526"/>
                  </a:lnTo>
                  <a:lnTo>
                    <a:pt x="4366139" y="2666442"/>
                  </a:lnTo>
                  <a:lnTo>
                    <a:pt x="4352621" y="3380293"/>
                  </a:lnTo>
                  <a:lnTo>
                    <a:pt x="4348115" y="2120556"/>
                  </a:lnTo>
                  <a:lnTo>
                    <a:pt x="4343609" y="2309517"/>
                  </a:lnTo>
                  <a:lnTo>
                    <a:pt x="4339104" y="3359297"/>
                  </a:lnTo>
                  <a:lnTo>
                    <a:pt x="4334598" y="3233324"/>
                  </a:lnTo>
                  <a:lnTo>
                    <a:pt x="4321080" y="3359297"/>
                  </a:lnTo>
                  <a:lnTo>
                    <a:pt x="4316575" y="2855403"/>
                  </a:lnTo>
                  <a:lnTo>
                    <a:pt x="4312069" y="2792416"/>
                  </a:lnTo>
                  <a:lnTo>
                    <a:pt x="4307563" y="2351508"/>
                  </a:lnTo>
                  <a:lnTo>
                    <a:pt x="4303057" y="3149341"/>
                  </a:lnTo>
                  <a:lnTo>
                    <a:pt x="4289540" y="923806"/>
                  </a:lnTo>
                  <a:lnTo>
                    <a:pt x="4285034" y="608872"/>
                  </a:lnTo>
                  <a:lnTo>
                    <a:pt x="4280528" y="1322723"/>
                  </a:lnTo>
                  <a:lnTo>
                    <a:pt x="4276022" y="1658653"/>
                  </a:lnTo>
                  <a:lnTo>
                    <a:pt x="4271516" y="2162547"/>
                  </a:lnTo>
                  <a:lnTo>
                    <a:pt x="4257999" y="3002372"/>
                  </a:lnTo>
                  <a:lnTo>
                    <a:pt x="4253493" y="1889605"/>
                  </a:lnTo>
                  <a:lnTo>
                    <a:pt x="4248987" y="545885"/>
                  </a:lnTo>
                  <a:lnTo>
                    <a:pt x="4244481" y="1322723"/>
                  </a:lnTo>
                  <a:lnTo>
                    <a:pt x="4239976" y="3065359"/>
                  </a:lnTo>
                  <a:lnTo>
                    <a:pt x="4226458" y="2708433"/>
                  </a:lnTo>
                  <a:lnTo>
                    <a:pt x="4221952" y="2330512"/>
                  </a:lnTo>
                  <a:lnTo>
                    <a:pt x="4217447" y="2561464"/>
                  </a:lnTo>
                  <a:lnTo>
                    <a:pt x="4212941" y="2855403"/>
                  </a:lnTo>
                  <a:lnTo>
                    <a:pt x="4208435" y="2162547"/>
                  </a:lnTo>
                  <a:lnTo>
                    <a:pt x="4194917" y="3359297"/>
                  </a:lnTo>
                  <a:lnTo>
                    <a:pt x="4190412" y="3191332"/>
                  </a:lnTo>
                  <a:lnTo>
                    <a:pt x="4185906" y="1364714"/>
                  </a:lnTo>
                  <a:lnTo>
                    <a:pt x="4181400" y="461903"/>
                  </a:lnTo>
                  <a:lnTo>
                    <a:pt x="4176894" y="1511684"/>
                  </a:lnTo>
                  <a:lnTo>
                    <a:pt x="4163377" y="2834407"/>
                  </a:lnTo>
                  <a:lnTo>
                    <a:pt x="4158871" y="2792416"/>
                  </a:lnTo>
                  <a:lnTo>
                    <a:pt x="4154365" y="2771420"/>
                  </a:lnTo>
                  <a:lnTo>
                    <a:pt x="4149859" y="1847613"/>
                  </a:lnTo>
                  <a:lnTo>
                    <a:pt x="4145353" y="3338302"/>
                  </a:lnTo>
                  <a:lnTo>
                    <a:pt x="4131836" y="3023368"/>
                  </a:lnTo>
                  <a:lnTo>
                    <a:pt x="4127330" y="3317306"/>
                  </a:lnTo>
                  <a:lnTo>
                    <a:pt x="4122824" y="2792416"/>
                  </a:lnTo>
                  <a:lnTo>
                    <a:pt x="4118318" y="1616662"/>
                  </a:lnTo>
                  <a:lnTo>
                    <a:pt x="4113813" y="2162547"/>
                  </a:lnTo>
                  <a:lnTo>
                    <a:pt x="4100295" y="3170337"/>
                  </a:lnTo>
                  <a:lnTo>
                    <a:pt x="4095789" y="1763631"/>
                  </a:lnTo>
                  <a:lnTo>
                    <a:pt x="4086778" y="2897394"/>
                  </a:lnTo>
                  <a:lnTo>
                    <a:pt x="4082272" y="3380293"/>
                  </a:lnTo>
                  <a:lnTo>
                    <a:pt x="4068754" y="2750425"/>
                  </a:lnTo>
                  <a:lnTo>
                    <a:pt x="4064249" y="776837"/>
                  </a:lnTo>
                  <a:lnTo>
                    <a:pt x="4059743" y="3338302"/>
                  </a:lnTo>
                  <a:lnTo>
                    <a:pt x="4055237" y="1763631"/>
                  </a:lnTo>
                  <a:lnTo>
                    <a:pt x="4050731" y="2855403"/>
                  </a:lnTo>
                  <a:lnTo>
                    <a:pt x="4037214" y="2351508"/>
                  </a:lnTo>
                  <a:lnTo>
                    <a:pt x="4032708" y="1637657"/>
                  </a:lnTo>
                  <a:lnTo>
                    <a:pt x="4028202" y="965798"/>
                  </a:lnTo>
                  <a:lnTo>
                    <a:pt x="4023696" y="2267526"/>
                  </a:lnTo>
                  <a:lnTo>
                    <a:pt x="4019190" y="1658653"/>
                  </a:lnTo>
                  <a:lnTo>
                    <a:pt x="4005673" y="2771420"/>
                  </a:lnTo>
                  <a:lnTo>
                    <a:pt x="4001167" y="3317306"/>
                  </a:lnTo>
                  <a:lnTo>
                    <a:pt x="3996661" y="3002372"/>
                  </a:lnTo>
                  <a:lnTo>
                    <a:pt x="3992156" y="3086354"/>
                  </a:lnTo>
                  <a:lnTo>
                    <a:pt x="3974132" y="1973587"/>
                  </a:lnTo>
                  <a:lnTo>
                    <a:pt x="3969626" y="1931596"/>
                  </a:lnTo>
                  <a:lnTo>
                    <a:pt x="3965121" y="2813411"/>
                  </a:lnTo>
                  <a:lnTo>
                    <a:pt x="3960615" y="2750425"/>
                  </a:lnTo>
                  <a:lnTo>
                    <a:pt x="3956109" y="3149341"/>
                  </a:lnTo>
                  <a:lnTo>
                    <a:pt x="3942592" y="2624451"/>
                  </a:lnTo>
                  <a:lnTo>
                    <a:pt x="3933580" y="2351508"/>
                  </a:lnTo>
                  <a:lnTo>
                    <a:pt x="3929074" y="3380293"/>
                  </a:lnTo>
                  <a:lnTo>
                    <a:pt x="3924568" y="2939385"/>
                  </a:lnTo>
                  <a:lnTo>
                    <a:pt x="3911051" y="2834407"/>
                  </a:lnTo>
                  <a:lnTo>
                    <a:pt x="3906545" y="1910600"/>
                  </a:lnTo>
                  <a:lnTo>
                    <a:pt x="3902039" y="1658653"/>
                  </a:lnTo>
                  <a:lnTo>
                    <a:pt x="3897533" y="3212328"/>
                  </a:lnTo>
                  <a:lnTo>
                    <a:pt x="3893028" y="2603455"/>
                  </a:lnTo>
                  <a:lnTo>
                    <a:pt x="3879510" y="3044363"/>
                  </a:lnTo>
                  <a:lnTo>
                    <a:pt x="3875004" y="2120556"/>
                  </a:lnTo>
                  <a:lnTo>
                    <a:pt x="3870498" y="2351508"/>
                  </a:lnTo>
                  <a:lnTo>
                    <a:pt x="3865993" y="2540468"/>
                  </a:lnTo>
                  <a:lnTo>
                    <a:pt x="3861487" y="1091771"/>
                  </a:lnTo>
                  <a:lnTo>
                    <a:pt x="3847969" y="3380293"/>
                  </a:lnTo>
                  <a:lnTo>
                    <a:pt x="3843463" y="2855403"/>
                  </a:lnTo>
                  <a:lnTo>
                    <a:pt x="3838958" y="2855403"/>
                  </a:lnTo>
                  <a:lnTo>
                    <a:pt x="3834452" y="2456486"/>
                  </a:lnTo>
                  <a:lnTo>
                    <a:pt x="3829946" y="1784626"/>
                  </a:lnTo>
                  <a:lnTo>
                    <a:pt x="3816429" y="3212328"/>
                  </a:lnTo>
                  <a:lnTo>
                    <a:pt x="3811923" y="1826618"/>
                  </a:lnTo>
                  <a:lnTo>
                    <a:pt x="3807417" y="3044363"/>
                  </a:lnTo>
                  <a:lnTo>
                    <a:pt x="3802911" y="3380293"/>
                  </a:lnTo>
                  <a:lnTo>
                    <a:pt x="3798405" y="3275315"/>
                  </a:lnTo>
                  <a:lnTo>
                    <a:pt x="3784888" y="3254319"/>
                  </a:lnTo>
                  <a:lnTo>
                    <a:pt x="3780382" y="3380293"/>
                  </a:lnTo>
                  <a:lnTo>
                    <a:pt x="3775876" y="3380293"/>
                  </a:lnTo>
                  <a:lnTo>
                    <a:pt x="3771370" y="2120556"/>
                  </a:lnTo>
                  <a:lnTo>
                    <a:pt x="3748841" y="2834407"/>
                  </a:lnTo>
                  <a:lnTo>
                    <a:pt x="3744335" y="2330512"/>
                  </a:lnTo>
                  <a:lnTo>
                    <a:pt x="3721806" y="3317306"/>
                  </a:lnTo>
                  <a:lnTo>
                    <a:pt x="3717301" y="3128346"/>
                  </a:lnTo>
                  <a:lnTo>
                    <a:pt x="3712795" y="3380293"/>
                  </a:lnTo>
                  <a:lnTo>
                    <a:pt x="3708289" y="3380293"/>
                  </a:lnTo>
                  <a:lnTo>
                    <a:pt x="3703783" y="3380293"/>
                  </a:lnTo>
                  <a:lnTo>
                    <a:pt x="3690266" y="3380293"/>
                  </a:lnTo>
                  <a:lnTo>
                    <a:pt x="3685760" y="3380293"/>
                  </a:lnTo>
                  <a:lnTo>
                    <a:pt x="3681254" y="3380293"/>
                  </a:lnTo>
                  <a:lnTo>
                    <a:pt x="3676748" y="3044363"/>
                  </a:lnTo>
                  <a:lnTo>
                    <a:pt x="3672242" y="3380293"/>
                  </a:lnTo>
                  <a:lnTo>
                    <a:pt x="3658725" y="1364714"/>
                  </a:lnTo>
                  <a:lnTo>
                    <a:pt x="3654219" y="1196749"/>
                  </a:lnTo>
                  <a:lnTo>
                    <a:pt x="3649713" y="1028784"/>
                  </a:lnTo>
                  <a:lnTo>
                    <a:pt x="3645207" y="1175754"/>
                  </a:lnTo>
                  <a:lnTo>
                    <a:pt x="3640702" y="1301727"/>
                  </a:lnTo>
                  <a:lnTo>
                    <a:pt x="3627184" y="2750425"/>
                  </a:lnTo>
                  <a:lnTo>
                    <a:pt x="3622678" y="3380293"/>
                  </a:lnTo>
                  <a:lnTo>
                    <a:pt x="3618173" y="3275315"/>
                  </a:lnTo>
                  <a:lnTo>
                    <a:pt x="3613667" y="3380293"/>
                  </a:lnTo>
                  <a:lnTo>
                    <a:pt x="3609161" y="3380293"/>
                  </a:lnTo>
                  <a:lnTo>
                    <a:pt x="3595643" y="1280732"/>
                  </a:lnTo>
                  <a:lnTo>
                    <a:pt x="3591138" y="1322723"/>
                  </a:lnTo>
                  <a:lnTo>
                    <a:pt x="3586632" y="1196749"/>
                  </a:lnTo>
                  <a:lnTo>
                    <a:pt x="3582126" y="1238741"/>
                  </a:lnTo>
                  <a:lnTo>
                    <a:pt x="3577620" y="2708433"/>
                  </a:lnTo>
                  <a:lnTo>
                    <a:pt x="3564103" y="3380293"/>
                  </a:lnTo>
                  <a:lnTo>
                    <a:pt x="3559597" y="3065359"/>
                  </a:lnTo>
                  <a:lnTo>
                    <a:pt x="3555091" y="3149341"/>
                  </a:lnTo>
                  <a:lnTo>
                    <a:pt x="3550585" y="3002372"/>
                  </a:lnTo>
                  <a:lnTo>
                    <a:pt x="3546079" y="1910600"/>
                  </a:lnTo>
                  <a:lnTo>
                    <a:pt x="3532562" y="3149341"/>
                  </a:lnTo>
                  <a:lnTo>
                    <a:pt x="3528056" y="3254319"/>
                  </a:lnTo>
                  <a:lnTo>
                    <a:pt x="3523550" y="2372504"/>
                  </a:lnTo>
                  <a:lnTo>
                    <a:pt x="3519044" y="3380293"/>
                  </a:lnTo>
                  <a:lnTo>
                    <a:pt x="3514539" y="3338302"/>
                  </a:lnTo>
                  <a:lnTo>
                    <a:pt x="3501021" y="3380293"/>
                  </a:lnTo>
                  <a:lnTo>
                    <a:pt x="3496515" y="3380293"/>
                  </a:lnTo>
                  <a:lnTo>
                    <a:pt x="3492010" y="3380293"/>
                  </a:lnTo>
                  <a:lnTo>
                    <a:pt x="3487504" y="3380293"/>
                  </a:lnTo>
                  <a:lnTo>
                    <a:pt x="3482998" y="2981376"/>
                  </a:lnTo>
                  <a:lnTo>
                    <a:pt x="3469480" y="3296310"/>
                  </a:lnTo>
                  <a:lnTo>
                    <a:pt x="3464975" y="3380293"/>
                  </a:lnTo>
                  <a:lnTo>
                    <a:pt x="3460469" y="3380293"/>
                  </a:lnTo>
                  <a:lnTo>
                    <a:pt x="3455963" y="3380293"/>
                  </a:lnTo>
                  <a:lnTo>
                    <a:pt x="3451457" y="3317306"/>
                  </a:lnTo>
                  <a:lnTo>
                    <a:pt x="3437940" y="3380293"/>
                  </a:lnTo>
                  <a:lnTo>
                    <a:pt x="3433434" y="3380293"/>
                  </a:lnTo>
                  <a:lnTo>
                    <a:pt x="3428928" y="3338302"/>
                  </a:lnTo>
                  <a:lnTo>
                    <a:pt x="3424422" y="3380293"/>
                  </a:lnTo>
                  <a:lnTo>
                    <a:pt x="3419916" y="3380293"/>
                  </a:lnTo>
                  <a:lnTo>
                    <a:pt x="3406399" y="3380293"/>
                  </a:lnTo>
                  <a:lnTo>
                    <a:pt x="3401893" y="3380293"/>
                  </a:lnTo>
                  <a:lnTo>
                    <a:pt x="3397387" y="3380293"/>
                  </a:lnTo>
                  <a:lnTo>
                    <a:pt x="3392882" y="3380293"/>
                  </a:lnTo>
                  <a:lnTo>
                    <a:pt x="3388376" y="3380293"/>
                  </a:lnTo>
                  <a:lnTo>
                    <a:pt x="3374858" y="3380293"/>
                  </a:lnTo>
                  <a:lnTo>
                    <a:pt x="3370352" y="3296310"/>
                  </a:lnTo>
                  <a:lnTo>
                    <a:pt x="3365847" y="3380293"/>
                  </a:lnTo>
                  <a:lnTo>
                    <a:pt x="3361341" y="3380293"/>
                  </a:lnTo>
                  <a:lnTo>
                    <a:pt x="3356835" y="3380293"/>
                  </a:lnTo>
                  <a:lnTo>
                    <a:pt x="3343318" y="3380293"/>
                  </a:lnTo>
                  <a:lnTo>
                    <a:pt x="3338812" y="3380293"/>
                  </a:lnTo>
                  <a:lnTo>
                    <a:pt x="3334306" y="3380293"/>
                  </a:lnTo>
                  <a:lnTo>
                    <a:pt x="3329800" y="3380293"/>
                  </a:lnTo>
                  <a:lnTo>
                    <a:pt x="3325294" y="3380293"/>
                  </a:lnTo>
                  <a:lnTo>
                    <a:pt x="3311777" y="3380293"/>
                  </a:lnTo>
                  <a:lnTo>
                    <a:pt x="3307271" y="3296310"/>
                  </a:lnTo>
                  <a:lnTo>
                    <a:pt x="3302765" y="3380293"/>
                  </a:lnTo>
                  <a:lnTo>
                    <a:pt x="3298259" y="3380293"/>
                  </a:lnTo>
                  <a:lnTo>
                    <a:pt x="3271224" y="3380293"/>
                  </a:lnTo>
                  <a:lnTo>
                    <a:pt x="3266719" y="3380293"/>
                  </a:lnTo>
                  <a:lnTo>
                    <a:pt x="3262213" y="3380293"/>
                  </a:lnTo>
                  <a:lnTo>
                    <a:pt x="3244190" y="3380293"/>
                  </a:lnTo>
                  <a:lnTo>
                    <a:pt x="3239684" y="3296310"/>
                  </a:lnTo>
                  <a:lnTo>
                    <a:pt x="3235178" y="3380293"/>
                  </a:lnTo>
                  <a:lnTo>
                    <a:pt x="3230672" y="3380293"/>
                  </a:lnTo>
                  <a:lnTo>
                    <a:pt x="3217155" y="3380293"/>
                  </a:lnTo>
                  <a:lnTo>
                    <a:pt x="3212649" y="3380293"/>
                  </a:lnTo>
                  <a:lnTo>
                    <a:pt x="3208143" y="3380293"/>
                  </a:lnTo>
                  <a:lnTo>
                    <a:pt x="3203637" y="3380293"/>
                  </a:lnTo>
                  <a:lnTo>
                    <a:pt x="3199131" y="3380293"/>
                  </a:lnTo>
                  <a:lnTo>
                    <a:pt x="3185614" y="3380293"/>
                  </a:lnTo>
                  <a:lnTo>
                    <a:pt x="3181108" y="3380293"/>
                  </a:lnTo>
                  <a:lnTo>
                    <a:pt x="3176602" y="3380293"/>
                  </a:lnTo>
                  <a:lnTo>
                    <a:pt x="3172096" y="3380293"/>
                  </a:lnTo>
                  <a:lnTo>
                    <a:pt x="3167591" y="3380293"/>
                  </a:lnTo>
                  <a:lnTo>
                    <a:pt x="3154073" y="3380293"/>
                  </a:lnTo>
                  <a:lnTo>
                    <a:pt x="3149567" y="3380293"/>
                  </a:lnTo>
                  <a:lnTo>
                    <a:pt x="3145061" y="3380293"/>
                  </a:lnTo>
                  <a:lnTo>
                    <a:pt x="3140556" y="3380293"/>
                  </a:lnTo>
                  <a:lnTo>
                    <a:pt x="3136050" y="3380293"/>
                  </a:lnTo>
                  <a:lnTo>
                    <a:pt x="3122532" y="3380293"/>
                  </a:lnTo>
                  <a:lnTo>
                    <a:pt x="3118027" y="3380293"/>
                  </a:lnTo>
                  <a:lnTo>
                    <a:pt x="3113521" y="3380293"/>
                  </a:lnTo>
                  <a:lnTo>
                    <a:pt x="3109015" y="3380293"/>
                  </a:lnTo>
                  <a:lnTo>
                    <a:pt x="3104509" y="3380293"/>
                  </a:lnTo>
                  <a:lnTo>
                    <a:pt x="3090992" y="3380293"/>
                  </a:lnTo>
                  <a:lnTo>
                    <a:pt x="3086486" y="3380293"/>
                  </a:lnTo>
                  <a:lnTo>
                    <a:pt x="3081980" y="3380293"/>
                  </a:lnTo>
                  <a:lnTo>
                    <a:pt x="3077474" y="3380293"/>
                  </a:lnTo>
                  <a:lnTo>
                    <a:pt x="3072968" y="3380293"/>
                  </a:lnTo>
                  <a:lnTo>
                    <a:pt x="3059451" y="3380293"/>
                  </a:lnTo>
                  <a:lnTo>
                    <a:pt x="3054945" y="3380293"/>
                  </a:lnTo>
                  <a:lnTo>
                    <a:pt x="3050439" y="2981376"/>
                  </a:lnTo>
                  <a:lnTo>
                    <a:pt x="3045933" y="2939385"/>
                  </a:lnTo>
                  <a:lnTo>
                    <a:pt x="3041428" y="3359297"/>
                  </a:lnTo>
                  <a:lnTo>
                    <a:pt x="3027910" y="3380293"/>
                  </a:lnTo>
                  <a:lnTo>
                    <a:pt x="3023404" y="3380293"/>
                  </a:lnTo>
                  <a:lnTo>
                    <a:pt x="3018899" y="3380293"/>
                  </a:lnTo>
                  <a:lnTo>
                    <a:pt x="3014393" y="3359297"/>
                  </a:lnTo>
                  <a:lnTo>
                    <a:pt x="3009887" y="3380293"/>
                  </a:lnTo>
                  <a:lnTo>
                    <a:pt x="2996369" y="2813411"/>
                  </a:lnTo>
                  <a:lnTo>
                    <a:pt x="2991864" y="3380293"/>
                  </a:lnTo>
                  <a:lnTo>
                    <a:pt x="2987358" y="3380293"/>
                  </a:lnTo>
                  <a:lnTo>
                    <a:pt x="2982852" y="3317306"/>
                  </a:lnTo>
                  <a:lnTo>
                    <a:pt x="2978346" y="3086354"/>
                  </a:lnTo>
                  <a:lnTo>
                    <a:pt x="2964829" y="3380293"/>
                  </a:lnTo>
                  <a:lnTo>
                    <a:pt x="2960323" y="3359297"/>
                  </a:lnTo>
                  <a:lnTo>
                    <a:pt x="2955817" y="3380293"/>
                  </a:lnTo>
                  <a:lnTo>
                    <a:pt x="2951311" y="3380293"/>
                  </a:lnTo>
                  <a:lnTo>
                    <a:pt x="2946805" y="3338302"/>
                  </a:lnTo>
                  <a:lnTo>
                    <a:pt x="2933288" y="3107350"/>
                  </a:lnTo>
                  <a:lnTo>
                    <a:pt x="2928782" y="3380293"/>
                  </a:lnTo>
                  <a:lnTo>
                    <a:pt x="2924276" y="2981376"/>
                  </a:lnTo>
                  <a:lnTo>
                    <a:pt x="2919771" y="3380293"/>
                  </a:lnTo>
                  <a:lnTo>
                    <a:pt x="2915265" y="3107350"/>
                  </a:lnTo>
                  <a:lnTo>
                    <a:pt x="2901747" y="3086354"/>
                  </a:lnTo>
                  <a:lnTo>
                    <a:pt x="2897241" y="3380293"/>
                  </a:lnTo>
                  <a:lnTo>
                    <a:pt x="2892736" y="3380293"/>
                  </a:lnTo>
                  <a:lnTo>
                    <a:pt x="2888230" y="3380293"/>
                  </a:lnTo>
                  <a:lnTo>
                    <a:pt x="2883724" y="3380293"/>
                  </a:lnTo>
                  <a:lnTo>
                    <a:pt x="2870206" y="2435490"/>
                  </a:lnTo>
                  <a:lnTo>
                    <a:pt x="2865701" y="2393499"/>
                  </a:lnTo>
                  <a:lnTo>
                    <a:pt x="2861195" y="3149341"/>
                  </a:lnTo>
                  <a:lnTo>
                    <a:pt x="2856689" y="3380293"/>
                  </a:lnTo>
                  <a:lnTo>
                    <a:pt x="2852183" y="3359297"/>
                  </a:lnTo>
                  <a:lnTo>
                    <a:pt x="2838666" y="3296310"/>
                  </a:lnTo>
                  <a:lnTo>
                    <a:pt x="2834160" y="3338302"/>
                  </a:lnTo>
                  <a:lnTo>
                    <a:pt x="2829654" y="2897394"/>
                  </a:lnTo>
                  <a:lnTo>
                    <a:pt x="2825148" y="3338302"/>
                  </a:lnTo>
                  <a:lnTo>
                    <a:pt x="2820642" y="3380293"/>
                  </a:lnTo>
                  <a:lnTo>
                    <a:pt x="2807125" y="3359297"/>
                  </a:lnTo>
                  <a:lnTo>
                    <a:pt x="2802619" y="3380293"/>
                  </a:lnTo>
                  <a:lnTo>
                    <a:pt x="2798113" y="3380293"/>
                  </a:lnTo>
                  <a:lnTo>
                    <a:pt x="2793608" y="2036574"/>
                  </a:lnTo>
                  <a:lnTo>
                    <a:pt x="2789102" y="3338302"/>
                  </a:lnTo>
                  <a:lnTo>
                    <a:pt x="2775584" y="3170337"/>
                  </a:lnTo>
                  <a:lnTo>
                    <a:pt x="2771078" y="1763631"/>
                  </a:lnTo>
                  <a:lnTo>
                    <a:pt x="2766573" y="1007789"/>
                  </a:lnTo>
                  <a:lnTo>
                    <a:pt x="2762067" y="1994583"/>
                  </a:lnTo>
                  <a:lnTo>
                    <a:pt x="2757561" y="2225534"/>
                  </a:lnTo>
                  <a:lnTo>
                    <a:pt x="2744044" y="1700644"/>
                  </a:lnTo>
                  <a:lnTo>
                    <a:pt x="2739538" y="3380293"/>
                  </a:lnTo>
                  <a:lnTo>
                    <a:pt x="2735032" y="3380293"/>
                  </a:lnTo>
                  <a:lnTo>
                    <a:pt x="2730526" y="3065359"/>
                  </a:lnTo>
                  <a:lnTo>
                    <a:pt x="2726020" y="3380293"/>
                  </a:lnTo>
                  <a:lnTo>
                    <a:pt x="2712503" y="3233324"/>
                  </a:lnTo>
                  <a:lnTo>
                    <a:pt x="2707997" y="3170337"/>
                  </a:lnTo>
                  <a:lnTo>
                    <a:pt x="2703491" y="2876398"/>
                  </a:lnTo>
                  <a:lnTo>
                    <a:pt x="2698985" y="3296310"/>
                  </a:lnTo>
                  <a:lnTo>
                    <a:pt x="2694480" y="3380293"/>
                  </a:lnTo>
                  <a:lnTo>
                    <a:pt x="2680962" y="2897394"/>
                  </a:lnTo>
                  <a:lnTo>
                    <a:pt x="2676456" y="3380293"/>
                  </a:lnTo>
                  <a:lnTo>
                    <a:pt x="2671950" y="3380293"/>
                  </a:lnTo>
                  <a:lnTo>
                    <a:pt x="2667445" y="3359297"/>
                  </a:lnTo>
                  <a:lnTo>
                    <a:pt x="2662939" y="3233324"/>
                  </a:lnTo>
                  <a:lnTo>
                    <a:pt x="2649421" y="1868609"/>
                  </a:lnTo>
                  <a:lnTo>
                    <a:pt x="2644916" y="2183543"/>
                  </a:lnTo>
                  <a:lnTo>
                    <a:pt x="2640410" y="1931596"/>
                  </a:lnTo>
                  <a:lnTo>
                    <a:pt x="2635904" y="2813411"/>
                  </a:lnTo>
                  <a:lnTo>
                    <a:pt x="2631398" y="2897394"/>
                  </a:lnTo>
                  <a:lnTo>
                    <a:pt x="2617881" y="3002372"/>
                  </a:lnTo>
                  <a:lnTo>
                    <a:pt x="2613375" y="3191332"/>
                  </a:lnTo>
                  <a:lnTo>
                    <a:pt x="2608869" y="3359297"/>
                  </a:lnTo>
                  <a:lnTo>
                    <a:pt x="2604363" y="3275315"/>
                  </a:lnTo>
                  <a:lnTo>
                    <a:pt x="2599857" y="3338302"/>
                  </a:lnTo>
                  <a:lnTo>
                    <a:pt x="2586340" y="1910600"/>
                  </a:lnTo>
                  <a:lnTo>
                    <a:pt x="2581834" y="2561464"/>
                  </a:lnTo>
                  <a:lnTo>
                    <a:pt x="2577328" y="3065359"/>
                  </a:lnTo>
                  <a:lnTo>
                    <a:pt x="2572822" y="3023368"/>
                  </a:lnTo>
                  <a:lnTo>
                    <a:pt x="2568317" y="2477482"/>
                  </a:lnTo>
                  <a:lnTo>
                    <a:pt x="2554799" y="3380293"/>
                  </a:lnTo>
                  <a:lnTo>
                    <a:pt x="2550293" y="3065359"/>
                  </a:lnTo>
                  <a:lnTo>
                    <a:pt x="2545787" y="3170337"/>
                  </a:lnTo>
                  <a:lnTo>
                    <a:pt x="2541282" y="3002372"/>
                  </a:lnTo>
                  <a:lnTo>
                    <a:pt x="2536776" y="3317306"/>
                  </a:lnTo>
                  <a:lnTo>
                    <a:pt x="2523258" y="3380293"/>
                  </a:lnTo>
                  <a:lnTo>
                    <a:pt x="2518753" y="3317306"/>
                  </a:lnTo>
                  <a:lnTo>
                    <a:pt x="2514247" y="3380293"/>
                  </a:lnTo>
                  <a:lnTo>
                    <a:pt x="2509741" y="3380293"/>
                  </a:lnTo>
                  <a:lnTo>
                    <a:pt x="2505235" y="2183543"/>
                  </a:lnTo>
                  <a:lnTo>
                    <a:pt x="2491718" y="3380293"/>
                  </a:lnTo>
                  <a:lnTo>
                    <a:pt x="2487212" y="3254319"/>
                  </a:lnTo>
                  <a:lnTo>
                    <a:pt x="2482706" y="3380293"/>
                  </a:lnTo>
                  <a:lnTo>
                    <a:pt x="2478200" y="2813411"/>
                  </a:lnTo>
                  <a:lnTo>
                    <a:pt x="2473694" y="3317306"/>
                  </a:lnTo>
                  <a:lnTo>
                    <a:pt x="2460177" y="2960381"/>
                  </a:lnTo>
                  <a:lnTo>
                    <a:pt x="2455671" y="3380293"/>
                  </a:lnTo>
                  <a:lnTo>
                    <a:pt x="2446659" y="3275315"/>
                  </a:lnTo>
                  <a:lnTo>
                    <a:pt x="2442154" y="2057569"/>
                  </a:lnTo>
                  <a:lnTo>
                    <a:pt x="2428636" y="2897394"/>
                  </a:lnTo>
                  <a:lnTo>
                    <a:pt x="2424130" y="3380293"/>
                  </a:lnTo>
                  <a:lnTo>
                    <a:pt x="2419625" y="3380293"/>
                  </a:lnTo>
                  <a:lnTo>
                    <a:pt x="2415119" y="3380293"/>
                  </a:lnTo>
                  <a:lnTo>
                    <a:pt x="2410613" y="3380293"/>
                  </a:lnTo>
                  <a:lnTo>
                    <a:pt x="2397095" y="1259736"/>
                  </a:lnTo>
                  <a:lnTo>
                    <a:pt x="2392590" y="503894"/>
                  </a:lnTo>
                  <a:lnTo>
                    <a:pt x="2388084" y="839824"/>
                  </a:lnTo>
                  <a:lnTo>
                    <a:pt x="2383578" y="2498477"/>
                  </a:lnTo>
                  <a:lnTo>
                    <a:pt x="2379072" y="293938"/>
                  </a:lnTo>
                  <a:lnTo>
                    <a:pt x="2365555" y="1406705"/>
                  </a:lnTo>
                  <a:lnTo>
                    <a:pt x="2361049" y="1931596"/>
                  </a:lnTo>
                  <a:lnTo>
                    <a:pt x="2356543" y="2162547"/>
                  </a:lnTo>
                  <a:lnTo>
                    <a:pt x="2352037" y="2813411"/>
                  </a:lnTo>
                  <a:lnTo>
                    <a:pt x="2347531" y="3380293"/>
                  </a:lnTo>
                  <a:lnTo>
                    <a:pt x="2334014" y="3233324"/>
                  </a:lnTo>
                  <a:lnTo>
                    <a:pt x="2329508" y="2750425"/>
                  </a:lnTo>
                  <a:lnTo>
                    <a:pt x="2325002" y="1553675"/>
                  </a:lnTo>
                  <a:lnTo>
                    <a:pt x="2320497" y="1805622"/>
                  </a:lnTo>
                  <a:lnTo>
                    <a:pt x="2315991" y="629868"/>
                  </a:lnTo>
                  <a:lnTo>
                    <a:pt x="2302473" y="3023368"/>
                  </a:lnTo>
                  <a:lnTo>
                    <a:pt x="2297967" y="3380293"/>
                  </a:lnTo>
                  <a:lnTo>
                    <a:pt x="2293462" y="3359297"/>
                  </a:lnTo>
                  <a:lnTo>
                    <a:pt x="2288956" y="3191332"/>
                  </a:lnTo>
                  <a:lnTo>
                    <a:pt x="2270933" y="3338302"/>
                  </a:lnTo>
                  <a:lnTo>
                    <a:pt x="2266427" y="2834407"/>
                  </a:lnTo>
                  <a:lnTo>
                    <a:pt x="2261921" y="2708433"/>
                  </a:lnTo>
                  <a:lnTo>
                    <a:pt x="2257415" y="3128346"/>
                  </a:lnTo>
                  <a:lnTo>
                    <a:pt x="2252909" y="2981376"/>
                  </a:lnTo>
                  <a:lnTo>
                    <a:pt x="2239392" y="3380293"/>
                  </a:lnTo>
                  <a:lnTo>
                    <a:pt x="2230380" y="3380293"/>
                  </a:lnTo>
                  <a:lnTo>
                    <a:pt x="2225874" y="3380293"/>
                  </a:lnTo>
                  <a:lnTo>
                    <a:pt x="2221368" y="3275315"/>
                  </a:lnTo>
                  <a:lnTo>
                    <a:pt x="2207851" y="2834407"/>
                  </a:lnTo>
                  <a:lnTo>
                    <a:pt x="2203345" y="3254319"/>
                  </a:lnTo>
                  <a:lnTo>
                    <a:pt x="2198839" y="3317306"/>
                  </a:lnTo>
                  <a:lnTo>
                    <a:pt x="2194334" y="3317306"/>
                  </a:lnTo>
                  <a:lnTo>
                    <a:pt x="2189828" y="2981376"/>
                  </a:lnTo>
                  <a:lnTo>
                    <a:pt x="2176310" y="3380293"/>
                  </a:lnTo>
                  <a:lnTo>
                    <a:pt x="2171804" y="3380293"/>
                  </a:lnTo>
                  <a:lnTo>
                    <a:pt x="2167299" y="1385710"/>
                  </a:lnTo>
                  <a:lnTo>
                    <a:pt x="2162793" y="713850"/>
                  </a:lnTo>
                  <a:lnTo>
                    <a:pt x="2158287" y="2057569"/>
                  </a:lnTo>
                  <a:lnTo>
                    <a:pt x="2144770" y="2561464"/>
                  </a:lnTo>
                  <a:lnTo>
                    <a:pt x="2140264" y="3023368"/>
                  </a:lnTo>
                  <a:lnTo>
                    <a:pt x="2131252" y="2834407"/>
                  </a:lnTo>
                  <a:lnTo>
                    <a:pt x="2126746" y="3380293"/>
                  </a:lnTo>
                  <a:lnTo>
                    <a:pt x="2113229" y="3233324"/>
                  </a:lnTo>
                  <a:lnTo>
                    <a:pt x="2108723" y="3317306"/>
                  </a:lnTo>
                  <a:lnTo>
                    <a:pt x="2104217" y="2561464"/>
                  </a:lnTo>
                  <a:lnTo>
                    <a:pt x="2099711" y="3107350"/>
                  </a:lnTo>
                  <a:lnTo>
                    <a:pt x="2095206" y="3380293"/>
                  </a:lnTo>
                  <a:lnTo>
                    <a:pt x="2086194" y="3380293"/>
                  </a:lnTo>
                  <a:lnTo>
                    <a:pt x="2081688" y="3191332"/>
                  </a:lnTo>
                  <a:lnTo>
                    <a:pt x="2077182" y="3065359"/>
                  </a:lnTo>
                  <a:lnTo>
                    <a:pt x="2072676" y="3275315"/>
                  </a:lnTo>
                  <a:lnTo>
                    <a:pt x="2068171" y="2876398"/>
                  </a:lnTo>
                  <a:lnTo>
                    <a:pt x="2045642" y="3296310"/>
                  </a:lnTo>
                  <a:lnTo>
                    <a:pt x="2041136" y="944802"/>
                  </a:lnTo>
                  <a:lnTo>
                    <a:pt x="2036630" y="1028784"/>
                  </a:lnTo>
                  <a:lnTo>
                    <a:pt x="2032124" y="2582460"/>
                  </a:lnTo>
                  <a:lnTo>
                    <a:pt x="2023112" y="2939385"/>
                  </a:lnTo>
                  <a:lnTo>
                    <a:pt x="2018607" y="2687438"/>
                  </a:lnTo>
                  <a:lnTo>
                    <a:pt x="2014101" y="2624451"/>
                  </a:lnTo>
                  <a:lnTo>
                    <a:pt x="2009595" y="2645447"/>
                  </a:lnTo>
                  <a:lnTo>
                    <a:pt x="2005089" y="3380293"/>
                  </a:lnTo>
                  <a:lnTo>
                    <a:pt x="2000583" y="3380293"/>
                  </a:lnTo>
                  <a:lnTo>
                    <a:pt x="1987066" y="3212328"/>
                  </a:lnTo>
                  <a:lnTo>
                    <a:pt x="1982560" y="3359297"/>
                  </a:lnTo>
                  <a:lnTo>
                    <a:pt x="1978054" y="3296310"/>
                  </a:lnTo>
                  <a:lnTo>
                    <a:pt x="1973548" y="3296310"/>
                  </a:lnTo>
                  <a:lnTo>
                    <a:pt x="1969043" y="3296310"/>
                  </a:lnTo>
                  <a:lnTo>
                    <a:pt x="1955525" y="3338302"/>
                  </a:lnTo>
                  <a:lnTo>
                    <a:pt x="1951019" y="3359297"/>
                  </a:lnTo>
                  <a:lnTo>
                    <a:pt x="1946514" y="3380293"/>
                  </a:lnTo>
                  <a:lnTo>
                    <a:pt x="1942008" y="3380293"/>
                  </a:lnTo>
                  <a:lnTo>
                    <a:pt x="1937502" y="3380293"/>
                  </a:lnTo>
                  <a:lnTo>
                    <a:pt x="1923984" y="3380293"/>
                  </a:lnTo>
                  <a:lnTo>
                    <a:pt x="1919479" y="3380293"/>
                  </a:lnTo>
                  <a:lnTo>
                    <a:pt x="1914973" y="3380293"/>
                  </a:lnTo>
                  <a:lnTo>
                    <a:pt x="1910467" y="1889605"/>
                  </a:lnTo>
                  <a:lnTo>
                    <a:pt x="1905961" y="2603455"/>
                  </a:lnTo>
                  <a:lnTo>
                    <a:pt x="1892444" y="3338302"/>
                  </a:lnTo>
                  <a:lnTo>
                    <a:pt x="1887938" y="2204539"/>
                  </a:lnTo>
                  <a:lnTo>
                    <a:pt x="1883432" y="1931596"/>
                  </a:lnTo>
                  <a:lnTo>
                    <a:pt x="1878926" y="2960381"/>
                  </a:lnTo>
                  <a:lnTo>
                    <a:pt x="1874420" y="3380293"/>
                  </a:lnTo>
                  <a:lnTo>
                    <a:pt x="1860903" y="2960381"/>
                  </a:lnTo>
                  <a:lnTo>
                    <a:pt x="1856397" y="3317306"/>
                  </a:lnTo>
                  <a:lnTo>
                    <a:pt x="1851891" y="3359297"/>
                  </a:lnTo>
                  <a:lnTo>
                    <a:pt x="1847385" y="3380293"/>
                  </a:lnTo>
                  <a:lnTo>
                    <a:pt x="1842880" y="3380293"/>
                  </a:lnTo>
                  <a:lnTo>
                    <a:pt x="1829362" y="3380293"/>
                  </a:lnTo>
                  <a:lnTo>
                    <a:pt x="1824856" y="3380293"/>
                  </a:lnTo>
                  <a:lnTo>
                    <a:pt x="1820351" y="3380293"/>
                  </a:lnTo>
                  <a:lnTo>
                    <a:pt x="1815845" y="3380293"/>
                  </a:lnTo>
                  <a:lnTo>
                    <a:pt x="1811339" y="3380293"/>
                  </a:lnTo>
                  <a:lnTo>
                    <a:pt x="1797821" y="3380293"/>
                  </a:lnTo>
                  <a:lnTo>
                    <a:pt x="1793316" y="3380293"/>
                  </a:lnTo>
                  <a:lnTo>
                    <a:pt x="1788810" y="3380293"/>
                  </a:lnTo>
                  <a:lnTo>
                    <a:pt x="1784304" y="3380293"/>
                  </a:lnTo>
                  <a:lnTo>
                    <a:pt x="1779798" y="3380293"/>
                  </a:lnTo>
                  <a:lnTo>
                    <a:pt x="1766281" y="3380293"/>
                  </a:lnTo>
                  <a:lnTo>
                    <a:pt x="1761775" y="3380293"/>
                  </a:lnTo>
                  <a:lnTo>
                    <a:pt x="1757269" y="3380293"/>
                  </a:lnTo>
                  <a:lnTo>
                    <a:pt x="1752763" y="3380293"/>
                  </a:lnTo>
                  <a:lnTo>
                    <a:pt x="1748257" y="3380293"/>
                  </a:lnTo>
                  <a:lnTo>
                    <a:pt x="1734740" y="3380293"/>
                  </a:lnTo>
                  <a:lnTo>
                    <a:pt x="1730234" y="3065359"/>
                  </a:lnTo>
                  <a:lnTo>
                    <a:pt x="1725728" y="3359297"/>
                  </a:lnTo>
                  <a:lnTo>
                    <a:pt x="1721223" y="3380293"/>
                  </a:lnTo>
                  <a:lnTo>
                    <a:pt x="1716717" y="3380293"/>
                  </a:lnTo>
                  <a:lnTo>
                    <a:pt x="1703199" y="3380293"/>
                  </a:lnTo>
                  <a:lnTo>
                    <a:pt x="1698693" y="3380293"/>
                  </a:lnTo>
                  <a:lnTo>
                    <a:pt x="1694188" y="3380293"/>
                  </a:lnTo>
                  <a:lnTo>
                    <a:pt x="1689682" y="3380293"/>
                  </a:lnTo>
                  <a:lnTo>
                    <a:pt x="1685176" y="3380293"/>
                  </a:lnTo>
                  <a:lnTo>
                    <a:pt x="1671659" y="3380293"/>
                  </a:lnTo>
                  <a:lnTo>
                    <a:pt x="1667153" y="3380293"/>
                  </a:lnTo>
                  <a:lnTo>
                    <a:pt x="1662647" y="3380293"/>
                  </a:lnTo>
                  <a:lnTo>
                    <a:pt x="1658141" y="3380293"/>
                  </a:lnTo>
                  <a:lnTo>
                    <a:pt x="1653635" y="3380293"/>
                  </a:lnTo>
                  <a:lnTo>
                    <a:pt x="1626600" y="3380293"/>
                  </a:lnTo>
                  <a:lnTo>
                    <a:pt x="1622095" y="3380293"/>
                  </a:lnTo>
                  <a:lnTo>
                    <a:pt x="1599565" y="3380293"/>
                  </a:lnTo>
                  <a:lnTo>
                    <a:pt x="1595060" y="3380293"/>
                  </a:lnTo>
                  <a:lnTo>
                    <a:pt x="1590554" y="3380293"/>
                  </a:lnTo>
                  <a:lnTo>
                    <a:pt x="1577036" y="2876398"/>
                  </a:lnTo>
                  <a:lnTo>
                    <a:pt x="1572530" y="3359297"/>
                  </a:lnTo>
                  <a:lnTo>
                    <a:pt x="1568025" y="3380293"/>
                  </a:lnTo>
                  <a:lnTo>
                    <a:pt x="1563519" y="3380293"/>
                  </a:lnTo>
                  <a:lnTo>
                    <a:pt x="1559013" y="3380293"/>
                  </a:lnTo>
                  <a:lnTo>
                    <a:pt x="1545496" y="3380293"/>
                  </a:lnTo>
                  <a:lnTo>
                    <a:pt x="1540990" y="3380293"/>
                  </a:lnTo>
                  <a:lnTo>
                    <a:pt x="1536484" y="3380293"/>
                  </a:lnTo>
                  <a:lnTo>
                    <a:pt x="1531978" y="3380293"/>
                  </a:lnTo>
                  <a:lnTo>
                    <a:pt x="1527472" y="3380293"/>
                  </a:lnTo>
                  <a:lnTo>
                    <a:pt x="1513955" y="3380293"/>
                  </a:lnTo>
                  <a:lnTo>
                    <a:pt x="1509449" y="3380293"/>
                  </a:lnTo>
                  <a:lnTo>
                    <a:pt x="1504943" y="3380293"/>
                  </a:lnTo>
                  <a:lnTo>
                    <a:pt x="1500437" y="3380293"/>
                  </a:lnTo>
                  <a:lnTo>
                    <a:pt x="1495932" y="3380293"/>
                  </a:lnTo>
                  <a:lnTo>
                    <a:pt x="1482414" y="3380293"/>
                  </a:lnTo>
                  <a:lnTo>
                    <a:pt x="1477908" y="3380293"/>
                  </a:lnTo>
                  <a:lnTo>
                    <a:pt x="1473402" y="3380293"/>
                  </a:lnTo>
                  <a:lnTo>
                    <a:pt x="1468897" y="3380293"/>
                  </a:lnTo>
                  <a:lnTo>
                    <a:pt x="1464391" y="3380293"/>
                  </a:lnTo>
                  <a:lnTo>
                    <a:pt x="1450873" y="3212328"/>
                  </a:lnTo>
                  <a:lnTo>
                    <a:pt x="1446368" y="3380293"/>
                  </a:lnTo>
                  <a:lnTo>
                    <a:pt x="1441862" y="3380293"/>
                  </a:lnTo>
                  <a:lnTo>
                    <a:pt x="1437356" y="3380293"/>
                  </a:lnTo>
                  <a:lnTo>
                    <a:pt x="1432850" y="3338302"/>
                  </a:lnTo>
                  <a:lnTo>
                    <a:pt x="1419333" y="3023368"/>
                  </a:lnTo>
                  <a:lnTo>
                    <a:pt x="1414827" y="3380293"/>
                  </a:lnTo>
                  <a:lnTo>
                    <a:pt x="1410321" y="3380293"/>
                  </a:lnTo>
                  <a:lnTo>
                    <a:pt x="1405815" y="3380293"/>
                  </a:lnTo>
                  <a:lnTo>
                    <a:pt x="1401309" y="3380293"/>
                  </a:lnTo>
                  <a:lnTo>
                    <a:pt x="1387792" y="3380293"/>
                  </a:lnTo>
                  <a:lnTo>
                    <a:pt x="1383286" y="2834407"/>
                  </a:lnTo>
                  <a:lnTo>
                    <a:pt x="1378780" y="3380293"/>
                  </a:lnTo>
                  <a:lnTo>
                    <a:pt x="1374274" y="3380293"/>
                  </a:lnTo>
                  <a:lnTo>
                    <a:pt x="1369769" y="3359297"/>
                  </a:lnTo>
                  <a:lnTo>
                    <a:pt x="1356251" y="3380293"/>
                  </a:lnTo>
                  <a:lnTo>
                    <a:pt x="1351745" y="3380293"/>
                  </a:lnTo>
                  <a:lnTo>
                    <a:pt x="1347240" y="3380293"/>
                  </a:lnTo>
                  <a:lnTo>
                    <a:pt x="1342734" y="3338302"/>
                  </a:lnTo>
                  <a:lnTo>
                    <a:pt x="1338228" y="3380293"/>
                  </a:lnTo>
                  <a:lnTo>
                    <a:pt x="1324710" y="3359297"/>
                  </a:lnTo>
                  <a:lnTo>
                    <a:pt x="1320205" y="3275315"/>
                  </a:lnTo>
                  <a:lnTo>
                    <a:pt x="1315699" y="3380293"/>
                  </a:lnTo>
                  <a:lnTo>
                    <a:pt x="1311193" y="3359297"/>
                  </a:lnTo>
                  <a:lnTo>
                    <a:pt x="1306687" y="3380293"/>
                  </a:lnTo>
                  <a:lnTo>
                    <a:pt x="1293170" y="3380293"/>
                  </a:lnTo>
                  <a:lnTo>
                    <a:pt x="1288664" y="3380293"/>
                  </a:lnTo>
                  <a:lnTo>
                    <a:pt x="1284158" y="3380293"/>
                  </a:lnTo>
                  <a:lnTo>
                    <a:pt x="1279652" y="3380293"/>
                  </a:lnTo>
                  <a:lnTo>
                    <a:pt x="1275146" y="3317306"/>
                  </a:lnTo>
                  <a:lnTo>
                    <a:pt x="1261629" y="3359297"/>
                  </a:lnTo>
                  <a:lnTo>
                    <a:pt x="1257123" y="3380293"/>
                  </a:lnTo>
                  <a:lnTo>
                    <a:pt x="1252617" y="3317306"/>
                  </a:lnTo>
                  <a:lnTo>
                    <a:pt x="1248111" y="3296310"/>
                  </a:lnTo>
                  <a:lnTo>
                    <a:pt x="1243606" y="3380293"/>
                  </a:lnTo>
                  <a:lnTo>
                    <a:pt x="1230088" y="3359297"/>
                  </a:lnTo>
                  <a:lnTo>
                    <a:pt x="1225582" y="3296310"/>
                  </a:lnTo>
                  <a:lnTo>
                    <a:pt x="1221077" y="3359297"/>
                  </a:lnTo>
                  <a:lnTo>
                    <a:pt x="1216571" y="3380293"/>
                  </a:lnTo>
                  <a:lnTo>
                    <a:pt x="1212065" y="3380293"/>
                  </a:lnTo>
                  <a:lnTo>
                    <a:pt x="1198547" y="3380293"/>
                  </a:lnTo>
                  <a:lnTo>
                    <a:pt x="1194042" y="2708433"/>
                  </a:lnTo>
                  <a:lnTo>
                    <a:pt x="1189536" y="3149341"/>
                  </a:lnTo>
                  <a:lnTo>
                    <a:pt x="1185030" y="1595666"/>
                  </a:lnTo>
                  <a:lnTo>
                    <a:pt x="1180524" y="1070776"/>
                  </a:lnTo>
                  <a:lnTo>
                    <a:pt x="1167007" y="1826618"/>
                  </a:lnTo>
                  <a:lnTo>
                    <a:pt x="1162501" y="2435490"/>
                  </a:lnTo>
                  <a:lnTo>
                    <a:pt x="1157995" y="2288521"/>
                  </a:lnTo>
                  <a:lnTo>
                    <a:pt x="1153489" y="1154758"/>
                  </a:lnTo>
                  <a:lnTo>
                    <a:pt x="1148983" y="1070776"/>
                  </a:lnTo>
                  <a:lnTo>
                    <a:pt x="1135466" y="2141552"/>
                  </a:lnTo>
                  <a:lnTo>
                    <a:pt x="1130960" y="2897394"/>
                  </a:lnTo>
                  <a:lnTo>
                    <a:pt x="1126454" y="3359297"/>
                  </a:lnTo>
                  <a:lnTo>
                    <a:pt x="1121949" y="3254319"/>
                  </a:lnTo>
                  <a:lnTo>
                    <a:pt x="1117443" y="3212328"/>
                  </a:lnTo>
                  <a:lnTo>
                    <a:pt x="1103925" y="3359297"/>
                  </a:lnTo>
                  <a:lnTo>
                    <a:pt x="1099419" y="3380293"/>
                  </a:lnTo>
                  <a:lnTo>
                    <a:pt x="1094914" y="3086354"/>
                  </a:lnTo>
                  <a:lnTo>
                    <a:pt x="1090408" y="3317306"/>
                  </a:lnTo>
                  <a:lnTo>
                    <a:pt x="1085902" y="3191332"/>
                  </a:lnTo>
                  <a:lnTo>
                    <a:pt x="1072385" y="3002372"/>
                  </a:lnTo>
                  <a:lnTo>
                    <a:pt x="1067879" y="2897394"/>
                  </a:lnTo>
                  <a:lnTo>
                    <a:pt x="1063373" y="3338302"/>
                  </a:lnTo>
                  <a:lnTo>
                    <a:pt x="1058867" y="3170337"/>
                  </a:lnTo>
                  <a:lnTo>
                    <a:pt x="1054361" y="3191332"/>
                  </a:lnTo>
                  <a:lnTo>
                    <a:pt x="1040844" y="2855403"/>
                  </a:lnTo>
                  <a:lnTo>
                    <a:pt x="1036338" y="2834407"/>
                  </a:lnTo>
                  <a:lnTo>
                    <a:pt x="1031832" y="1448697"/>
                  </a:lnTo>
                  <a:lnTo>
                    <a:pt x="1027326" y="2813411"/>
                  </a:lnTo>
                  <a:lnTo>
                    <a:pt x="1022821" y="3380293"/>
                  </a:lnTo>
                  <a:lnTo>
                    <a:pt x="1009303" y="3044363"/>
                  </a:lnTo>
                  <a:lnTo>
                    <a:pt x="1004797" y="3023368"/>
                  </a:lnTo>
                  <a:lnTo>
                    <a:pt x="1000291" y="2414495"/>
                  </a:lnTo>
                  <a:lnTo>
                    <a:pt x="995786" y="1868609"/>
                  </a:lnTo>
                  <a:lnTo>
                    <a:pt x="991280" y="3380293"/>
                  </a:lnTo>
                  <a:lnTo>
                    <a:pt x="977762" y="881815"/>
                  </a:lnTo>
                  <a:lnTo>
                    <a:pt x="973257" y="482899"/>
                  </a:lnTo>
                  <a:lnTo>
                    <a:pt x="968751" y="944802"/>
                  </a:lnTo>
                  <a:lnTo>
                    <a:pt x="964245" y="3380293"/>
                  </a:lnTo>
                  <a:lnTo>
                    <a:pt x="959739" y="3380293"/>
                  </a:lnTo>
                  <a:lnTo>
                    <a:pt x="946222" y="881815"/>
                  </a:lnTo>
                  <a:lnTo>
                    <a:pt x="941716" y="2225534"/>
                  </a:lnTo>
                  <a:lnTo>
                    <a:pt x="937210" y="2981376"/>
                  </a:lnTo>
                  <a:lnTo>
                    <a:pt x="932704" y="2288521"/>
                  </a:lnTo>
                  <a:lnTo>
                    <a:pt x="928198" y="3065359"/>
                  </a:lnTo>
                  <a:lnTo>
                    <a:pt x="914681" y="2813411"/>
                  </a:lnTo>
                  <a:lnTo>
                    <a:pt x="910175" y="1889605"/>
                  </a:lnTo>
                  <a:lnTo>
                    <a:pt x="905669" y="2099561"/>
                  </a:lnTo>
                  <a:lnTo>
                    <a:pt x="901163" y="1763631"/>
                  </a:lnTo>
                  <a:lnTo>
                    <a:pt x="896658" y="2414495"/>
                  </a:lnTo>
                  <a:lnTo>
                    <a:pt x="869623" y="3107350"/>
                  </a:lnTo>
                  <a:lnTo>
                    <a:pt x="865117" y="944802"/>
                  </a:lnTo>
                  <a:lnTo>
                    <a:pt x="851599" y="3044363"/>
                  </a:lnTo>
                  <a:lnTo>
                    <a:pt x="847094" y="3380293"/>
                  </a:lnTo>
                  <a:lnTo>
                    <a:pt x="842588" y="3380293"/>
                  </a:lnTo>
                  <a:lnTo>
                    <a:pt x="838082" y="2477482"/>
                  </a:lnTo>
                  <a:lnTo>
                    <a:pt x="833576" y="2351508"/>
                  </a:lnTo>
                  <a:lnTo>
                    <a:pt x="820059" y="2666442"/>
                  </a:lnTo>
                  <a:lnTo>
                    <a:pt x="815553" y="3086354"/>
                  </a:lnTo>
                  <a:lnTo>
                    <a:pt x="806541" y="3380293"/>
                  </a:lnTo>
                  <a:lnTo>
                    <a:pt x="802035" y="2477482"/>
                  </a:lnTo>
                  <a:lnTo>
                    <a:pt x="788518" y="1742635"/>
                  </a:lnTo>
                  <a:lnTo>
                    <a:pt x="784012" y="1763631"/>
                  </a:lnTo>
                  <a:lnTo>
                    <a:pt x="779506" y="2057569"/>
                  </a:lnTo>
                  <a:lnTo>
                    <a:pt x="775000" y="797833"/>
                  </a:lnTo>
                  <a:lnTo>
                    <a:pt x="770495" y="2267526"/>
                  </a:lnTo>
                  <a:lnTo>
                    <a:pt x="756977" y="3380293"/>
                  </a:lnTo>
                  <a:lnTo>
                    <a:pt x="752471" y="3254319"/>
                  </a:lnTo>
                  <a:lnTo>
                    <a:pt x="747966" y="3065359"/>
                  </a:lnTo>
                  <a:lnTo>
                    <a:pt x="743460" y="3170337"/>
                  </a:lnTo>
                  <a:lnTo>
                    <a:pt x="738954" y="3380293"/>
                  </a:lnTo>
                  <a:lnTo>
                    <a:pt x="725436" y="2204539"/>
                  </a:lnTo>
                  <a:lnTo>
                    <a:pt x="720931" y="3380293"/>
                  </a:lnTo>
                  <a:lnTo>
                    <a:pt x="716425" y="3380293"/>
                  </a:lnTo>
                  <a:lnTo>
                    <a:pt x="711919" y="3380293"/>
                  </a:lnTo>
                  <a:lnTo>
                    <a:pt x="707413" y="2813411"/>
                  </a:lnTo>
                  <a:lnTo>
                    <a:pt x="693896" y="3275315"/>
                  </a:lnTo>
                  <a:lnTo>
                    <a:pt x="689390" y="3380293"/>
                  </a:lnTo>
                  <a:lnTo>
                    <a:pt x="684884" y="1490688"/>
                  </a:lnTo>
                  <a:lnTo>
                    <a:pt x="680378" y="1175754"/>
                  </a:lnTo>
                  <a:lnTo>
                    <a:pt x="662355" y="2561464"/>
                  </a:lnTo>
                  <a:lnTo>
                    <a:pt x="657849" y="2729429"/>
                  </a:lnTo>
                  <a:lnTo>
                    <a:pt x="653343" y="1343719"/>
                  </a:lnTo>
                  <a:lnTo>
                    <a:pt x="648838" y="1973587"/>
                  </a:lnTo>
                  <a:lnTo>
                    <a:pt x="644332" y="3296310"/>
                  </a:lnTo>
                  <a:lnTo>
                    <a:pt x="630814" y="3338302"/>
                  </a:lnTo>
                  <a:lnTo>
                    <a:pt x="621803" y="2834407"/>
                  </a:lnTo>
                  <a:lnTo>
                    <a:pt x="617297" y="2960381"/>
                  </a:lnTo>
                  <a:lnTo>
                    <a:pt x="612791" y="3359297"/>
                  </a:lnTo>
                  <a:lnTo>
                    <a:pt x="599273" y="3317306"/>
                  </a:lnTo>
                  <a:lnTo>
                    <a:pt x="594768" y="3380293"/>
                  </a:lnTo>
                  <a:lnTo>
                    <a:pt x="590262" y="3359297"/>
                  </a:lnTo>
                  <a:lnTo>
                    <a:pt x="585756" y="2393499"/>
                  </a:lnTo>
                  <a:lnTo>
                    <a:pt x="581250" y="3380293"/>
                  </a:lnTo>
                  <a:lnTo>
                    <a:pt x="567733" y="1637657"/>
                  </a:lnTo>
                  <a:lnTo>
                    <a:pt x="563227" y="2183543"/>
                  </a:lnTo>
                  <a:lnTo>
                    <a:pt x="558721" y="2204539"/>
                  </a:lnTo>
                  <a:lnTo>
                    <a:pt x="549709" y="3338302"/>
                  </a:lnTo>
                  <a:lnTo>
                    <a:pt x="531686" y="3338302"/>
                  </a:lnTo>
                  <a:lnTo>
                    <a:pt x="527180" y="3359297"/>
                  </a:lnTo>
                  <a:lnTo>
                    <a:pt x="522675" y="3128346"/>
                  </a:lnTo>
                  <a:lnTo>
                    <a:pt x="518169" y="2267526"/>
                  </a:lnTo>
                  <a:lnTo>
                    <a:pt x="504651" y="1448697"/>
                  </a:lnTo>
                  <a:lnTo>
                    <a:pt x="500145" y="713850"/>
                  </a:lnTo>
                  <a:lnTo>
                    <a:pt x="495640" y="608872"/>
                  </a:lnTo>
                  <a:lnTo>
                    <a:pt x="491134" y="734846"/>
                  </a:lnTo>
                  <a:lnTo>
                    <a:pt x="486628" y="2162547"/>
                  </a:lnTo>
                  <a:lnTo>
                    <a:pt x="473111" y="1616662"/>
                  </a:lnTo>
                  <a:lnTo>
                    <a:pt x="468605" y="1427701"/>
                  </a:lnTo>
                  <a:lnTo>
                    <a:pt x="464099" y="1595666"/>
                  </a:lnTo>
                  <a:lnTo>
                    <a:pt x="459593" y="2792416"/>
                  </a:lnTo>
                  <a:lnTo>
                    <a:pt x="446076" y="902811"/>
                  </a:lnTo>
                  <a:lnTo>
                    <a:pt x="437064" y="1595666"/>
                  </a:lnTo>
                  <a:lnTo>
                    <a:pt x="432558" y="1028784"/>
                  </a:lnTo>
                  <a:lnTo>
                    <a:pt x="428052" y="1427701"/>
                  </a:lnTo>
                  <a:lnTo>
                    <a:pt x="423547" y="839824"/>
                  </a:lnTo>
                  <a:lnTo>
                    <a:pt x="410029" y="3149341"/>
                  </a:lnTo>
                  <a:lnTo>
                    <a:pt x="405523" y="3044363"/>
                  </a:lnTo>
                  <a:lnTo>
                    <a:pt x="401017" y="3296310"/>
                  </a:lnTo>
                  <a:lnTo>
                    <a:pt x="396512" y="2267526"/>
                  </a:lnTo>
                  <a:lnTo>
                    <a:pt x="392006" y="2960381"/>
                  </a:lnTo>
                  <a:lnTo>
                    <a:pt x="382994" y="1301727"/>
                  </a:lnTo>
                  <a:lnTo>
                    <a:pt x="378488" y="1175754"/>
                  </a:lnTo>
                  <a:lnTo>
                    <a:pt x="373983" y="2624451"/>
                  </a:lnTo>
                  <a:lnTo>
                    <a:pt x="369477" y="1154758"/>
                  </a:lnTo>
                  <a:lnTo>
                    <a:pt x="364971" y="1322723"/>
                  </a:lnTo>
                  <a:lnTo>
                    <a:pt x="360465" y="1133763"/>
                  </a:lnTo>
                  <a:lnTo>
                    <a:pt x="346948" y="3380293"/>
                  </a:lnTo>
                  <a:lnTo>
                    <a:pt x="342442" y="3380293"/>
                  </a:lnTo>
                  <a:lnTo>
                    <a:pt x="337936" y="3023368"/>
                  </a:lnTo>
                  <a:lnTo>
                    <a:pt x="333430" y="3170337"/>
                  </a:lnTo>
                  <a:lnTo>
                    <a:pt x="328924" y="2183543"/>
                  </a:lnTo>
                  <a:lnTo>
                    <a:pt x="315407" y="3065359"/>
                  </a:lnTo>
                  <a:lnTo>
                    <a:pt x="310901" y="2981376"/>
                  </a:lnTo>
                  <a:lnTo>
                    <a:pt x="306395" y="3380293"/>
                  </a:lnTo>
                  <a:lnTo>
                    <a:pt x="301889" y="3380293"/>
                  </a:lnTo>
                  <a:lnTo>
                    <a:pt x="297384" y="3212328"/>
                  </a:lnTo>
                  <a:lnTo>
                    <a:pt x="283866" y="3380293"/>
                  </a:lnTo>
                  <a:lnTo>
                    <a:pt x="279360" y="3380293"/>
                  </a:lnTo>
                  <a:lnTo>
                    <a:pt x="274854" y="3254319"/>
                  </a:lnTo>
                  <a:lnTo>
                    <a:pt x="270349" y="3380293"/>
                  </a:lnTo>
                  <a:lnTo>
                    <a:pt x="265843" y="3296310"/>
                  </a:lnTo>
                  <a:lnTo>
                    <a:pt x="252325" y="2981376"/>
                  </a:lnTo>
                  <a:lnTo>
                    <a:pt x="247820" y="3380293"/>
                  </a:lnTo>
                  <a:lnTo>
                    <a:pt x="243314" y="3380293"/>
                  </a:lnTo>
                  <a:lnTo>
                    <a:pt x="238808" y="3359297"/>
                  </a:lnTo>
                  <a:lnTo>
                    <a:pt x="234302" y="3380293"/>
                  </a:lnTo>
                  <a:lnTo>
                    <a:pt x="220785" y="3212328"/>
                  </a:lnTo>
                  <a:lnTo>
                    <a:pt x="216279" y="3380293"/>
                  </a:lnTo>
                  <a:lnTo>
                    <a:pt x="211773" y="3170337"/>
                  </a:lnTo>
                  <a:lnTo>
                    <a:pt x="207267" y="3254319"/>
                  </a:lnTo>
                  <a:lnTo>
                    <a:pt x="202761" y="3380293"/>
                  </a:lnTo>
                  <a:lnTo>
                    <a:pt x="189244" y="3380293"/>
                  </a:lnTo>
                  <a:lnTo>
                    <a:pt x="184738" y="3380293"/>
                  </a:lnTo>
                  <a:lnTo>
                    <a:pt x="180232" y="3275315"/>
                  </a:lnTo>
                  <a:lnTo>
                    <a:pt x="175726" y="3380293"/>
                  </a:lnTo>
                  <a:lnTo>
                    <a:pt x="171221" y="3254319"/>
                  </a:lnTo>
                  <a:lnTo>
                    <a:pt x="157703" y="3380293"/>
                  </a:lnTo>
                  <a:lnTo>
                    <a:pt x="153197" y="3380293"/>
                  </a:lnTo>
                  <a:lnTo>
                    <a:pt x="148692" y="3254319"/>
                  </a:lnTo>
                  <a:lnTo>
                    <a:pt x="144186" y="3296310"/>
                  </a:lnTo>
                  <a:lnTo>
                    <a:pt x="139680" y="3380293"/>
                  </a:lnTo>
                  <a:lnTo>
                    <a:pt x="126162" y="3338302"/>
                  </a:lnTo>
                  <a:lnTo>
                    <a:pt x="121657" y="3380293"/>
                  </a:lnTo>
                  <a:lnTo>
                    <a:pt x="117151" y="3380293"/>
                  </a:lnTo>
                  <a:lnTo>
                    <a:pt x="112645" y="3380293"/>
                  </a:lnTo>
                  <a:lnTo>
                    <a:pt x="108139" y="3380293"/>
                  </a:lnTo>
                  <a:lnTo>
                    <a:pt x="94622" y="3380293"/>
                  </a:lnTo>
                  <a:lnTo>
                    <a:pt x="90116" y="3380293"/>
                  </a:lnTo>
                  <a:lnTo>
                    <a:pt x="85610" y="3380293"/>
                  </a:lnTo>
                  <a:lnTo>
                    <a:pt x="81104" y="3317306"/>
                  </a:lnTo>
                  <a:lnTo>
                    <a:pt x="76598" y="3380293"/>
                  </a:lnTo>
                  <a:lnTo>
                    <a:pt x="63081" y="3380293"/>
                  </a:lnTo>
                  <a:lnTo>
                    <a:pt x="58575" y="2372504"/>
                  </a:lnTo>
                  <a:lnTo>
                    <a:pt x="54069" y="3149341"/>
                  </a:lnTo>
                  <a:lnTo>
                    <a:pt x="49564" y="3380293"/>
                  </a:lnTo>
                  <a:lnTo>
                    <a:pt x="45058" y="3380293"/>
                  </a:lnTo>
                  <a:lnTo>
                    <a:pt x="31540" y="3380293"/>
                  </a:lnTo>
                  <a:lnTo>
                    <a:pt x="27034" y="3380293"/>
                  </a:lnTo>
                  <a:lnTo>
                    <a:pt x="22529" y="3380293"/>
                  </a:lnTo>
                  <a:lnTo>
                    <a:pt x="18023" y="3380293"/>
                  </a:lnTo>
                  <a:lnTo>
                    <a:pt x="13517" y="3380293"/>
                  </a:lnTo>
                  <a:lnTo>
                    <a:pt x="0" y="3380293"/>
                  </a:lnTo>
                  <a:close/>
                </a:path>
              </a:pathLst>
            </a:custGeom>
            <a:solidFill>
              <a:srgbClr val="FFA500">
                <a:alpha val="50196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endParaRPr>
            </a:p>
          </p:txBody>
        </p:sp>
      </p:grpSp>
      <p:sp>
        <p:nvSpPr>
          <p:cNvPr id="60" name="tx9">
            <a:extLst>
              <a:ext uri="{FF2B5EF4-FFF2-40B4-BE49-F238E27FC236}">
                <a16:creationId xmlns:a16="http://schemas.microsoft.com/office/drawing/2014/main" id="{ABA3ECDE-7915-4042-BDB8-D98012E589C7}"/>
              </a:ext>
            </a:extLst>
          </p:cNvPr>
          <p:cNvSpPr/>
          <p:nvPr/>
        </p:nvSpPr>
        <p:spPr>
          <a:xfrm>
            <a:off x="7073787" y="3291127"/>
            <a:ext cx="56848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0</a:t>
            </a:r>
          </a:p>
        </p:txBody>
      </p:sp>
      <p:sp>
        <p:nvSpPr>
          <p:cNvPr id="61" name="tx10">
            <a:extLst>
              <a:ext uri="{FF2B5EF4-FFF2-40B4-BE49-F238E27FC236}">
                <a16:creationId xmlns:a16="http://schemas.microsoft.com/office/drawing/2014/main" id="{D960860B-D5E8-408F-9B6B-73F10F776230}"/>
              </a:ext>
            </a:extLst>
          </p:cNvPr>
          <p:cNvSpPr/>
          <p:nvPr/>
        </p:nvSpPr>
        <p:spPr>
          <a:xfrm>
            <a:off x="7073787" y="2756120"/>
            <a:ext cx="56848" cy="745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5</a:t>
            </a:r>
          </a:p>
        </p:txBody>
      </p:sp>
      <p:sp>
        <p:nvSpPr>
          <p:cNvPr id="62" name="tx11">
            <a:extLst>
              <a:ext uri="{FF2B5EF4-FFF2-40B4-BE49-F238E27FC236}">
                <a16:creationId xmlns:a16="http://schemas.microsoft.com/office/drawing/2014/main" id="{9A08F4B2-9F77-4FE6-AC5C-1FE7B602F7A6}"/>
              </a:ext>
            </a:extLst>
          </p:cNvPr>
          <p:cNvSpPr/>
          <p:nvPr/>
        </p:nvSpPr>
        <p:spPr>
          <a:xfrm>
            <a:off x="7016939" y="2218476"/>
            <a:ext cx="113697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10</a:t>
            </a:r>
          </a:p>
        </p:txBody>
      </p:sp>
      <p:sp>
        <p:nvSpPr>
          <p:cNvPr id="63" name="tx12">
            <a:extLst>
              <a:ext uri="{FF2B5EF4-FFF2-40B4-BE49-F238E27FC236}">
                <a16:creationId xmlns:a16="http://schemas.microsoft.com/office/drawing/2014/main" id="{F0A894A5-AFCD-43B5-8C8A-0B5502FF671E}"/>
              </a:ext>
            </a:extLst>
          </p:cNvPr>
          <p:cNvSpPr/>
          <p:nvPr/>
        </p:nvSpPr>
        <p:spPr>
          <a:xfrm>
            <a:off x="7016939" y="1682151"/>
            <a:ext cx="113697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15</a:t>
            </a:r>
          </a:p>
        </p:txBody>
      </p:sp>
      <p:sp>
        <p:nvSpPr>
          <p:cNvPr id="64" name="tx13">
            <a:extLst>
              <a:ext uri="{FF2B5EF4-FFF2-40B4-BE49-F238E27FC236}">
                <a16:creationId xmlns:a16="http://schemas.microsoft.com/office/drawing/2014/main" id="{1D6FA124-D708-487E-A8D8-4646BB3FA24D}"/>
              </a:ext>
            </a:extLst>
          </p:cNvPr>
          <p:cNvSpPr/>
          <p:nvPr/>
        </p:nvSpPr>
        <p:spPr>
          <a:xfrm>
            <a:off x="7300201" y="3472808"/>
            <a:ext cx="227393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1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65" name="tx14">
            <a:extLst>
              <a:ext uri="{FF2B5EF4-FFF2-40B4-BE49-F238E27FC236}">
                <a16:creationId xmlns:a16="http://schemas.microsoft.com/office/drawing/2014/main" id="{BFB33D50-07EF-4CAA-A7A5-A96969336A4B}"/>
              </a:ext>
            </a:extLst>
          </p:cNvPr>
          <p:cNvSpPr/>
          <p:nvPr/>
        </p:nvSpPr>
        <p:spPr>
          <a:xfrm>
            <a:off x="8957082" y="3472808"/>
            <a:ext cx="227393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2023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66" name="tx15">
            <a:extLst>
              <a:ext uri="{FF2B5EF4-FFF2-40B4-BE49-F238E27FC236}">
                <a16:creationId xmlns:a16="http://schemas.microsoft.com/office/drawing/2014/main" id="{8F974030-D997-40DD-ADA2-A1BA25985024}"/>
              </a:ext>
            </a:extLst>
          </p:cNvPr>
          <p:cNvSpPr/>
          <p:nvPr/>
        </p:nvSpPr>
        <p:spPr>
          <a:xfrm>
            <a:off x="10611698" y="3472808"/>
            <a:ext cx="227393" cy="758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2025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67" name="tx16">
            <a:extLst>
              <a:ext uri="{FF2B5EF4-FFF2-40B4-BE49-F238E27FC236}">
                <a16:creationId xmlns:a16="http://schemas.microsoft.com/office/drawing/2014/main" id="{DEBAABDF-6D79-415C-B41E-75299BEC82B2}"/>
              </a:ext>
            </a:extLst>
          </p:cNvPr>
          <p:cNvSpPr/>
          <p:nvPr/>
        </p:nvSpPr>
        <p:spPr>
          <a:xfrm rot="16200000">
            <a:off x="6258753" y="2407195"/>
            <a:ext cx="1089267" cy="11835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Average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daily</a:t>
            </a: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 sun hours</a:t>
            </a:r>
          </a:p>
        </p:txBody>
      </p:sp>
      <p:sp>
        <p:nvSpPr>
          <p:cNvPr id="69" name="tx15">
            <a:extLst>
              <a:ext uri="{FF2B5EF4-FFF2-40B4-BE49-F238E27FC236}">
                <a16:creationId xmlns:a16="http://schemas.microsoft.com/office/drawing/2014/main" id="{B1A8E84E-8842-429C-855A-4D79368CDA03}"/>
              </a:ext>
            </a:extLst>
          </p:cNvPr>
          <p:cNvSpPr/>
          <p:nvPr/>
        </p:nvSpPr>
        <p:spPr>
          <a:xfrm>
            <a:off x="5809706" y="6601379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2026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0" name="tx15">
            <a:extLst>
              <a:ext uri="{FF2B5EF4-FFF2-40B4-BE49-F238E27FC236}">
                <a16:creationId xmlns:a16="http://schemas.microsoft.com/office/drawing/2014/main" id="{A4066496-27CC-4BFA-9033-23B6E85A33AD}"/>
              </a:ext>
            </a:extLst>
          </p:cNvPr>
          <p:cNvSpPr/>
          <p:nvPr/>
        </p:nvSpPr>
        <p:spPr>
          <a:xfrm>
            <a:off x="5809706" y="3430690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2026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1" name="tx15">
            <a:extLst>
              <a:ext uri="{FF2B5EF4-FFF2-40B4-BE49-F238E27FC236}">
                <a16:creationId xmlns:a16="http://schemas.microsoft.com/office/drawing/2014/main" id="{20319DD3-8FCB-43EB-AE49-C0D9382D21FB}"/>
              </a:ext>
            </a:extLst>
          </p:cNvPr>
          <p:cNvSpPr/>
          <p:nvPr/>
        </p:nvSpPr>
        <p:spPr>
          <a:xfrm>
            <a:off x="11776338" y="3472808"/>
            <a:ext cx="252349" cy="842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Arial"/>
              </a:rPr>
              <a:t>2026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100000"/>
                </a:srgb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F674F997-5A52-4CEA-8652-136EA1718611}"/>
              </a:ext>
            </a:extLst>
          </p:cNvPr>
          <p:cNvSpPr txBox="1"/>
          <p:nvPr/>
        </p:nvSpPr>
        <p:spPr>
          <a:xfrm>
            <a:off x="6966597" y="4937488"/>
            <a:ext cx="5590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Why might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these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be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good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predictors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for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barbecue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sauce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sales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?</a:t>
            </a:r>
          </a:p>
        </p:txBody>
      </p:sp>
      <p:sp>
        <p:nvSpPr>
          <p:cNvPr id="78" name="Pfeil: nach rechts 77">
            <a:extLst>
              <a:ext uri="{FF2B5EF4-FFF2-40B4-BE49-F238E27FC236}">
                <a16:creationId xmlns:a16="http://schemas.microsoft.com/office/drawing/2014/main" id="{687570B9-17E7-4CAC-B07E-3AB4BCF35FEC}"/>
              </a:ext>
            </a:extLst>
          </p:cNvPr>
          <p:cNvSpPr/>
          <p:nvPr/>
        </p:nvSpPr>
        <p:spPr>
          <a:xfrm>
            <a:off x="6060709" y="4980438"/>
            <a:ext cx="837722" cy="603903"/>
          </a:xfrm>
          <a:prstGeom prst="rightArrow">
            <a:avLst/>
          </a:prstGeom>
          <a:solidFill>
            <a:srgbClr val="F732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67A1007-34B0-4E97-BE9C-42E08BC6A345}"/>
              </a:ext>
            </a:extLst>
          </p:cNvPr>
          <p:cNvSpPr txBox="1"/>
          <p:nvPr/>
        </p:nvSpPr>
        <p:spPr>
          <a:xfrm>
            <a:off x="2399802" y="1133819"/>
            <a:ext cx="2014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Temperature</a:t>
            </a:r>
            <a:endParaRPr lang="de-DE" sz="1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954887B-270C-4F19-B2F8-EF18195EB472}"/>
              </a:ext>
            </a:extLst>
          </p:cNvPr>
          <p:cNvSpPr txBox="1"/>
          <p:nvPr/>
        </p:nvSpPr>
        <p:spPr>
          <a:xfrm>
            <a:off x="8451619" y="1133819"/>
            <a:ext cx="2014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Sun </a:t>
            </a:r>
            <a:r>
              <a:rPr lang="de-DE" sz="1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hours</a:t>
            </a:r>
            <a:endParaRPr lang="de-DE" sz="1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69870F7-6092-4ECD-91C9-EE613779926E}"/>
              </a:ext>
            </a:extLst>
          </p:cNvPr>
          <p:cNvSpPr txBox="1"/>
          <p:nvPr/>
        </p:nvSpPr>
        <p:spPr>
          <a:xfrm>
            <a:off x="2399802" y="4055335"/>
            <a:ext cx="2014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Precipitation</a:t>
            </a:r>
            <a:endParaRPr lang="de-DE" sz="1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8F6B0BC2-AF8A-473A-BBF4-00F43F907A6B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B79A7EC-D6C6-4CCB-A6C8-B51280E3893B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0" name="Foliennummernplatzhalter 3">
            <a:extLst>
              <a:ext uri="{FF2B5EF4-FFF2-40B4-BE49-F238E27FC236}">
                <a16:creationId xmlns:a16="http://schemas.microsoft.com/office/drawing/2014/main" id="{7ADD0EE0-FE70-44BD-8FD3-E04C635B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4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1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3450"/>
                                </p:stCondLst>
                                <p:childTnLst>
                                  <p:par>
                                    <p:cTn id="28" presetID="10" presetClass="entr" presetSubtype="0" fill="hold" grpId="0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2" presetClass="entr" presetSubtype="8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6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7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1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25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12" grpId="0"/>
          <p:bldP spid="13" grpId="0"/>
          <p:bldP spid="14" grpId="0"/>
          <p:bldP spid="15" grpId="0"/>
          <p:bldP spid="16" grpId="0"/>
          <p:bldP spid="17" grpId="0"/>
          <p:bldP spid="18" grpId="0"/>
          <p:bldP spid="19" grpId="0"/>
          <p:bldP spid="20" grpId="0"/>
          <p:bldP spid="29" grpId="0"/>
          <p:bldP spid="30" grpId="0"/>
          <p:bldP spid="31" grpId="0"/>
          <p:bldP spid="32" grpId="0"/>
          <p:bldP spid="33" grpId="0"/>
          <p:bldP spid="34" grpId="0"/>
          <p:bldP spid="35" grpId="0"/>
          <p:bldP spid="36" grpId="0"/>
          <p:bldP spid="60" grpId="0"/>
          <p:bldP spid="61" grpId="0"/>
          <p:bldP spid="62" grpId="0"/>
          <p:bldP spid="63" grpId="0"/>
          <p:bldP spid="64" grpId="0"/>
          <p:bldP spid="65" grpId="0"/>
          <p:bldP spid="66" grpId="0"/>
          <p:bldP spid="67" grpId="0"/>
          <p:bldP spid="69" grpId="0"/>
          <p:bldP spid="70" grpId="0"/>
          <p:bldP spid="71" grpId="0"/>
          <p:bldP spid="77" grpId="0"/>
          <p:bldP spid="78" grpId="0" animBg="1"/>
          <p:bldP spid="2" grpId="0"/>
          <p:bldP spid="43" grpId="0"/>
          <p:bldP spid="4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1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3450"/>
                                </p:stCondLst>
                                <p:childTnLst>
                                  <p:par>
                                    <p:cTn id="28" presetID="10" presetClass="entr" presetSubtype="0" fill="hold" grpId="0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6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7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1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25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12" grpId="0"/>
          <p:bldP spid="13" grpId="0"/>
          <p:bldP spid="14" grpId="0"/>
          <p:bldP spid="15" grpId="0"/>
          <p:bldP spid="16" grpId="0"/>
          <p:bldP spid="17" grpId="0"/>
          <p:bldP spid="18" grpId="0"/>
          <p:bldP spid="19" grpId="0"/>
          <p:bldP spid="20" grpId="0"/>
          <p:bldP spid="29" grpId="0"/>
          <p:bldP spid="30" grpId="0"/>
          <p:bldP spid="31" grpId="0"/>
          <p:bldP spid="32" grpId="0"/>
          <p:bldP spid="33" grpId="0"/>
          <p:bldP spid="34" grpId="0"/>
          <p:bldP spid="35" grpId="0"/>
          <p:bldP spid="36" grpId="0"/>
          <p:bldP spid="60" grpId="0"/>
          <p:bldP spid="61" grpId="0"/>
          <p:bldP spid="62" grpId="0"/>
          <p:bldP spid="63" grpId="0"/>
          <p:bldP spid="64" grpId="0"/>
          <p:bldP spid="65" grpId="0"/>
          <p:bldP spid="66" grpId="0"/>
          <p:bldP spid="67" grpId="0"/>
          <p:bldP spid="69" grpId="0"/>
          <p:bldP spid="70" grpId="0"/>
          <p:bldP spid="71" grpId="0"/>
          <p:bldP spid="77" grpId="0"/>
          <p:bldP spid="78" grpId="0" animBg="1"/>
          <p:bldP spid="2" grpId="0"/>
          <p:bldP spid="43" grpId="0"/>
          <p:bldP spid="44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AEB8942D-E845-43B9-BBC0-CF6B95484FE9}"/>
              </a:ext>
            </a:extLst>
          </p:cNvPr>
          <p:cNvSpPr txBox="1"/>
          <p:nvPr/>
        </p:nvSpPr>
        <p:spPr>
          <a:xfrm>
            <a:off x="2810505" y="2393513"/>
            <a:ext cx="41027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Model </a:t>
            </a:r>
            <a:r>
              <a:rPr kumimoji="0" lang="de-DE" sz="18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types</a:t>
            </a:r>
            <a:endParaRPr kumimoji="0" lang="de-DE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Support Vector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Machine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Random Forest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Gradient Boost (LGBM</a:t>
            </a:r>
            <a:r>
              <a:rPr kumimoji="0" lang="de-DE" sz="18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/ </a:t>
            </a:r>
            <a:r>
              <a:rPr kumimoji="0" lang="de-DE" sz="1800" b="0" i="0" u="none" strike="noStrike" kern="1200" cap="none" spc="0" normalizeH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xGBoost</a:t>
            </a:r>
            <a:r>
              <a:rPr kumimoji="0" lang="de-DE" sz="1800" b="0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Recurrent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Neural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Network (RNN)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Long Short-Term Memory (LSTM)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…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FAE8D9E-F02E-435A-B0B0-ED2DD6223B1F}"/>
              </a:ext>
            </a:extLst>
          </p:cNvPr>
          <p:cNvSpPr txBox="1"/>
          <p:nvPr/>
        </p:nvSpPr>
        <p:spPr>
          <a:xfrm>
            <a:off x="79966" y="2393284"/>
            <a:ext cx="2424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Pre-processing</a:t>
            </a:r>
            <a:endParaRPr kumimoji="0" lang="de-DE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Normalization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Differentiation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Lags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Feature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Exogenous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variables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…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068CA5-F77A-4E66-802F-F85D1A1F05D8}"/>
              </a:ext>
            </a:extLst>
          </p:cNvPr>
          <p:cNvSpPr txBox="1"/>
          <p:nvPr/>
        </p:nvSpPr>
        <p:spPr>
          <a:xfrm>
            <a:off x="419099" y="814991"/>
            <a:ext cx="147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Options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41E6427B-F4B7-4062-871A-B67B5E0EA634}"/>
              </a:ext>
            </a:extLst>
          </p:cNvPr>
          <p:cNvSpPr/>
          <p:nvPr/>
        </p:nvSpPr>
        <p:spPr>
          <a:xfrm rot="5400000">
            <a:off x="919573" y="1458532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rgbClr val="F732DE"/>
          </a:solidFill>
          <a:ln>
            <a:noFill/>
          </a:ln>
          <a:effectLst>
            <a:glow rad="228600">
              <a:srgbClr val="F732DE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2649629-E7A9-4746-869D-8729F6E03322}"/>
              </a:ext>
            </a:extLst>
          </p:cNvPr>
          <p:cNvSpPr txBox="1"/>
          <p:nvPr/>
        </p:nvSpPr>
        <p:spPr>
          <a:xfrm>
            <a:off x="7219407" y="2423400"/>
            <a:ext cx="27146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Forecasting </a:t>
            </a:r>
            <a:r>
              <a:rPr kumimoji="0" lang="de-DE" sz="1800" b="0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strategies</a:t>
            </a:r>
            <a:endParaRPr kumimoji="0" lang="de-DE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Recursive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Forecasting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Direct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Forecasting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Multivariate Forecasting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Expanding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window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Sliding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window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….</a:t>
            </a: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89BCBD3C-B4A8-4881-A756-8431A4314C57}"/>
              </a:ext>
            </a:extLst>
          </p:cNvPr>
          <p:cNvSpPr/>
          <p:nvPr/>
        </p:nvSpPr>
        <p:spPr>
          <a:xfrm rot="5400000">
            <a:off x="4489293" y="1458532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rgbClr val="F732DE"/>
          </a:solidFill>
          <a:ln>
            <a:noFill/>
          </a:ln>
          <a:effectLst>
            <a:glow rad="228600">
              <a:srgbClr val="F732DE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4DE935A6-5630-4C66-AF2E-4BB68D24C4CF}"/>
              </a:ext>
            </a:extLst>
          </p:cNvPr>
          <p:cNvSpPr/>
          <p:nvPr/>
        </p:nvSpPr>
        <p:spPr>
          <a:xfrm rot="5400000">
            <a:off x="8204128" y="1458532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rgbClr val="F732DE"/>
          </a:solidFill>
          <a:ln>
            <a:noFill/>
          </a:ln>
          <a:effectLst>
            <a:glow rad="228600">
              <a:srgbClr val="F732DE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D418B66-07D4-4561-8B93-B01C101B4441}"/>
              </a:ext>
            </a:extLst>
          </p:cNvPr>
          <p:cNvSpPr txBox="1"/>
          <p:nvPr/>
        </p:nvSpPr>
        <p:spPr>
          <a:xfrm>
            <a:off x="5234497" y="5520728"/>
            <a:ext cx="5172454" cy="923330"/>
          </a:xfrm>
          <a:prstGeom prst="rect">
            <a:avLst/>
          </a:prstGeom>
          <a:noFill/>
          <a:ln>
            <a:solidFill>
              <a:srgbClr val="F732D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You 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do not</a:t>
            </a:r>
            <a:r>
              <a:rPr kumimoji="0" lang="de-DE" sz="1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have to </a:t>
            </a:r>
            <a:r>
              <a:rPr kumimoji="0" lang="de-DE" sz="180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re-invent</a:t>
            </a:r>
            <a:r>
              <a:rPr kumimoji="0" lang="de-DE" sz="1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80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the</a:t>
            </a:r>
            <a:r>
              <a:rPr kumimoji="0" lang="de-DE" sz="1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80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wheel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. Python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package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recommendation: </a:t>
            </a:r>
            <a:r>
              <a:rPr kumimoji="0" lang="de-DE" sz="1800" b="1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skforecast</a:t>
            </a:r>
            <a:endParaRPr kumimoji="0" lang="de-DE" sz="1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(built on top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of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sklearn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EABC69B-5504-4973-B3C8-D591989D374B}"/>
              </a:ext>
            </a:extLst>
          </p:cNvPr>
          <p:cNvSpPr txBox="1"/>
          <p:nvPr/>
        </p:nvSpPr>
        <p:spPr>
          <a:xfrm>
            <a:off x="10240174" y="2423400"/>
            <a:ext cx="1951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Model metrics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MAE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RMSE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MAE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MAPE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B2EDD7F-A41C-4AAF-AB33-2115609E82BF}"/>
              </a:ext>
            </a:extLst>
          </p:cNvPr>
          <p:cNvSpPr/>
          <p:nvPr/>
        </p:nvSpPr>
        <p:spPr>
          <a:xfrm rot="5400000">
            <a:off x="10843485" y="1458532"/>
            <a:ext cx="745204" cy="745204"/>
          </a:xfrm>
          <a:custGeom>
            <a:avLst/>
            <a:gdLst>
              <a:gd name="connsiteX0" fmla="*/ 497352 w 2655554"/>
              <a:gd name="connsiteY0" fmla="*/ 1327776 h 2655552"/>
              <a:gd name="connsiteX1" fmla="*/ 1327777 w 2655554"/>
              <a:gd name="connsiteY1" fmla="*/ 2158201 h 2655552"/>
              <a:gd name="connsiteX2" fmla="*/ 2158202 w 2655554"/>
              <a:gd name="connsiteY2" fmla="*/ 1327776 h 2655552"/>
              <a:gd name="connsiteX3" fmla="*/ 1327777 w 2655554"/>
              <a:gd name="connsiteY3" fmla="*/ 497351 h 2655552"/>
              <a:gd name="connsiteX4" fmla="*/ 497352 w 2655554"/>
              <a:gd name="connsiteY4" fmla="*/ 1327776 h 2655552"/>
              <a:gd name="connsiteX5" fmla="*/ 0 w 2655554"/>
              <a:gd name="connsiteY5" fmla="*/ 1460283 h 2655552"/>
              <a:gd name="connsiteX6" fmla="*/ 0 w 2655554"/>
              <a:gd name="connsiteY6" fmla="*/ 1195260 h 2655552"/>
              <a:gd name="connsiteX7" fmla="*/ 66257 w 2655554"/>
              <a:gd name="connsiteY7" fmla="*/ 1129003 h 2655552"/>
              <a:gd name="connsiteX8" fmla="*/ 242735 w 2655554"/>
              <a:gd name="connsiteY8" fmla="*/ 1129003 h 2655552"/>
              <a:gd name="connsiteX9" fmla="*/ 246350 w 2655554"/>
              <a:gd name="connsiteY9" fmla="*/ 1105315 h 2655552"/>
              <a:gd name="connsiteX10" fmla="*/ 290055 w 2655554"/>
              <a:gd name="connsiteY10" fmla="*/ 958161 h 2655552"/>
              <a:gd name="connsiteX11" fmla="*/ 135883 w 2655554"/>
              <a:gd name="connsiteY11" fmla="*/ 869150 h 2655552"/>
              <a:gd name="connsiteX12" fmla="*/ 111632 w 2655554"/>
              <a:gd name="connsiteY12" fmla="*/ 778641 h 2655552"/>
              <a:gd name="connsiteX13" fmla="*/ 244143 w 2655554"/>
              <a:gd name="connsiteY13" fmla="*/ 549126 h 2655552"/>
              <a:gd name="connsiteX14" fmla="*/ 334652 w 2655554"/>
              <a:gd name="connsiteY14" fmla="*/ 524874 h 2655552"/>
              <a:gd name="connsiteX15" fmla="*/ 487477 w 2655554"/>
              <a:gd name="connsiteY15" fmla="*/ 613106 h 2655552"/>
              <a:gd name="connsiteX16" fmla="*/ 493100 w 2655554"/>
              <a:gd name="connsiteY16" fmla="*/ 605394 h 2655552"/>
              <a:gd name="connsiteX17" fmla="*/ 573402 w 2655554"/>
              <a:gd name="connsiteY17" fmla="*/ 521918 h 2655552"/>
              <a:gd name="connsiteX18" fmla="*/ 613488 w 2655554"/>
              <a:gd name="connsiteY18" fmla="*/ 488128 h 2655552"/>
              <a:gd name="connsiteX19" fmla="*/ 524877 w 2655554"/>
              <a:gd name="connsiteY19" fmla="*/ 334650 h 2655552"/>
              <a:gd name="connsiteX20" fmla="*/ 549129 w 2655554"/>
              <a:gd name="connsiteY20" fmla="*/ 244142 h 2655552"/>
              <a:gd name="connsiteX21" fmla="*/ 778646 w 2655554"/>
              <a:gd name="connsiteY21" fmla="*/ 111630 h 2655552"/>
              <a:gd name="connsiteX22" fmla="*/ 869154 w 2655554"/>
              <a:gd name="connsiteY22" fmla="*/ 135882 h 2655552"/>
              <a:gd name="connsiteX23" fmla="*/ 957206 w 2655554"/>
              <a:gd name="connsiteY23" fmla="*/ 288392 h 2655552"/>
              <a:gd name="connsiteX24" fmla="*/ 970533 w 2655554"/>
              <a:gd name="connsiteY24" fmla="*/ 283020 h 2655552"/>
              <a:gd name="connsiteX25" fmla="*/ 1129005 w 2655554"/>
              <a:gd name="connsiteY25" fmla="*/ 242974 h 2655552"/>
              <a:gd name="connsiteX26" fmla="*/ 1129005 w 2655554"/>
              <a:gd name="connsiteY26" fmla="*/ 66256 h 2655552"/>
              <a:gd name="connsiteX27" fmla="*/ 1195262 w 2655554"/>
              <a:gd name="connsiteY27" fmla="*/ 0 h 2655552"/>
              <a:gd name="connsiteX28" fmla="*/ 1460285 w 2655554"/>
              <a:gd name="connsiteY28" fmla="*/ 0 h 2655552"/>
              <a:gd name="connsiteX29" fmla="*/ 1526542 w 2655554"/>
              <a:gd name="connsiteY29" fmla="*/ 66256 h 2655552"/>
              <a:gd name="connsiteX30" fmla="*/ 1526542 w 2655554"/>
              <a:gd name="connsiteY30" fmla="*/ 244010 h 2655552"/>
              <a:gd name="connsiteX31" fmla="*/ 1616835 w 2655554"/>
              <a:gd name="connsiteY31" fmla="*/ 262166 h 2655552"/>
              <a:gd name="connsiteX32" fmla="*/ 1698505 w 2655554"/>
              <a:gd name="connsiteY32" fmla="*/ 288114 h 2655552"/>
              <a:gd name="connsiteX33" fmla="*/ 1786394 w 2655554"/>
              <a:gd name="connsiteY33" fmla="*/ 135886 h 2655552"/>
              <a:gd name="connsiteX34" fmla="*/ 1876903 w 2655554"/>
              <a:gd name="connsiteY34" fmla="*/ 111636 h 2655552"/>
              <a:gd name="connsiteX35" fmla="*/ 2106419 w 2655554"/>
              <a:gd name="connsiteY35" fmla="*/ 244146 h 2655552"/>
              <a:gd name="connsiteX36" fmla="*/ 2130671 w 2655554"/>
              <a:gd name="connsiteY36" fmla="*/ 334656 h 2655552"/>
              <a:gd name="connsiteX37" fmla="*/ 2042165 w 2655554"/>
              <a:gd name="connsiteY37" fmla="*/ 487952 h 2655552"/>
              <a:gd name="connsiteX38" fmla="*/ 2156728 w 2655554"/>
              <a:gd name="connsiteY38" fmla="*/ 599812 h 2655552"/>
              <a:gd name="connsiteX39" fmla="*/ 2286527 w 2655554"/>
              <a:gd name="connsiteY39" fmla="*/ 524872 h 2655552"/>
              <a:gd name="connsiteX40" fmla="*/ 2377036 w 2655554"/>
              <a:gd name="connsiteY40" fmla="*/ 549124 h 2655552"/>
              <a:gd name="connsiteX41" fmla="*/ 2509548 w 2655554"/>
              <a:gd name="connsiteY41" fmla="*/ 778640 h 2655552"/>
              <a:gd name="connsiteX42" fmla="*/ 2485296 w 2655554"/>
              <a:gd name="connsiteY42" fmla="*/ 869149 h 2655552"/>
              <a:gd name="connsiteX43" fmla="*/ 2360481 w 2655554"/>
              <a:gd name="connsiteY43" fmla="*/ 941210 h 2655552"/>
              <a:gd name="connsiteX44" fmla="*/ 2371433 w 2655554"/>
              <a:gd name="connsiteY44" fmla="*/ 967340 h 2655552"/>
              <a:gd name="connsiteX45" fmla="*/ 2409194 w 2655554"/>
              <a:gd name="connsiteY45" fmla="*/ 1105315 h 2655552"/>
              <a:gd name="connsiteX46" fmla="*/ 2412809 w 2655554"/>
              <a:gd name="connsiteY46" fmla="*/ 1129003 h 2655552"/>
              <a:gd name="connsiteX47" fmla="*/ 2589297 w 2655554"/>
              <a:gd name="connsiteY47" fmla="*/ 1129003 h 2655552"/>
              <a:gd name="connsiteX48" fmla="*/ 2655554 w 2655554"/>
              <a:gd name="connsiteY48" fmla="*/ 1195260 h 2655552"/>
              <a:gd name="connsiteX49" fmla="*/ 2655554 w 2655554"/>
              <a:gd name="connsiteY49" fmla="*/ 1460283 h 2655552"/>
              <a:gd name="connsiteX50" fmla="*/ 2589297 w 2655554"/>
              <a:gd name="connsiteY50" fmla="*/ 1526540 h 2655552"/>
              <a:gd name="connsiteX51" fmla="*/ 2412811 w 2655554"/>
              <a:gd name="connsiteY51" fmla="*/ 1526540 h 2655552"/>
              <a:gd name="connsiteX52" fmla="*/ 2409194 w 2655554"/>
              <a:gd name="connsiteY52" fmla="*/ 1550243 h 2655552"/>
              <a:gd name="connsiteX53" fmla="*/ 2365494 w 2655554"/>
              <a:gd name="connsiteY53" fmla="*/ 1697380 h 2655552"/>
              <a:gd name="connsiteX54" fmla="*/ 2519669 w 2655554"/>
              <a:gd name="connsiteY54" fmla="*/ 1786393 h 2655552"/>
              <a:gd name="connsiteX55" fmla="*/ 2543921 w 2655554"/>
              <a:gd name="connsiteY55" fmla="*/ 1876901 h 2655552"/>
              <a:gd name="connsiteX56" fmla="*/ 2411409 w 2655554"/>
              <a:gd name="connsiteY56" fmla="*/ 2106418 h 2655552"/>
              <a:gd name="connsiteX57" fmla="*/ 2320900 w 2655554"/>
              <a:gd name="connsiteY57" fmla="*/ 2130670 h 2655552"/>
              <a:gd name="connsiteX58" fmla="*/ 2168078 w 2655554"/>
              <a:gd name="connsiteY58" fmla="*/ 2042438 h 2655552"/>
              <a:gd name="connsiteX59" fmla="*/ 2162444 w 2655554"/>
              <a:gd name="connsiteY59" fmla="*/ 2050165 h 2655552"/>
              <a:gd name="connsiteX60" fmla="*/ 2082142 w 2655554"/>
              <a:gd name="connsiteY60" fmla="*/ 2133641 h 2655552"/>
              <a:gd name="connsiteX61" fmla="*/ 2042066 w 2655554"/>
              <a:gd name="connsiteY61" fmla="*/ 2167423 h 2655552"/>
              <a:gd name="connsiteX62" fmla="*/ 2130674 w 2655554"/>
              <a:gd name="connsiteY62" fmla="*/ 2320897 h 2655552"/>
              <a:gd name="connsiteX63" fmla="*/ 2106422 w 2655554"/>
              <a:gd name="connsiteY63" fmla="*/ 2411406 h 2655552"/>
              <a:gd name="connsiteX64" fmla="*/ 1876906 w 2655554"/>
              <a:gd name="connsiteY64" fmla="*/ 2543918 h 2655552"/>
              <a:gd name="connsiteX65" fmla="*/ 1786397 w 2655554"/>
              <a:gd name="connsiteY65" fmla="*/ 2519666 h 2655552"/>
              <a:gd name="connsiteX66" fmla="*/ 1698350 w 2655554"/>
              <a:gd name="connsiteY66" fmla="*/ 2367163 h 2655552"/>
              <a:gd name="connsiteX67" fmla="*/ 1685012 w 2655554"/>
              <a:gd name="connsiteY67" fmla="*/ 2372539 h 2655552"/>
              <a:gd name="connsiteX68" fmla="*/ 1526542 w 2655554"/>
              <a:gd name="connsiteY68" fmla="*/ 2412585 h 2655552"/>
              <a:gd name="connsiteX69" fmla="*/ 1526542 w 2655554"/>
              <a:gd name="connsiteY69" fmla="*/ 2589295 h 2655552"/>
              <a:gd name="connsiteX70" fmla="*/ 1460285 w 2655554"/>
              <a:gd name="connsiteY70" fmla="*/ 2655552 h 2655552"/>
              <a:gd name="connsiteX71" fmla="*/ 1195262 w 2655554"/>
              <a:gd name="connsiteY71" fmla="*/ 2655552 h 2655552"/>
              <a:gd name="connsiteX72" fmla="*/ 1129005 w 2655554"/>
              <a:gd name="connsiteY72" fmla="*/ 2589295 h 2655552"/>
              <a:gd name="connsiteX73" fmla="*/ 1129005 w 2655554"/>
              <a:gd name="connsiteY73" fmla="*/ 2411548 h 2655552"/>
              <a:gd name="connsiteX74" fmla="*/ 1038709 w 2655554"/>
              <a:gd name="connsiteY74" fmla="*/ 2393392 h 2655552"/>
              <a:gd name="connsiteX75" fmla="*/ 957039 w 2655554"/>
              <a:gd name="connsiteY75" fmla="*/ 2367444 h 2655552"/>
              <a:gd name="connsiteX76" fmla="*/ 869151 w 2655554"/>
              <a:gd name="connsiteY76" fmla="*/ 2519671 h 2655552"/>
              <a:gd name="connsiteX77" fmla="*/ 778643 w 2655554"/>
              <a:gd name="connsiteY77" fmla="*/ 2543923 h 2655552"/>
              <a:gd name="connsiteX78" fmla="*/ 549126 w 2655554"/>
              <a:gd name="connsiteY78" fmla="*/ 2411411 h 2655552"/>
              <a:gd name="connsiteX79" fmla="*/ 524874 w 2655554"/>
              <a:gd name="connsiteY79" fmla="*/ 2320902 h 2655552"/>
              <a:gd name="connsiteX80" fmla="*/ 613379 w 2655554"/>
              <a:gd name="connsiteY80" fmla="*/ 2167607 h 2655552"/>
              <a:gd name="connsiteX81" fmla="*/ 493100 w 2655554"/>
              <a:gd name="connsiteY81" fmla="*/ 2050165 h 2655552"/>
              <a:gd name="connsiteX82" fmla="*/ 476792 w 2655554"/>
              <a:gd name="connsiteY82" fmla="*/ 2028759 h 2655552"/>
              <a:gd name="connsiteX83" fmla="*/ 300279 w 2655554"/>
              <a:gd name="connsiteY83" fmla="*/ 2130669 h 2655552"/>
              <a:gd name="connsiteX84" fmla="*/ 209770 w 2655554"/>
              <a:gd name="connsiteY84" fmla="*/ 2106417 h 2655552"/>
              <a:gd name="connsiteX85" fmla="*/ 77259 w 2655554"/>
              <a:gd name="connsiteY85" fmla="*/ 1876900 h 2655552"/>
              <a:gd name="connsiteX86" fmla="*/ 101510 w 2655554"/>
              <a:gd name="connsiteY86" fmla="*/ 1786392 h 2655552"/>
              <a:gd name="connsiteX87" fmla="*/ 282398 w 2655554"/>
              <a:gd name="connsiteY87" fmla="*/ 1681956 h 2655552"/>
              <a:gd name="connsiteX88" fmla="*/ 246350 w 2655554"/>
              <a:gd name="connsiteY88" fmla="*/ 1550243 h 2655552"/>
              <a:gd name="connsiteX89" fmla="*/ 242733 w 2655554"/>
              <a:gd name="connsiteY89" fmla="*/ 1526540 h 2655552"/>
              <a:gd name="connsiteX90" fmla="*/ 66257 w 2655554"/>
              <a:gd name="connsiteY90" fmla="*/ 1526540 h 2655552"/>
              <a:gd name="connsiteX91" fmla="*/ 0 w 2655554"/>
              <a:gd name="connsiteY91" fmla="*/ 1460283 h 265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655554" h="2655552">
                <a:moveTo>
                  <a:pt x="497352" y="1327776"/>
                </a:moveTo>
                <a:cubicBezTo>
                  <a:pt x="497352" y="1786407"/>
                  <a:pt x="869146" y="2158201"/>
                  <a:pt x="1327777" y="2158201"/>
                </a:cubicBezTo>
                <a:cubicBezTo>
                  <a:pt x="1786408" y="2158201"/>
                  <a:pt x="2158202" y="1786407"/>
                  <a:pt x="2158202" y="1327776"/>
                </a:cubicBezTo>
                <a:cubicBezTo>
                  <a:pt x="2158202" y="869145"/>
                  <a:pt x="1786408" y="497351"/>
                  <a:pt x="1327777" y="497351"/>
                </a:cubicBezTo>
                <a:cubicBezTo>
                  <a:pt x="869146" y="497351"/>
                  <a:pt x="497352" y="869145"/>
                  <a:pt x="497352" y="1327776"/>
                </a:cubicBezTo>
                <a:close/>
                <a:moveTo>
                  <a:pt x="0" y="1460283"/>
                </a:moveTo>
                <a:lnTo>
                  <a:pt x="0" y="1195260"/>
                </a:lnTo>
                <a:cubicBezTo>
                  <a:pt x="0" y="1158667"/>
                  <a:pt x="29664" y="1129003"/>
                  <a:pt x="66257" y="1129003"/>
                </a:cubicBezTo>
                <a:lnTo>
                  <a:pt x="242735" y="1129003"/>
                </a:lnTo>
                <a:lnTo>
                  <a:pt x="246350" y="1105315"/>
                </a:lnTo>
                <a:lnTo>
                  <a:pt x="290055" y="958161"/>
                </a:lnTo>
                <a:lnTo>
                  <a:pt x="135883" y="869150"/>
                </a:lnTo>
                <a:cubicBezTo>
                  <a:pt x="104193" y="850853"/>
                  <a:pt x="93335" y="810332"/>
                  <a:pt x="111632" y="778641"/>
                </a:cubicBezTo>
                <a:lnTo>
                  <a:pt x="244143" y="549126"/>
                </a:lnTo>
                <a:cubicBezTo>
                  <a:pt x="262440" y="517434"/>
                  <a:pt x="302962" y="506576"/>
                  <a:pt x="334652" y="524874"/>
                </a:cubicBezTo>
                <a:lnTo>
                  <a:pt x="487477" y="613106"/>
                </a:lnTo>
                <a:lnTo>
                  <a:pt x="493100" y="605394"/>
                </a:lnTo>
                <a:cubicBezTo>
                  <a:pt x="518401" y="576186"/>
                  <a:pt x="545208" y="548320"/>
                  <a:pt x="573402" y="521918"/>
                </a:cubicBezTo>
                <a:lnTo>
                  <a:pt x="613488" y="488128"/>
                </a:lnTo>
                <a:lnTo>
                  <a:pt x="524877" y="334650"/>
                </a:lnTo>
                <a:cubicBezTo>
                  <a:pt x="506581" y="302960"/>
                  <a:pt x="517439" y="262438"/>
                  <a:pt x="549129" y="244142"/>
                </a:cubicBezTo>
                <a:lnTo>
                  <a:pt x="778646" y="111630"/>
                </a:lnTo>
                <a:cubicBezTo>
                  <a:pt x="810336" y="93334"/>
                  <a:pt x="850858" y="104192"/>
                  <a:pt x="869154" y="135882"/>
                </a:cubicBezTo>
                <a:lnTo>
                  <a:pt x="957206" y="288392"/>
                </a:lnTo>
                <a:lnTo>
                  <a:pt x="970533" y="283020"/>
                </a:lnTo>
                <a:lnTo>
                  <a:pt x="1129005" y="242974"/>
                </a:lnTo>
                <a:lnTo>
                  <a:pt x="1129005" y="66256"/>
                </a:lnTo>
                <a:cubicBezTo>
                  <a:pt x="1129005" y="29664"/>
                  <a:pt x="1158669" y="0"/>
                  <a:pt x="1195262" y="0"/>
                </a:cubicBezTo>
                <a:lnTo>
                  <a:pt x="1460285" y="0"/>
                </a:lnTo>
                <a:cubicBezTo>
                  <a:pt x="1496878" y="0"/>
                  <a:pt x="1526542" y="29664"/>
                  <a:pt x="1526542" y="66256"/>
                </a:cubicBezTo>
                <a:lnTo>
                  <a:pt x="1526542" y="244010"/>
                </a:lnTo>
                <a:lnTo>
                  <a:pt x="1616835" y="262166"/>
                </a:lnTo>
                <a:lnTo>
                  <a:pt x="1698505" y="288114"/>
                </a:lnTo>
                <a:lnTo>
                  <a:pt x="1786394" y="135886"/>
                </a:lnTo>
                <a:cubicBezTo>
                  <a:pt x="1804690" y="104196"/>
                  <a:pt x="1845212" y="93338"/>
                  <a:pt x="1876903" y="111636"/>
                </a:cubicBezTo>
                <a:lnTo>
                  <a:pt x="2106419" y="244146"/>
                </a:lnTo>
                <a:cubicBezTo>
                  <a:pt x="2138110" y="262444"/>
                  <a:pt x="2148967" y="302964"/>
                  <a:pt x="2130671" y="334656"/>
                </a:cubicBezTo>
                <a:lnTo>
                  <a:pt x="2042165" y="487952"/>
                </a:lnTo>
                <a:lnTo>
                  <a:pt x="2156728" y="599812"/>
                </a:lnTo>
                <a:lnTo>
                  <a:pt x="2286527" y="524872"/>
                </a:lnTo>
                <a:cubicBezTo>
                  <a:pt x="2318218" y="506576"/>
                  <a:pt x="2358740" y="517434"/>
                  <a:pt x="2377036" y="549124"/>
                </a:cubicBezTo>
                <a:lnTo>
                  <a:pt x="2509548" y="778640"/>
                </a:lnTo>
                <a:cubicBezTo>
                  <a:pt x="2527844" y="810331"/>
                  <a:pt x="2516986" y="850852"/>
                  <a:pt x="2485296" y="869149"/>
                </a:cubicBezTo>
                <a:lnTo>
                  <a:pt x="2360481" y="941210"/>
                </a:lnTo>
                <a:lnTo>
                  <a:pt x="2371433" y="967340"/>
                </a:lnTo>
                <a:cubicBezTo>
                  <a:pt x="2386887" y="1012097"/>
                  <a:pt x="2399544" y="1058158"/>
                  <a:pt x="2409194" y="1105315"/>
                </a:cubicBezTo>
                <a:lnTo>
                  <a:pt x="2412809" y="1129003"/>
                </a:lnTo>
                <a:lnTo>
                  <a:pt x="2589297" y="1129003"/>
                </a:lnTo>
                <a:cubicBezTo>
                  <a:pt x="2625890" y="1129003"/>
                  <a:pt x="2655554" y="1158667"/>
                  <a:pt x="2655554" y="1195260"/>
                </a:cubicBezTo>
                <a:lnTo>
                  <a:pt x="2655554" y="1460283"/>
                </a:lnTo>
                <a:cubicBezTo>
                  <a:pt x="2655554" y="1496876"/>
                  <a:pt x="2625890" y="1526540"/>
                  <a:pt x="2589297" y="1526540"/>
                </a:cubicBezTo>
                <a:lnTo>
                  <a:pt x="2412811" y="1526540"/>
                </a:lnTo>
                <a:lnTo>
                  <a:pt x="2409194" y="1550243"/>
                </a:lnTo>
                <a:lnTo>
                  <a:pt x="2365494" y="1697380"/>
                </a:lnTo>
                <a:lnTo>
                  <a:pt x="2519669" y="1786393"/>
                </a:lnTo>
                <a:cubicBezTo>
                  <a:pt x="2551359" y="1804689"/>
                  <a:pt x="2562217" y="1845211"/>
                  <a:pt x="2543921" y="1876901"/>
                </a:cubicBezTo>
                <a:lnTo>
                  <a:pt x="2411409" y="2106418"/>
                </a:lnTo>
                <a:cubicBezTo>
                  <a:pt x="2393113" y="2138109"/>
                  <a:pt x="2352591" y="2148966"/>
                  <a:pt x="2320900" y="2130670"/>
                </a:cubicBezTo>
                <a:lnTo>
                  <a:pt x="2168078" y="2042438"/>
                </a:lnTo>
                <a:lnTo>
                  <a:pt x="2162444" y="2050165"/>
                </a:lnTo>
                <a:cubicBezTo>
                  <a:pt x="2137144" y="2079372"/>
                  <a:pt x="2110336" y="2107238"/>
                  <a:pt x="2082142" y="2133641"/>
                </a:cubicBezTo>
                <a:lnTo>
                  <a:pt x="2042066" y="2167423"/>
                </a:lnTo>
                <a:lnTo>
                  <a:pt x="2130674" y="2320897"/>
                </a:lnTo>
                <a:cubicBezTo>
                  <a:pt x="2148970" y="2352587"/>
                  <a:pt x="2138113" y="2393109"/>
                  <a:pt x="2106422" y="2411406"/>
                </a:cubicBezTo>
                <a:lnTo>
                  <a:pt x="1876906" y="2543918"/>
                </a:lnTo>
                <a:cubicBezTo>
                  <a:pt x="1845215" y="2562214"/>
                  <a:pt x="1804693" y="2551356"/>
                  <a:pt x="1786397" y="2519666"/>
                </a:cubicBezTo>
                <a:lnTo>
                  <a:pt x="1698350" y="2367163"/>
                </a:lnTo>
                <a:lnTo>
                  <a:pt x="1685012" y="2372539"/>
                </a:lnTo>
                <a:lnTo>
                  <a:pt x="1526542" y="2412585"/>
                </a:lnTo>
                <a:lnTo>
                  <a:pt x="1526542" y="2589295"/>
                </a:lnTo>
                <a:cubicBezTo>
                  <a:pt x="1526542" y="2625888"/>
                  <a:pt x="1496878" y="2655552"/>
                  <a:pt x="1460285" y="2655552"/>
                </a:cubicBezTo>
                <a:lnTo>
                  <a:pt x="1195262" y="2655552"/>
                </a:lnTo>
                <a:cubicBezTo>
                  <a:pt x="1158669" y="2655552"/>
                  <a:pt x="1129005" y="2625888"/>
                  <a:pt x="1129005" y="2589295"/>
                </a:cubicBezTo>
                <a:lnTo>
                  <a:pt x="1129005" y="2411548"/>
                </a:lnTo>
                <a:lnTo>
                  <a:pt x="1038709" y="2393392"/>
                </a:lnTo>
                <a:lnTo>
                  <a:pt x="957039" y="2367444"/>
                </a:lnTo>
                <a:lnTo>
                  <a:pt x="869151" y="2519671"/>
                </a:lnTo>
                <a:cubicBezTo>
                  <a:pt x="850855" y="2551361"/>
                  <a:pt x="810333" y="2562219"/>
                  <a:pt x="778643" y="2543923"/>
                </a:cubicBezTo>
                <a:lnTo>
                  <a:pt x="549126" y="2411411"/>
                </a:lnTo>
                <a:cubicBezTo>
                  <a:pt x="517436" y="2393114"/>
                  <a:pt x="506578" y="2352592"/>
                  <a:pt x="524874" y="2320902"/>
                </a:cubicBezTo>
                <a:lnTo>
                  <a:pt x="613379" y="2167607"/>
                </a:lnTo>
                <a:lnTo>
                  <a:pt x="493100" y="2050165"/>
                </a:lnTo>
                <a:lnTo>
                  <a:pt x="476792" y="2028759"/>
                </a:lnTo>
                <a:lnTo>
                  <a:pt x="300279" y="2130669"/>
                </a:lnTo>
                <a:cubicBezTo>
                  <a:pt x="268589" y="2148965"/>
                  <a:pt x="228067" y="2138108"/>
                  <a:pt x="209770" y="2106417"/>
                </a:cubicBezTo>
                <a:lnTo>
                  <a:pt x="77259" y="1876900"/>
                </a:lnTo>
                <a:cubicBezTo>
                  <a:pt x="58962" y="1845210"/>
                  <a:pt x="69820" y="1804688"/>
                  <a:pt x="101510" y="1786392"/>
                </a:cubicBezTo>
                <a:lnTo>
                  <a:pt x="282398" y="1681956"/>
                </a:lnTo>
                <a:lnTo>
                  <a:pt x="246350" y="1550243"/>
                </a:lnTo>
                <a:lnTo>
                  <a:pt x="242733" y="1526540"/>
                </a:lnTo>
                <a:lnTo>
                  <a:pt x="66257" y="1526540"/>
                </a:lnTo>
                <a:cubicBezTo>
                  <a:pt x="29664" y="1526540"/>
                  <a:pt x="0" y="1496876"/>
                  <a:pt x="0" y="1460283"/>
                </a:cubicBezTo>
                <a:close/>
              </a:path>
            </a:pathLst>
          </a:custGeom>
          <a:solidFill>
            <a:srgbClr val="F732DE"/>
          </a:solidFill>
          <a:ln>
            <a:noFill/>
          </a:ln>
          <a:effectLst>
            <a:glow rad="228600">
              <a:srgbClr val="F732DE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60F319E-C8B0-45D2-A93B-D06D338C8557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9844CD0-2545-4D6C-8F92-D291F1B09E1F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7" name="Foliennummernplatzhalter 3">
            <a:extLst>
              <a:ext uri="{FF2B5EF4-FFF2-40B4-BE49-F238E27FC236}">
                <a16:creationId xmlns:a16="http://schemas.microsoft.com/office/drawing/2014/main" id="{25F6D712-FD29-4437-815D-7334FFD8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74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22" dur="3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24" dur="3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26" dur="3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28" dur="3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" grpId="0"/>
      <p:bldP spid="8" grpId="0" animBg="1"/>
      <p:bldP spid="8" grpId="1" animBg="1"/>
      <p:bldP spid="10" grpId="0"/>
      <p:bldP spid="13" grpId="0" animBg="1"/>
      <p:bldP spid="13" grpId="1" animBg="1"/>
      <p:bldP spid="15" grpId="0" animBg="1"/>
      <p:bldP spid="15" grpId="1" animBg="1"/>
      <p:bldP spid="7" grpId="0" animBg="1"/>
      <p:bldP spid="19" grpId="0"/>
      <p:bldP spid="20" grpId="0" animBg="1"/>
      <p:bldP spid="2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A1B27B18-4454-4A0A-9AFF-C59D8F078309}"/>
              </a:ext>
            </a:extLst>
          </p:cNvPr>
          <p:cNvSpPr txBox="1"/>
          <p:nvPr/>
        </p:nvSpPr>
        <p:spPr>
          <a:xfrm>
            <a:off x="373027" y="1436004"/>
            <a:ext cx="979014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Implement a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complete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forecasting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workflow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,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including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Pre-processing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Train-test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splitting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Feature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engineering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Hyperparameter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tuning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Feature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selection</a:t>
            </a: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including</a:t>
            </a: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exogenous</a:t>
            </a: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climate</a:t>
            </a: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features</a:t>
            </a: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Model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validation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Forecast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F732D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41F155-B2BF-49F8-8523-C786A047281B}"/>
              </a:ext>
            </a:extLst>
          </p:cNvPr>
          <p:cNvSpPr txBox="1"/>
          <p:nvPr/>
        </p:nvSpPr>
        <p:spPr>
          <a:xfrm>
            <a:off x="373027" y="1057830"/>
            <a:ext cx="1105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Forecast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30-day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sales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amounts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of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BBQ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sauce</a:t>
            </a:r>
            <a:r>
              <a:rPr lang="de-DE" sz="20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data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F732DE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684CCF-7588-421E-B581-740D5E4CE883}"/>
              </a:ext>
            </a:extLst>
          </p:cNvPr>
          <p:cNvSpPr txBox="1"/>
          <p:nvPr/>
        </p:nvSpPr>
        <p:spPr>
          <a:xfrm>
            <a:off x="7153754" y="2351782"/>
            <a:ext cx="46752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Suggested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Programming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Language / Frameworks: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Python 3.12 +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Pandas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or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Polars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(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wrangling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600">
                <a:solidFill>
                  <a:prstClr val="white"/>
                </a:solidFill>
                <a:latin typeface="Roboto" pitchFamily="2" charset="0"/>
                <a:ea typeface="Roboto" pitchFamily="2" charset="0"/>
              </a:rPr>
              <a:t>Skforecast (ML forecasting)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D123A8-BA4A-4D82-9179-F2049737B5E1}"/>
              </a:ext>
            </a:extLst>
          </p:cNvPr>
          <p:cNvSpPr txBox="1"/>
          <p:nvPr/>
        </p:nvSpPr>
        <p:spPr>
          <a:xfrm>
            <a:off x="258726" y="5184331"/>
            <a:ext cx="918054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Put your code on GitHub and invite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(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Stefanopinto@hotmail.de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EA4C5C3-FB9E-4374-8FBE-BBA47575DAE5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Project 4: Time Series Forecasting with </a:t>
            </a:r>
            <a:r>
              <a:rPr lang="de-DE" sz="2400" u="sng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Machine</a:t>
            </a:r>
            <a:r>
              <a:rPr lang="de-DE" sz="2400" u="sng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 Learning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E5CAEE8-879D-4EC8-9155-B7372A0B73BD}"/>
              </a:ext>
            </a:extLst>
          </p:cNvPr>
          <p:cNvSpPr txBox="1"/>
          <p:nvPr/>
        </p:nvSpPr>
        <p:spPr>
          <a:xfrm>
            <a:off x="258726" y="5853648"/>
            <a:ext cx="918054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Bonus Points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a simple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dashboard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(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static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interactive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69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F9A09CB-3E49-4D0D-97B4-E359CCF8F9D1}"/>
              </a:ext>
            </a:extLst>
          </p:cNvPr>
          <p:cNvSpPr txBox="1"/>
          <p:nvPr/>
        </p:nvSpPr>
        <p:spPr>
          <a:xfrm>
            <a:off x="412953" y="955338"/>
            <a:ext cx="859906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Orthophotos</a:t>
            </a:r>
            <a:r>
              <a:rPr lang="en-US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geometrically corrected for topographic relief, lens distortion, and camera tilt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uniform scale like a map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1444</a:t>
            </a:r>
            <a:r>
              <a:rPr lang="en-US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orthophotos total</a:t>
            </a:r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DD266E-2962-43E6-95EF-D910F9DF5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988" y="3055275"/>
            <a:ext cx="2712726" cy="2712726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EA4C5C3-FB9E-4374-8FBE-BBA47575DAE5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Bremen‘s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Agency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Geoinformation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releases</a:t>
            </a:r>
            <a:r>
              <a:rPr lang="de-DE" sz="2400" u="sng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orthophotos</a:t>
            </a:r>
            <a:endParaRPr lang="de-DE" sz="2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BDD015B-8DD3-4C3E-8E15-AFA0EAE50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83" y="3055275"/>
            <a:ext cx="2712726" cy="27127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E2ADF89-E74C-4B43-B8ED-D8A8E7431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492" y="3063807"/>
            <a:ext cx="2695662" cy="26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2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7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25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76" name="Textfeld 875">
            <a:extLst>
              <a:ext uri="{FF2B5EF4-FFF2-40B4-BE49-F238E27FC236}">
                <a16:creationId xmlns:a16="http://schemas.microsoft.com/office/drawing/2014/main" id="{F3BDAFC2-050F-428C-AA54-542BD9692E27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Detection</a:t>
            </a:r>
            <a:endParaRPr lang="de-DE" sz="2400" u="sng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80B8FAF-50AC-3A54-BCCD-2C85F315EC0D}"/>
              </a:ext>
            </a:extLst>
          </p:cNvPr>
          <p:cNvSpPr txBox="1"/>
          <p:nvPr/>
        </p:nvSpPr>
        <p:spPr>
          <a:xfrm>
            <a:off x="2382520" y="2090172"/>
            <a:ext cx="7426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You are data scientists working for a renewable energy startup. The city wants to transition to 100% renewable energy, but they don't know how much solar power they can actually generate.</a:t>
            </a:r>
          </a:p>
          <a:p>
            <a:pPr algn="ctr"/>
            <a:r>
              <a:rPr lang="en-US" sz="2400" b="1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Your mission</a:t>
            </a:r>
            <a:r>
              <a:rPr lang="en-US" sz="2400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:</a:t>
            </a:r>
            <a:r>
              <a:rPr lang="en-US" sz="2400" b="1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400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build an AI that can </a:t>
            </a:r>
            <a:r>
              <a:rPr lang="en-US" sz="2400" b="1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scan orthophotos for rooftops </a:t>
            </a:r>
            <a:r>
              <a:rPr lang="en-US" sz="2400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and calculate the </a:t>
            </a:r>
            <a:r>
              <a:rPr lang="en-US" sz="2400" b="1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exact usable roof space area and the resulting solar power potential </a:t>
            </a:r>
            <a:r>
              <a:rPr lang="en-US" sz="2400" i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 every single building in the city</a:t>
            </a:r>
            <a:endParaRPr lang="en-DE" sz="2400" i="1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8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5" name="Grafik 2334">
            <a:extLst>
              <a:ext uri="{FF2B5EF4-FFF2-40B4-BE49-F238E27FC236}">
                <a16:creationId xmlns:a16="http://schemas.microsoft.com/office/drawing/2014/main" id="{940A4042-3416-496A-A592-CF9737D5F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33" y="1128467"/>
            <a:ext cx="4163534" cy="4163534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76" name="Textfeld 875">
            <a:extLst>
              <a:ext uri="{FF2B5EF4-FFF2-40B4-BE49-F238E27FC236}">
                <a16:creationId xmlns:a16="http://schemas.microsoft.com/office/drawing/2014/main" id="{F3BDAFC2-050F-428C-AA54-542BD9692E27}"/>
              </a:ext>
            </a:extLst>
          </p:cNvPr>
          <p:cNvSpPr txBox="1"/>
          <p:nvPr/>
        </p:nvSpPr>
        <p:spPr>
          <a:xfrm>
            <a:off x="419100" y="428625"/>
            <a:ext cx="4924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Detection</a:t>
            </a:r>
            <a:endParaRPr lang="de-DE" sz="2400" u="sng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03F8325-D6A0-4435-9F31-F62B6E446482}"/>
              </a:ext>
            </a:extLst>
          </p:cNvPr>
          <p:cNvGrpSpPr/>
          <p:nvPr/>
        </p:nvGrpSpPr>
        <p:grpSpPr>
          <a:xfrm>
            <a:off x="527463" y="1149293"/>
            <a:ext cx="4069692" cy="4051520"/>
            <a:chOff x="5740462" y="1251583"/>
            <a:chExt cx="4374365" cy="4354833"/>
          </a:xfrm>
        </p:grpSpPr>
        <p:sp>
          <p:nvSpPr>
            <p:cNvPr id="1183" name="pg14">
              <a:extLst>
                <a:ext uri="{FF2B5EF4-FFF2-40B4-BE49-F238E27FC236}">
                  <a16:creationId xmlns:a16="http://schemas.microsoft.com/office/drawing/2014/main" id="{3016D502-394B-4E7F-8BF6-D2BD0CEA6C24}"/>
                </a:ext>
              </a:extLst>
            </p:cNvPr>
            <p:cNvSpPr/>
            <p:nvPr/>
          </p:nvSpPr>
          <p:spPr>
            <a:xfrm>
              <a:off x="7981416" y="4086789"/>
              <a:ext cx="78770" cy="71695"/>
            </a:xfrm>
            <a:custGeom>
              <a:avLst/>
              <a:gdLst/>
              <a:ahLst/>
              <a:cxnLst/>
              <a:rect l="0" t="0" r="0" b="0"/>
              <a:pathLst>
                <a:path w="78770" h="71695">
                  <a:moveTo>
                    <a:pt x="78770" y="67540"/>
                  </a:moveTo>
                  <a:lnTo>
                    <a:pt x="3600" y="71695"/>
                  </a:lnTo>
                  <a:lnTo>
                    <a:pt x="0" y="4238"/>
                  </a:lnTo>
                  <a:lnTo>
                    <a:pt x="7500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4" name="pg15">
              <a:extLst>
                <a:ext uri="{FF2B5EF4-FFF2-40B4-BE49-F238E27FC236}">
                  <a16:creationId xmlns:a16="http://schemas.microsoft.com/office/drawing/2014/main" id="{8DADBBBA-3ADD-4361-8241-6825A7E4175D}"/>
                </a:ext>
              </a:extLst>
            </p:cNvPr>
            <p:cNvSpPr/>
            <p:nvPr/>
          </p:nvSpPr>
          <p:spPr>
            <a:xfrm>
              <a:off x="6617283" y="5398171"/>
              <a:ext cx="17844" cy="42545"/>
            </a:xfrm>
            <a:custGeom>
              <a:avLst/>
              <a:gdLst/>
              <a:ahLst/>
              <a:cxnLst/>
              <a:rect l="0" t="0" r="0" b="0"/>
              <a:pathLst>
                <a:path w="17844" h="42545">
                  <a:moveTo>
                    <a:pt x="13890" y="0"/>
                  </a:moveTo>
                  <a:lnTo>
                    <a:pt x="17844" y="41210"/>
                  </a:lnTo>
                  <a:lnTo>
                    <a:pt x="3953" y="42545"/>
                  </a:lnTo>
                  <a:lnTo>
                    <a:pt x="0" y="133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5" name="pg16">
              <a:extLst>
                <a:ext uri="{FF2B5EF4-FFF2-40B4-BE49-F238E27FC236}">
                  <a16:creationId xmlns:a16="http://schemas.microsoft.com/office/drawing/2014/main" id="{2B34CC7A-E683-4331-9725-A522C2DF3F52}"/>
                </a:ext>
              </a:extLst>
            </p:cNvPr>
            <p:cNvSpPr/>
            <p:nvPr/>
          </p:nvSpPr>
          <p:spPr>
            <a:xfrm>
              <a:off x="6665972" y="1956811"/>
              <a:ext cx="38701" cy="26833"/>
            </a:xfrm>
            <a:custGeom>
              <a:avLst/>
              <a:gdLst/>
              <a:ahLst/>
              <a:cxnLst/>
              <a:rect l="0" t="0" r="0" b="0"/>
              <a:pathLst>
                <a:path w="38701" h="26833">
                  <a:moveTo>
                    <a:pt x="33430" y="26833"/>
                  </a:moveTo>
                  <a:lnTo>
                    <a:pt x="0" y="10911"/>
                  </a:lnTo>
                  <a:lnTo>
                    <a:pt x="5187" y="0"/>
                  </a:lnTo>
                  <a:lnTo>
                    <a:pt x="38701" y="1577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6" name="pg17">
              <a:extLst>
                <a:ext uri="{FF2B5EF4-FFF2-40B4-BE49-F238E27FC236}">
                  <a16:creationId xmlns:a16="http://schemas.microsoft.com/office/drawing/2014/main" id="{3F7F3113-251E-443E-98C1-DF42889B3144}"/>
                </a:ext>
              </a:extLst>
            </p:cNvPr>
            <p:cNvSpPr/>
            <p:nvPr/>
          </p:nvSpPr>
          <p:spPr>
            <a:xfrm>
              <a:off x="6472969" y="2417384"/>
              <a:ext cx="62345" cy="54682"/>
            </a:xfrm>
            <a:custGeom>
              <a:avLst/>
              <a:gdLst/>
              <a:ahLst/>
              <a:cxnLst/>
              <a:rect l="0" t="0" r="0" b="0"/>
              <a:pathLst>
                <a:path w="62345" h="54682">
                  <a:moveTo>
                    <a:pt x="6135" y="0"/>
                  </a:moveTo>
                  <a:lnTo>
                    <a:pt x="62345" y="26774"/>
                  </a:lnTo>
                  <a:lnTo>
                    <a:pt x="49050" y="54682"/>
                  </a:lnTo>
                  <a:lnTo>
                    <a:pt x="0" y="128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7" name="pg18">
              <a:extLst>
                <a:ext uri="{FF2B5EF4-FFF2-40B4-BE49-F238E27FC236}">
                  <a16:creationId xmlns:a16="http://schemas.microsoft.com/office/drawing/2014/main" id="{E8E811F6-6837-4F24-B237-A647EE7FEC64}"/>
                </a:ext>
              </a:extLst>
            </p:cNvPr>
            <p:cNvSpPr/>
            <p:nvPr/>
          </p:nvSpPr>
          <p:spPr>
            <a:xfrm>
              <a:off x="7478995" y="3050530"/>
              <a:ext cx="72291" cy="69076"/>
            </a:xfrm>
            <a:custGeom>
              <a:avLst/>
              <a:gdLst/>
              <a:ahLst/>
              <a:cxnLst/>
              <a:rect l="0" t="0" r="0" b="0"/>
              <a:pathLst>
                <a:path w="72291" h="69076">
                  <a:moveTo>
                    <a:pt x="0" y="42906"/>
                  </a:moveTo>
                  <a:lnTo>
                    <a:pt x="49704" y="0"/>
                  </a:lnTo>
                  <a:lnTo>
                    <a:pt x="72291" y="26161"/>
                  </a:lnTo>
                  <a:lnTo>
                    <a:pt x="22594" y="6907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8" name="pg19">
              <a:extLst>
                <a:ext uri="{FF2B5EF4-FFF2-40B4-BE49-F238E27FC236}">
                  <a16:creationId xmlns:a16="http://schemas.microsoft.com/office/drawing/2014/main" id="{3FA57C81-B555-469E-8EBC-5321C0F46EA0}"/>
                </a:ext>
              </a:extLst>
            </p:cNvPr>
            <p:cNvSpPr/>
            <p:nvPr/>
          </p:nvSpPr>
          <p:spPr>
            <a:xfrm>
              <a:off x="9046053" y="4182531"/>
              <a:ext cx="32540" cy="31953"/>
            </a:xfrm>
            <a:custGeom>
              <a:avLst/>
              <a:gdLst/>
              <a:ahLst/>
              <a:cxnLst/>
              <a:rect l="0" t="0" r="0" b="0"/>
              <a:pathLst>
                <a:path w="32540" h="31953">
                  <a:moveTo>
                    <a:pt x="22275" y="31953"/>
                  </a:moveTo>
                  <a:lnTo>
                    <a:pt x="0" y="10181"/>
                  </a:lnTo>
                  <a:lnTo>
                    <a:pt x="9987" y="0"/>
                  </a:lnTo>
                  <a:lnTo>
                    <a:pt x="32540" y="2146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89" name="pg20">
              <a:extLst>
                <a:ext uri="{FF2B5EF4-FFF2-40B4-BE49-F238E27FC236}">
                  <a16:creationId xmlns:a16="http://schemas.microsoft.com/office/drawing/2014/main" id="{DA32CF2A-EE86-4A38-907E-B08A2B5599E1}"/>
                </a:ext>
              </a:extLst>
            </p:cNvPr>
            <p:cNvSpPr/>
            <p:nvPr/>
          </p:nvSpPr>
          <p:spPr>
            <a:xfrm>
              <a:off x="6412319" y="4742505"/>
              <a:ext cx="20714" cy="21234"/>
            </a:xfrm>
            <a:custGeom>
              <a:avLst/>
              <a:gdLst/>
              <a:ahLst/>
              <a:cxnLst/>
              <a:rect l="0" t="0" r="0" b="0"/>
              <a:pathLst>
                <a:path w="20714" h="21234">
                  <a:moveTo>
                    <a:pt x="0" y="3264"/>
                  </a:moveTo>
                  <a:lnTo>
                    <a:pt x="17357" y="0"/>
                  </a:lnTo>
                  <a:lnTo>
                    <a:pt x="20714" y="17886"/>
                  </a:lnTo>
                  <a:lnTo>
                    <a:pt x="3382" y="2123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0" name="pg21">
              <a:extLst>
                <a:ext uri="{FF2B5EF4-FFF2-40B4-BE49-F238E27FC236}">
                  <a16:creationId xmlns:a16="http://schemas.microsoft.com/office/drawing/2014/main" id="{5E324CAD-C8CC-495E-94F9-3B7187FB36BB}"/>
                </a:ext>
              </a:extLst>
            </p:cNvPr>
            <p:cNvSpPr/>
            <p:nvPr/>
          </p:nvSpPr>
          <p:spPr>
            <a:xfrm>
              <a:off x="6644628" y="4806311"/>
              <a:ext cx="193607" cy="159883"/>
            </a:xfrm>
            <a:custGeom>
              <a:avLst/>
              <a:gdLst/>
              <a:ahLst/>
              <a:cxnLst/>
              <a:rect l="0" t="0" r="0" b="0"/>
              <a:pathLst>
                <a:path w="193607" h="159883">
                  <a:moveTo>
                    <a:pt x="0" y="51979"/>
                  </a:moveTo>
                  <a:lnTo>
                    <a:pt x="26346" y="44089"/>
                  </a:lnTo>
                  <a:lnTo>
                    <a:pt x="25137" y="40086"/>
                  </a:lnTo>
                  <a:lnTo>
                    <a:pt x="141728" y="4968"/>
                  </a:lnTo>
                  <a:lnTo>
                    <a:pt x="144305" y="4196"/>
                  </a:lnTo>
                  <a:lnTo>
                    <a:pt x="158238" y="0"/>
                  </a:lnTo>
                  <a:lnTo>
                    <a:pt x="159346" y="3701"/>
                  </a:lnTo>
                  <a:lnTo>
                    <a:pt x="150667" y="6286"/>
                  </a:lnTo>
                  <a:lnTo>
                    <a:pt x="183821" y="116985"/>
                  </a:lnTo>
                  <a:lnTo>
                    <a:pt x="192499" y="114391"/>
                  </a:lnTo>
                  <a:lnTo>
                    <a:pt x="193607" y="118093"/>
                  </a:lnTo>
                  <a:lnTo>
                    <a:pt x="60633" y="157902"/>
                  </a:lnTo>
                  <a:lnTo>
                    <a:pt x="59432" y="153890"/>
                  </a:lnTo>
                  <a:lnTo>
                    <a:pt x="39423" y="159883"/>
                  </a:lnTo>
                  <a:lnTo>
                    <a:pt x="20454" y="96589"/>
                  </a:lnTo>
                  <a:lnTo>
                    <a:pt x="13949" y="9853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1" name="pg22">
              <a:extLst>
                <a:ext uri="{FF2B5EF4-FFF2-40B4-BE49-F238E27FC236}">
                  <a16:creationId xmlns:a16="http://schemas.microsoft.com/office/drawing/2014/main" id="{9C782023-2760-4C2E-A1DE-24B22AE90C7A}"/>
                </a:ext>
              </a:extLst>
            </p:cNvPr>
            <p:cNvSpPr/>
            <p:nvPr/>
          </p:nvSpPr>
          <p:spPr>
            <a:xfrm>
              <a:off x="8624375" y="4437284"/>
              <a:ext cx="16610" cy="41613"/>
            </a:xfrm>
            <a:custGeom>
              <a:avLst/>
              <a:gdLst/>
              <a:ahLst/>
              <a:cxnLst/>
              <a:rect l="0" t="0" r="0" b="0"/>
              <a:pathLst>
                <a:path w="16610" h="41613">
                  <a:moveTo>
                    <a:pt x="2476" y="41613"/>
                  </a:moveTo>
                  <a:lnTo>
                    <a:pt x="0" y="369"/>
                  </a:lnTo>
                  <a:lnTo>
                    <a:pt x="8351" y="0"/>
                  </a:lnTo>
                  <a:lnTo>
                    <a:pt x="9299" y="15821"/>
                  </a:lnTo>
                  <a:lnTo>
                    <a:pt x="14738" y="15493"/>
                  </a:lnTo>
                  <a:lnTo>
                    <a:pt x="16610" y="407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2" name="pg23">
              <a:extLst>
                <a:ext uri="{FF2B5EF4-FFF2-40B4-BE49-F238E27FC236}">
                  <a16:creationId xmlns:a16="http://schemas.microsoft.com/office/drawing/2014/main" id="{B3C4BCDD-90FD-43E5-9C13-4001B08A9F70}"/>
                </a:ext>
              </a:extLst>
            </p:cNvPr>
            <p:cNvSpPr/>
            <p:nvPr/>
          </p:nvSpPr>
          <p:spPr>
            <a:xfrm>
              <a:off x="6581192" y="1947579"/>
              <a:ext cx="119117" cy="121291"/>
            </a:xfrm>
            <a:custGeom>
              <a:avLst/>
              <a:gdLst/>
              <a:ahLst/>
              <a:cxnLst/>
              <a:rect l="0" t="0" r="0" b="0"/>
              <a:pathLst>
                <a:path w="119117" h="121291">
                  <a:moveTo>
                    <a:pt x="80844" y="118387"/>
                  </a:moveTo>
                  <a:lnTo>
                    <a:pt x="80525" y="119075"/>
                  </a:lnTo>
                  <a:lnTo>
                    <a:pt x="59332" y="109104"/>
                  </a:lnTo>
                  <a:lnTo>
                    <a:pt x="40531" y="99821"/>
                  </a:lnTo>
                  <a:lnTo>
                    <a:pt x="29636" y="121291"/>
                  </a:lnTo>
                  <a:lnTo>
                    <a:pt x="0" y="106250"/>
                  </a:lnTo>
                  <a:lnTo>
                    <a:pt x="10734" y="85091"/>
                  </a:lnTo>
                  <a:lnTo>
                    <a:pt x="4037" y="81792"/>
                  </a:lnTo>
                  <a:lnTo>
                    <a:pt x="42520" y="0"/>
                  </a:lnTo>
                  <a:lnTo>
                    <a:pt x="84780" y="20143"/>
                  </a:lnTo>
                  <a:lnTo>
                    <a:pt x="118210" y="36065"/>
                  </a:lnTo>
                  <a:lnTo>
                    <a:pt x="119117" y="3650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3" name="pg24">
              <a:extLst>
                <a:ext uri="{FF2B5EF4-FFF2-40B4-BE49-F238E27FC236}">
                  <a16:creationId xmlns:a16="http://schemas.microsoft.com/office/drawing/2014/main" id="{08D209A6-9F35-4E32-B3C2-9F360682A2E5}"/>
                </a:ext>
              </a:extLst>
            </p:cNvPr>
            <p:cNvSpPr/>
            <p:nvPr/>
          </p:nvSpPr>
          <p:spPr>
            <a:xfrm>
              <a:off x="9231309" y="3384297"/>
              <a:ext cx="49260" cy="48177"/>
            </a:xfrm>
            <a:custGeom>
              <a:avLst/>
              <a:gdLst/>
              <a:ahLst/>
              <a:cxnLst/>
              <a:rect l="0" t="0" r="0" b="0"/>
              <a:pathLst>
                <a:path w="49260" h="48177">
                  <a:moveTo>
                    <a:pt x="0" y="11935"/>
                  </a:moveTo>
                  <a:lnTo>
                    <a:pt x="11641" y="0"/>
                  </a:lnTo>
                  <a:lnTo>
                    <a:pt x="49260" y="36149"/>
                  </a:lnTo>
                  <a:lnTo>
                    <a:pt x="37710" y="4817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4" name="pg25">
              <a:extLst>
                <a:ext uri="{FF2B5EF4-FFF2-40B4-BE49-F238E27FC236}">
                  <a16:creationId xmlns:a16="http://schemas.microsoft.com/office/drawing/2014/main" id="{7B550093-0E31-4E7C-86F3-C26213FD2B6E}"/>
                </a:ext>
              </a:extLst>
            </p:cNvPr>
            <p:cNvSpPr/>
            <p:nvPr/>
          </p:nvSpPr>
          <p:spPr>
            <a:xfrm>
              <a:off x="6222312" y="4550173"/>
              <a:ext cx="64174" cy="55219"/>
            </a:xfrm>
            <a:custGeom>
              <a:avLst/>
              <a:gdLst/>
              <a:ahLst/>
              <a:cxnLst/>
              <a:rect l="0" t="0" r="0" b="0"/>
              <a:pathLst>
                <a:path w="64174" h="55219">
                  <a:moveTo>
                    <a:pt x="0" y="8729"/>
                  </a:moveTo>
                  <a:lnTo>
                    <a:pt x="56528" y="0"/>
                  </a:lnTo>
                  <a:lnTo>
                    <a:pt x="64174" y="46842"/>
                  </a:lnTo>
                  <a:lnTo>
                    <a:pt x="43686" y="50099"/>
                  </a:lnTo>
                  <a:lnTo>
                    <a:pt x="11633" y="552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5" name="pg26">
              <a:extLst>
                <a:ext uri="{FF2B5EF4-FFF2-40B4-BE49-F238E27FC236}">
                  <a16:creationId xmlns:a16="http://schemas.microsoft.com/office/drawing/2014/main" id="{A39D3327-E610-4881-82FF-9C509E68246D}"/>
                </a:ext>
              </a:extLst>
            </p:cNvPr>
            <p:cNvSpPr/>
            <p:nvPr/>
          </p:nvSpPr>
          <p:spPr>
            <a:xfrm>
              <a:off x="5880462" y="3192931"/>
              <a:ext cx="45315" cy="53465"/>
            </a:xfrm>
            <a:custGeom>
              <a:avLst/>
              <a:gdLst/>
              <a:ahLst/>
              <a:cxnLst/>
              <a:rect l="0" t="0" r="0" b="0"/>
              <a:pathLst>
                <a:path w="45315" h="53465">
                  <a:moveTo>
                    <a:pt x="0" y="9610"/>
                  </a:moveTo>
                  <a:lnTo>
                    <a:pt x="32263" y="0"/>
                  </a:lnTo>
                  <a:lnTo>
                    <a:pt x="45315" y="43854"/>
                  </a:lnTo>
                  <a:lnTo>
                    <a:pt x="13059" y="534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6" name="pg27">
              <a:extLst>
                <a:ext uri="{FF2B5EF4-FFF2-40B4-BE49-F238E27FC236}">
                  <a16:creationId xmlns:a16="http://schemas.microsoft.com/office/drawing/2014/main" id="{83949835-94F5-40A6-9609-66BB1738DDA7}"/>
                </a:ext>
              </a:extLst>
            </p:cNvPr>
            <p:cNvSpPr/>
            <p:nvPr/>
          </p:nvSpPr>
          <p:spPr>
            <a:xfrm>
              <a:off x="7168444" y="2076357"/>
              <a:ext cx="48143" cy="54186"/>
            </a:xfrm>
            <a:custGeom>
              <a:avLst/>
              <a:gdLst/>
              <a:ahLst/>
              <a:cxnLst/>
              <a:rect l="0" t="0" r="0" b="0"/>
              <a:pathLst>
                <a:path w="48143" h="54186">
                  <a:moveTo>
                    <a:pt x="360" y="40992"/>
                  </a:moveTo>
                  <a:lnTo>
                    <a:pt x="19808" y="0"/>
                  </a:lnTo>
                  <a:lnTo>
                    <a:pt x="48143" y="13059"/>
                  </a:lnTo>
                  <a:lnTo>
                    <a:pt x="28646" y="54186"/>
                  </a:lnTo>
                  <a:lnTo>
                    <a:pt x="0" y="4174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7" name="pg28">
              <a:extLst>
                <a:ext uri="{FF2B5EF4-FFF2-40B4-BE49-F238E27FC236}">
                  <a16:creationId xmlns:a16="http://schemas.microsoft.com/office/drawing/2014/main" id="{AB6F27FA-421E-43D3-ADD0-1C9DBA3211F3}"/>
                </a:ext>
              </a:extLst>
            </p:cNvPr>
            <p:cNvSpPr/>
            <p:nvPr/>
          </p:nvSpPr>
          <p:spPr>
            <a:xfrm>
              <a:off x="6673912" y="1719340"/>
              <a:ext cx="54321" cy="58778"/>
            </a:xfrm>
            <a:custGeom>
              <a:avLst/>
              <a:gdLst/>
              <a:ahLst/>
              <a:cxnLst/>
              <a:rect l="0" t="0" r="0" b="0"/>
              <a:pathLst>
                <a:path w="54321" h="58778">
                  <a:moveTo>
                    <a:pt x="36049" y="54984"/>
                  </a:moveTo>
                  <a:lnTo>
                    <a:pt x="34261" y="58778"/>
                  </a:lnTo>
                  <a:lnTo>
                    <a:pt x="0" y="43175"/>
                  </a:lnTo>
                  <a:lnTo>
                    <a:pt x="19824" y="0"/>
                  </a:lnTo>
                  <a:lnTo>
                    <a:pt x="54321" y="1629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8" name="pg29">
              <a:extLst>
                <a:ext uri="{FF2B5EF4-FFF2-40B4-BE49-F238E27FC236}">
                  <a16:creationId xmlns:a16="http://schemas.microsoft.com/office/drawing/2014/main" id="{03F944DF-8995-4F04-B7B3-7EA61047C200}"/>
                </a:ext>
              </a:extLst>
            </p:cNvPr>
            <p:cNvSpPr/>
            <p:nvPr/>
          </p:nvSpPr>
          <p:spPr>
            <a:xfrm>
              <a:off x="6356185" y="1935366"/>
              <a:ext cx="44182" cy="54925"/>
            </a:xfrm>
            <a:custGeom>
              <a:avLst/>
              <a:gdLst/>
              <a:ahLst/>
              <a:cxnLst/>
              <a:rect l="0" t="0" r="0" b="0"/>
              <a:pathLst>
                <a:path w="44182" h="54925">
                  <a:moveTo>
                    <a:pt x="0" y="45113"/>
                  </a:moveTo>
                  <a:lnTo>
                    <a:pt x="22158" y="1124"/>
                  </a:lnTo>
                  <a:lnTo>
                    <a:pt x="22720" y="0"/>
                  </a:lnTo>
                  <a:lnTo>
                    <a:pt x="44182" y="10348"/>
                  </a:lnTo>
                  <a:lnTo>
                    <a:pt x="19892" y="549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199" name="pg30">
              <a:extLst>
                <a:ext uri="{FF2B5EF4-FFF2-40B4-BE49-F238E27FC236}">
                  <a16:creationId xmlns:a16="http://schemas.microsoft.com/office/drawing/2014/main" id="{6935A413-E162-437D-9996-91866BAC07B9}"/>
                </a:ext>
              </a:extLst>
            </p:cNvPr>
            <p:cNvSpPr/>
            <p:nvPr/>
          </p:nvSpPr>
          <p:spPr>
            <a:xfrm>
              <a:off x="9247978" y="4409578"/>
              <a:ext cx="36796" cy="35621"/>
            </a:xfrm>
            <a:custGeom>
              <a:avLst/>
              <a:gdLst/>
              <a:ahLst/>
              <a:cxnLst/>
              <a:rect l="0" t="0" r="0" b="0"/>
              <a:pathLst>
                <a:path w="36796" h="35621">
                  <a:moveTo>
                    <a:pt x="36796" y="12363"/>
                  </a:moveTo>
                  <a:lnTo>
                    <a:pt x="11389" y="35621"/>
                  </a:lnTo>
                  <a:lnTo>
                    <a:pt x="0" y="23173"/>
                  </a:lnTo>
                  <a:lnTo>
                    <a:pt x="2547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0" name="pg31">
              <a:extLst>
                <a:ext uri="{FF2B5EF4-FFF2-40B4-BE49-F238E27FC236}">
                  <a16:creationId xmlns:a16="http://schemas.microsoft.com/office/drawing/2014/main" id="{4631C6F5-8EBA-49F1-ABC9-BEE08A0F65EF}"/>
                </a:ext>
              </a:extLst>
            </p:cNvPr>
            <p:cNvSpPr/>
            <p:nvPr/>
          </p:nvSpPr>
          <p:spPr>
            <a:xfrm>
              <a:off x="6707594" y="3240789"/>
              <a:ext cx="17055" cy="4658"/>
            </a:xfrm>
            <a:custGeom>
              <a:avLst/>
              <a:gdLst/>
              <a:ahLst/>
              <a:cxnLst/>
              <a:rect l="0" t="0" r="0" b="0"/>
              <a:pathLst>
                <a:path w="17055" h="4658">
                  <a:moveTo>
                    <a:pt x="0" y="2585"/>
                  </a:moveTo>
                  <a:lnTo>
                    <a:pt x="16736" y="0"/>
                  </a:lnTo>
                  <a:lnTo>
                    <a:pt x="17055" y="2073"/>
                  </a:lnTo>
                  <a:lnTo>
                    <a:pt x="318" y="46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1" name="pg32">
              <a:extLst>
                <a:ext uri="{FF2B5EF4-FFF2-40B4-BE49-F238E27FC236}">
                  <a16:creationId xmlns:a16="http://schemas.microsoft.com/office/drawing/2014/main" id="{23E0B785-77E9-412C-B459-F2F12AC63013}"/>
                </a:ext>
              </a:extLst>
            </p:cNvPr>
            <p:cNvSpPr/>
            <p:nvPr/>
          </p:nvSpPr>
          <p:spPr>
            <a:xfrm>
              <a:off x="6530244" y="4814654"/>
              <a:ext cx="88716" cy="52315"/>
            </a:xfrm>
            <a:custGeom>
              <a:avLst/>
              <a:gdLst/>
              <a:ahLst/>
              <a:cxnLst/>
              <a:rect l="0" t="0" r="0" b="0"/>
              <a:pathLst>
                <a:path w="88716" h="52315">
                  <a:moveTo>
                    <a:pt x="0" y="33262"/>
                  </a:moveTo>
                  <a:lnTo>
                    <a:pt x="27790" y="24919"/>
                  </a:lnTo>
                  <a:lnTo>
                    <a:pt x="25213" y="16324"/>
                  </a:lnTo>
                  <a:lnTo>
                    <a:pt x="78544" y="0"/>
                  </a:lnTo>
                  <a:lnTo>
                    <a:pt x="88716" y="33992"/>
                  </a:lnTo>
                  <a:lnTo>
                    <a:pt x="82942" y="35721"/>
                  </a:lnTo>
                  <a:lnTo>
                    <a:pt x="86425" y="47371"/>
                  </a:lnTo>
                  <a:lnTo>
                    <a:pt x="69915" y="52315"/>
                  </a:lnTo>
                  <a:lnTo>
                    <a:pt x="66449" y="40749"/>
                  </a:lnTo>
                  <a:lnTo>
                    <a:pt x="35352" y="50082"/>
                  </a:lnTo>
                  <a:lnTo>
                    <a:pt x="31642" y="37719"/>
                  </a:lnTo>
                  <a:lnTo>
                    <a:pt x="3835" y="460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2" name="pg33">
              <a:extLst>
                <a:ext uri="{FF2B5EF4-FFF2-40B4-BE49-F238E27FC236}">
                  <a16:creationId xmlns:a16="http://schemas.microsoft.com/office/drawing/2014/main" id="{59FFF021-19E8-40E2-8B68-07A6AC747750}"/>
                </a:ext>
              </a:extLst>
            </p:cNvPr>
            <p:cNvSpPr/>
            <p:nvPr/>
          </p:nvSpPr>
          <p:spPr>
            <a:xfrm>
              <a:off x="6576693" y="4854027"/>
              <a:ext cx="81884" cy="70579"/>
            </a:xfrm>
            <a:custGeom>
              <a:avLst/>
              <a:gdLst/>
              <a:ahLst/>
              <a:cxnLst/>
              <a:rect l="0" t="0" r="0" b="0"/>
              <a:pathLst>
                <a:path w="81884" h="70579">
                  <a:moveTo>
                    <a:pt x="39977" y="7998"/>
                  </a:moveTo>
                  <a:lnTo>
                    <a:pt x="66659" y="0"/>
                  </a:lnTo>
                  <a:lnTo>
                    <a:pt x="67935" y="4263"/>
                  </a:lnTo>
                  <a:lnTo>
                    <a:pt x="81884" y="50821"/>
                  </a:lnTo>
                  <a:lnTo>
                    <a:pt x="14948" y="70579"/>
                  </a:lnTo>
                  <a:lnTo>
                    <a:pt x="0" y="19975"/>
                  </a:lnTo>
                  <a:lnTo>
                    <a:pt x="23467" y="1294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3" name="pg34">
              <a:extLst>
                <a:ext uri="{FF2B5EF4-FFF2-40B4-BE49-F238E27FC236}">
                  <a16:creationId xmlns:a16="http://schemas.microsoft.com/office/drawing/2014/main" id="{5498BE9B-8179-4A09-9F7F-766B35817FD9}"/>
                </a:ext>
              </a:extLst>
            </p:cNvPr>
            <p:cNvSpPr/>
            <p:nvPr/>
          </p:nvSpPr>
          <p:spPr>
            <a:xfrm>
              <a:off x="7233441" y="2318167"/>
              <a:ext cx="39918" cy="41353"/>
            </a:xfrm>
            <a:custGeom>
              <a:avLst/>
              <a:gdLst/>
              <a:ahLst/>
              <a:cxnLst/>
              <a:rect l="0" t="0" r="0" b="0"/>
              <a:pathLst>
                <a:path w="39918" h="41353">
                  <a:moveTo>
                    <a:pt x="23937" y="41353"/>
                  </a:moveTo>
                  <a:lnTo>
                    <a:pt x="0" y="27722"/>
                  </a:lnTo>
                  <a:lnTo>
                    <a:pt x="13143" y="0"/>
                  </a:lnTo>
                  <a:lnTo>
                    <a:pt x="39918" y="12866"/>
                  </a:lnTo>
                  <a:lnTo>
                    <a:pt x="38969" y="14352"/>
                  </a:lnTo>
                  <a:lnTo>
                    <a:pt x="36728" y="1330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4" name="pg35">
              <a:extLst>
                <a:ext uri="{FF2B5EF4-FFF2-40B4-BE49-F238E27FC236}">
                  <a16:creationId xmlns:a16="http://schemas.microsoft.com/office/drawing/2014/main" id="{FF36D7BC-E359-486D-B764-93AC301D60D0}"/>
                </a:ext>
              </a:extLst>
            </p:cNvPr>
            <p:cNvSpPr/>
            <p:nvPr/>
          </p:nvSpPr>
          <p:spPr>
            <a:xfrm>
              <a:off x="8643058" y="4469707"/>
              <a:ext cx="65366" cy="8200"/>
            </a:xfrm>
            <a:custGeom>
              <a:avLst/>
              <a:gdLst/>
              <a:ahLst/>
              <a:cxnLst/>
              <a:rect l="0" t="0" r="0" b="0"/>
              <a:pathLst>
                <a:path w="65366" h="8200">
                  <a:moveTo>
                    <a:pt x="251" y="8200"/>
                  </a:moveTo>
                  <a:lnTo>
                    <a:pt x="0" y="4011"/>
                  </a:lnTo>
                  <a:lnTo>
                    <a:pt x="65106" y="0"/>
                  </a:lnTo>
                  <a:lnTo>
                    <a:pt x="65366" y="427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5" name="pg36">
              <a:extLst>
                <a:ext uri="{FF2B5EF4-FFF2-40B4-BE49-F238E27FC236}">
                  <a16:creationId xmlns:a16="http://schemas.microsoft.com/office/drawing/2014/main" id="{F79FE9D6-0392-4481-B2A5-C500003793D2}"/>
                </a:ext>
              </a:extLst>
            </p:cNvPr>
            <p:cNvSpPr/>
            <p:nvPr/>
          </p:nvSpPr>
          <p:spPr>
            <a:xfrm>
              <a:off x="8212038" y="5267622"/>
              <a:ext cx="31139" cy="25297"/>
            </a:xfrm>
            <a:custGeom>
              <a:avLst/>
              <a:gdLst/>
              <a:ahLst/>
              <a:cxnLst/>
              <a:rect l="0" t="0" r="0" b="0"/>
              <a:pathLst>
                <a:path w="31139" h="25297">
                  <a:moveTo>
                    <a:pt x="1779" y="25297"/>
                  </a:moveTo>
                  <a:lnTo>
                    <a:pt x="0" y="2115"/>
                  </a:lnTo>
                  <a:lnTo>
                    <a:pt x="29703" y="0"/>
                  </a:lnTo>
                  <a:lnTo>
                    <a:pt x="31139" y="2320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6" name="pg37">
              <a:extLst>
                <a:ext uri="{FF2B5EF4-FFF2-40B4-BE49-F238E27FC236}">
                  <a16:creationId xmlns:a16="http://schemas.microsoft.com/office/drawing/2014/main" id="{3DC15BCE-A059-44D0-9AC5-D77BBE6D04E7}"/>
                </a:ext>
              </a:extLst>
            </p:cNvPr>
            <p:cNvSpPr/>
            <p:nvPr/>
          </p:nvSpPr>
          <p:spPr>
            <a:xfrm>
              <a:off x="7063033" y="2675133"/>
              <a:ext cx="37593" cy="41639"/>
            </a:xfrm>
            <a:custGeom>
              <a:avLst/>
              <a:gdLst/>
              <a:ahLst/>
              <a:cxnLst/>
              <a:rect l="0" t="0" r="0" b="0"/>
              <a:pathLst>
                <a:path w="37593" h="41639">
                  <a:moveTo>
                    <a:pt x="8552" y="41639"/>
                  </a:moveTo>
                  <a:lnTo>
                    <a:pt x="0" y="35159"/>
                  </a:lnTo>
                  <a:lnTo>
                    <a:pt x="26816" y="0"/>
                  </a:lnTo>
                  <a:lnTo>
                    <a:pt x="37593" y="33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7" name="pg38">
              <a:extLst>
                <a:ext uri="{FF2B5EF4-FFF2-40B4-BE49-F238E27FC236}">
                  <a16:creationId xmlns:a16="http://schemas.microsoft.com/office/drawing/2014/main" id="{3032708C-B2DF-49A4-B5C5-2874EEFF43F7}"/>
                </a:ext>
              </a:extLst>
            </p:cNvPr>
            <p:cNvSpPr/>
            <p:nvPr/>
          </p:nvSpPr>
          <p:spPr>
            <a:xfrm>
              <a:off x="9964730" y="3732652"/>
              <a:ext cx="50980" cy="8317"/>
            </a:xfrm>
            <a:custGeom>
              <a:avLst/>
              <a:gdLst/>
              <a:ahLst/>
              <a:cxnLst/>
              <a:rect l="0" t="0" r="0" b="0"/>
              <a:pathLst>
                <a:path w="50980" h="8317">
                  <a:moveTo>
                    <a:pt x="50670" y="8317"/>
                  </a:moveTo>
                  <a:lnTo>
                    <a:pt x="0" y="5531"/>
                  </a:lnTo>
                  <a:lnTo>
                    <a:pt x="302" y="0"/>
                  </a:lnTo>
                  <a:lnTo>
                    <a:pt x="50980" y="279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8" name="pg39">
              <a:extLst>
                <a:ext uri="{FF2B5EF4-FFF2-40B4-BE49-F238E27FC236}">
                  <a16:creationId xmlns:a16="http://schemas.microsoft.com/office/drawing/2014/main" id="{42D7A7D5-7DBA-4332-A5EB-C8E75746A7FD}"/>
                </a:ext>
              </a:extLst>
            </p:cNvPr>
            <p:cNvSpPr/>
            <p:nvPr/>
          </p:nvSpPr>
          <p:spPr>
            <a:xfrm>
              <a:off x="7272453" y="3179300"/>
              <a:ext cx="58056" cy="72391"/>
            </a:xfrm>
            <a:custGeom>
              <a:avLst/>
              <a:gdLst/>
              <a:ahLst/>
              <a:cxnLst/>
              <a:rect l="0" t="0" r="0" b="0"/>
              <a:pathLst>
                <a:path w="58056" h="72391">
                  <a:moveTo>
                    <a:pt x="4490" y="46599"/>
                  </a:moveTo>
                  <a:lnTo>
                    <a:pt x="6513" y="46288"/>
                  </a:lnTo>
                  <a:lnTo>
                    <a:pt x="0" y="3760"/>
                  </a:lnTo>
                  <a:lnTo>
                    <a:pt x="24902" y="0"/>
                  </a:lnTo>
                  <a:lnTo>
                    <a:pt x="51912" y="24516"/>
                  </a:lnTo>
                  <a:lnTo>
                    <a:pt x="58056" y="64812"/>
                  </a:lnTo>
                  <a:lnTo>
                    <a:pt x="8410" y="7239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09" name="pg40">
              <a:extLst>
                <a:ext uri="{FF2B5EF4-FFF2-40B4-BE49-F238E27FC236}">
                  <a16:creationId xmlns:a16="http://schemas.microsoft.com/office/drawing/2014/main" id="{6A57CD0B-2DF5-4B8C-80D4-702140F3B7C7}"/>
                </a:ext>
              </a:extLst>
            </p:cNvPr>
            <p:cNvSpPr/>
            <p:nvPr/>
          </p:nvSpPr>
          <p:spPr>
            <a:xfrm>
              <a:off x="6822733" y="3185763"/>
              <a:ext cx="43057" cy="83756"/>
            </a:xfrm>
            <a:custGeom>
              <a:avLst/>
              <a:gdLst/>
              <a:ahLst/>
              <a:cxnLst/>
              <a:rect l="0" t="0" r="0" b="0"/>
              <a:pathLst>
                <a:path w="43057" h="83756">
                  <a:moveTo>
                    <a:pt x="5690" y="42109"/>
                  </a:moveTo>
                  <a:lnTo>
                    <a:pt x="0" y="4876"/>
                  </a:lnTo>
                  <a:lnTo>
                    <a:pt x="31256" y="0"/>
                  </a:lnTo>
                  <a:lnTo>
                    <a:pt x="43057" y="79022"/>
                  </a:lnTo>
                  <a:lnTo>
                    <a:pt x="12044" y="8375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0" name="pg41">
              <a:extLst>
                <a:ext uri="{FF2B5EF4-FFF2-40B4-BE49-F238E27FC236}">
                  <a16:creationId xmlns:a16="http://schemas.microsoft.com/office/drawing/2014/main" id="{219E93A4-9A67-49B5-8D78-6BEF2E6CE5AB}"/>
                </a:ext>
              </a:extLst>
            </p:cNvPr>
            <p:cNvSpPr/>
            <p:nvPr/>
          </p:nvSpPr>
          <p:spPr>
            <a:xfrm>
              <a:off x="5918559" y="1536753"/>
              <a:ext cx="58828" cy="70688"/>
            </a:xfrm>
            <a:custGeom>
              <a:avLst/>
              <a:gdLst/>
              <a:ahLst/>
              <a:cxnLst/>
              <a:rect l="0" t="0" r="0" b="0"/>
              <a:pathLst>
                <a:path w="58828" h="70688">
                  <a:moveTo>
                    <a:pt x="0" y="53389"/>
                  </a:moveTo>
                  <a:lnTo>
                    <a:pt x="25053" y="0"/>
                  </a:lnTo>
                  <a:lnTo>
                    <a:pt x="54967" y="14033"/>
                  </a:lnTo>
                  <a:lnTo>
                    <a:pt x="51308" y="21856"/>
                  </a:lnTo>
                  <a:lnTo>
                    <a:pt x="58828" y="25364"/>
                  </a:lnTo>
                  <a:lnTo>
                    <a:pt x="37098" y="706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1" name="pg42">
              <a:extLst>
                <a:ext uri="{FF2B5EF4-FFF2-40B4-BE49-F238E27FC236}">
                  <a16:creationId xmlns:a16="http://schemas.microsoft.com/office/drawing/2014/main" id="{62E77D49-892B-47A4-897F-832A708B526B}"/>
                </a:ext>
              </a:extLst>
            </p:cNvPr>
            <p:cNvSpPr/>
            <p:nvPr/>
          </p:nvSpPr>
          <p:spPr>
            <a:xfrm>
              <a:off x="9221414" y="5194391"/>
              <a:ext cx="36603" cy="36368"/>
            </a:xfrm>
            <a:custGeom>
              <a:avLst/>
              <a:gdLst/>
              <a:ahLst/>
              <a:cxnLst/>
              <a:rect l="0" t="0" r="0" b="0"/>
              <a:pathLst>
                <a:path w="36603" h="36368">
                  <a:moveTo>
                    <a:pt x="2836" y="36368"/>
                  </a:moveTo>
                  <a:lnTo>
                    <a:pt x="0" y="2845"/>
                  </a:lnTo>
                  <a:lnTo>
                    <a:pt x="33766" y="0"/>
                  </a:lnTo>
                  <a:lnTo>
                    <a:pt x="36603" y="3351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2" name="pg43">
              <a:extLst>
                <a:ext uri="{FF2B5EF4-FFF2-40B4-BE49-F238E27FC236}">
                  <a16:creationId xmlns:a16="http://schemas.microsoft.com/office/drawing/2014/main" id="{A1FBB72F-7442-4EEF-8B16-A6A5AA0BD26B}"/>
                </a:ext>
              </a:extLst>
            </p:cNvPr>
            <p:cNvSpPr/>
            <p:nvPr/>
          </p:nvSpPr>
          <p:spPr>
            <a:xfrm>
              <a:off x="7021763" y="2225900"/>
              <a:ext cx="17877" cy="31575"/>
            </a:xfrm>
            <a:custGeom>
              <a:avLst/>
              <a:gdLst/>
              <a:ahLst/>
              <a:cxnLst/>
              <a:rect l="0" t="0" r="0" b="0"/>
              <a:pathLst>
                <a:path w="17877" h="31575">
                  <a:moveTo>
                    <a:pt x="0" y="17281"/>
                  </a:moveTo>
                  <a:lnTo>
                    <a:pt x="8577" y="0"/>
                  </a:lnTo>
                  <a:lnTo>
                    <a:pt x="17877" y="4465"/>
                  </a:lnTo>
                  <a:lnTo>
                    <a:pt x="4607" y="3157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3" name="pg44">
              <a:extLst>
                <a:ext uri="{FF2B5EF4-FFF2-40B4-BE49-F238E27FC236}">
                  <a16:creationId xmlns:a16="http://schemas.microsoft.com/office/drawing/2014/main" id="{BF9314E8-64B8-48FB-B5C3-3C64916167D3}"/>
                </a:ext>
              </a:extLst>
            </p:cNvPr>
            <p:cNvSpPr/>
            <p:nvPr/>
          </p:nvSpPr>
          <p:spPr>
            <a:xfrm>
              <a:off x="6820543" y="3227872"/>
              <a:ext cx="14234" cy="42839"/>
            </a:xfrm>
            <a:custGeom>
              <a:avLst/>
              <a:gdLst/>
              <a:ahLst/>
              <a:cxnLst/>
              <a:rect l="0" t="0" r="0" b="0"/>
              <a:pathLst>
                <a:path w="14234" h="42839">
                  <a:moveTo>
                    <a:pt x="7881" y="0"/>
                  </a:moveTo>
                  <a:lnTo>
                    <a:pt x="14234" y="41647"/>
                  </a:lnTo>
                  <a:lnTo>
                    <a:pt x="6437" y="42839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4" name="pg45">
              <a:extLst>
                <a:ext uri="{FF2B5EF4-FFF2-40B4-BE49-F238E27FC236}">
                  <a16:creationId xmlns:a16="http://schemas.microsoft.com/office/drawing/2014/main" id="{A319F550-5DF2-44FC-A074-0ECC06EB3000}"/>
                </a:ext>
              </a:extLst>
            </p:cNvPr>
            <p:cNvSpPr/>
            <p:nvPr/>
          </p:nvSpPr>
          <p:spPr>
            <a:xfrm>
              <a:off x="6233945" y="4600273"/>
              <a:ext cx="40715" cy="44047"/>
            </a:xfrm>
            <a:custGeom>
              <a:avLst/>
              <a:gdLst/>
              <a:ahLst/>
              <a:cxnLst/>
              <a:rect l="0" t="0" r="0" b="0"/>
              <a:pathLst>
                <a:path w="40715" h="44047">
                  <a:moveTo>
                    <a:pt x="32053" y="0"/>
                  </a:moveTo>
                  <a:lnTo>
                    <a:pt x="40715" y="36426"/>
                  </a:lnTo>
                  <a:lnTo>
                    <a:pt x="9669" y="44047"/>
                  </a:lnTo>
                  <a:lnTo>
                    <a:pt x="0" y="51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5" name="pg46">
              <a:extLst>
                <a:ext uri="{FF2B5EF4-FFF2-40B4-BE49-F238E27FC236}">
                  <a16:creationId xmlns:a16="http://schemas.microsoft.com/office/drawing/2014/main" id="{86C4205C-D0DD-490E-9A30-096E4AAA6211}"/>
                </a:ext>
              </a:extLst>
            </p:cNvPr>
            <p:cNvSpPr/>
            <p:nvPr/>
          </p:nvSpPr>
          <p:spPr>
            <a:xfrm>
              <a:off x="7773700" y="1893769"/>
              <a:ext cx="22082" cy="13580"/>
            </a:xfrm>
            <a:custGeom>
              <a:avLst/>
              <a:gdLst/>
              <a:ahLst/>
              <a:cxnLst/>
              <a:rect l="0" t="0" r="0" b="0"/>
              <a:pathLst>
                <a:path w="22082" h="13580">
                  <a:moveTo>
                    <a:pt x="1284" y="1208"/>
                  </a:moveTo>
                  <a:lnTo>
                    <a:pt x="1443" y="0"/>
                  </a:lnTo>
                  <a:lnTo>
                    <a:pt x="22082" y="2769"/>
                  </a:lnTo>
                  <a:lnTo>
                    <a:pt x="20630" y="13580"/>
                  </a:lnTo>
                  <a:lnTo>
                    <a:pt x="0" y="1081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6" name="pg47">
              <a:extLst>
                <a:ext uri="{FF2B5EF4-FFF2-40B4-BE49-F238E27FC236}">
                  <a16:creationId xmlns:a16="http://schemas.microsoft.com/office/drawing/2014/main" id="{ECC0F693-1199-47C4-9A70-05E0AC0CC8E6}"/>
                </a:ext>
              </a:extLst>
            </p:cNvPr>
            <p:cNvSpPr/>
            <p:nvPr/>
          </p:nvSpPr>
          <p:spPr>
            <a:xfrm>
              <a:off x="6891709" y="3175070"/>
              <a:ext cx="43485" cy="83915"/>
            </a:xfrm>
            <a:custGeom>
              <a:avLst/>
              <a:gdLst/>
              <a:ahLst/>
              <a:cxnLst/>
              <a:rect l="0" t="0" r="0" b="0"/>
              <a:pathLst>
                <a:path w="43485" h="83915">
                  <a:moveTo>
                    <a:pt x="0" y="4834"/>
                  </a:moveTo>
                  <a:lnTo>
                    <a:pt x="31298" y="0"/>
                  </a:lnTo>
                  <a:lnTo>
                    <a:pt x="43485" y="79098"/>
                  </a:lnTo>
                  <a:lnTo>
                    <a:pt x="11977" y="839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7" name="pg48">
              <a:extLst>
                <a:ext uri="{FF2B5EF4-FFF2-40B4-BE49-F238E27FC236}">
                  <a16:creationId xmlns:a16="http://schemas.microsoft.com/office/drawing/2014/main" id="{BF5B6A2A-7DAC-47DE-B055-6ACB3A30E25B}"/>
                </a:ext>
              </a:extLst>
            </p:cNvPr>
            <p:cNvSpPr/>
            <p:nvPr/>
          </p:nvSpPr>
          <p:spPr>
            <a:xfrm>
              <a:off x="6212039" y="4250257"/>
              <a:ext cx="41941" cy="19908"/>
            </a:xfrm>
            <a:custGeom>
              <a:avLst/>
              <a:gdLst/>
              <a:ahLst/>
              <a:cxnLst/>
              <a:rect l="0" t="0" r="0" b="0"/>
              <a:pathLst>
                <a:path w="41941" h="19908">
                  <a:moveTo>
                    <a:pt x="41781" y="14386"/>
                  </a:moveTo>
                  <a:lnTo>
                    <a:pt x="41941" y="16559"/>
                  </a:lnTo>
                  <a:lnTo>
                    <a:pt x="1225" y="19908"/>
                  </a:lnTo>
                  <a:lnTo>
                    <a:pt x="0" y="3340"/>
                  </a:lnTo>
                  <a:lnTo>
                    <a:pt x="4071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8" name="pg49">
              <a:extLst>
                <a:ext uri="{FF2B5EF4-FFF2-40B4-BE49-F238E27FC236}">
                  <a16:creationId xmlns:a16="http://schemas.microsoft.com/office/drawing/2014/main" id="{21807301-4CE0-4668-8ACE-E6E7C235EBDA}"/>
                </a:ext>
              </a:extLst>
            </p:cNvPr>
            <p:cNvSpPr/>
            <p:nvPr/>
          </p:nvSpPr>
          <p:spPr>
            <a:xfrm>
              <a:off x="7887059" y="3499705"/>
              <a:ext cx="32607" cy="27681"/>
            </a:xfrm>
            <a:custGeom>
              <a:avLst/>
              <a:gdLst/>
              <a:ahLst/>
              <a:cxnLst/>
              <a:rect l="0" t="0" r="0" b="0"/>
              <a:pathLst>
                <a:path w="32607" h="27681">
                  <a:moveTo>
                    <a:pt x="24407" y="27681"/>
                  </a:moveTo>
                  <a:lnTo>
                    <a:pt x="0" y="6983"/>
                  </a:lnTo>
                  <a:lnTo>
                    <a:pt x="5447" y="545"/>
                  </a:lnTo>
                  <a:lnTo>
                    <a:pt x="8678" y="3231"/>
                  </a:lnTo>
                  <a:lnTo>
                    <a:pt x="11364" y="0"/>
                  </a:lnTo>
                  <a:lnTo>
                    <a:pt x="32607" y="1801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19" name="pg50">
              <a:extLst>
                <a:ext uri="{FF2B5EF4-FFF2-40B4-BE49-F238E27FC236}">
                  <a16:creationId xmlns:a16="http://schemas.microsoft.com/office/drawing/2014/main" id="{54CE3614-2BA7-4CCB-B6C2-D6E99E1A1F46}"/>
                </a:ext>
              </a:extLst>
            </p:cNvPr>
            <p:cNvSpPr/>
            <p:nvPr/>
          </p:nvSpPr>
          <p:spPr>
            <a:xfrm>
              <a:off x="8622553" y="4403660"/>
              <a:ext cx="16131" cy="29838"/>
            </a:xfrm>
            <a:custGeom>
              <a:avLst/>
              <a:gdLst/>
              <a:ahLst/>
              <a:cxnLst/>
              <a:rect l="0" t="0" r="0" b="0"/>
              <a:pathLst>
                <a:path w="16131" h="29838">
                  <a:moveTo>
                    <a:pt x="1569" y="29838"/>
                  </a:moveTo>
                  <a:lnTo>
                    <a:pt x="0" y="772"/>
                  </a:lnTo>
                  <a:lnTo>
                    <a:pt x="14570" y="0"/>
                  </a:lnTo>
                  <a:lnTo>
                    <a:pt x="16131" y="290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0" name="pg51">
              <a:extLst>
                <a:ext uri="{FF2B5EF4-FFF2-40B4-BE49-F238E27FC236}">
                  <a16:creationId xmlns:a16="http://schemas.microsoft.com/office/drawing/2014/main" id="{F6DCF3EC-B48B-4877-B0FE-87811E78D2FA}"/>
                </a:ext>
              </a:extLst>
            </p:cNvPr>
            <p:cNvSpPr/>
            <p:nvPr/>
          </p:nvSpPr>
          <p:spPr>
            <a:xfrm>
              <a:off x="6316896" y="1917329"/>
              <a:ext cx="61447" cy="63150"/>
            </a:xfrm>
            <a:custGeom>
              <a:avLst/>
              <a:gdLst/>
              <a:ahLst/>
              <a:cxnLst/>
              <a:rect l="0" t="0" r="0" b="0"/>
              <a:pathLst>
                <a:path w="61447" h="63150">
                  <a:moveTo>
                    <a:pt x="9820" y="24281"/>
                  </a:moveTo>
                  <a:lnTo>
                    <a:pt x="22049" y="0"/>
                  </a:lnTo>
                  <a:lnTo>
                    <a:pt x="60398" y="18649"/>
                  </a:lnTo>
                  <a:lnTo>
                    <a:pt x="61447" y="19161"/>
                  </a:lnTo>
                  <a:lnTo>
                    <a:pt x="39288" y="63150"/>
                  </a:lnTo>
                  <a:lnTo>
                    <a:pt x="0" y="437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1" name="pg52">
              <a:extLst>
                <a:ext uri="{FF2B5EF4-FFF2-40B4-BE49-F238E27FC236}">
                  <a16:creationId xmlns:a16="http://schemas.microsoft.com/office/drawing/2014/main" id="{9F37232F-CDCF-4726-95FE-5E02927A33CB}"/>
                </a:ext>
              </a:extLst>
            </p:cNvPr>
            <p:cNvSpPr/>
            <p:nvPr/>
          </p:nvSpPr>
          <p:spPr>
            <a:xfrm>
              <a:off x="8906171" y="5120757"/>
              <a:ext cx="22166" cy="25305"/>
            </a:xfrm>
            <a:custGeom>
              <a:avLst/>
              <a:gdLst/>
              <a:ahLst/>
              <a:cxnLst/>
              <a:rect l="0" t="0" r="0" b="0"/>
              <a:pathLst>
                <a:path w="22166" h="25305">
                  <a:moveTo>
                    <a:pt x="1854" y="25305"/>
                  </a:moveTo>
                  <a:lnTo>
                    <a:pt x="0" y="1586"/>
                  </a:lnTo>
                  <a:lnTo>
                    <a:pt x="20320" y="0"/>
                  </a:lnTo>
                  <a:lnTo>
                    <a:pt x="22166" y="237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2" name="pg53">
              <a:extLst>
                <a:ext uri="{FF2B5EF4-FFF2-40B4-BE49-F238E27FC236}">
                  <a16:creationId xmlns:a16="http://schemas.microsoft.com/office/drawing/2014/main" id="{78533A87-CE0D-46F0-88CE-CD081BDFD9D8}"/>
                </a:ext>
              </a:extLst>
            </p:cNvPr>
            <p:cNvSpPr/>
            <p:nvPr/>
          </p:nvSpPr>
          <p:spPr>
            <a:xfrm>
              <a:off x="9153084" y="2914945"/>
              <a:ext cx="37643" cy="40950"/>
            </a:xfrm>
            <a:custGeom>
              <a:avLst/>
              <a:gdLst/>
              <a:ahLst/>
              <a:cxnLst/>
              <a:rect l="0" t="0" r="0" b="0"/>
              <a:pathLst>
                <a:path w="37643" h="40950">
                  <a:moveTo>
                    <a:pt x="34630" y="40950"/>
                  </a:moveTo>
                  <a:lnTo>
                    <a:pt x="0" y="38080"/>
                  </a:lnTo>
                  <a:lnTo>
                    <a:pt x="2752" y="0"/>
                  </a:lnTo>
                  <a:lnTo>
                    <a:pt x="4498" y="142"/>
                  </a:lnTo>
                  <a:lnTo>
                    <a:pt x="34194" y="2601"/>
                  </a:lnTo>
                  <a:lnTo>
                    <a:pt x="34051" y="4356"/>
                  </a:lnTo>
                  <a:lnTo>
                    <a:pt x="37643" y="46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3" name="pg54">
              <a:extLst>
                <a:ext uri="{FF2B5EF4-FFF2-40B4-BE49-F238E27FC236}">
                  <a16:creationId xmlns:a16="http://schemas.microsoft.com/office/drawing/2014/main" id="{CAE15702-E841-4CB1-B45B-FED3E5ADBE45}"/>
                </a:ext>
              </a:extLst>
            </p:cNvPr>
            <p:cNvSpPr/>
            <p:nvPr/>
          </p:nvSpPr>
          <p:spPr>
            <a:xfrm>
              <a:off x="7039271" y="2742472"/>
              <a:ext cx="50032" cy="46784"/>
            </a:xfrm>
            <a:custGeom>
              <a:avLst/>
              <a:gdLst/>
              <a:ahLst/>
              <a:cxnLst/>
              <a:rect l="0" t="0" r="0" b="0"/>
              <a:pathLst>
                <a:path w="50032" h="46784">
                  <a:moveTo>
                    <a:pt x="15796" y="0"/>
                  </a:moveTo>
                  <a:lnTo>
                    <a:pt x="50032" y="25918"/>
                  </a:lnTo>
                  <a:lnTo>
                    <a:pt x="34236" y="46784"/>
                  </a:lnTo>
                  <a:lnTo>
                    <a:pt x="0" y="208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4" name="pg55">
              <a:extLst>
                <a:ext uri="{FF2B5EF4-FFF2-40B4-BE49-F238E27FC236}">
                  <a16:creationId xmlns:a16="http://schemas.microsoft.com/office/drawing/2014/main" id="{7961A509-718C-4427-ADFE-EEE364B07293}"/>
                </a:ext>
              </a:extLst>
            </p:cNvPr>
            <p:cNvSpPr/>
            <p:nvPr/>
          </p:nvSpPr>
          <p:spPr>
            <a:xfrm>
              <a:off x="6258999" y="4681746"/>
              <a:ext cx="73525" cy="93031"/>
            </a:xfrm>
            <a:custGeom>
              <a:avLst/>
              <a:gdLst/>
              <a:ahLst/>
              <a:cxnLst/>
              <a:rect l="0" t="0" r="0" b="0"/>
              <a:pathLst>
                <a:path w="73525" h="93031">
                  <a:moveTo>
                    <a:pt x="0" y="15359"/>
                  </a:moveTo>
                  <a:lnTo>
                    <a:pt x="61866" y="0"/>
                  </a:lnTo>
                  <a:lnTo>
                    <a:pt x="65039" y="12262"/>
                  </a:lnTo>
                  <a:lnTo>
                    <a:pt x="73525" y="45021"/>
                  </a:lnTo>
                  <a:lnTo>
                    <a:pt x="38600" y="53683"/>
                  </a:lnTo>
                  <a:lnTo>
                    <a:pt x="47833" y="86215"/>
                  </a:lnTo>
                  <a:lnTo>
                    <a:pt x="22821" y="930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5" name="pg56">
              <a:extLst>
                <a:ext uri="{FF2B5EF4-FFF2-40B4-BE49-F238E27FC236}">
                  <a16:creationId xmlns:a16="http://schemas.microsoft.com/office/drawing/2014/main" id="{B68AD28D-0083-49D5-968C-0670BD0BD5A1}"/>
                </a:ext>
              </a:extLst>
            </p:cNvPr>
            <p:cNvSpPr/>
            <p:nvPr/>
          </p:nvSpPr>
          <p:spPr>
            <a:xfrm>
              <a:off x="5882116" y="2317890"/>
              <a:ext cx="26346" cy="44744"/>
            </a:xfrm>
            <a:custGeom>
              <a:avLst/>
              <a:gdLst/>
              <a:ahLst/>
              <a:cxnLst/>
              <a:rect l="0" t="0" r="0" b="0"/>
              <a:pathLst>
                <a:path w="26346" h="44744">
                  <a:moveTo>
                    <a:pt x="26346" y="43426"/>
                  </a:moveTo>
                  <a:lnTo>
                    <a:pt x="14621" y="44073"/>
                  </a:lnTo>
                  <a:lnTo>
                    <a:pt x="2383" y="44744"/>
                  </a:lnTo>
                  <a:lnTo>
                    <a:pt x="0" y="847"/>
                  </a:lnTo>
                  <a:lnTo>
                    <a:pt x="12061" y="100"/>
                  </a:lnTo>
                  <a:lnTo>
                    <a:pt x="12094" y="688"/>
                  </a:lnTo>
                  <a:lnTo>
                    <a:pt x="2390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6" name="pg57">
              <a:extLst>
                <a:ext uri="{FF2B5EF4-FFF2-40B4-BE49-F238E27FC236}">
                  <a16:creationId xmlns:a16="http://schemas.microsoft.com/office/drawing/2014/main" id="{34691304-8D18-4E2A-AC8D-5DF6F2C2F63A}"/>
                </a:ext>
              </a:extLst>
            </p:cNvPr>
            <p:cNvSpPr/>
            <p:nvPr/>
          </p:nvSpPr>
          <p:spPr>
            <a:xfrm>
              <a:off x="7641019" y="4420556"/>
              <a:ext cx="57351" cy="19606"/>
            </a:xfrm>
            <a:custGeom>
              <a:avLst/>
              <a:gdLst/>
              <a:ahLst/>
              <a:cxnLst/>
              <a:rect l="0" t="0" r="0" b="0"/>
              <a:pathLst>
                <a:path w="57351" h="19606">
                  <a:moveTo>
                    <a:pt x="906" y="19606"/>
                  </a:moveTo>
                  <a:lnTo>
                    <a:pt x="0" y="3105"/>
                  </a:lnTo>
                  <a:lnTo>
                    <a:pt x="56461" y="0"/>
                  </a:lnTo>
                  <a:lnTo>
                    <a:pt x="56486" y="419"/>
                  </a:lnTo>
                  <a:lnTo>
                    <a:pt x="57351" y="1650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7" name="pg58">
              <a:extLst>
                <a:ext uri="{FF2B5EF4-FFF2-40B4-BE49-F238E27FC236}">
                  <a16:creationId xmlns:a16="http://schemas.microsoft.com/office/drawing/2014/main" id="{B96866DA-E0A3-4B3D-BA2E-F30258A54CDA}"/>
                </a:ext>
              </a:extLst>
            </p:cNvPr>
            <p:cNvSpPr/>
            <p:nvPr/>
          </p:nvSpPr>
          <p:spPr>
            <a:xfrm>
              <a:off x="8652366" y="3300457"/>
              <a:ext cx="80793" cy="79375"/>
            </a:xfrm>
            <a:custGeom>
              <a:avLst/>
              <a:gdLst/>
              <a:ahLst/>
              <a:cxnLst/>
              <a:rect l="0" t="0" r="0" b="0"/>
              <a:pathLst>
                <a:path w="80793" h="79375">
                  <a:moveTo>
                    <a:pt x="31323" y="79375"/>
                  </a:moveTo>
                  <a:lnTo>
                    <a:pt x="0" y="45122"/>
                  </a:lnTo>
                  <a:lnTo>
                    <a:pt x="49579" y="0"/>
                  </a:lnTo>
                  <a:lnTo>
                    <a:pt x="80793" y="3417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8" name="pg59">
              <a:extLst>
                <a:ext uri="{FF2B5EF4-FFF2-40B4-BE49-F238E27FC236}">
                  <a16:creationId xmlns:a16="http://schemas.microsoft.com/office/drawing/2014/main" id="{5F0DBE0F-5E8A-4390-AA23-A5F6E00ED2DA}"/>
                </a:ext>
              </a:extLst>
            </p:cNvPr>
            <p:cNvSpPr/>
            <p:nvPr/>
          </p:nvSpPr>
          <p:spPr>
            <a:xfrm>
              <a:off x="9776780" y="3551189"/>
              <a:ext cx="14856" cy="19816"/>
            </a:xfrm>
            <a:custGeom>
              <a:avLst/>
              <a:gdLst/>
              <a:ahLst/>
              <a:cxnLst/>
              <a:rect l="0" t="0" r="0" b="0"/>
              <a:pathLst>
                <a:path w="14856" h="19816">
                  <a:moveTo>
                    <a:pt x="14856" y="1368"/>
                  </a:moveTo>
                  <a:lnTo>
                    <a:pt x="13169" y="19816"/>
                  </a:lnTo>
                  <a:lnTo>
                    <a:pt x="0" y="18616"/>
                  </a:lnTo>
                  <a:lnTo>
                    <a:pt x="177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29" name="pg60">
              <a:extLst>
                <a:ext uri="{FF2B5EF4-FFF2-40B4-BE49-F238E27FC236}">
                  <a16:creationId xmlns:a16="http://schemas.microsoft.com/office/drawing/2014/main" id="{35CEB872-9B43-4CE0-8646-CDBE4CB446C7}"/>
                </a:ext>
              </a:extLst>
            </p:cNvPr>
            <p:cNvSpPr/>
            <p:nvPr/>
          </p:nvSpPr>
          <p:spPr>
            <a:xfrm>
              <a:off x="9747160" y="3434858"/>
              <a:ext cx="20504" cy="39011"/>
            </a:xfrm>
            <a:custGeom>
              <a:avLst/>
              <a:gdLst/>
              <a:ahLst/>
              <a:cxnLst/>
              <a:rect l="0" t="0" r="0" b="0"/>
              <a:pathLst>
                <a:path w="20504" h="39011">
                  <a:moveTo>
                    <a:pt x="20504" y="13571"/>
                  </a:moveTo>
                  <a:lnTo>
                    <a:pt x="18507" y="39011"/>
                  </a:lnTo>
                  <a:lnTo>
                    <a:pt x="0" y="37652"/>
                  </a:lnTo>
                  <a:lnTo>
                    <a:pt x="2979" y="0"/>
                  </a:lnTo>
                  <a:lnTo>
                    <a:pt x="9165" y="48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0" name="pg61">
              <a:extLst>
                <a:ext uri="{FF2B5EF4-FFF2-40B4-BE49-F238E27FC236}">
                  <a16:creationId xmlns:a16="http://schemas.microsoft.com/office/drawing/2014/main" id="{366EF7B8-81FB-4C9B-9E75-ABE1B7D8EDDC}"/>
                </a:ext>
              </a:extLst>
            </p:cNvPr>
            <p:cNvSpPr/>
            <p:nvPr/>
          </p:nvSpPr>
          <p:spPr>
            <a:xfrm>
              <a:off x="7214901" y="4322011"/>
              <a:ext cx="66743" cy="50091"/>
            </a:xfrm>
            <a:custGeom>
              <a:avLst/>
              <a:gdLst/>
              <a:ahLst/>
              <a:cxnLst/>
              <a:rect l="0" t="0" r="0" b="0"/>
              <a:pathLst>
                <a:path w="66743" h="50091">
                  <a:moveTo>
                    <a:pt x="66743" y="46288"/>
                  </a:moveTo>
                  <a:lnTo>
                    <a:pt x="3071" y="50091"/>
                  </a:lnTo>
                  <a:lnTo>
                    <a:pt x="0" y="3818"/>
                  </a:lnTo>
                  <a:lnTo>
                    <a:pt x="6398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1" name="pg62">
              <a:extLst>
                <a:ext uri="{FF2B5EF4-FFF2-40B4-BE49-F238E27FC236}">
                  <a16:creationId xmlns:a16="http://schemas.microsoft.com/office/drawing/2014/main" id="{78015EDE-9A9E-42B1-A710-C128A5343B9A}"/>
                </a:ext>
              </a:extLst>
            </p:cNvPr>
            <p:cNvSpPr/>
            <p:nvPr/>
          </p:nvSpPr>
          <p:spPr>
            <a:xfrm>
              <a:off x="7243295" y="2731116"/>
              <a:ext cx="36426" cy="35730"/>
            </a:xfrm>
            <a:custGeom>
              <a:avLst/>
              <a:gdLst/>
              <a:ahLst/>
              <a:cxnLst/>
              <a:rect l="0" t="0" r="0" b="0"/>
              <a:pathLst>
                <a:path w="36426" h="35730">
                  <a:moveTo>
                    <a:pt x="36426" y="18414"/>
                  </a:moveTo>
                  <a:lnTo>
                    <a:pt x="21805" y="35730"/>
                  </a:lnTo>
                  <a:lnTo>
                    <a:pt x="0" y="17315"/>
                  </a:lnTo>
                  <a:lnTo>
                    <a:pt x="1462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2" name="pg63">
              <a:extLst>
                <a:ext uri="{FF2B5EF4-FFF2-40B4-BE49-F238E27FC236}">
                  <a16:creationId xmlns:a16="http://schemas.microsoft.com/office/drawing/2014/main" id="{DB976E7C-E1A4-459A-B1C2-28856920683E}"/>
                </a:ext>
              </a:extLst>
            </p:cNvPr>
            <p:cNvSpPr/>
            <p:nvPr/>
          </p:nvSpPr>
          <p:spPr>
            <a:xfrm>
              <a:off x="8130607" y="5459694"/>
              <a:ext cx="18314" cy="11574"/>
            </a:xfrm>
            <a:custGeom>
              <a:avLst/>
              <a:gdLst/>
              <a:ahLst/>
              <a:cxnLst/>
              <a:rect l="0" t="0" r="0" b="0"/>
              <a:pathLst>
                <a:path w="18314" h="11574">
                  <a:moveTo>
                    <a:pt x="18314" y="10122"/>
                  </a:moveTo>
                  <a:lnTo>
                    <a:pt x="839" y="11574"/>
                  </a:lnTo>
                  <a:lnTo>
                    <a:pt x="0" y="1460"/>
                  </a:lnTo>
                  <a:lnTo>
                    <a:pt x="1747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3" name="pg64">
              <a:extLst>
                <a:ext uri="{FF2B5EF4-FFF2-40B4-BE49-F238E27FC236}">
                  <a16:creationId xmlns:a16="http://schemas.microsoft.com/office/drawing/2014/main" id="{E6DB7EA1-9DA1-4AA7-B9E9-ACCAF3B7E053}"/>
                </a:ext>
              </a:extLst>
            </p:cNvPr>
            <p:cNvSpPr/>
            <p:nvPr/>
          </p:nvSpPr>
          <p:spPr>
            <a:xfrm>
              <a:off x="9596576" y="5079126"/>
              <a:ext cx="32767" cy="55739"/>
            </a:xfrm>
            <a:custGeom>
              <a:avLst/>
              <a:gdLst/>
              <a:ahLst/>
              <a:cxnLst/>
              <a:rect l="0" t="0" r="0" b="0"/>
              <a:pathLst>
                <a:path w="32767" h="55739">
                  <a:moveTo>
                    <a:pt x="21419" y="54035"/>
                  </a:moveTo>
                  <a:lnTo>
                    <a:pt x="5547" y="55739"/>
                  </a:lnTo>
                  <a:lnTo>
                    <a:pt x="0" y="2904"/>
                  </a:lnTo>
                  <a:lnTo>
                    <a:pt x="6672" y="2207"/>
                  </a:lnTo>
                  <a:lnTo>
                    <a:pt x="27353" y="0"/>
                  </a:lnTo>
                  <a:lnTo>
                    <a:pt x="32767" y="50460"/>
                  </a:lnTo>
                  <a:lnTo>
                    <a:pt x="21176" y="5170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4" name="pg65">
              <a:extLst>
                <a:ext uri="{FF2B5EF4-FFF2-40B4-BE49-F238E27FC236}">
                  <a16:creationId xmlns:a16="http://schemas.microsoft.com/office/drawing/2014/main" id="{B2E49073-8580-4D5F-8E8C-80A3841CA6FF}"/>
                </a:ext>
              </a:extLst>
            </p:cNvPr>
            <p:cNvSpPr/>
            <p:nvPr/>
          </p:nvSpPr>
          <p:spPr>
            <a:xfrm>
              <a:off x="8740168" y="3804095"/>
              <a:ext cx="65308" cy="66919"/>
            </a:xfrm>
            <a:custGeom>
              <a:avLst/>
              <a:gdLst/>
              <a:ahLst/>
              <a:cxnLst/>
              <a:rect l="0" t="0" r="0" b="0"/>
              <a:pathLst>
                <a:path w="65308" h="66919">
                  <a:moveTo>
                    <a:pt x="65308" y="42797"/>
                  </a:moveTo>
                  <a:lnTo>
                    <a:pt x="38474" y="66919"/>
                  </a:lnTo>
                  <a:lnTo>
                    <a:pt x="0" y="24122"/>
                  </a:lnTo>
                  <a:lnTo>
                    <a:pt x="13731" y="11784"/>
                  </a:lnTo>
                  <a:lnTo>
                    <a:pt x="2682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5" name="pg66">
              <a:extLst>
                <a:ext uri="{FF2B5EF4-FFF2-40B4-BE49-F238E27FC236}">
                  <a16:creationId xmlns:a16="http://schemas.microsoft.com/office/drawing/2014/main" id="{AD693606-9D34-47C8-AABA-3882BFE84DAB}"/>
                </a:ext>
              </a:extLst>
            </p:cNvPr>
            <p:cNvSpPr/>
            <p:nvPr/>
          </p:nvSpPr>
          <p:spPr>
            <a:xfrm>
              <a:off x="6777888" y="2543728"/>
              <a:ext cx="59365" cy="53633"/>
            </a:xfrm>
            <a:custGeom>
              <a:avLst/>
              <a:gdLst/>
              <a:ahLst/>
              <a:cxnLst/>
              <a:rect l="0" t="0" r="0" b="0"/>
              <a:pathLst>
                <a:path w="59365" h="53633">
                  <a:moveTo>
                    <a:pt x="59365" y="29200"/>
                  </a:moveTo>
                  <a:lnTo>
                    <a:pt x="42637" y="53633"/>
                  </a:lnTo>
                  <a:lnTo>
                    <a:pt x="0" y="24441"/>
                  </a:lnTo>
                  <a:lnTo>
                    <a:pt x="1673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6" name="pg67">
              <a:extLst>
                <a:ext uri="{FF2B5EF4-FFF2-40B4-BE49-F238E27FC236}">
                  <a16:creationId xmlns:a16="http://schemas.microsoft.com/office/drawing/2014/main" id="{AABEB689-E6E8-4587-A91C-8554228392B2}"/>
                </a:ext>
              </a:extLst>
            </p:cNvPr>
            <p:cNvSpPr/>
            <p:nvPr/>
          </p:nvSpPr>
          <p:spPr>
            <a:xfrm>
              <a:off x="9561836" y="3000078"/>
              <a:ext cx="86660" cy="18263"/>
            </a:xfrm>
            <a:custGeom>
              <a:avLst/>
              <a:gdLst/>
              <a:ahLst/>
              <a:cxnLst/>
              <a:rect l="0" t="0" r="0" b="0"/>
              <a:pathLst>
                <a:path w="86660" h="18263">
                  <a:moveTo>
                    <a:pt x="86660" y="7318"/>
                  </a:moveTo>
                  <a:lnTo>
                    <a:pt x="85720" y="18263"/>
                  </a:lnTo>
                  <a:lnTo>
                    <a:pt x="0" y="10860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7" name="pg68">
              <a:extLst>
                <a:ext uri="{FF2B5EF4-FFF2-40B4-BE49-F238E27FC236}">
                  <a16:creationId xmlns:a16="http://schemas.microsoft.com/office/drawing/2014/main" id="{8A4D1D19-0F67-4C04-89A6-57AF61526FBA}"/>
                </a:ext>
              </a:extLst>
            </p:cNvPr>
            <p:cNvSpPr/>
            <p:nvPr/>
          </p:nvSpPr>
          <p:spPr>
            <a:xfrm>
              <a:off x="7025456" y="5195423"/>
              <a:ext cx="32381" cy="45483"/>
            </a:xfrm>
            <a:custGeom>
              <a:avLst/>
              <a:gdLst/>
              <a:ahLst/>
              <a:cxnLst/>
              <a:rect l="0" t="0" r="0" b="0"/>
              <a:pathLst>
                <a:path w="32381" h="45483">
                  <a:moveTo>
                    <a:pt x="32381" y="43905"/>
                  </a:moveTo>
                  <a:lnTo>
                    <a:pt x="2215" y="45483"/>
                  </a:lnTo>
                  <a:lnTo>
                    <a:pt x="0" y="1577"/>
                  </a:lnTo>
                  <a:lnTo>
                    <a:pt x="3008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8" name="pg69">
              <a:extLst>
                <a:ext uri="{FF2B5EF4-FFF2-40B4-BE49-F238E27FC236}">
                  <a16:creationId xmlns:a16="http://schemas.microsoft.com/office/drawing/2014/main" id="{E77F063C-F14A-4DAA-BB0D-5E1207BF3023}"/>
                </a:ext>
              </a:extLst>
            </p:cNvPr>
            <p:cNvSpPr/>
            <p:nvPr/>
          </p:nvSpPr>
          <p:spPr>
            <a:xfrm>
              <a:off x="7392083" y="1715941"/>
              <a:ext cx="21856" cy="21016"/>
            </a:xfrm>
            <a:custGeom>
              <a:avLst/>
              <a:gdLst/>
              <a:ahLst/>
              <a:cxnLst/>
              <a:rect l="0" t="0" r="0" b="0"/>
              <a:pathLst>
                <a:path w="21856" h="21016">
                  <a:moveTo>
                    <a:pt x="21856" y="1938"/>
                  </a:moveTo>
                  <a:lnTo>
                    <a:pt x="20009" y="21016"/>
                  </a:lnTo>
                  <a:lnTo>
                    <a:pt x="0" y="19086"/>
                  </a:lnTo>
                  <a:lnTo>
                    <a:pt x="183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39" name="pg70">
              <a:extLst>
                <a:ext uri="{FF2B5EF4-FFF2-40B4-BE49-F238E27FC236}">
                  <a16:creationId xmlns:a16="http://schemas.microsoft.com/office/drawing/2014/main" id="{4B6CDACC-4FEC-43F2-94A9-EB2BC198B54B}"/>
                </a:ext>
              </a:extLst>
            </p:cNvPr>
            <p:cNvSpPr/>
            <p:nvPr/>
          </p:nvSpPr>
          <p:spPr>
            <a:xfrm>
              <a:off x="7187807" y="2259876"/>
              <a:ext cx="29502" cy="25314"/>
            </a:xfrm>
            <a:custGeom>
              <a:avLst/>
              <a:gdLst/>
              <a:ahLst/>
              <a:cxnLst/>
              <a:rect l="0" t="0" r="0" b="0"/>
              <a:pathLst>
                <a:path w="29502" h="25314">
                  <a:moveTo>
                    <a:pt x="29502" y="9920"/>
                  </a:moveTo>
                  <a:lnTo>
                    <a:pt x="22435" y="25314"/>
                  </a:lnTo>
                  <a:lnTo>
                    <a:pt x="0" y="15015"/>
                  </a:lnTo>
                  <a:lnTo>
                    <a:pt x="689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0" name="pg71">
              <a:extLst>
                <a:ext uri="{FF2B5EF4-FFF2-40B4-BE49-F238E27FC236}">
                  <a16:creationId xmlns:a16="http://schemas.microsoft.com/office/drawing/2014/main" id="{D7EC6834-6843-4249-A5CB-D95074CE1BF5}"/>
                </a:ext>
              </a:extLst>
            </p:cNvPr>
            <p:cNvSpPr/>
            <p:nvPr/>
          </p:nvSpPr>
          <p:spPr>
            <a:xfrm>
              <a:off x="7051937" y="4282453"/>
              <a:ext cx="109020" cy="38592"/>
            </a:xfrm>
            <a:custGeom>
              <a:avLst/>
              <a:gdLst/>
              <a:ahLst/>
              <a:cxnLst/>
              <a:rect l="0" t="0" r="0" b="0"/>
              <a:pathLst>
                <a:path w="109020" h="38592">
                  <a:moveTo>
                    <a:pt x="31483" y="35881"/>
                  </a:moveTo>
                  <a:lnTo>
                    <a:pt x="1754" y="38592"/>
                  </a:lnTo>
                  <a:lnTo>
                    <a:pt x="1485" y="35486"/>
                  </a:lnTo>
                  <a:lnTo>
                    <a:pt x="0" y="18356"/>
                  </a:lnTo>
                  <a:lnTo>
                    <a:pt x="26808" y="14503"/>
                  </a:lnTo>
                  <a:lnTo>
                    <a:pt x="26153" y="7864"/>
                  </a:lnTo>
                  <a:lnTo>
                    <a:pt x="66701" y="3869"/>
                  </a:lnTo>
                  <a:lnTo>
                    <a:pt x="106007" y="0"/>
                  </a:lnTo>
                  <a:lnTo>
                    <a:pt x="109020" y="290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1" name="pg72">
              <a:extLst>
                <a:ext uri="{FF2B5EF4-FFF2-40B4-BE49-F238E27FC236}">
                  <a16:creationId xmlns:a16="http://schemas.microsoft.com/office/drawing/2014/main" id="{C7CF9BAB-FB15-482F-B7EE-8F3B6A17FB75}"/>
                </a:ext>
              </a:extLst>
            </p:cNvPr>
            <p:cNvSpPr/>
            <p:nvPr/>
          </p:nvSpPr>
          <p:spPr>
            <a:xfrm>
              <a:off x="6727050" y="3813832"/>
              <a:ext cx="33203" cy="10197"/>
            </a:xfrm>
            <a:custGeom>
              <a:avLst/>
              <a:gdLst/>
              <a:ahLst/>
              <a:cxnLst/>
              <a:rect l="0" t="0" r="0" b="0"/>
              <a:pathLst>
                <a:path w="33203" h="10197">
                  <a:moveTo>
                    <a:pt x="33203" y="8460"/>
                  </a:moveTo>
                  <a:lnTo>
                    <a:pt x="453" y="10197"/>
                  </a:lnTo>
                  <a:lnTo>
                    <a:pt x="0" y="1745"/>
                  </a:lnTo>
                  <a:lnTo>
                    <a:pt x="3275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2" name="pg73">
              <a:extLst>
                <a:ext uri="{FF2B5EF4-FFF2-40B4-BE49-F238E27FC236}">
                  <a16:creationId xmlns:a16="http://schemas.microsoft.com/office/drawing/2014/main" id="{EF55A020-EC09-42C5-9FEB-2AD202979237}"/>
                </a:ext>
              </a:extLst>
            </p:cNvPr>
            <p:cNvSpPr/>
            <p:nvPr/>
          </p:nvSpPr>
          <p:spPr>
            <a:xfrm>
              <a:off x="7206667" y="2400564"/>
              <a:ext cx="22292" cy="26270"/>
            </a:xfrm>
            <a:custGeom>
              <a:avLst/>
              <a:gdLst/>
              <a:ahLst/>
              <a:cxnLst/>
              <a:rect l="0" t="0" r="0" b="0"/>
              <a:pathLst>
                <a:path w="22292" h="26270">
                  <a:moveTo>
                    <a:pt x="22292" y="6211"/>
                  </a:moveTo>
                  <a:lnTo>
                    <a:pt x="12917" y="26270"/>
                  </a:lnTo>
                  <a:lnTo>
                    <a:pt x="0" y="20269"/>
                  </a:lnTo>
                  <a:lnTo>
                    <a:pt x="926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3" name="pg74">
              <a:extLst>
                <a:ext uri="{FF2B5EF4-FFF2-40B4-BE49-F238E27FC236}">
                  <a16:creationId xmlns:a16="http://schemas.microsoft.com/office/drawing/2014/main" id="{2938F6CD-092C-49F6-B96D-CDDDCAAEEE22}"/>
                </a:ext>
              </a:extLst>
            </p:cNvPr>
            <p:cNvSpPr/>
            <p:nvPr/>
          </p:nvSpPr>
          <p:spPr>
            <a:xfrm>
              <a:off x="6813904" y="2274471"/>
              <a:ext cx="23904" cy="20001"/>
            </a:xfrm>
            <a:custGeom>
              <a:avLst/>
              <a:gdLst/>
              <a:ahLst/>
              <a:cxnLst/>
              <a:rect l="0" t="0" r="0" b="0"/>
              <a:pathLst>
                <a:path w="23904" h="20001">
                  <a:moveTo>
                    <a:pt x="23904" y="9115"/>
                  </a:moveTo>
                  <a:lnTo>
                    <a:pt x="18540" y="20001"/>
                  </a:lnTo>
                  <a:lnTo>
                    <a:pt x="0" y="10877"/>
                  </a:lnTo>
                  <a:lnTo>
                    <a:pt x="540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4" name="pg75">
              <a:extLst>
                <a:ext uri="{FF2B5EF4-FFF2-40B4-BE49-F238E27FC236}">
                  <a16:creationId xmlns:a16="http://schemas.microsoft.com/office/drawing/2014/main" id="{A353D773-D6E8-4DB5-BC02-10055F435249}"/>
                </a:ext>
              </a:extLst>
            </p:cNvPr>
            <p:cNvSpPr/>
            <p:nvPr/>
          </p:nvSpPr>
          <p:spPr>
            <a:xfrm>
              <a:off x="8230873" y="4582991"/>
              <a:ext cx="48076" cy="55093"/>
            </a:xfrm>
            <a:custGeom>
              <a:avLst/>
              <a:gdLst/>
              <a:ahLst/>
              <a:cxnLst/>
              <a:rect l="0" t="0" r="0" b="0"/>
              <a:pathLst>
                <a:path w="48076" h="55093">
                  <a:moveTo>
                    <a:pt x="48076" y="52617"/>
                  </a:moveTo>
                  <a:lnTo>
                    <a:pt x="3013" y="55093"/>
                  </a:lnTo>
                  <a:lnTo>
                    <a:pt x="0" y="2576"/>
                  </a:lnTo>
                  <a:lnTo>
                    <a:pt x="4506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5" name="pg76">
              <a:extLst>
                <a:ext uri="{FF2B5EF4-FFF2-40B4-BE49-F238E27FC236}">
                  <a16:creationId xmlns:a16="http://schemas.microsoft.com/office/drawing/2014/main" id="{5437DFB4-6EBB-448B-B764-E7E0D9896109}"/>
                </a:ext>
              </a:extLst>
            </p:cNvPr>
            <p:cNvSpPr/>
            <p:nvPr/>
          </p:nvSpPr>
          <p:spPr>
            <a:xfrm>
              <a:off x="7753573" y="2596865"/>
              <a:ext cx="43611" cy="51803"/>
            </a:xfrm>
            <a:custGeom>
              <a:avLst/>
              <a:gdLst/>
              <a:ahLst/>
              <a:cxnLst/>
              <a:rect l="0" t="0" r="0" b="0"/>
              <a:pathLst>
                <a:path w="43611" h="51803">
                  <a:moveTo>
                    <a:pt x="43611" y="10877"/>
                  </a:moveTo>
                  <a:lnTo>
                    <a:pt x="27269" y="51803"/>
                  </a:lnTo>
                  <a:lnTo>
                    <a:pt x="0" y="40917"/>
                  </a:lnTo>
                  <a:lnTo>
                    <a:pt x="1634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6" name="pg77">
              <a:extLst>
                <a:ext uri="{FF2B5EF4-FFF2-40B4-BE49-F238E27FC236}">
                  <a16:creationId xmlns:a16="http://schemas.microsoft.com/office/drawing/2014/main" id="{4986809F-23DC-4B1F-BA7E-129B3F7B646A}"/>
                </a:ext>
              </a:extLst>
            </p:cNvPr>
            <p:cNvSpPr/>
            <p:nvPr/>
          </p:nvSpPr>
          <p:spPr>
            <a:xfrm>
              <a:off x="8107366" y="3142579"/>
              <a:ext cx="45969" cy="51811"/>
            </a:xfrm>
            <a:custGeom>
              <a:avLst/>
              <a:gdLst/>
              <a:ahLst/>
              <a:cxnLst/>
              <a:rect l="0" t="0" r="0" b="0"/>
              <a:pathLst>
                <a:path w="45969" h="51811">
                  <a:moveTo>
                    <a:pt x="45969" y="35931"/>
                  </a:moveTo>
                  <a:lnTo>
                    <a:pt x="19791" y="51811"/>
                  </a:lnTo>
                  <a:lnTo>
                    <a:pt x="0" y="19934"/>
                  </a:lnTo>
                  <a:lnTo>
                    <a:pt x="4246" y="17222"/>
                  </a:lnTo>
                  <a:lnTo>
                    <a:pt x="545" y="11423"/>
                  </a:lnTo>
                  <a:lnTo>
                    <a:pt x="2049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7" name="pg78">
              <a:extLst>
                <a:ext uri="{FF2B5EF4-FFF2-40B4-BE49-F238E27FC236}">
                  <a16:creationId xmlns:a16="http://schemas.microsoft.com/office/drawing/2014/main" id="{B8CD573B-5874-45B9-AF0F-9B2D8C00CCC7}"/>
                </a:ext>
              </a:extLst>
            </p:cNvPr>
            <p:cNvSpPr/>
            <p:nvPr/>
          </p:nvSpPr>
          <p:spPr>
            <a:xfrm>
              <a:off x="8693065" y="1702755"/>
              <a:ext cx="32473" cy="19917"/>
            </a:xfrm>
            <a:custGeom>
              <a:avLst/>
              <a:gdLst/>
              <a:ahLst/>
              <a:cxnLst/>
              <a:rect l="0" t="0" r="0" b="0"/>
              <a:pathLst>
                <a:path w="32473" h="19917">
                  <a:moveTo>
                    <a:pt x="32473" y="3416"/>
                  </a:moveTo>
                  <a:lnTo>
                    <a:pt x="30635" y="19917"/>
                  </a:lnTo>
                  <a:lnTo>
                    <a:pt x="0" y="16501"/>
                  </a:lnTo>
                  <a:lnTo>
                    <a:pt x="184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8" name="pg79">
              <a:extLst>
                <a:ext uri="{FF2B5EF4-FFF2-40B4-BE49-F238E27FC236}">
                  <a16:creationId xmlns:a16="http://schemas.microsoft.com/office/drawing/2014/main" id="{A9C241CF-43EE-4BFC-AAC5-90ED9F960C12}"/>
                </a:ext>
              </a:extLst>
            </p:cNvPr>
            <p:cNvSpPr/>
            <p:nvPr/>
          </p:nvSpPr>
          <p:spPr>
            <a:xfrm>
              <a:off x="6510210" y="5398339"/>
              <a:ext cx="30509" cy="40657"/>
            </a:xfrm>
            <a:custGeom>
              <a:avLst/>
              <a:gdLst/>
              <a:ahLst/>
              <a:cxnLst/>
              <a:rect l="0" t="0" r="0" b="0"/>
              <a:pathLst>
                <a:path w="30509" h="40657">
                  <a:moveTo>
                    <a:pt x="30509" y="37904"/>
                  </a:moveTo>
                  <a:lnTo>
                    <a:pt x="3928" y="40657"/>
                  </a:lnTo>
                  <a:lnTo>
                    <a:pt x="0" y="2752"/>
                  </a:lnTo>
                  <a:lnTo>
                    <a:pt x="2656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9" name="pg80">
              <a:extLst>
                <a:ext uri="{FF2B5EF4-FFF2-40B4-BE49-F238E27FC236}">
                  <a16:creationId xmlns:a16="http://schemas.microsoft.com/office/drawing/2014/main" id="{55BF0AE6-9016-4BC2-9779-8019765B89CB}"/>
                </a:ext>
              </a:extLst>
            </p:cNvPr>
            <p:cNvSpPr/>
            <p:nvPr/>
          </p:nvSpPr>
          <p:spPr>
            <a:xfrm>
              <a:off x="7412512" y="1515014"/>
              <a:ext cx="37198" cy="16568"/>
            </a:xfrm>
            <a:custGeom>
              <a:avLst/>
              <a:gdLst/>
              <a:ahLst/>
              <a:cxnLst/>
              <a:rect l="0" t="0" r="0" b="0"/>
              <a:pathLst>
                <a:path w="37198" h="16568">
                  <a:moveTo>
                    <a:pt x="37198" y="3567"/>
                  </a:moveTo>
                  <a:lnTo>
                    <a:pt x="35906" y="16568"/>
                  </a:lnTo>
                  <a:lnTo>
                    <a:pt x="0" y="13009"/>
                  </a:lnTo>
                  <a:lnTo>
                    <a:pt x="129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0" name="pg81">
              <a:extLst>
                <a:ext uri="{FF2B5EF4-FFF2-40B4-BE49-F238E27FC236}">
                  <a16:creationId xmlns:a16="http://schemas.microsoft.com/office/drawing/2014/main" id="{E50E353B-847F-47AB-98AF-1C633067149F}"/>
                </a:ext>
              </a:extLst>
            </p:cNvPr>
            <p:cNvSpPr/>
            <p:nvPr/>
          </p:nvSpPr>
          <p:spPr>
            <a:xfrm>
              <a:off x="6426269" y="2011644"/>
              <a:ext cx="63965" cy="44274"/>
            </a:xfrm>
            <a:custGeom>
              <a:avLst/>
              <a:gdLst/>
              <a:ahLst/>
              <a:cxnLst/>
              <a:rect l="0" t="0" r="0" b="0"/>
              <a:pathLst>
                <a:path w="63965" h="44274">
                  <a:moveTo>
                    <a:pt x="8133" y="0"/>
                  </a:moveTo>
                  <a:lnTo>
                    <a:pt x="33489" y="11851"/>
                  </a:lnTo>
                  <a:lnTo>
                    <a:pt x="34135" y="10558"/>
                  </a:lnTo>
                  <a:lnTo>
                    <a:pt x="63965" y="25540"/>
                  </a:lnTo>
                  <a:lnTo>
                    <a:pt x="54547" y="44274"/>
                  </a:lnTo>
                  <a:lnTo>
                    <a:pt x="0" y="1619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1" name="pg82">
              <a:extLst>
                <a:ext uri="{FF2B5EF4-FFF2-40B4-BE49-F238E27FC236}">
                  <a16:creationId xmlns:a16="http://schemas.microsoft.com/office/drawing/2014/main" id="{9D14EE0E-B70A-46D4-AAC0-734EF2D006E6}"/>
                </a:ext>
              </a:extLst>
            </p:cNvPr>
            <p:cNvSpPr/>
            <p:nvPr/>
          </p:nvSpPr>
          <p:spPr>
            <a:xfrm>
              <a:off x="8735300" y="3783414"/>
              <a:ext cx="31693" cy="32465"/>
            </a:xfrm>
            <a:custGeom>
              <a:avLst/>
              <a:gdLst/>
              <a:ahLst/>
              <a:cxnLst/>
              <a:rect l="0" t="0" r="0" b="0"/>
              <a:pathLst>
                <a:path w="31693" h="32465">
                  <a:moveTo>
                    <a:pt x="31693" y="20681"/>
                  </a:moveTo>
                  <a:lnTo>
                    <a:pt x="18599" y="32465"/>
                  </a:lnTo>
                  <a:lnTo>
                    <a:pt x="0" y="11775"/>
                  </a:lnTo>
                  <a:lnTo>
                    <a:pt x="13101" y="0"/>
                  </a:lnTo>
                  <a:lnTo>
                    <a:pt x="20647" y="839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2" name="pg83">
              <a:extLst>
                <a:ext uri="{FF2B5EF4-FFF2-40B4-BE49-F238E27FC236}">
                  <a16:creationId xmlns:a16="http://schemas.microsoft.com/office/drawing/2014/main" id="{6F4BB07B-6859-47CD-A3B3-2539B14D8A72}"/>
                </a:ext>
              </a:extLst>
            </p:cNvPr>
            <p:cNvSpPr/>
            <p:nvPr/>
          </p:nvSpPr>
          <p:spPr>
            <a:xfrm>
              <a:off x="6430490" y="3026064"/>
              <a:ext cx="23350" cy="21008"/>
            </a:xfrm>
            <a:custGeom>
              <a:avLst/>
              <a:gdLst/>
              <a:ahLst/>
              <a:cxnLst/>
              <a:rect l="0" t="0" r="0" b="0"/>
              <a:pathLst>
                <a:path w="23350" h="21008">
                  <a:moveTo>
                    <a:pt x="23350" y="18112"/>
                  </a:moveTo>
                  <a:lnTo>
                    <a:pt x="2526" y="21008"/>
                  </a:lnTo>
                  <a:lnTo>
                    <a:pt x="0" y="2895"/>
                  </a:lnTo>
                  <a:lnTo>
                    <a:pt x="2084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3" name="pg84">
              <a:extLst>
                <a:ext uri="{FF2B5EF4-FFF2-40B4-BE49-F238E27FC236}">
                  <a16:creationId xmlns:a16="http://schemas.microsoft.com/office/drawing/2014/main" id="{C09DE3DA-1B34-42B2-ABD0-45E31B190D82}"/>
                </a:ext>
              </a:extLst>
            </p:cNvPr>
            <p:cNvSpPr/>
            <p:nvPr/>
          </p:nvSpPr>
          <p:spPr>
            <a:xfrm>
              <a:off x="6759809" y="3811951"/>
              <a:ext cx="36091" cy="10340"/>
            </a:xfrm>
            <a:custGeom>
              <a:avLst/>
              <a:gdLst/>
              <a:ahLst/>
              <a:cxnLst/>
              <a:rect l="0" t="0" r="0" b="0"/>
              <a:pathLst>
                <a:path w="36091" h="10340">
                  <a:moveTo>
                    <a:pt x="36091" y="8452"/>
                  </a:moveTo>
                  <a:lnTo>
                    <a:pt x="444" y="10340"/>
                  </a:lnTo>
                  <a:lnTo>
                    <a:pt x="0" y="1880"/>
                  </a:lnTo>
                  <a:lnTo>
                    <a:pt x="3564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4" name="pg85">
              <a:extLst>
                <a:ext uri="{FF2B5EF4-FFF2-40B4-BE49-F238E27FC236}">
                  <a16:creationId xmlns:a16="http://schemas.microsoft.com/office/drawing/2014/main" id="{3E6D33A0-2526-497D-BD2D-EE90078DB07F}"/>
                </a:ext>
              </a:extLst>
            </p:cNvPr>
            <p:cNvSpPr/>
            <p:nvPr/>
          </p:nvSpPr>
          <p:spPr>
            <a:xfrm>
              <a:off x="8095985" y="4421605"/>
              <a:ext cx="9240" cy="13034"/>
            </a:xfrm>
            <a:custGeom>
              <a:avLst/>
              <a:gdLst/>
              <a:ahLst/>
              <a:cxnLst/>
              <a:rect l="0" t="0" r="0" b="0"/>
              <a:pathLst>
                <a:path w="9240" h="13034">
                  <a:moveTo>
                    <a:pt x="9240" y="12505"/>
                  </a:moveTo>
                  <a:lnTo>
                    <a:pt x="705" y="13034"/>
                  </a:lnTo>
                  <a:lnTo>
                    <a:pt x="0" y="520"/>
                  </a:lnTo>
                  <a:lnTo>
                    <a:pt x="8535" y="0"/>
                  </a:lnTo>
                  <a:lnTo>
                    <a:pt x="8687" y="267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5" name="pg86">
              <a:extLst>
                <a:ext uri="{FF2B5EF4-FFF2-40B4-BE49-F238E27FC236}">
                  <a16:creationId xmlns:a16="http://schemas.microsoft.com/office/drawing/2014/main" id="{8C76145F-EF7F-4E28-AF12-CFC3C7AAAD1B}"/>
                </a:ext>
              </a:extLst>
            </p:cNvPr>
            <p:cNvSpPr/>
            <p:nvPr/>
          </p:nvSpPr>
          <p:spPr>
            <a:xfrm>
              <a:off x="8377470" y="5208659"/>
              <a:ext cx="28428" cy="32490"/>
            </a:xfrm>
            <a:custGeom>
              <a:avLst/>
              <a:gdLst/>
              <a:ahLst/>
              <a:cxnLst/>
              <a:rect l="0" t="0" r="0" b="0"/>
              <a:pathLst>
                <a:path w="28428" h="32490">
                  <a:moveTo>
                    <a:pt x="28428" y="30450"/>
                  </a:moveTo>
                  <a:lnTo>
                    <a:pt x="2392" y="32490"/>
                  </a:lnTo>
                  <a:lnTo>
                    <a:pt x="0" y="2039"/>
                  </a:lnTo>
                  <a:lnTo>
                    <a:pt x="2605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6" name="pg87">
              <a:extLst>
                <a:ext uri="{FF2B5EF4-FFF2-40B4-BE49-F238E27FC236}">
                  <a16:creationId xmlns:a16="http://schemas.microsoft.com/office/drawing/2014/main" id="{4C3C7888-163E-411B-A430-FC10C1BCCB5D}"/>
                </a:ext>
              </a:extLst>
            </p:cNvPr>
            <p:cNvSpPr/>
            <p:nvPr/>
          </p:nvSpPr>
          <p:spPr>
            <a:xfrm>
              <a:off x="9274887" y="3918026"/>
              <a:ext cx="73969" cy="74977"/>
            </a:xfrm>
            <a:custGeom>
              <a:avLst/>
              <a:gdLst/>
              <a:ahLst/>
              <a:cxnLst/>
              <a:rect l="0" t="0" r="0" b="0"/>
              <a:pathLst>
                <a:path w="73969" h="74977">
                  <a:moveTo>
                    <a:pt x="73969" y="43804"/>
                  </a:moveTo>
                  <a:lnTo>
                    <a:pt x="40262" y="74977"/>
                  </a:lnTo>
                  <a:lnTo>
                    <a:pt x="0" y="31181"/>
                  </a:lnTo>
                  <a:lnTo>
                    <a:pt x="3358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7" name="pg88">
              <a:extLst>
                <a:ext uri="{FF2B5EF4-FFF2-40B4-BE49-F238E27FC236}">
                  <a16:creationId xmlns:a16="http://schemas.microsoft.com/office/drawing/2014/main" id="{F53561A3-1CE2-4050-9194-7F3036E64CD2}"/>
                </a:ext>
              </a:extLst>
            </p:cNvPr>
            <p:cNvSpPr/>
            <p:nvPr/>
          </p:nvSpPr>
          <p:spPr>
            <a:xfrm>
              <a:off x="7734814" y="2047291"/>
              <a:ext cx="27496" cy="23249"/>
            </a:xfrm>
            <a:custGeom>
              <a:avLst/>
              <a:gdLst/>
              <a:ahLst/>
              <a:cxnLst/>
              <a:rect l="0" t="0" r="0" b="0"/>
              <a:pathLst>
                <a:path w="27496" h="23249">
                  <a:moveTo>
                    <a:pt x="27496" y="6143"/>
                  </a:moveTo>
                  <a:lnTo>
                    <a:pt x="22838" y="23249"/>
                  </a:lnTo>
                  <a:lnTo>
                    <a:pt x="0" y="17021"/>
                  </a:lnTo>
                  <a:lnTo>
                    <a:pt x="495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8" name="pg89">
              <a:extLst>
                <a:ext uri="{FF2B5EF4-FFF2-40B4-BE49-F238E27FC236}">
                  <a16:creationId xmlns:a16="http://schemas.microsoft.com/office/drawing/2014/main" id="{10CC3527-7881-4BCF-B6DF-9202C722ED7F}"/>
                </a:ext>
              </a:extLst>
            </p:cNvPr>
            <p:cNvSpPr/>
            <p:nvPr/>
          </p:nvSpPr>
          <p:spPr>
            <a:xfrm>
              <a:off x="6297482" y="1931959"/>
              <a:ext cx="29233" cy="29133"/>
            </a:xfrm>
            <a:custGeom>
              <a:avLst/>
              <a:gdLst/>
              <a:ahLst/>
              <a:cxnLst/>
              <a:rect l="0" t="0" r="0" b="0"/>
              <a:pathLst>
                <a:path w="29233" h="29133">
                  <a:moveTo>
                    <a:pt x="29233" y="9652"/>
                  </a:moveTo>
                  <a:lnTo>
                    <a:pt x="19413" y="29133"/>
                  </a:lnTo>
                  <a:lnTo>
                    <a:pt x="0" y="19556"/>
                  </a:lnTo>
                  <a:lnTo>
                    <a:pt x="251" y="19027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59" name="pg90">
              <a:extLst>
                <a:ext uri="{FF2B5EF4-FFF2-40B4-BE49-F238E27FC236}">
                  <a16:creationId xmlns:a16="http://schemas.microsoft.com/office/drawing/2014/main" id="{BCB8A7D2-D8E6-4440-9D92-0D8038DD44BB}"/>
                </a:ext>
              </a:extLst>
            </p:cNvPr>
            <p:cNvSpPr/>
            <p:nvPr/>
          </p:nvSpPr>
          <p:spPr>
            <a:xfrm>
              <a:off x="8955246" y="2130812"/>
              <a:ext cx="24374" cy="30677"/>
            </a:xfrm>
            <a:custGeom>
              <a:avLst/>
              <a:gdLst/>
              <a:ahLst/>
              <a:cxnLst/>
              <a:rect l="0" t="0" r="0" b="0"/>
              <a:pathLst>
                <a:path w="24374" h="30677">
                  <a:moveTo>
                    <a:pt x="24374" y="1687"/>
                  </a:moveTo>
                  <a:lnTo>
                    <a:pt x="22158" y="30677"/>
                  </a:lnTo>
                  <a:lnTo>
                    <a:pt x="0" y="28981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0" name="pg91">
              <a:extLst>
                <a:ext uri="{FF2B5EF4-FFF2-40B4-BE49-F238E27FC236}">
                  <a16:creationId xmlns:a16="http://schemas.microsoft.com/office/drawing/2014/main" id="{1414ED4F-972E-4CAF-8069-BF1CADC77D10}"/>
                </a:ext>
              </a:extLst>
            </p:cNvPr>
            <p:cNvSpPr/>
            <p:nvPr/>
          </p:nvSpPr>
          <p:spPr>
            <a:xfrm>
              <a:off x="8766104" y="4517666"/>
              <a:ext cx="47338" cy="32272"/>
            </a:xfrm>
            <a:custGeom>
              <a:avLst/>
              <a:gdLst/>
              <a:ahLst/>
              <a:cxnLst/>
              <a:rect l="0" t="0" r="0" b="0"/>
              <a:pathLst>
                <a:path w="47338" h="32272">
                  <a:moveTo>
                    <a:pt x="47338" y="24844"/>
                  </a:moveTo>
                  <a:lnTo>
                    <a:pt x="4297" y="32272"/>
                  </a:lnTo>
                  <a:lnTo>
                    <a:pt x="0" y="7394"/>
                  </a:lnTo>
                  <a:lnTo>
                    <a:pt x="4286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1" name="pg92">
              <a:extLst>
                <a:ext uri="{FF2B5EF4-FFF2-40B4-BE49-F238E27FC236}">
                  <a16:creationId xmlns:a16="http://schemas.microsoft.com/office/drawing/2014/main" id="{B2DED82E-C138-479D-B252-21B2E719F65D}"/>
                </a:ext>
              </a:extLst>
            </p:cNvPr>
            <p:cNvSpPr/>
            <p:nvPr/>
          </p:nvSpPr>
          <p:spPr>
            <a:xfrm>
              <a:off x="6063771" y="1692347"/>
              <a:ext cx="84050" cy="46347"/>
            </a:xfrm>
            <a:custGeom>
              <a:avLst/>
              <a:gdLst/>
              <a:ahLst/>
              <a:cxnLst/>
              <a:rect l="0" t="0" r="0" b="0"/>
              <a:pathLst>
                <a:path w="84050" h="46347">
                  <a:moveTo>
                    <a:pt x="84050" y="37308"/>
                  </a:moveTo>
                  <a:lnTo>
                    <a:pt x="79811" y="46347"/>
                  </a:lnTo>
                  <a:lnTo>
                    <a:pt x="0" y="9031"/>
                  </a:lnTo>
                  <a:lnTo>
                    <a:pt x="423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2" name="pg93">
              <a:extLst>
                <a:ext uri="{FF2B5EF4-FFF2-40B4-BE49-F238E27FC236}">
                  <a16:creationId xmlns:a16="http://schemas.microsoft.com/office/drawing/2014/main" id="{2E37EE04-241F-4242-8479-A082DC1CAE97}"/>
                </a:ext>
              </a:extLst>
            </p:cNvPr>
            <p:cNvSpPr/>
            <p:nvPr/>
          </p:nvSpPr>
          <p:spPr>
            <a:xfrm>
              <a:off x="7698773" y="4442941"/>
              <a:ext cx="31181" cy="47850"/>
            </a:xfrm>
            <a:custGeom>
              <a:avLst/>
              <a:gdLst/>
              <a:ahLst/>
              <a:cxnLst/>
              <a:rect l="0" t="0" r="0" b="0"/>
              <a:pathLst>
                <a:path w="31181" h="47850">
                  <a:moveTo>
                    <a:pt x="31181" y="46188"/>
                  </a:moveTo>
                  <a:lnTo>
                    <a:pt x="2484" y="47850"/>
                  </a:lnTo>
                  <a:lnTo>
                    <a:pt x="0" y="1603"/>
                  </a:lnTo>
                  <a:lnTo>
                    <a:pt x="2869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3" name="pg94">
              <a:extLst>
                <a:ext uri="{FF2B5EF4-FFF2-40B4-BE49-F238E27FC236}">
                  <a16:creationId xmlns:a16="http://schemas.microsoft.com/office/drawing/2014/main" id="{E211B376-8B93-46AD-BDEE-27E8D9B9D29D}"/>
                </a:ext>
              </a:extLst>
            </p:cNvPr>
            <p:cNvSpPr/>
            <p:nvPr/>
          </p:nvSpPr>
          <p:spPr>
            <a:xfrm>
              <a:off x="6297474" y="2198546"/>
              <a:ext cx="29913" cy="38407"/>
            </a:xfrm>
            <a:custGeom>
              <a:avLst/>
              <a:gdLst/>
              <a:ahLst/>
              <a:cxnLst/>
              <a:rect l="0" t="0" r="0" b="0"/>
              <a:pathLst>
                <a:path w="29913" h="38407">
                  <a:moveTo>
                    <a:pt x="29913" y="7134"/>
                  </a:moveTo>
                  <a:lnTo>
                    <a:pt x="14251" y="38407"/>
                  </a:lnTo>
                  <a:lnTo>
                    <a:pt x="0" y="31281"/>
                  </a:lnTo>
                  <a:lnTo>
                    <a:pt x="1565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4" name="pg95">
              <a:extLst>
                <a:ext uri="{FF2B5EF4-FFF2-40B4-BE49-F238E27FC236}">
                  <a16:creationId xmlns:a16="http://schemas.microsoft.com/office/drawing/2014/main" id="{951E186E-F425-4AC4-B006-AE8E2242CEB2}"/>
                </a:ext>
              </a:extLst>
            </p:cNvPr>
            <p:cNvSpPr/>
            <p:nvPr/>
          </p:nvSpPr>
          <p:spPr>
            <a:xfrm>
              <a:off x="7129894" y="4102006"/>
              <a:ext cx="19472" cy="38306"/>
            </a:xfrm>
            <a:custGeom>
              <a:avLst/>
              <a:gdLst/>
              <a:ahLst/>
              <a:cxnLst/>
              <a:rect l="0" t="0" r="0" b="0"/>
              <a:pathLst>
                <a:path w="19472" h="38306">
                  <a:moveTo>
                    <a:pt x="19472" y="37425"/>
                  </a:moveTo>
                  <a:lnTo>
                    <a:pt x="1888" y="38306"/>
                  </a:lnTo>
                  <a:lnTo>
                    <a:pt x="0" y="881"/>
                  </a:lnTo>
                  <a:lnTo>
                    <a:pt x="1757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5" name="pg96">
              <a:extLst>
                <a:ext uri="{FF2B5EF4-FFF2-40B4-BE49-F238E27FC236}">
                  <a16:creationId xmlns:a16="http://schemas.microsoft.com/office/drawing/2014/main" id="{3E339E79-08F6-44B2-B961-9AB9B8B55697}"/>
                </a:ext>
              </a:extLst>
            </p:cNvPr>
            <p:cNvSpPr/>
            <p:nvPr/>
          </p:nvSpPr>
          <p:spPr>
            <a:xfrm>
              <a:off x="6722895" y="5372639"/>
              <a:ext cx="18691" cy="27378"/>
            </a:xfrm>
            <a:custGeom>
              <a:avLst/>
              <a:gdLst/>
              <a:ahLst/>
              <a:cxnLst/>
              <a:rect l="0" t="0" r="0" b="0"/>
              <a:pathLst>
                <a:path w="18691" h="27378">
                  <a:moveTo>
                    <a:pt x="18691" y="25473"/>
                  </a:moveTo>
                  <a:lnTo>
                    <a:pt x="3474" y="27378"/>
                  </a:lnTo>
                  <a:lnTo>
                    <a:pt x="0" y="1955"/>
                  </a:lnTo>
                  <a:lnTo>
                    <a:pt x="1547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6" name="pg97">
              <a:extLst>
                <a:ext uri="{FF2B5EF4-FFF2-40B4-BE49-F238E27FC236}">
                  <a16:creationId xmlns:a16="http://schemas.microsoft.com/office/drawing/2014/main" id="{F07A1E04-C36E-4FA1-BFF6-C017399D2AE8}"/>
                </a:ext>
              </a:extLst>
            </p:cNvPr>
            <p:cNvSpPr/>
            <p:nvPr/>
          </p:nvSpPr>
          <p:spPr>
            <a:xfrm>
              <a:off x="7602166" y="4480249"/>
              <a:ext cx="17491" cy="22989"/>
            </a:xfrm>
            <a:custGeom>
              <a:avLst/>
              <a:gdLst/>
              <a:ahLst/>
              <a:cxnLst/>
              <a:rect l="0" t="0" r="0" b="0"/>
              <a:pathLst>
                <a:path w="17491" h="22989">
                  <a:moveTo>
                    <a:pt x="17491" y="22099"/>
                  </a:moveTo>
                  <a:lnTo>
                    <a:pt x="1242" y="22989"/>
                  </a:lnTo>
                  <a:lnTo>
                    <a:pt x="0" y="923"/>
                  </a:lnTo>
                  <a:lnTo>
                    <a:pt x="1627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7" name="pg98">
              <a:extLst>
                <a:ext uri="{FF2B5EF4-FFF2-40B4-BE49-F238E27FC236}">
                  <a16:creationId xmlns:a16="http://schemas.microsoft.com/office/drawing/2014/main" id="{EE1D0A8E-4033-4982-94AF-843D94DE5B7E}"/>
                </a:ext>
              </a:extLst>
            </p:cNvPr>
            <p:cNvSpPr/>
            <p:nvPr/>
          </p:nvSpPr>
          <p:spPr>
            <a:xfrm>
              <a:off x="7615293" y="2500066"/>
              <a:ext cx="48790" cy="73835"/>
            </a:xfrm>
            <a:custGeom>
              <a:avLst/>
              <a:gdLst/>
              <a:ahLst/>
              <a:cxnLst/>
              <a:rect l="0" t="0" r="0" b="0"/>
              <a:pathLst>
                <a:path w="48790" h="73835">
                  <a:moveTo>
                    <a:pt x="48790" y="33237"/>
                  </a:moveTo>
                  <a:lnTo>
                    <a:pt x="25767" y="73835"/>
                  </a:lnTo>
                  <a:lnTo>
                    <a:pt x="0" y="59214"/>
                  </a:lnTo>
                  <a:lnTo>
                    <a:pt x="33371" y="0"/>
                  </a:lnTo>
                  <a:lnTo>
                    <a:pt x="45860" y="4498"/>
                  </a:lnTo>
                  <a:lnTo>
                    <a:pt x="34009" y="244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8" name="pg99">
              <a:extLst>
                <a:ext uri="{FF2B5EF4-FFF2-40B4-BE49-F238E27FC236}">
                  <a16:creationId xmlns:a16="http://schemas.microsoft.com/office/drawing/2014/main" id="{02FBFCF1-07CB-407F-935B-2E9242E44091}"/>
                </a:ext>
              </a:extLst>
            </p:cNvPr>
            <p:cNvSpPr/>
            <p:nvPr/>
          </p:nvSpPr>
          <p:spPr>
            <a:xfrm>
              <a:off x="6795296" y="4810012"/>
              <a:ext cx="41832" cy="113284"/>
            </a:xfrm>
            <a:custGeom>
              <a:avLst/>
              <a:gdLst/>
              <a:ahLst/>
              <a:cxnLst/>
              <a:rect l="0" t="0" r="0" b="0"/>
              <a:pathLst>
                <a:path w="41832" h="113284">
                  <a:moveTo>
                    <a:pt x="41832" y="110690"/>
                  </a:moveTo>
                  <a:lnTo>
                    <a:pt x="33153" y="113284"/>
                  </a:lnTo>
                  <a:lnTo>
                    <a:pt x="0" y="2585"/>
                  </a:lnTo>
                  <a:lnTo>
                    <a:pt x="867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69" name="pg100">
              <a:extLst>
                <a:ext uri="{FF2B5EF4-FFF2-40B4-BE49-F238E27FC236}">
                  <a16:creationId xmlns:a16="http://schemas.microsoft.com/office/drawing/2014/main" id="{385049A3-1BED-4ADA-9696-6E2C8AF140BD}"/>
                </a:ext>
              </a:extLst>
            </p:cNvPr>
            <p:cNvSpPr/>
            <p:nvPr/>
          </p:nvSpPr>
          <p:spPr>
            <a:xfrm>
              <a:off x="7794162" y="1725090"/>
              <a:ext cx="25490" cy="14847"/>
            </a:xfrm>
            <a:custGeom>
              <a:avLst/>
              <a:gdLst/>
              <a:ahLst/>
              <a:cxnLst/>
              <a:rect l="0" t="0" r="0" b="0"/>
              <a:pathLst>
                <a:path w="25490" h="14847">
                  <a:moveTo>
                    <a:pt x="25490" y="2232"/>
                  </a:moveTo>
                  <a:lnTo>
                    <a:pt x="24332" y="14847"/>
                  </a:lnTo>
                  <a:lnTo>
                    <a:pt x="0" y="12615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0" name="pg101">
              <a:extLst>
                <a:ext uri="{FF2B5EF4-FFF2-40B4-BE49-F238E27FC236}">
                  <a16:creationId xmlns:a16="http://schemas.microsoft.com/office/drawing/2014/main" id="{6E37943E-549D-47C6-9397-53F11B712084}"/>
                </a:ext>
              </a:extLst>
            </p:cNvPr>
            <p:cNvSpPr/>
            <p:nvPr/>
          </p:nvSpPr>
          <p:spPr>
            <a:xfrm>
              <a:off x="8919751" y="4843409"/>
              <a:ext cx="24365" cy="32389"/>
            </a:xfrm>
            <a:custGeom>
              <a:avLst/>
              <a:gdLst/>
              <a:ahLst/>
              <a:cxnLst/>
              <a:rect l="0" t="0" r="0" b="0"/>
              <a:pathLst>
                <a:path w="24365" h="32389">
                  <a:moveTo>
                    <a:pt x="24365" y="31558"/>
                  </a:moveTo>
                  <a:lnTo>
                    <a:pt x="1133" y="32389"/>
                  </a:lnTo>
                  <a:lnTo>
                    <a:pt x="0" y="679"/>
                  </a:lnTo>
                  <a:lnTo>
                    <a:pt x="2350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1" name="pg102">
              <a:extLst>
                <a:ext uri="{FF2B5EF4-FFF2-40B4-BE49-F238E27FC236}">
                  <a16:creationId xmlns:a16="http://schemas.microsoft.com/office/drawing/2014/main" id="{C40C2B8E-4CA3-4161-AB56-1D5B93F74CDF}"/>
                </a:ext>
              </a:extLst>
            </p:cNvPr>
            <p:cNvSpPr/>
            <p:nvPr/>
          </p:nvSpPr>
          <p:spPr>
            <a:xfrm>
              <a:off x="6603979" y="2068870"/>
              <a:ext cx="28218" cy="24390"/>
            </a:xfrm>
            <a:custGeom>
              <a:avLst/>
              <a:gdLst/>
              <a:ahLst/>
              <a:cxnLst/>
              <a:rect l="0" t="0" r="0" b="0"/>
              <a:pathLst>
                <a:path w="28218" h="24390">
                  <a:moveTo>
                    <a:pt x="28218" y="10718"/>
                  </a:moveTo>
                  <a:lnTo>
                    <a:pt x="21419" y="24390"/>
                  </a:lnTo>
                  <a:lnTo>
                    <a:pt x="0" y="13647"/>
                  </a:lnTo>
                  <a:lnTo>
                    <a:pt x="684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2" name="pg103">
              <a:extLst>
                <a:ext uri="{FF2B5EF4-FFF2-40B4-BE49-F238E27FC236}">
                  <a16:creationId xmlns:a16="http://schemas.microsoft.com/office/drawing/2014/main" id="{208961F9-DACE-4825-A5E1-1F3AACF37907}"/>
                </a:ext>
              </a:extLst>
            </p:cNvPr>
            <p:cNvSpPr/>
            <p:nvPr/>
          </p:nvSpPr>
          <p:spPr>
            <a:xfrm>
              <a:off x="8131446" y="1959145"/>
              <a:ext cx="22561" cy="28016"/>
            </a:xfrm>
            <a:custGeom>
              <a:avLst/>
              <a:gdLst/>
              <a:ahLst/>
              <a:cxnLst/>
              <a:rect l="0" t="0" r="0" b="0"/>
              <a:pathLst>
                <a:path w="22561" h="28016">
                  <a:moveTo>
                    <a:pt x="22561" y="1552"/>
                  </a:moveTo>
                  <a:lnTo>
                    <a:pt x="20823" y="28016"/>
                  </a:lnTo>
                  <a:lnTo>
                    <a:pt x="0" y="26463"/>
                  </a:lnTo>
                  <a:lnTo>
                    <a:pt x="197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3" name="pg104">
              <a:extLst>
                <a:ext uri="{FF2B5EF4-FFF2-40B4-BE49-F238E27FC236}">
                  <a16:creationId xmlns:a16="http://schemas.microsoft.com/office/drawing/2014/main" id="{F9EBAF62-165E-4569-B54D-35236127AEB1}"/>
                </a:ext>
              </a:extLst>
            </p:cNvPr>
            <p:cNvSpPr/>
            <p:nvPr/>
          </p:nvSpPr>
          <p:spPr>
            <a:xfrm>
              <a:off x="9022845" y="1839297"/>
              <a:ext cx="42872" cy="18985"/>
            </a:xfrm>
            <a:custGeom>
              <a:avLst/>
              <a:gdLst/>
              <a:ahLst/>
              <a:cxnLst/>
              <a:rect l="0" t="0" r="0" b="0"/>
              <a:pathLst>
                <a:path w="42872" h="18985">
                  <a:moveTo>
                    <a:pt x="42872" y="2794"/>
                  </a:moveTo>
                  <a:lnTo>
                    <a:pt x="41790" y="18985"/>
                  </a:lnTo>
                  <a:lnTo>
                    <a:pt x="0" y="15535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4" name="pg105">
              <a:extLst>
                <a:ext uri="{FF2B5EF4-FFF2-40B4-BE49-F238E27FC236}">
                  <a16:creationId xmlns:a16="http://schemas.microsoft.com/office/drawing/2014/main" id="{E48E1C4B-4EC3-4CD5-AAC7-A7EC07929B09}"/>
                </a:ext>
              </a:extLst>
            </p:cNvPr>
            <p:cNvSpPr/>
            <p:nvPr/>
          </p:nvSpPr>
          <p:spPr>
            <a:xfrm>
              <a:off x="7375162" y="4419851"/>
              <a:ext cx="46716" cy="27571"/>
            </a:xfrm>
            <a:custGeom>
              <a:avLst/>
              <a:gdLst/>
              <a:ahLst/>
              <a:cxnLst/>
              <a:rect l="0" t="0" r="0" b="0"/>
              <a:pathLst>
                <a:path w="46716" h="27571">
                  <a:moveTo>
                    <a:pt x="38684" y="24642"/>
                  </a:moveTo>
                  <a:lnTo>
                    <a:pt x="1552" y="27571"/>
                  </a:lnTo>
                  <a:lnTo>
                    <a:pt x="0" y="2618"/>
                  </a:lnTo>
                  <a:lnTo>
                    <a:pt x="44836" y="0"/>
                  </a:lnTo>
                  <a:lnTo>
                    <a:pt x="46716" y="2401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5" name="pg106">
              <a:extLst>
                <a:ext uri="{FF2B5EF4-FFF2-40B4-BE49-F238E27FC236}">
                  <a16:creationId xmlns:a16="http://schemas.microsoft.com/office/drawing/2014/main" id="{B8376462-E451-43B6-A027-842094450E97}"/>
                </a:ext>
              </a:extLst>
            </p:cNvPr>
            <p:cNvSpPr/>
            <p:nvPr/>
          </p:nvSpPr>
          <p:spPr>
            <a:xfrm>
              <a:off x="6309938" y="3782105"/>
              <a:ext cx="31894" cy="24642"/>
            </a:xfrm>
            <a:custGeom>
              <a:avLst/>
              <a:gdLst/>
              <a:ahLst/>
              <a:cxnLst/>
              <a:rect l="0" t="0" r="0" b="0"/>
              <a:pathLst>
                <a:path w="31894" h="24642">
                  <a:moveTo>
                    <a:pt x="31894" y="12547"/>
                  </a:moveTo>
                  <a:lnTo>
                    <a:pt x="26069" y="24642"/>
                  </a:lnTo>
                  <a:lnTo>
                    <a:pt x="0" y="12103"/>
                  </a:lnTo>
                  <a:lnTo>
                    <a:pt x="581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6" name="pg107">
              <a:extLst>
                <a:ext uri="{FF2B5EF4-FFF2-40B4-BE49-F238E27FC236}">
                  <a16:creationId xmlns:a16="http://schemas.microsoft.com/office/drawing/2014/main" id="{CD5041BB-3E1D-4624-A7D1-345EB3B7BE3C}"/>
                </a:ext>
              </a:extLst>
            </p:cNvPr>
            <p:cNvSpPr/>
            <p:nvPr/>
          </p:nvSpPr>
          <p:spPr>
            <a:xfrm>
              <a:off x="7817899" y="1761844"/>
              <a:ext cx="15871" cy="20496"/>
            </a:xfrm>
            <a:custGeom>
              <a:avLst/>
              <a:gdLst/>
              <a:ahLst/>
              <a:cxnLst/>
              <a:rect l="0" t="0" r="0" b="0"/>
              <a:pathLst>
                <a:path w="15871" h="20496">
                  <a:moveTo>
                    <a:pt x="15871" y="1292"/>
                  </a:moveTo>
                  <a:lnTo>
                    <a:pt x="14117" y="20496"/>
                  </a:lnTo>
                  <a:lnTo>
                    <a:pt x="0" y="19203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7" name="pg108">
              <a:extLst>
                <a:ext uri="{FF2B5EF4-FFF2-40B4-BE49-F238E27FC236}">
                  <a16:creationId xmlns:a16="http://schemas.microsoft.com/office/drawing/2014/main" id="{EB2C4DC9-1052-470D-BED9-B30353C81C4D}"/>
                </a:ext>
              </a:extLst>
            </p:cNvPr>
            <p:cNvSpPr/>
            <p:nvPr/>
          </p:nvSpPr>
          <p:spPr>
            <a:xfrm>
              <a:off x="9017969" y="2008640"/>
              <a:ext cx="37811" cy="19648"/>
            </a:xfrm>
            <a:custGeom>
              <a:avLst/>
              <a:gdLst/>
              <a:ahLst/>
              <a:cxnLst/>
              <a:rect l="0" t="0" r="0" b="0"/>
              <a:pathLst>
                <a:path w="37811" h="19648">
                  <a:moveTo>
                    <a:pt x="37811" y="2517"/>
                  </a:moveTo>
                  <a:lnTo>
                    <a:pt x="36636" y="19648"/>
                  </a:lnTo>
                  <a:lnTo>
                    <a:pt x="0" y="17130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8" name="pg109">
              <a:extLst>
                <a:ext uri="{FF2B5EF4-FFF2-40B4-BE49-F238E27FC236}">
                  <a16:creationId xmlns:a16="http://schemas.microsoft.com/office/drawing/2014/main" id="{26BA1AFB-210F-4CBE-9C46-7D56873CD388}"/>
                </a:ext>
              </a:extLst>
            </p:cNvPr>
            <p:cNvSpPr/>
            <p:nvPr/>
          </p:nvSpPr>
          <p:spPr>
            <a:xfrm>
              <a:off x="9479549" y="3975436"/>
              <a:ext cx="32842" cy="13261"/>
            </a:xfrm>
            <a:custGeom>
              <a:avLst/>
              <a:gdLst/>
              <a:ahLst/>
              <a:cxnLst/>
              <a:rect l="0" t="0" r="0" b="0"/>
              <a:pathLst>
                <a:path w="32842" h="13261">
                  <a:moveTo>
                    <a:pt x="32842" y="12665"/>
                  </a:moveTo>
                  <a:lnTo>
                    <a:pt x="293" y="13261"/>
                  </a:lnTo>
                  <a:lnTo>
                    <a:pt x="0" y="755"/>
                  </a:lnTo>
                  <a:lnTo>
                    <a:pt x="3254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9" name="pg110">
              <a:extLst>
                <a:ext uri="{FF2B5EF4-FFF2-40B4-BE49-F238E27FC236}">
                  <a16:creationId xmlns:a16="http://schemas.microsoft.com/office/drawing/2014/main" id="{24C2FD32-57D3-4CBC-8AEC-B1A172DF55C7}"/>
                </a:ext>
              </a:extLst>
            </p:cNvPr>
            <p:cNvSpPr/>
            <p:nvPr/>
          </p:nvSpPr>
          <p:spPr>
            <a:xfrm>
              <a:off x="7780028" y="1777699"/>
              <a:ext cx="35621" cy="16711"/>
            </a:xfrm>
            <a:custGeom>
              <a:avLst/>
              <a:gdLst/>
              <a:ahLst/>
              <a:cxnLst/>
              <a:rect l="0" t="0" r="0" b="0"/>
              <a:pathLst>
                <a:path w="35621" h="16711">
                  <a:moveTo>
                    <a:pt x="35621" y="3147"/>
                  </a:moveTo>
                  <a:lnTo>
                    <a:pt x="34387" y="16711"/>
                  </a:lnTo>
                  <a:lnTo>
                    <a:pt x="0" y="13571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0" name="pg111">
              <a:extLst>
                <a:ext uri="{FF2B5EF4-FFF2-40B4-BE49-F238E27FC236}">
                  <a16:creationId xmlns:a16="http://schemas.microsoft.com/office/drawing/2014/main" id="{F93F1C4D-52A2-45D2-89C7-1FA19C475BA3}"/>
                </a:ext>
              </a:extLst>
            </p:cNvPr>
            <p:cNvSpPr/>
            <p:nvPr/>
          </p:nvSpPr>
          <p:spPr>
            <a:xfrm>
              <a:off x="6676950" y="2063196"/>
              <a:ext cx="40606" cy="41588"/>
            </a:xfrm>
            <a:custGeom>
              <a:avLst/>
              <a:gdLst/>
              <a:ahLst/>
              <a:cxnLst/>
              <a:rect l="0" t="0" r="0" b="0"/>
              <a:pathLst>
                <a:path w="40606" h="41588">
                  <a:moveTo>
                    <a:pt x="28528" y="40287"/>
                  </a:moveTo>
                  <a:lnTo>
                    <a:pt x="27941" y="41588"/>
                  </a:lnTo>
                  <a:lnTo>
                    <a:pt x="0" y="29687"/>
                  </a:lnTo>
                  <a:lnTo>
                    <a:pt x="7688" y="13471"/>
                  </a:lnTo>
                  <a:lnTo>
                    <a:pt x="14092" y="0"/>
                  </a:lnTo>
                  <a:lnTo>
                    <a:pt x="40606" y="126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1" name="pg112">
              <a:extLst>
                <a:ext uri="{FF2B5EF4-FFF2-40B4-BE49-F238E27FC236}">
                  <a16:creationId xmlns:a16="http://schemas.microsoft.com/office/drawing/2014/main" id="{57654401-5B9E-4A4B-B181-9C53C292AAC1}"/>
                </a:ext>
              </a:extLst>
            </p:cNvPr>
            <p:cNvSpPr/>
            <p:nvPr/>
          </p:nvSpPr>
          <p:spPr>
            <a:xfrm>
              <a:off x="6919768" y="2653193"/>
              <a:ext cx="70973" cy="66760"/>
            </a:xfrm>
            <a:custGeom>
              <a:avLst/>
              <a:gdLst/>
              <a:ahLst/>
              <a:cxnLst/>
              <a:rect l="0" t="0" r="0" b="0"/>
              <a:pathLst>
                <a:path w="70973" h="66760">
                  <a:moveTo>
                    <a:pt x="70973" y="35453"/>
                  </a:moveTo>
                  <a:lnTo>
                    <a:pt x="47002" y="66760"/>
                  </a:lnTo>
                  <a:lnTo>
                    <a:pt x="0" y="31550"/>
                  </a:lnTo>
                  <a:lnTo>
                    <a:pt x="12346" y="15116"/>
                  </a:lnTo>
                  <a:lnTo>
                    <a:pt x="2363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2" name="pg113">
              <a:extLst>
                <a:ext uri="{FF2B5EF4-FFF2-40B4-BE49-F238E27FC236}">
                  <a16:creationId xmlns:a16="http://schemas.microsoft.com/office/drawing/2014/main" id="{FC022B39-7FFC-40CD-9ED2-E1B42D08B938}"/>
                </a:ext>
              </a:extLst>
            </p:cNvPr>
            <p:cNvSpPr/>
            <p:nvPr/>
          </p:nvSpPr>
          <p:spPr>
            <a:xfrm>
              <a:off x="7619658" y="4497833"/>
              <a:ext cx="82564" cy="15577"/>
            </a:xfrm>
            <a:custGeom>
              <a:avLst/>
              <a:gdLst/>
              <a:ahLst/>
              <a:cxnLst/>
              <a:rect l="0" t="0" r="0" b="0"/>
              <a:pathLst>
                <a:path w="82564" h="15577">
                  <a:moveTo>
                    <a:pt x="82564" y="11053"/>
                  </a:moveTo>
                  <a:lnTo>
                    <a:pt x="604" y="15577"/>
                  </a:lnTo>
                  <a:lnTo>
                    <a:pt x="0" y="4515"/>
                  </a:lnTo>
                  <a:lnTo>
                    <a:pt x="8197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3" name="pg114">
              <a:extLst>
                <a:ext uri="{FF2B5EF4-FFF2-40B4-BE49-F238E27FC236}">
                  <a16:creationId xmlns:a16="http://schemas.microsoft.com/office/drawing/2014/main" id="{5616D5DE-3958-4E50-AF99-1D1241F2E48D}"/>
                </a:ext>
              </a:extLst>
            </p:cNvPr>
            <p:cNvSpPr/>
            <p:nvPr/>
          </p:nvSpPr>
          <p:spPr>
            <a:xfrm>
              <a:off x="8625474" y="1318545"/>
              <a:ext cx="23660" cy="37425"/>
            </a:xfrm>
            <a:custGeom>
              <a:avLst/>
              <a:gdLst/>
              <a:ahLst/>
              <a:cxnLst/>
              <a:rect l="0" t="0" r="0" b="0"/>
              <a:pathLst>
                <a:path w="23660" h="37425">
                  <a:moveTo>
                    <a:pt x="23660" y="1888"/>
                  </a:moveTo>
                  <a:lnTo>
                    <a:pt x="20336" y="37425"/>
                  </a:lnTo>
                  <a:lnTo>
                    <a:pt x="0" y="35528"/>
                  </a:lnTo>
                  <a:lnTo>
                    <a:pt x="3323" y="0"/>
                  </a:lnTo>
                  <a:lnTo>
                    <a:pt x="15510" y="113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4" name="pg115">
              <a:extLst>
                <a:ext uri="{FF2B5EF4-FFF2-40B4-BE49-F238E27FC236}">
                  <a16:creationId xmlns:a16="http://schemas.microsoft.com/office/drawing/2014/main" id="{6A1C1028-F106-4F67-8115-027DE2FBC20C}"/>
                </a:ext>
              </a:extLst>
            </p:cNvPr>
            <p:cNvSpPr/>
            <p:nvPr/>
          </p:nvSpPr>
          <p:spPr>
            <a:xfrm>
              <a:off x="5955230" y="2251449"/>
              <a:ext cx="14914" cy="48378"/>
            </a:xfrm>
            <a:custGeom>
              <a:avLst/>
              <a:gdLst/>
              <a:ahLst/>
              <a:cxnLst/>
              <a:rect l="0" t="0" r="0" b="0"/>
              <a:pathLst>
                <a:path w="14914" h="48378">
                  <a:moveTo>
                    <a:pt x="14914" y="47581"/>
                  </a:moveTo>
                  <a:lnTo>
                    <a:pt x="2627" y="48378"/>
                  </a:lnTo>
                  <a:lnTo>
                    <a:pt x="0" y="629"/>
                  </a:lnTo>
                  <a:lnTo>
                    <a:pt x="1201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5" name="pg116">
              <a:extLst>
                <a:ext uri="{FF2B5EF4-FFF2-40B4-BE49-F238E27FC236}">
                  <a16:creationId xmlns:a16="http://schemas.microsoft.com/office/drawing/2014/main" id="{79EE2EB7-B405-4834-B686-40759C2E1F8B}"/>
                </a:ext>
              </a:extLst>
            </p:cNvPr>
            <p:cNvSpPr/>
            <p:nvPr/>
          </p:nvSpPr>
          <p:spPr>
            <a:xfrm>
              <a:off x="6611735" y="2462590"/>
              <a:ext cx="38911" cy="34790"/>
            </a:xfrm>
            <a:custGeom>
              <a:avLst/>
              <a:gdLst/>
              <a:ahLst/>
              <a:cxnLst/>
              <a:rect l="0" t="0" r="0" b="0"/>
              <a:pathLst>
                <a:path w="38911" h="34790">
                  <a:moveTo>
                    <a:pt x="30862" y="31642"/>
                  </a:moveTo>
                  <a:lnTo>
                    <a:pt x="21906" y="34790"/>
                  </a:lnTo>
                  <a:lnTo>
                    <a:pt x="0" y="16635"/>
                  </a:lnTo>
                  <a:lnTo>
                    <a:pt x="7973" y="0"/>
                  </a:lnTo>
                  <a:lnTo>
                    <a:pt x="38911" y="1483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6" name="pg117">
              <a:extLst>
                <a:ext uri="{FF2B5EF4-FFF2-40B4-BE49-F238E27FC236}">
                  <a16:creationId xmlns:a16="http://schemas.microsoft.com/office/drawing/2014/main" id="{71805BA9-6A6E-4EC2-992B-567C5D51ABE9}"/>
                </a:ext>
              </a:extLst>
            </p:cNvPr>
            <p:cNvSpPr/>
            <p:nvPr/>
          </p:nvSpPr>
          <p:spPr>
            <a:xfrm>
              <a:off x="7113057" y="3615691"/>
              <a:ext cx="68153" cy="27639"/>
            </a:xfrm>
            <a:custGeom>
              <a:avLst/>
              <a:gdLst/>
              <a:ahLst/>
              <a:cxnLst/>
              <a:rect l="0" t="0" r="0" b="0"/>
              <a:pathLst>
                <a:path w="68153" h="27639">
                  <a:moveTo>
                    <a:pt x="68153" y="16366"/>
                  </a:moveTo>
                  <a:lnTo>
                    <a:pt x="2761" y="27639"/>
                  </a:lnTo>
                  <a:lnTo>
                    <a:pt x="0" y="11263"/>
                  </a:lnTo>
                  <a:lnTo>
                    <a:pt x="6534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7" name="pg118">
              <a:extLst>
                <a:ext uri="{FF2B5EF4-FFF2-40B4-BE49-F238E27FC236}">
                  <a16:creationId xmlns:a16="http://schemas.microsoft.com/office/drawing/2014/main" id="{09A04915-B7AA-49F7-A529-4CBA356E0600}"/>
                </a:ext>
              </a:extLst>
            </p:cNvPr>
            <p:cNvSpPr/>
            <p:nvPr/>
          </p:nvSpPr>
          <p:spPr>
            <a:xfrm>
              <a:off x="7652199" y="3258499"/>
              <a:ext cx="34127" cy="33119"/>
            </a:xfrm>
            <a:custGeom>
              <a:avLst/>
              <a:gdLst/>
              <a:ahLst/>
              <a:cxnLst/>
              <a:rect l="0" t="0" r="0" b="0"/>
              <a:pathLst>
                <a:path w="34127" h="33119">
                  <a:moveTo>
                    <a:pt x="34127" y="23157"/>
                  </a:moveTo>
                  <a:lnTo>
                    <a:pt x="24844" y="33119"/>
                  </a:lnTo>
                  <a:lnTo>
                    <a:pt x="0" y="9971"/>
                  </a:lnTo>
                  <a:lnTo>
                    <a:pt x="926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8" name="pg119">
              <a:extLst>
                <a:ext uri="{FF2B5EF4-FFF2-40B4-BE49-F238E27FC236}">
                  <a16:creationId xmlns:a16="http://schemas.microsoft.com/office/drawing/2014/main" id="{A49EA08A-8B6E-4EC9-9E42-E4A89C0759DF}"/>
                </a:ext>
              </a:extLst>
            </p:cNvPr>
            <p:cNvSpPr/>
            <p:nvPr/>
          </p:nvSpPr>
          <p:spPr>
            <a:xfrm>
              <a:off x="6524235" y="2050925"/>
              <a:ext cx="49469" cy="47497"/>
            </a:xfrm>
            <a:custGeom>
              <a:avLst/>
              <a:gdLst/>
              <a:ahLst/>
              <a:cxnLst/>
              <a:rect l="0" t="0" r="0" b="0"/>
              <a:pathLst>
                <a:path w="49469" h="47497">
                  <a:moveTo>
                    <a:pt x="49469" y="17667"/>
                  </a:moveTo>
                  <a:lnTo>
                    <a:pt x="38651" y="38995"/>
                  </a:lnTo>
                  <a:lnTo>
                    <a:pt x="36334" y="37820"/>
                  </a:lnTo>
                  <a:lnTo>
                    <a:pt x="31516" y="47497"/>
                  </a:lnTo>
                  <a:lnTo>
                    <a:pt x="18171" y="40799"/>
                  </a:lnTo>
                  <a:lnTo>
                    <a:pt x="17055" y="43049"/>
                  </a:lnTo>
                  <a:lnTo>
                    <a:pt x="0" y="34404"/>
                  </a:lnTo>
                  <a:lnTo>
                    <a:pt x="15745" y="0"/>
                  </a:lnTo>
                  <a:lnTo>
                    <a:pt x="15947" y="10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89" name="pg120">
              <a:extLst>
                <a:ext uri="{FF2B5EF4-FFF2-40B4-BE49-F238E27FC236}">
                  <a16:creationId xmlns:a16="http://schemas.microsoft.com/office/drawing/2014/main" id="{EF090668-4828-4CE3-B3A2-9B8B372C9CF8}"/>
                </a:ext>
              </a:extLst>
            </p:cNvPr>
            <p:cNvSpPr/>
            <p:nvPr/>
          </p:nvSpPr>
          <p:spPr>
            <a:xfrm>
              <a:off x="7293663" y="1474215"/>
              <a:ext cx="19363" cy="29309"/>
            </a:xfrm>
            <a:custGeom>
              <a:avLst/>
              <a:gdLst/>
              <a:ahLst/>
              <a:cxnLst/>
              <a:rect l="0" t="0" r="0" b="0"/>
              <a:pathLst>
                <a:path w="19363" h="29309">
                  <a:moveTo>
                    <a:pt x="19363" y="1393"/>
                  </a:moveTo>
                  <a:lnTo>
                    <a:pt x="17071" y="29309"/>
                  </a:lnTo>
                  <a:lnTo>
                    <a:pt x="0" y="27916"/>
                  </a:lnTo>
                  <a:lnTo>
                    <a:pt x="229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0" name="pg121">
              <a:extLst>
                <a:ext uri="{FF2B5EF4-FFF2-40B4-BE49-F238E27FC236}">
                  <a16:creationId xmlns:a16="http://schemas.microsoft.com/office/drawing/2014/main" id="{CFBA852E-1327-4D22-BFA9-63600A818166}"/>
                </a:ext>
              </a:extLst>
            </p:cNvPr>
            <p:cNvSpPr/>
            <p:nvPr/>
          </p:nvSpPr>
          <p:spPr>
            <a:xfrm>
              <a:off x="9029459" y="1668301"/>
              <a:ext cx="47892" cy="21176"/>
            </a:xfrm>
            <a:custGeom>
              <a:avLst/>
              <a:gdLst/>
              <a:ahLst/>
              <a:cxnLst/>
              <a:rect l="0" t="0" r="0" b="0"/>
              <a:pathLst>
                <a:path w="47892" h="21176">
                  <a:moveTo>
                    <a:pt x="47892" y="3877"/>
                  </a:moveTo>
                  <a:lnTo>
                    <a:pt x="46448" y="21176"/>
                  </a:lnTo>
                  <a:lnTo>
                    <a:pt x="0" y="17374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1" name="pg122">
              <a:extLst>
                <a:ext uri="{FF2B5EF4-FFF2-40B4-BE49-F238E27FC236}">
                  <a16:creationId xmlns:a16="http://schemas.microsoft.com/office/drawing/2014/main" id="{6C1F2522-2282-4845-BCAB-DE661355475D}"/>
                </a:ext>
              </a:extLst>
            </p:cNvPr>
            <p:cNvSpPr/>
            <p:nvPr/>
          </p:nvSpPr>
          <p:spPr>
            <a:xfrm>
              <a:off x="8275659" y="1327458"/>
              <a:ext cx="39557" cy="23383"/>
            </a:xfrm>
            <a:custGeom>
              <a:avLst/>
              <a:gdLst/>
              <a:ahLst/>
              <a:cxnLst/>
              <a:rect l="0" t="0" r="0" b="0"/>
              <a:pathLst>
                <a:path w="39557" h="23383">
                  <a:moveTo>
                    <a:pt x="39557" y="3071"/>
                  </a:moveTo>
                  <a:lnTo>
                    <a:pt x="37920" y="23383"/>
                  </a:lnTo>
                  <a:lnTo>
                    <a:pt x="0" y="20303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2" name="pg123">
              <a:extLst>
                <a:ext uri="{FF2B5EF4-FFF2-40B4-BE49-F238E27FC236}">
                  <a16:creationId xmlns:a16="http://schemas.microsoft.com/office/drawing/2014/main" id="{6E0C0E3D-2BF9-4363-9032-B2CF9546F024}"/>
                </a:ext>
              </a:extLst>
            </p:cNvPr>
            <p:cNvSpPr/>
            <p:nvPr/>
          </p:nvSpPr>
          <p:spPr>
            <a:xfrm>
              <a:off x="8589694" y="1649324"/>
              <a:ext cx="20236" cy="60750"/>
            </a:xfrm>
            <a:custGeom>
              <a:avLst/>
              <a:gdLst/>
              <a:ahLst/>
              <a:cxnLst/>
              <a:rect l="0" t="0" r="0" b="0"/>
              <a:pathLst>
                <a:path w="20236" h="60750">
                  <a:moveTo>
                    <a:pt x="20236" y="1477"/>
                  </a:moveTo>
                  <a:lnTo>
                    <a:pt x="15023" y="60750"/>
                  </a:lnTo>
                  <a:lnTo>
                    <a:pt x="7058" y="60053"/>
                  </a:lnTo>
                  <a:lnTo>
                    <a:pt x="8770" y="38541"/>
                  </a:lnTo>
                  <a:lnTo>
                    <a:pt x="0" y="37769"/>
                  </a:lnTo>
                  <a:lnTo>
                    <a:pt x="331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3" name="pg124">
              <a:extLst>
                <a:ext uri="{FF2B5EF4-FFF2-40B4-BE49-F238E27FC236}">
                  <a16:creationId xmlns:a16="http://schemas.microsoft.com/office/drawing/2014/main" id="{91CE1982-7FA9-4B29-BB88-0DFA2592A995}"/>
                </a:ext>
              </a:extLst>
            </p:cNvPr>
            <p:cNvSpPr/>
            <p:nvPr/>
          </p:nvSpPr>
          <p:spPr>
            <a:xfrm>
              <a:off x="10013227" y="3435203"/>
              <a:ext cx="49344" cy="42100"/>
            </a:xfrm>
            <a:custGeom>
              <a:avLst/>
              <a:gdLst/>
              <a:ahLst/>
              <a:cxnLst/>
              <a:rect l="0" t="0" r="0" b="0"/>
              <a:pathLst>
                <a:path w="49344" h="42100">
                  <a:moveTo>
                    <a:pt x="49344" y="4280"/>
                  </a:moveTo>
                  <a:lnTo>
                    <a:pt x="45919" y="42100"/>
                  </a:lnTo>
                  <a:lnTo>
                    <a:pt x="0" y="37828"/>
                  </a:lnTo>
                  <a:lnTo>
                    <a:pt x="334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4" name="pg125">
              <a:extLst>
                <a:ext uri="{FF2B5EF4-FFF2-40B4-BE49-F238E27FC236}">
                  <a16:creationId xmlns:a16="http://schemas.microsoft.com/office/drawing/2014/main" id="{90C54BD0-BF93-44B0-8668-E8DFC426AF9A}"/>
                </a:ext>
              </a:extLst>
            </p:cNvPr>
            <p:cNvSpPr/>
            <p:nvPr/>
          </p:nvSpPr>
          <p:spPr>
            <a:xfrm>
              <a:off x="8100232" y="4490883"/>
              <a:ext cx="10869" cy="37702"/>
            </a:xfrm>
            <a:custGeom>
              <a:avLst/>
              <a:gdLst/>
              <a:ahLst/>
              <a:cxnLst/>
              <a:rect l="0" t="0" r="0" b="0"/>
              <a:pathLst>
                <a:path w="10869" h="37702">
                  <a:moveTo>
                    <a:pt x="10869" y="37173"/>
                  </a:moveTo>
                  <a:lnTo>
                    <a:pt x="2366" y="37702"/>
                  </a:lnTo>
                  <a:lnTo>
                    <a:pt x="0" y="528"/>
                  </a:lnTo>
                  <a:lnTo>
                    <a:pt x="854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5" name="pg126">
              <a:extLst>
                <a:ext uri="{FF2B5EF4-FFF2-40B4-BE49-F238E27FC236}">
                  <a16:creationId xmlns:a16="http://schemas.microsoft.com/office/drawing/2014/main" id="{7141B115-2547-41EB-8376-58B71ABF0BC3}"/>
                </a:ext>
              </a:extLst>
            </p:cNvPr>
            <p:cNvSpPr/>
            <p:nvPr/>
          </p:nvSpPr>
          <p:spPr>
            <a:xfrm>
              <a:off x="8127082" y="1782424"/>
              <a:ext cx="13169" cy="32792"/>
            </a:xfrm>
            <a:custGeom>
              <a:avLst/>
              <a:gdLst/>
              <a:ahLst/>
              <a:cxnLst/>
              <a:rect l="0" t="0" r="0" b="0"/>
              <a:pathLst>
                <a:path w="13169" h="32792">
                  <a:moveTo>
                    <a:pt x="13169" y="663"/>
                  </a:moveTo>
                  <a:lnTo>
                    <a:pt x="11230" y="32792"/>
                  </a:lnTo>
                  <a:lnTo>
                    <a:pt x="0" y="32121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6" name="pg127">
              <a:extLst>
                <a:ext uri="{FF2B5EF4-FFF2-40B4-BE49-F238E27FC236}">
                  <a16:creationId xmlns:a16="http://schemas.microsoft.com/office/drawing/2014/main" id="{16EFF53E-08F2-40CF-BF80-ADFA993E73A6}"/>
                </a:ext>
              </a:extLst>
            </p:cNvPr>
            <p:cNvSpPr/>
            <p:nvPr/>
          </p:nvSpPr>
          <p:spPr>
            <a:xfrm>
              <a:off x="8682129" y="4846397"/>
              <a:ext cx="22057" cy="4582"/>
            </a:xfrm>
            <a:custGeom>
              <a:avLst/>
              <a:gdLst/>
              <a:ahLst/>
              <a:cxnLst/>
              <a:rect l="0" t="0" r="0" b="0"/>
              <a:pathLst>
                <a:path w="22057" h="4582">
                  <a:moveTo>
                    <a:pt x="18238" y="4146"/>
                  </a:moveTo>
                  <a:lnTo>
                    <a:pt x="3978" y="4582"/>
                  </a:lnTo>
                  <a:lnTo>
                    <a:pt x="0" y="663"/>
                  </a:lnTo>
                  <a:lnTo>
                    <a:pt x="2205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7" name="pg128">
              <a:extLst>
                <a:ext uri="{FF2B5EF4-FFF2-40B4-BE49-F238E27FC236}">
                  <a16:creationId xmlns:a16="http://schemas.microsoft.com/office/drawing/2014/main" id="{BE123201-2B35-4845-967A-91755254EB97}"/>
                </a:ext>
              </a:extLst>
            </p:cNvPr>
            <p:cNvSpPr/>
            <p:nvPr/>
          </p:nvSpPr>
          <p:spPr>
            <a:xfrm>
              <a:off x="8336880" y="5241150"/>
              <a:ext cx="43905" cy="38206"/>
            </a:xfrm>
            <a:custGeom>
              <a:avLst/>
              <a:gdLst/>
              <a:ahLst/>
              <a:cxnLst/>
              <a:rect l="0" t="0" r="0" b="0"/>
              <a:pathLst>
                <a:path w="43905" h="38206">
                  <a:moveTo>
                    <a:pt x="37375" y="36561"/>
                  </a:moveTo>
                  <a:lnTo>
                    <a:pt x="3516" y="38206"/>
                  </a:lnTo>
                  <a:lnTo>
                    <a:pt x="0" y="3374"/>
                  </a:lnTo>
                  <a:lnTo>
                    <a:pt x="42981" y="0"/>
                  </a:lnTo>
                  <a:lnTo>
                    <a:pt x="43905" y="10332"/>
                  </a:lnTo>
                  <a:lnTo>
                    <a:pt x="41479" y="10533"/>
                  </a:lnTo>
                  <a:lnTo>
                    <a:pt x="43728" y="3602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8" name="pg129">
              <a:extLst>
                <a:ext uri="{FF2B5EF4-FFF2-40B4-BE49-F238E27FC236}">
                  <a16:creationId xmlns:a16="http://schemas.microsoft.com/office/drawing/2014/main" id="{C022AAFD-599E-4E0C-B671-7C4D4363B813}"/>
                </a:ext>
              </a:extLst>
            </p:cNvPr>
            <p:cNvSpPr/>
            <p:nvPr/>
          </p:nvSpPr>
          <p:spPr>
            <a:xfrm>
              <a:off x="7647297" y="5122234"/>
              <a:ext cx="19934" cy="27404"/>
            </a:xfrm>
            <a:custGeom>
              <a:avLst/>
              <a:gdLst/>
              <a:ahLst/>
              <a:cxnLst/>
              <a:rect l="0" t="0" r="0" b="0"/>
              <a:pathLst>
                <a:path w="19934" h="27404">
                  <a:moveTo>
                    <a:pt x="19934" y="26774"/>
                  </a:moveTo>
                  <a:lnTo>
                    <a:pt x="889" y="27404"/>
                  </a:lnTo>
                  <a:lnTo>
                    <a:pt x="0" y="629"/>
                  </a:lnTo>
                  <a:lnTo>
                    <a:pt x="1905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99" name="pg130">
              <a:extLst>
                <a:ext uri="{FF2B5EF4-FFF2-40B4-BE49-F238E27FC236}">
                  <a16:creationId xmlns:a16="http://schemas.microsoft.com/office/drawing/2014/main" id="{8DC22D80-AD3B-4EDF-97BC-99EB4AF81F4E}"/>
                </a:ext>
              </a:extLst>
            </p:cNvPr>
            <p:cNvSpPr/>
            <p:nvPr/>
          </p:nvSpPr>
          <p:spPr>
            <a:xfrm>
              <a:off x="7279327" y="2316069"/>
              <a:ext cx="53473" cy="40380"/>
            </a:xfrm>
            <a:custGeom>
              <a:avLst/>
              <a:gdLst/>
              <a:ahLst/>
              <a:cxnLst/>
              <a:rect l="0" t="0" r="0" b="0"/>
              <a:pathLst>
                <a:path w="53473" h="40380">
                  <a:moveTo>
                    <a:pt x="53473" y="20479"/>
                  </a:moveTo>
                  <a:lnTo>
                    <a:pt x="44148" y="40380"/>
                  </a:lnTo>
                  <a:lnTo>
                    <a:pt x="37467" y="37198"/>
                  </a:lnTo>
                  <a:lnTo>
                    <a:pt x="0" y="19682"/>
                  </a:lnTo>
                  <a:lnTo>
                    <a:pt x="919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0" name="pg131">
              <a:extLst>
                <a:ext uri="{FF2B5EF4-FFF2-40B4-BE49-F238E27FC236}">
                  <a16:creationId xmlns:a16="http://schemas.microsoft.com/office/drawing/2014/main" id="{1BF3FBB7-5072-4EF1-8F3B-FDBC4475B5B8}"/>
                </a:ext>
              </a:extLst>
            </p:cNvPr>
            <p:cNvSpPr/>
            <p:nvPr/>
          </p:nvSpPr>
          <p:spPr>
            <a:xfrm>
              <a:off x="8036073" y="2148010"/>
              <a:ext cx="28864" cy="23022"/>
            </a:xfrm>
            <a:custGeom>
              <a:avLst/>
              <a:gdLst/>
              <a:ahLst/>
              <a:cxnLst/>
              <a:rect l="0" t="0" r="0" b="0"/>
              <a:pathLst>
                <a:path w="28864" h="23022">
                  <a:moveTo>
                    <a:pt x="28864" y="5203"/>
                  </a:moveTo>
                  <a:lnTo>
                    <a:pt x="24701" y="23022"/>
                  </a:lnTo>
                  <a:lnTo>
                    <a:pt x="0" y="17617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1" name="pg132">
              <a:extLst>
                <a:ext uri="{FF2B5EF4-FFF2-40B4-BE49-F238E27FC236}">
                  <a16:creationId xmlns:a16="http://schemas.microsoft.com/office/drawing/2014/main" id="{B19F573E-27B4-44D6-AEC1-DF4C3F3799C3}"/>
                </a:ext>
              </a:extLst>
            </p:cNvPr>
            <p:cNvSpPr/>
            <p:nvPr/>
          </p:nvSpPr>
          <p:spPr>
            <a:xfrm>
              <a:off x="9018775" y="1373613"/>
              <a:ext cx="31625" cy="38029"/>
            </a:xfrm>
            <a:custGeom>
              <a:avLst/>
              <a:gdLst/>
              <a:ahLst/>
              <a:cxnLst/>
              <a:rect l="0" t="0" r="0" b="0"/>
              <a:pathLst>
                <a:path w="31625" h="38029">
                  <a:moveTo>
                    <a:pt x="31625" y="2761"/>
                  </a:moveTo>
                  <a:lnTo>
                    <a:pt x="28167" y="38029"/>
                  </a:lnTo>
                  <a:lnTo>
                    <a:pt x="0" y="35251"/>
                  </a:lnTo>
                  <a:lnTo>
                    <a:pt x="345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2" name="pg133">
              <a:extLst>
                <a:ext uri="{FF2B5EF4-FFF2-40B4-BE49-F238E27FC236}">
                  <a16:creationId xmlns:a16="http://schemas.microsoft.com/office/drawing/2014/main" id="{C1DAACF5-DE7E-4E43-9AC6-55719813E0C2}"/>
                </a:ext>
              </a:extLst>
            </p:cNvPr>
            <p:cNvSpPr/>
            <p:nvPr/>
          </p:nvSpPr>
          <p:spPr>
            <a:xfrm>
              <a:off x="9372492" y="4016160"/>
              <a:ext cx="42335" cy="41756"/>
            </a:xfrm>
            <a:custGeom>
              <a:avLst/>
              <a:gdLst/>
              <a:ahLst/>
              <a:cxnLst/>
              <a:rect l="0" t="0" r="0" b="0"/>
              <a:pathLst>
                <a:path w="42335" h="41756">
                  <a:moveTo>
                    <a:pt x="42335" y="10097"/>
                  </a:moveTo>
                  <a:lnTo>
                    <a:pt x="8552" y="41756"/>
                  </a:lnTo>
                  <a:lnTo>
                    <a:pt x="0" y="32649"/>
                  </a:lnTo>
                  <a:lnTo>
                    <a:pt x="34832" y="0"/>
                  </a:lnTo>
                  <a:lnTo>
                    <a:pt x="41135" y="6731"/>
                  </a:lnTo>
                  <a:lnTo>
                    <a:pt x="40094" y="770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3" name="pg134">
              <a:extLst>
                <a:ext uri="{FF2B5EF4-FFF2-40B4-BE49-F238E27FC236}">
                  <a16:creationId xmlns:a16="http://schemas.microsoft.com/office/drawing/2014/main" id="{C9D17AE5-E6AB-41D3-B5DA-6AD22B57B279}"/>
                </a:ext>
              </a:extLst>
            </p:cNvPr>
            <p:cNvSpPr/>
            <p:nvPr/>
          </p:nvSpPr>
          <p:spPr>
            <a:xfrm>
              <a:off x="6188118" y="3897370"/>
              <a:ext cx="48823" cy="76085"/>
            </a:xfrm>
            <a:custGeom>
              <a:avLst/>
              <a:gdLst/>
              <a:ahLst/>
              <a:cxnLst/>
              <a:rect l="0" t="0" r="0" b="0"/>
              <a:pathLst>
                <a:path w="48823" h="76085">
                  <a:moveTo>
                    <a:pt x="33329" y="74356"/>
                  </a:moveTo>
                  <a:lnTo>
                    <a:pt x="1502" y="76085"/>
                  </a:lnTo>
                  <a:lnTo>
                    <a:pt x="0" y="48437"/>
                  </a:lnTo>
                  <a:lnTo>
                    <a:pt x="31827" y="46708"/>
                  </a:lnTo>
                  <a:lnTo>
                    <a:pt x="29342" y="898"/>
                  </a:lnTo>
                  <a:lnTo>
                    <a:pt x="46095" y="0"/>
                  </a:lnTo>
                  <a:lnTo>
                    <a:pt x="48823" y="50258"/>
                  </a:lnTo>
                  <a:lnTo>
                    <a:pt x="32070" y="511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4" name="pg135">
              <a:extLst>
                <a:ext uri="{FF2B5EF4-FFF2-40B4-BE49-F238E27FC236}">
                  <a16:creationId xmlns:a16="http://schemas.microsoft.com/office/drawing/2014/main" id="{FDB1D9E7-7040-472E-9F86-94D87368D63A}"/>
                </a:ext>
              </a:extLst>
            </p:cNvPr>
            <p:cNvSpPr/>
            <p:nvPr/>
          </p:nvSpPr>
          <p:spPr>
            <a:xfrm>
              <a:off x="5945485" y="3434884"/>
              <a:ext cx="24290" cy="31617"/>
            </a:xfrm>
            <a:custGeom>
              <a:avLst/>
              <a:gdLst/>
              <a:ahLst/>
              <a:cxnLst/>
              <a:rect l="0" t="0" r="0" b="0"/>
              <a:pathLst>
                <a:path w="24290" h="31617">
                  <a:moveTo>
                    <a:pt x="24290" y="29141"/>
                  </a:moveTo>
                  <a:lnTo>
                    <a:pt x="3458" y="31617"/>
                  </a:lnTo>
                  <a:lnTo>
                    <a:pt x="0" y="2467"/>
                  </a:lnTo>
                  <a:lnTo>
                    <a:pt x="2082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5" name="pg136">
              <a:extLst>
                <a:ext uri="{FF2B5EF4-FFF2-40B4-BE49-F238E27FC236}">
                  <a16:creationId xmlns:a16="http://schemas.microsoft.com/office/drawing/2014/main" id="{8C29A5B2-2ED1-4F19-B0E0-D4C9405F1220}"/>
                </a:ext>
              </a:extLst>
            </p:cNvPr>
            <p:cNvSpPr/>
            <p:nvPr/>
          </p:nvSpPr>
          <p:spPr>
            <a:xfrm>
              <a:off x="8578766" y="2023185"/>
              <a:ext cx="32423" cy="19077"/>
            </a:xfrm>
            <a:custGeom>
              <a:avLst/>
              <a:gdLst/>
              <a:ahLst/>
              <a:cxnLst/>
              <a:rect l="0" t="0" r="0" b="0"/>
              <a:pathLst>
                <a:path w="32423" h="19077">
                  <a:moveTo>
                    <a:pt x="32423" y="2912"/>
                  </a:moveTo>
                  <a:lnTo>
                    <a:pt x="30904" y="19077"/>
                  </a:lnTo>
                  <a:lnTo>
                    <a:pt x="0" y="16182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6" name="pg137">
              <a:extLst>
                <a:ext uri="{FF2B5EF4-FFF2-40B4-BE49-F238E27FC236}">
                  <a16:creationId xmlns:a16="http://schemas.microsoft.com/office/drawing/2014/main" id="{D1131CA7-0902-46AF-B4EE-9A79F5E32A28}"/>
                </a:ext>
              </a:extLst>
            </p:cNvPr>
            <p:cNvSpPr/>
            <p:nvPr/>
          </p:nvSpPr>
          <p:spPr>
            <a:xfrm>
              <a:off x="7861502" y="3729009"/>
              <a:ext cx="26707" cy="62781"/>
            </a:xfrm>
            <a:custGeom>
              <a:avLst/>
              <a:gdLst/>
              <a:ahLst/>
              <a:cxnLst/>
              <a:rect l="0" t="0" r="0" b="0"/>
              <a:pathLst>
                <a:path w="26707" h="62781">
                  <a:moveTo>
                    <a:pt x="830" y="0"/>
                  </a:moveTo>
                  <a:lnTo>
                    <a:pt x="1829" y="25146"/>
                  </a:lnTo>
                  <a:lnTo>
                    <a:pt x="25221" y="24214"/>
                  </a:lnTo>
                  <a:lnTo>
                    <a:pt x="26707" y="61338"/>
                  </a:lnTo>
                  <a:lnTo>
                    <a:pt x="2677" y="62781"/>
                  </a:lnTo>
                  <a:lnTo>
                    <a:pt x="2224" y="54161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7" name="pg138">
              <a:extLst>
                <a:ext uri="{FF2B5EF4-FFF2-40B4-BE49-F238E27FC236}">
                  <a16:creationId xmlns:a16="http://schemas.microsoft.com/office/drawing/2014/main" id="{99DF333D-4DDD-4A00-9F13-A5CD46B47486}"/>
                </a:ext>
              </a:extLst>
            </p:cNvPr>
            <p:cNvSpPr/>
            <p:nvPr/>
          </p:nvSpPr>
          <p:spPr>
            <a:xfrm>
              <a:off x="8748402" y="3748288"/>
              <a:ext cx="46641" cy="43519"/>
            </a:xfrm>
            <a:custGeom>
              <a:avLst/>
              <a:gdLst/>
              <a:ahLst/>
              <a:cxnLst/>
              <a:rect l="0" t="0" r="0" b="0"/>
              <a:pathLst>
                <a:path w="46641" h="43519">
                  <a:moveTo>
                    <a:pt x="46641" y="8368"/>
                  </a:moveTo>
                  <a:lnTo>
                    <a:pt x="7545" y="43519"/>
                  </a:lnTo>
                  <a:lnTo>
                    <a:pt x="0" y="35125"/>
                  </a:lnTo>
                  <a:lnTo>
                    <a:pt x="3912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8" name="pg139">
              <a:extLst>
                <a:ext uri="{FF2B5EF4-FFF2-40B4-BE49-F238E27FC236}">
                  <a16:creationId xmlns:a16="http://schemas.microsoft.com/office/drawing/2014/main" id="{8011818D-E730-4DCE-809D-09647B2BBA63}"/>
                </a:ext>
              </a:extLst>
            </p:cNvPr>
            <p:cNvSpPr/>
            <p:nvPr/>
          </p:nvSpPr>
          <p:spPr>
            <a:xfrm>
              <a:off x="8184164" y="1317470"/>
              <a:ext cx="35461" cy="25826"/>
            </a:xfrm>
            <a:custGeom>
              <a:avLst/>
              <a:gdLst/>
              <a:ahLst/>
              <a:cxnLst/>
              <a:rect l="0" t="0" r="0" b="0"/>
              <a:pathLst>
                <a:path w="35461" h="25826">
                  <a:moveTo>
                    <a:pt x="35461" y="1745"/>
                  </a:moveTo>
                  <a:lnTo>
                    <a:pt x="34236" y="25826"/>
                  </a:lnTo>
                  <a:lnTo>
                    <a:pt x="0" y="24080"/>
                  </a:lnTo>
                  <a:lnTo>
                    <a:pt x="122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09" name="pg140">
              <a:extLst>
                <a:ext uri="{FF2B5EF4-FFF2-40B4-BE49-F238E27FC236}">
                  <a16:creationId xmlns:a16="http://schemas.microsoft.com/office/drawing/2014/main" id="{F7A2ADBD-0230-4A6C-9769-E13C9531FAEA}"/>
                </a:ext>
              </a:extLst>
            </p:cNvPr>
            <p:cNvSpPr/>
            <p:nvPr/>
          </p:nvSpPr>
          <p:spPr>
            <a:xfrm>
              <a:off x="9263884" y="2910178"/>
              <a:ext cx="10592" cy="26128"/>
            </a:xfrm>
            <a:custGeom>
              <a:avLst/>
              <a:gdLst/>
              <a:ahLst/>
              <a:cxnLst/>
              <a:rect l="0" t="0" r="0" b="0"/>
              <a:pathLst>
                <a:path w="10592" h="26128">
                  <a:moveTo>
                    <a:pt x="10592" y="705"/>
                  </a:moveTo>
                  <a:lnTo>
                    <a:pt x="8460" y="26128"/>
                  </a:lnTo>
                  <a:lnTo>
                    <a:pt x="0" y="2541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0" name="pg141">
              <a:extLst>
                <a:ext uri="{FF2B5EF4-FFF2-40B4-BE49-F238E27FC236}">
                  <a16:creationId xmlns:a16="http://schemas.microsoft.com/office/drawing/2014/main" id="{439CC7DC-B974-497E-99FB-BE69FF88C003}"/>
                </a:ext>
              </a:extLst>
            </p:cNvPr>
            <p:cNvSpPr/>
            <p:nvPr/>
          </p:nvSpPr>
          <p:spPr>
            <a:xfrm>
              <a:off x="8227851" y="1654309"/>
              <a:ext cx="39003" cy="27378"/>
            </a:xfrm>
            <a:custGeom>
              <a:avLst/>
              <a:gdLst/>
              <a:ahLst/>
              <a:cxnLst/>
              <a:rect l="0" t="0" r="0" b="0"/>
              <a:pathLst>
                <a:path w="39003" h="27378">
                  <a:moveTo>
                    <a:pt x="39003" y="8972"/>
                  </a:moveTo>
                  <a:lnTo>
                    <a:pt x="36938" y="27378"/>
                  </a:lnTo>
                  <a:lnTo>
                    <a:pt x="0" y="23240"/>
                  </a:lnTo>
                  <a:lnTo>
                    <a:pt x="2601" y="0"/>
                  </a:lnTo>
                  <a:lnTo>
                    <a:pt x="7419" y="176"/>
                  </a:lnTo>
                  <a:lnTo>
                    <a:pt x="6848" y="56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1" name="pg142">
              <a:extLst>
                <a:ext uri="{FF2B5EF4-FFF2-40B4-BE49-F238E27FC236}">
                  <a16:creationId xmlns:a16="http://schemas.microsoft.com/office/drawing/2014/main" id="{2408903C-964B-42A0-805D-0DD5BC550151}"/>
                </a:ext>
              </a:extLst>
            </p:cNvPr>
            <p:cNvSpPr/>
            <p:nvPr/>
          </p:nvSpPr>
          <p:spPr>
            <a:xfrm>
              <a:off x="8650192" y="1543191"/>
              <a:ext cx="12279" cy="44593"/>
            </a:xfrm>
            <a:custGeom>
              <a:avLst/>
              <a:gdLst/>
              <a:ahLst/>
              <a:cxnLst/>
              <a:rect l="0" t="0" r="0" b="0"/>
              <a:pathLst>
                <a:path w="12279" h="44593">
                  <a:moveTo>
                    <a:pt x="12279" y="461"/>
                  </a:moveTo>
                  <a:lnTo>
                    <a:pt x="10248" y="44593"/>
                  </a:lnTo>
                  <a:lnTo>
                    <a:pt x="0" y="4411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2" name="pg143">
              <a:extLst>
                <a:ext uri="{FF2B5EF4-FFF2-40B4-BE49-F238E27FC236}">
                  <a16:creationId xmlns:a16="http://schemas.microsoft.com/office/drawing/2014/main" id="{666D93C6-62DC-458A-9DB0-B740E728480B}"/>
                </a:ext>
              </a:extLst>
            </p:cNvPr>
            <p:cNvSpPr/>
            <p:nvPr/>
          </p:nvSpPr>
          <p:spPr>
            <a:xfrm>
              <a:off x="9978495" y="4946437"/>
              <a:ext cx="27924" cy="7453"/>
            </a:xfrm>
            <a:custGeom>
              <a:avLst/>
              <a:gdLst/>
              <a:ahLst/>
              <a:cxnLst/>
              <a:rect l="0" t="0" r="0" b="0"/>
              <a:pathLst>
                <a:path w="27924" h="7453">
                  <a:moveTo>
                    <a:pt x="27924" y="4163"/>
                  </a:moveTo>
                  <a:lnTo>
                    <a:pt x="495" y="7453"/>
                  </a:lnTo>
                  <a:lnTo>
                    <a:pt x="0" y="3290"/>
                  </a:lnTo>
                  <a:lnTo>
                    <a:pt x="2742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3" name="pg144">
              <a:extLst>
                <a:ext uri="{FF2B5EF4-FFF2-40B4-BE49-F238E27FC236}">
                  <a16:creationId xmlns:a16="http://schemas.microsoft.com/office/drawing/2014/main" id="{33C787EE-A5FE-4951-892B-37046E5FC4C0}"/>
                </a:ext>
              </a:extLst>
            </p:cNvPr>
            <p:cNvSpPr/>
            <p:nvPr/>
          </p:nvSpPr>
          <p:spPr>
            <a:xfrm>
              <a:off x="7855274" y="2086747"/>
              <a:ext cx="27236" cy="36284"/>
            </a:xfrm>
            <a:custGeom>
              <a:avLst/>
              <a:gdLst/>
              <a:ahLst/>
              <a:cxnLst/>
              <a:rect l="0" t="0" r="0" b="0"/>
              <a:pathLst>
                <a:path w="27236" h="36284">
                  <a:moveTo>
                    <a:pt x="27236" y="4456"/>
                  </a:moveTo>
                  <a:lnTo>
                    <a:pt x="20487" y="36284"/>
                  </a:lnTo>
                  <a:lnTo>
                    <a:pt x="0" y="31953"/>
                  </a:lnTo>
                  <a:lnTo>
                    <a:pt x="616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4" name="pg145">
              <a:extLst>
                <a:ext uri="{FF2B5EF4-FFF2-40B4-BE49-F238E27FC236}">
                  <a16:creationId xmlns:a16="http://schemas.microsoft.com/office/drawing/2014/main" id="{D4CDA20B-4B6E-42E9-B95C-66C40894E691}"/>
                </a:ext>
              </a:extLst>
            </p:cNvPr>
            <p:cNvSpPr/>
            <p:nvPr/>
          </p:nvSpPr>
          <p:spPr>
            <a:xfrm>
              <a:off x="10037424" y="5341995"/>
              <a:ext cx="67859" cy="69051"/>
            </a:xfrm>
            <a:custGeom>
              <a:avLst/>
              <a:gdLst/>
              <a:ahLst/>
              <a:cxnLst/>
              <a:rect l="0" t="0" r="0" b="0"/>
              <a:pathLst>
                <a:path w="67859" h="69051">
                  <a:moveTo>
                    <a:pt x="33682" y="66071"/>
                  </a:moveTo>
                  <a:lnTo>
                    <a:pt x="6991" y="69051"/>
                  </a:lnTo>
                  <a:lnTo>
                    <a:pt x="6739" y="66776"/>
                  </a:lnTo>
                  <a:lnTo>
                    <a:pt x="0" y="6513"/>
                  </a:lnTo>
                  <a:lnTo>
                    <a:pt x="1250" y="6387"/>
                  </a:lnTo>
                  <a:lnTo>
                    <a:pt x="62194" y="0"/>
                  </a:lnTo>
                  <a:lnTo>
                    <a:pt x="67859" y="6225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5" name="pg146">
              <a:extLst>
                <a:ext uri="{FF2B5EF4-FFF2-40B4-BE49-F238E27FC236}">
                  <a16:creationId xmlns:a16="http://schemas.microsoft.com/office/drawing/2014/main" id="{999CA4A9-FA05-4407-BD1E-1752898C6E7D}"/>
                </a:ext>
              </a:extLst>
            </p:cNvPr>
            <p:cNvSpPr/>
            <p:nvPr/>
          </p:nvSpPr>
          <p:spPr>
            <a:xfrm>
              <a:off x="7390530" y="3435605"/>
              <a:ext cx="44475" cy="55790"/>
            </a:xfrm>
            <a:custGeom>
              <a:avLst/>
              <a:gdLst/>
              <a:ahLst/>
              <a:cxnLst/>
              <a:rect l="0" t="0" r="0" b="0"/>
              <a:pathLst>
                <a:path w="44475" h="55790">
                  <a:moveTo>
                    <a:pt x="44475" y="49595"/>
                  </a:moveTo>
                  <a:lnTo>
                    <a:pt x="8787" y="55790"/>
                  </a:lnTo>
                  <a:lnTo>
                    <a:pt x="0" y="6227"/>
                  </a:lnTo>
                  <a:lnTo>
                    <a:pt x="3587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6" name="pg147">
              <a:extLst>
                <a:ext uri="{FF2B5EF4-FFF2-40B4-BE49-F238E27FC236}">
                  <a16:creationId xmlns:a16="http://schemas.microsoft.com/office/drawing/2014/main" id="{F02E5E55-F867-4762-A209-B9A4C8227A7F}"/>
                </a:ext>
              </a:extLst>
            </p:cNvPr>
            <p:cNvSpPr/>
            <p:nvPr/>
          </p:nvSpPr>
          <p:spPr>
            <a:xfrm>
              <a:off x="8893455" y="4856520"/>
              <a:ext cx="23979" cy="38911"/>
            </a:xfrm>
            <a:custGeom>
              <a:avLst/>
              <a:gdLst/>
              <a:ahLst/>
              <a:cxnLst/>
              <a:rect l="0" t="0" r="0" b="0"/>
              <a:pathLst>
                <a:path w="23979" h="38911">
                  <a:moveTo>
                    <a:pt x="23979" y="37895"/>
                  </a:moveTo>
                  <a:lnTo>
                    <a:pt x="730" y="38911"/>
                  </a:lnTo>
                  <a:lnTo>
                    <a:pt x="0" y="990"/>
                  </a:lnTo>
                  <a:lnTo>
                    <a:pt x="2310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7" name="pg148">
              <a:extLst>
                <a:ext uri="{FF2B5EF4-FFF2-40B4-BE49-F238E27FC236}">
                  <a16:creationId xmlns:a16="http://schemas.microsoft.com/office/drawing/2014/main" id="{02A8227F-8BCD-4983-B8D3-CF62764603CC}"/>
                </a:ext>
              </a:extLst>
            </p:cNvPr>
            <p:cNvSpPr/>
            <p:nvPr/>
          </p:nvSpPr>
          <p:spPr>
            <a:xfrm>
              <a:off x="8729509" y="4128369"/>
              <a:ext cx="15309" cy="49637"/>
            </a:xfrm>
            <a:custGeom>
              <a:avLst/>
              <a:gdLst/>
              <a:ahLst/>
              <a:cxnLst/>
              <a:rect l="0" t="0" r="0" b="0"/>
              <a:pathLst>
                <a:path w="15309" h="49637">
                  <a:moveTo>
                    <a:pt x="15309" y="48941"/>
                  </a:moveTo>
                  <a:lnTo>
                    <a:pt x="2752" y="49637"/>
                  </a:lnTo>
                  <a:lnTo>
                    <a:pt x="0" y="696"/>
                  </a:lnTo>
                  <a:lnTo>
                    <a:pt x="1257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8" name="pg149">
              <a:extLst>
                <a:ext uri="{FF2B5EF4-FFF2-40B4-BE49-F238E27FC236}">
                  <a16:creationId xmlns:a16="http://schemas.microsoft.com/office/drawing/2014/main" id="{9209E8B3-134C-47BD-B9A7-0026A691C255}"/>
                </a:ext>
              </a:extLst>
            </p:cNvPr>
            <p:cNvSpPr/>
            <p:nvPr/>
          </p:nvSpPr>
          <p:spPr>
            <a:xfrm>
              <a:off x="6342713" y="2017730"/>
              <a:ext cx="20790" cy="14335"/>
            </a:xfrm>
            <a:custGeom>
              <a:avLst/>
              <a:gdLst/>
              <a:ahLst/>
              <a:cxnLst/>
              <a:rect l="0" t="0" r="0" b="0"/>
              <a:pathLst>
                <a:path w="20790" h="14335">
                  <a:moveTo>
                    <a:pt x="20790" y="8661"/>
                  </a:moveTo>
                  <a:lnTo>
                    <a:pt x="18070" y="14335"/>
                  </a:lnTo>
                  <a:lnTo>
                    <a:pt x="0" y="5673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19" name="pg150">
              <a:extLst>
                <a:ext uri="{FF2B5EF4-FFF2-40B4-BE49-F238E27FC236}">
                  <a16:creationId xmlns:a16="http://schemas.microsoft.com/office/drawing/2014/main" id="{A4A2A87A-B379-44FA-8034-C24EFEEAF39F}"/>
                </a:ext>
              </a:extLst>
            </p:cNvPr>
            <p:cNvSpPr/>
            <p:nvPr/>
          </p:nvSpPr>
          <p:spPr>
            <a:xfrm>
              <a:off x="7376958" y="2402586"/>
              <a:ext cx="49830" cy="53162"/>
            </a:xfrm>
            <a:custGeom>
              <a:avLst/>
              <a:gdLst/>
              <a:ahLst/>
              <a:cxnLst/>
              <a:rect l="0" t="0" r="0" b="0"/>
              <a:pathLst>
                <a:path w="49830" h="53162">
                  <a:moveTo>
                    <a:pt x="49830" y="38995"/>
                  </a:moveTo>
                  <a:lnTo>
                    <a:pt x="37887" y="53162"/>
                  </a:lnTo>
                  <a:lnTo>
                    <a:pt x="0" y="21218"/>
                  </a:lnTo>
                  <a:lnTo>
                    <a:pt x="5992" y="14109"/>
                  </a:lnTo>
                  <a:lnTo>
                    <a:pt x="17877" y="0"/>
                  </a:lnTo>
                  <a:lnTo>
                    <a:pt x="39045" y="17835"/>
                  </a:lnTo>
                  <a:lnTo>
                    <a:pt x="33111" y="2489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0" name="pg151">
              <a:extLst>
                <a:ext uri="{FF2B5EF4-FFF2-40B4-BE49-F238E27FC236}">
                  <a16:creationId xmlns:a16="http://schemas.microsoft.com/office/drawing/2014/main" id="{890D6025-0B1F-492E-86D6-99CD5AF0B6CA}"/>
                </a:ext>
              </a:extLst>
            </p:cNvPr>
            <p:cNvSpPr/>
            <p:nvPr/>
          </p:nvSpPr>
          <p:spPr>
            <a:xfrm>
              <a:off x="7116607" y="5455757"/>
              <a:ext cx="18456" cy="16022"/>
            </a:xfrm>
            <a:custGeom>
              <a:avLst/>
              <a:gdLst/>
              <a:ahLst/>
              <a:cxnLst/>
              <a:rect l="0" t="0" r="0" b="0"/>
              <a:pathLst>
                <a:path w="18456" h="16022">
                  <a:moveTo>
                    <a:pt x="18456" y="14730"/>
                  </a:moveTo>
                  <a:lnTo>
                    <a:pt x="1057" y="16022"/>
                  </a:lnTo>
                  <a:lnTo>
                    <a:pt x="0" y="1796"/>
                  </a:lnTo>
                  <a:lnTo>
                    <a:pt x="1736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1" name="pg152">
              <a:extLst>
                <a:ext uri="{FF2B5EF4-FFF2-40B4-BE49-F238E27FC236}">
                  <a16:creationId xmlns:a16="http://schemas.microsoft.com/office/drawing/2014/main" id="{E53444CC-E093-436D-8660-541925E2E45D}"/>
                </a:ext>
              </a:extLst>
            </p:cNvPr>
            <p:cNvSpPr/>
            <p:nvPr/>
          </p:nvSpPr>
          <p:spPr>
            <a:xfrm>
              <a:off x="9815095" y="3718358"/>
              <a:ext cx="64477" cy="76932"/>
            </a:xfrm>
            <a:custGeom>
              <a:avLst/>
              <a:gdLst/>
              <a:ahLst/>
              <a:cxnLst/>
              <a:rect l="0" t="0" r="0" b="0"/>
              <a:pathLst>
                <a:path w="64477" h="76932">
                  <a:moveTo>
                    <a:pt x="64477" y="5371"/>
                  </a:moveTo>
                  <a:lnTo>
                    <a:pt x="58559" y="76932"/>
                  </a:lnTo>
                  <a:lnTo>
                    <a:pt x="0" y="71057"/>
                  </a:lnTo>
                  <a:lnTo>
                    <a:pt x="691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2" name="pg153">
              <a:extLst>
                <a:ext uri="{FF2B5EF4-FFF2-40B4-BE49-F238E27FC236}">
                  <a16:creationId xmlns:a16="http://schemas.microsoft.com/office/drawing/2014/main" id="{13D9797A-6239-4916-9C80-6AC3B3DB787D}"/>
                </a:ext>
              </a:extLst>
            </p:cNvPr>
            <p:cNvSpPr/>
            <p:nvPr/>
          </p:nvSpPr>
          <p:spPr>
            <a:xfrm>
              <a:off x="9830001" y="3341307"/>
              <a:ext cx="46045" cy="53389"/>
            </a:xfrm>
            <a:custGeom>
              <a:avLst/>
              <a:gdLst/>
              <a:ahLst/>
              <a:cxnLst/>
              <a:rect l="0" t="0" r="0" b="0"/>
              <a:pathLst>
                <a:path w="46045" h="53389">
                  <a:moveTo>
                    <a:pt x="46045" y="3315"/>
                  </a:moveTo>
                  <a:lnTo>
                    <a:pt x="42067" y="53389"/>
                  </a:lnTo>
                  <a:lnTo>
                    <a:pt x="0" y="50049"/>
                  </a:lnTo>
                  <a:lnTo>
                    <a:pt x="2098" y="23274"/>
                  </a:lnTo>
                  <a:lnTo>
                    <a:pt x="422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3" name="pg154">
              <a:extLst>
                <a:ext uri="{FF2B5EF4-FFF2-40B4-BE49-F238E27FC236}">
                  <a16:creationId xmlns:a16="http://schemas.microsoft.com/office/drawing/2014/main" id="{070AAD81-61FF-4B48-AD18-EE6C0A3A5406}"/>
                </a:ext>
              </a:extLst>
            </p:cNvPr>
            <p:cNvSpPr/>
            <p:nvPr/>
          </p:nvSpPr>
          <p:spPr>
            <a:xfrm>
              <a:off x="9718681" y="3761802"/>
              <a:ext cx="37173" cy="42730"/>
            </a:xfrm>
            <a:custGeom>
              <a:avLst/>
              <a:gdLst/>
              <a:ahLst/>
              <a:cxnLst/>
              <a:rect l="0" t="0" r="0" b="0"/>
              <a:pathLst>
                <a:path w="37173" h="42730">
                  <a:moveTo>
                    <a:pt x="37173" y="9568"/>
                  </a:moveTo>
                  <a:lnTo>
                    <a:pt x="23366" y="42730"/>
                  </a:lnTo>
                  <a:lnTo>
                    <a:pt x="0" y="33002"/>
                  </a:lnTo>
                  <a:lnTo>
                    <a:pt x="1314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4" name="pg155">
              <a:extLst>
                <a:ext uri="{FF2B5EF4-FFF2-40B4-BE49-F238E27FC236}">
                  <a16:creationId xmlns:a16="http://schemas.microsoft.com/office/drawing/2014/main" id="{41F2FF07-8FFE-42E8-A867-858B30900245}"/>
                </a:ext>
              </a:extLst>
            </p:cNvPr>
            <p:cNvSpPr/>
            <p:nvPr/>
          </p:nvSpPr>
          <p:spPr>
            <a:xfrm>
              <a:off x="9754605" y="3549200"/>
              <a:ext cx="23954" cy="30971"/>
            </a:xfrm>
            <a:custGeom>
              <a:avLst/>
              <a:gdLst/>
              <a:ahLst/>
              <a:cxnLst/>
              <a:rect l="0" t="0" r="0" b="0"/>
              <a:pathLst>
                <a:path w="23954" h="30971">
                  <a:moveTo>
                    <a:pt x="23954" y="1989"/>
                  </a:moveTo>
                  <a:lnTo>
                    <a:pt x="21184" y="30971"/>
                  </a:lnTo>
                  <a:lnTo>
                    <a:pt x="0" y="29477"/>
                  </a:lnTo>
                  <a:lnTo>
                    <a:pt x="246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5" name="pg156">
              <a:extLst>
                <a:ext uri="{FF2B5EF4-FFF2-40B4-BE49-F238E27FC236}">
                  <a16:creationId xmlns:a16="http://schemas.microsoft.com/office/drawing/2014/main" id="{8C9D1B3C-4EC0-4FC8-8CD0-BC12526998BB}"/>
                </a:ext>
              </a:extLst>
            </p:cNvPr>
            <p:cNvSpPr/>
            <p:nvPr/>
          </p:nvSpPr>
          <p:spPr>
            <a:xfrm>
              <a:off x="8289827" y="1423192"/>
              <a:ext cx="37828" cy="30534"/>
            </a:xfrm>
            <a:custGeom>
              <a:avLst/>
              <a:gdLst/>
              <a:ahLst/>
              <a:cxnLst/>
              <a:rect l="0" t="0" r="0" b="0"/>
              <a:pathLst>
                <a:path w="37828" h="30534">
                  <a:moveTo>
                    <a:pt x="1854" y="0"/>
                  </a:moveTo>
                  <a:lnTo>
                    <a:pt x="37828" y="3995"/>
                  </a:lnTo>
                  <a:lnTo>
                    <a:pt x="34874" y="30534"/>
                  </a:lnTo>
                  <a:lnTo>
                    <a:pt x="0" y="266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6" name="pg157">
              <a:extLst>
                <a:ext uri="{FF2B5EF4-FFF2-40B4-BE49-F238E27FC236}">
                  <a16:creationId xmlns:a16="http://schemas.microsoft.com/office/drawing/2014/main" id="{32F6B975-E97C-464A-A368-CB94146F2D55}"/>
                </a:ext>
              </a:extLst>
            </p:cNvPr>
            <p:cNvSpPr/>
            <p:nvPr/>
          </p:nvSpPr>
          <p:spPr>
            <a:xfrm>
              <a:off x="9056981" y="1709310"/>
              <a:ext cx="37484" cy="38029"/>
            </a:xfrm>
            <a:custGeom>
              <a:avLst/>
              <a:gdLst/>
              <a:ahLst/>
              <a:cxnLst/>
              <a:rect l="0" t="0" r="0" b="0"/>
              <a:pathLst>
                <a:path w="37484" h="38029">
                  <a:moveTo>
                    <a:pt x="37484" y="2341"/>
                  </a:moveTo>
                  <a:lnTo>
                    <a:pt x="35100" y="38029"/>
                  </a:lnTo>
                  <a:lnTo>
                    <a:pt x="0" y="3497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7" name="pg158">
              <a:extLst>
                <a:ext uri="{FF2B5EF4-FFF2-40B4-BE49-F238E27FC236}">
                  <a16:creationId xmlns:a16="http://schemas.microsoft.com/office/drawing/2014/main" id="{6167B09A-8952-4E98-B080-21903282B901}"/>
                </a:ext>
              </a:extLst>
            </p:cNvPr>
            <p:cNvSpPr/>
            <p:nvPr/>
          </p:nvSpPr>
          <p:spPr>
            <a:xfrm>
              <a:off x="8198341" y="4863217"/>
              <a:ext cx="45986" cy="76806"/>
            </a:xfrm>
            <a:custGeom>
              <a:avLst/>
              <a:gdLst/>
              <a:ahLst/>
              <a:cxnLst/>
              <a:rect l="0" t="0" r="0" b="0"/>
              <a:pathLst>
                <a:path w="45986" h="76806">
                  <a:moveTo>
                    <a:pt x="45986" y="75665"/>
                  </a:moveTo>
                  <a:lnTo>
                    <a:pt x="1745" y="76806"/>
                  </a:lnTo>
                  <a:lnTo>
                    <a:pt x="0" y="1141"/>
                  </a:lnTo>
                  <a:lnTo>
                    <a:pt x="4403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8" name="pg159">
              <a:extLst>
                <a:ext uri="{FF2B5EF4-FFF2-40B4-BE49-F238E27FC236}">
                  <a16:creationId xmlns:a16="http://schemas.microsoft.com/office/drawing/2014/main" id="{E7677DC1-4B86-4C2D-9CE3-8E8A587A1976}"/>
                </a:ext>
              </a:extLst>
            </p:cNvPr>
            <p:cNvSpPr/>
            <p:nvPr/>
          </p:nvSpPr>
          <p:spPr>
            <a:xfrm>
              <a:off x="7357695" y="4239270"/>
              <a:ext cx="54094" cy="54665"/>
            </a:xfrm>
            <a:custGeom>
              <a:avLst/>
              <a:gdLst/>
              <a:ahLst/>
              <a:cxnLst/>
              <a:rect l="0" t="0" r="0" b="0"/>
              <a:pathLst>
                <a:path w="54094" h="54665">
                  <a:moveTo>
                    <a:pt x="51106" y="0"/>
                  </a:moveTo>
                  <a:lnTo>
                    <a:pt x="54094" y="50275"/>
                  </a:lnTo>
                  <a:lnTo>
                    <a:pt x="3944" y="54665"/>
                  </a:lnTo>
                  <a:lnTo>
                    <a:pt x="0" y="302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29" name="pg160">
              <a:extLst>
                <a:ext uri="{FF2B5EF4-FFF2-40B4-BE49-F238E27FC236}">
                  <a16:creationId xmlns:a16="http://schemas.microsoft.com/office/drawing/2014/main" id="{176DB82E-B8B6-4CEE-B095-F17E1AD1AE78}"/>
                </a:ext>
              </a:extLst>
            </p:cNvPr>
            <p:cNvSpPr/>
            <p:nvPr/>
          </p:nvSpPr>
          <p:spPr>
            <a:xfrm>
              <a:off x="6617283" y="5393362"/>
              <a:ext cx="67951" cy="47354"/>
            </a:xfrm>
            <a:custGeom>
              <a:avLst/>
              <a:gdLst/>
              <a:ahLst/>
              <a:cxnLst/>
              <a:rect l="0" t="0" r="0" b="0"/>
              <a:pathLst>
                <a:path w="67951" h="47354">
                  <a:moveTo>
                    <a:pt x="0" y="6143"/>
                  </a:moveTo>
                  <a:lnTo>
                    <a:pt x="13890" y="4809"/>
                  </a:lnTo>
                  <a:lnTo>
                    <a:pt x="17793" y="4431"/>
                  </a:lnTo>
                  <a:lnTo>
                    <a:pt x="63998" y="0"/>
                  </a:lnTo>
                  <a:lnTo>
                    <a:pt x="65165" y="12195"/>
                  </a:lnTo>
                  <a:lnTo>
                    <a:pt x="67951" y="41219"/>
                  </a:lnTo>
                  <a:lnTo>
                    <a:pt x="17844" y="46020"/>
                  </a:lnTo>
                  <a:lnTo>
                    <a:pt x="3953" y="4735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0" name="pg161">
              <a:extLst>
                <a:ext uri="{FF2B5EF4-FFF2-40B4-BE49-F238E27FC236}">
                  <a16:creationId xmlns:a16="http://schemas.microsoft.com/office/drawing/2014/main" id="{1A85F65D-E2D1-470F-93BF-2E560C714A5A}"/>
                </a:ext>
              </a:extLst>
            </p:cNvPr>
            <p:cNvSpPr/>
            <p:nvPr/>
          </p:nvSpPr>
          <p:spPr>
            <a:xfrm>
              <a:off x="6992311" y="4264962"/>
              <a:ext cx="61111" cy="57880"/>
            </a:xfrm>
            <a:custGeom>
              <a:avLst/>
              <a:gdLst/>
              <a:ahLst/>
              <a:cxnLst/>
              <a:rect l="0" t="0" r="0" b="0"/>
              <a:pathLst>
                <a:path w="61111" h="57880">
                  <a:moveTo>
                    <a:pt x="0" y="4884"/>
                  </a:moveTo>
                  <a:lnTo>
                    <a:pt x="56511" y="0"/>
                  </a:lnTo>
                  <a:lnTo>
                    <a:pt x="59625" y="35847"/>
                  </a:lnTo>
                  <a:lnTo>
                    <a:pt x="61111" y="52978"/>
                  </a:lnTo>
                  <a:lnTo>
                    <a:pt x="4582" y="5788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1" name="pg162">
              <a:extLst>
                <a:ext uri="{FF2B5EF4-FFF2-40B4-BE49-F238E27FC236}">
                  <a16:creationId xmlns:a16="http://schemas.microsoft.com/office/drawing/2014/main" id="{047C5E38-EB02-4B00-9E23-98B74B6212C0}"/>
                </a:ext>
              </a:extLst>
            </p:cNvPr>
            <p:cNvSpPr/>
            <p:nvPr/>
          </p:nvSpPr>
          <p:spPr>
            <a:xfrm>
              <a:off x="5966846" y="2336372"/>
              <a:ext cx="40153" cy="74213"/>
            </a:xfrm>
            <a:custGeom>
              <a:avLst/>
              <a:gdLst/>
              <a:ahLst/>
              <a:cxnLst/>
              <a:rect l="0" t="0" r="0" b="0"/>
              <a:pathLst>
                <a:path w="40153" h="74213">
                  <a:moveTo>
                    <a:pt x="6588" y="21369"/>
                  </a:moveTo>
                  <a:lnTo>
                    <a:pt x="5514" y="1871"/>
                  </a:lnTo>
                  <a:lnTo>
                    <a:pt x="35914" y="0"/>
                  </a:lnTo>
                  <a:lnTo>
                    <a:pt x="38919" y="50670"/>
                  </a:lnTo>
                  <a:lnTo>
                    <a:pt x="40153" y="71443"/>
                  </a:lnTo>
                  <a:lnTo>
                    <a:pt x="3516" y="74213"/>
                  </a:lnTo>
                  <a:lnTo>
                    <a:pt x="0" y="217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2" name="pg163">
              <a:extLst>
                <a:ext uri="{FF2B5EF4-FFF2-40B4-BE49-F238E27FC236}">
                  <a16:creationId xmlns:a16="http://schemas.microsoft.com/office/drawing/2014/main" id="{8BB930D8-A6FB-4CE1-889F-9A0A06E05B27}"/>
                </a:ext>
              </a:extLst>
            </p:cNvPr>
            <p:cNvSpPr/>
            <p:nvPr/>
          </p:nvSpPr>
          <p:spPr>
            <a:xfrm>
              <a:off x="8423499" y="3805866"/>
              <a:ext cx="24592" cy="47111"/>
            </a:xfrm>
            <a:custGeom>
              <a:avLst/>
              <a:gdLst/>
              <a:ahLst/>
              <a:cxnLst/>
              <a:rect l="0" t="0" r="0" b="0"/>
              <a:pathLst>
                <a:path w="24592" h="47111">
                  <a:moveTo>
                    <a:pt x="2215" y="47111"/>
                  </a:moveTo>
                  <a:lnTo>
                    <a:pt x="0" y="1074"/>
                  </a:lnTo>
                  <a:lnTo>
                    <a:pt x="22460" y="0"/>
                  </a:lnTo>
                  <a:lnTo>
                    <a:pt x="24592" y="4605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3" name="pg164">
              <a:extLst>
                <a:ext uri="{FF2B5EF4-FFF2-40B4-BE49-F238E27FC236}">
                  <a16:creationId xmlns:a16="http://schemas.microsoft.com/office/drawing/2014/main" id="{F14EA799-16C8-47CB-8AA0-27E4286D39AA}"/>
                </a:ext>
              </a:extLst>
            </p:cNvPr>
            <p:cNvSpPr/>
            <p:nvPr/>
          </p:nvSpPr>
          <p:spPr>
            <a:xfrm>
              <a:off x="6897249" y="2137241"/>
              <a:ext cx="55143" cy="49419"/>
            </a:xfrm>
            <a:custGeom>
              <a:avLst/>
              <a:gdLst/>
              <a:ahLst/>
              <a:cxnLst/>
              <a:rect l="0" t="0" r="0" b="0"/>
              <a:pathLst>
                <a:path w="55143" h="49419">
                  <a:moveTo>
                    <a:pt x="0" y="32121"/>
                  </a:moveTo>
                  <a:lnTo>
                    <a:pt x="11809" y="8107"/>
                  </a:lnTo>
                  <a:lnTo>
                    <a:pt x="25809" y="14990"/>
                  </a:lnTo>
                  <a:lnTo>
                    <a:pt x="33153" y="0"/>
                  </a:lnTo>
                  <a:lnTo>
                    <a:pt x="55143" y="10844"/>
                  </a:lnTo>
                  <a:lnTo>
                    <a:pt x="36300" y="494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4" name="pg165">
              <a:extLst>
                <a:ext uri="{FF2B5EF4-FFF2-40B4-BE49-F238E27FC236}">
                  <a16:creationId xmlns:a16="http://schemas.microsoft.com/office/drawing/2014/main" id="{794550DA-AB90-4EE0-926E-995B2DB4F0BB}"/>
                </a:ext>
              </a:extLst>
            </p:cNvPr>
            <p:cNvSpPr/>
            <p:nvPr/>
          </p:nvSpPr>
          <p:spPr>
            <a:xfrm>
              <a:off x="8272864" y="2945799"/>
              <a:ext cx="23895" cy="23115"/>
            </a:xfrm>
            <a:custGeom>
              <a:avLst/>
              <a:gdLst/>
              <a:ahLst/>
              <a:cxnLst/>
              <a:rect l="0" t="0" r="0" b="0"/>
              <a:pathLst>
                <a:path w="23895" h="23115">
                  <a:moveTo>
                    <a:pt x="0" y="15787"/>
                  </a:moveTo>
                  <a:lnTo>
                    <a:pt x="16929" y="0"/>
                  </a:lnTo>
                  <a:lnTo>
                    <a:pt x="23895" y="7268"/>
                  </a:lnTo>
                  <a:lnTo>
                    <a:pt x="6890" y="231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5" name="pg166">
              <a:extLst>
                <a:ext uri="{FF2B5EF4-FFF2-40B4-BE49-F238E27FC236}">
                  <a16:creationId xmlns:a16="http://schemas.microsoft.com/office/drawing/2014/main" id="{802A10A8-C0E7-4FB5-8E44-179585BBBBCA}"/>
                </a:ext>
              </a:extLst>
            </p:cNvPr>
            <p:cNvSpPr/>
            <p:nvPr/>
          </p:nvSpPr>
          <p:spPr>
            <a:xfrm>
              <a:off x="6347540" y="2323522"/>
              <a:ext cx="91268" cy="75942"/>
            </a:xfrm>
            <a:custGeom>
              <a:avLst/>
              <a:gdLst/>
              <a:ahLst/>
              <a:cxnLst/>
              <a:rect l="0" t="0" r="0" b="0"/>
              <a:pathLst>
                <a:path w="91268" h="75942">
                  <a:moveTo>
                    <a:pt x="0" y="36888"/>
                  </a:moveTo>
                  <a:lnTo>
                    <a:pt x="15821" y="16383"/>
                  </a:lnTo>
                  <a:lnTo>
                    <a:pt x="36309" y="32540"/>
                  </a:lnTo>
                  <a:lnTo>
                    <a:pt x="61564" y="0"/>
                  </a:lnTo>
                  <a:lnTo>
                    <a:pt x="91268" y="22384"/>
                  </a:lnTo>
                  <a:lnTo>
                    <a:pt x="50477" y="7594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6" name="pg167">
              <a:extLst>
                <a:ext uri="{FF2B5EF4-FFF2-40B4-BE49-F238E27FC236}">
                  <a16:creationId xmlns:a16="http://schemas.microsoft.com/office/drawing/2014/main" id="{6AA73DEA-73C8-4E97-A51B-EF7F401DFC10}"/>
                </a:ext>
              </a:extLst>
            </p:cNvPr>
            <p:cNvSpPr/>
            <p:nvPr/>
          </p:nvSpPr>
          <p:spPr>
            <a:xfrm>
              <a:off x="7597667" y="3779192"/>
              <a:ext cx="27890" cy="51526"/>
            </a:xfrm>
            <a:custGeom>
              <a:avLst/>
              <a:gdLst/>
              <a:ahLst/>
              <a:cxnLst/>
              <a:rect l="0" t="0" r="0" b="0"/>
              <a:pathLst>
                <a:path w="27890" h="51526">
                  <a:moveTo>
                    <a:pt x="2786" y="51526"/>
                  </a:moveTo>
                  <a:lnTo>
                    <a:pt x="1645" y="31004"/>
                  </a:lnTo>
                  <a:lnTo>
                    <a:pt x="0" y="1384"/>
                  </a:lnTo>
                  <a:lnTo>
                    <a:pt x="25087" y="0"/>
                  </a:lnTo>
                  <a:lnTo>
                    <a:pt x="27890" y="5031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7" name="pg168">
              <a:extLst>
                <a:ext uri="{FF2B5EF4-FFF2-40B4-BE49-F238E27FC236}">
                  <a16:creationId xmlns:a16="http://schemas.microsoft.com/office/drawing/2014/main" id="{5296CCAF-320F-4AF8-9B0C-64A42F745821}"/>
                </a:ext>
              </a:extLst>
            </p:cNvPr>
            <p:cNvSpPr/>
            <p:nvPr/>
          </p:nvSpPr>
          <p:spPr>
            <a:xfrm>
              <a:off x="9539661" y="5021162"/>
              <a:ext cx="49125" cy="34336"/>
            </a:xfrm>
            <a:custGeom>
              <a:avLst/>
              <a:gdLst/>
              <a:ahLst/>
              <a:cxnLst/>
              <a:rect l="0" t="0" r="0" b="0"/>
              <a:pathLst>
                <a:path w="49125" h="34336">
                  <a:moveTo>
                    <a:pt x="0" y="5035"/>
                  </a:moveTo>
                  <a:lnTo>
                    <a:pt x="45818" y="0"/>
                  </a:lnTo>
                  <a:lnTo>
                    <a:pt x="49125" y="29284"/>
                  </a:lnTo>
                  <a:lnTo>
                    <a:pt x="3206" y="34336"/>
                  </a:lnTo>
                  <a:lnTo>
                    <a:pt x="2459" y="2741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8" name="pg169">
              <a:extLst>
                <a:ext uri="{FF2B5EF4-FFF2-40B4-BE49-F238E27FC236}">
                  <a16:creationId xmlns:a16="http://schemas.microsoft.com/office/drawing/2014/main" id="{166CCA0E-108D-48B8-8F4E-6445E391576C}"/>
                </a:ext>
              </a:extLst>
            </p:cNvPr>
            <p:cNvSpPr/>
            <p:nvPr/>
          </p:nvSpPr>
          <p:spPr>
            <a:xfrm>
              <a:off x="7330593" y="2397710"/>
              <a:ext cx="52357" cy="52869"/>
            </a:xfrm>
            <a:custGeom>
              <a:avLst/>
              <a:gdLst/>
              <a:ahLst/>
              <a:cxnLst/>
              <a:rect l="0" t="0" r="0" b="0"/>
              <a:pathLst>
                <a:path w="52357" h="52869">
                  <a:moveTo>
                    <a:pt x="0" y="35411"/>
                  </a:moveTo>
                  <a:lnTo>
                    <a:pt x="29846" y="0"/>
                  </a:lnTo>
                  <a:lnTo>
                    <a:pt x="52357" y="18985"/>
                  </a:lnTo>
                  <a:lnTo>
                    <a:pt x="46364" y="26094"/>
                  </a:lnTo>
                  <a:lnTo>
                    <a:pt x="44559" y="24575"/>
                  </a:lnTo>
                  <a:lnTo>
                    <a:pt x="20714" y="528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39" name="pg170">
              <a:extLst>
                <a:ext uri="{FF2B5EF4-FFF2-40B4-BE49-F238E27FC236}">
                  <a16:creationId xmlns:a16="http://schemas.microsoft.com/office/drawing/2014/main" id="{F48E083F-AF4A-46CC-A48C-B7364F6A8A2E}"/>
                </a:ext>
              </a:extLst>
            </p:cNvPr>
            <p:cNvSpPr/>
            <p:nvPr/>
          </p:nvSpPr>
          <p:spPr>
            <a:xfrm>
              <a:off x="7709886" y="2929130"/>
              <a:ext cx="62345" cy="75296"/>
            </a:xfrm>
            <a:custGeom>
              <a:avLst/>
              <a:gdLst/>
              <a:ahLst/>
              <a:cxnLst/>
              <a:rect l="0" t="0" r="0" b="0"/>
              <a:pathLst>
                <a:path w="62345" h="75296">
                  <a:moveTo>
                    <a:pt x="0" y="59374"/>
                  </a:moveTo>
                  <a:lnTo>
                    <a:pt x="27496" y="0"/>
                  </a:lnTo>
                  <a:lnTo>
                    <a:pt x="62345" y="16308"/>
                  </a:lnTo>
                  <a:lnTo>
                    <a:pt x="57980" y="25658"/>
                  </a:lnTo>
                  <a:lnTo>
                    <a:pt x="43804" y="56352"/>
                  </a:lnTo>
                  <a:lnTo>
                    <a:pt x="34412" y="7529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0" name="pg171">
              <a:extLst>
                <a:ext uri="{FF2B5EF4-FFF2-40B4-BE49-F238E27FC236}">
                  <a16:creationId xmlns:a16="http://schemas.microsoft.com/office/drawing/2014/main" id="{25B2C0C8-CD43-42CE-AA33-8EB5F8DD0E0E}"/>
                </a:ext>
              </a:extLst>
            </p:cNvPr>
            <p:cNvSpPr/>
            <p:nvPr/>
          </p:nvSpPr>
          <p:spPr>
            <a:xfrm>
              <a:off x="6767312" y="2050875"/>
              <a:ext cx="62370" cy="83152"/>
            </a:xfrm>
            <a:custGeom>
              <a:avLst/>
              <a:gdLst/>
              <a:ahLst/>
              <a:cxnLst/>
              <a:rect l="0" t="0" r="0" b="0"/>
              <a:pathLst>
                <a:path w="62370" h="83152">
                  <a:moveTo>
                    <a:pt x="30887" y="83152"/>
                  </a:moveTo>
                  <a:lnTo>
                    <a:pt x="0" y="69076"/>
                  </a:lnTo>
                  <a:lnTo>
                    <a:pt x="31466" y="0"/>
                  </a:lnTo>
                  <a:lnTo>
                    <a:pt x="62370" y="1406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1" name="pg172">
              <a:extLst>
                <a:ext uri="{FF2B5EF4-FFF2-40B4-BE49-F238E27FC236}">
                  <a16:creationId xmlns:a16="http://schemas.microsoft.com/office/drawing/2014/main" id="{FB0BAE84-12E4-4BBD-9116-50EC6BB6E35F}"/>
                </a:ext>
              </a:extLst>
            </p:cNvPr>
            <p:cNvSpPr/>
            <p:nvPr/>
          </p:nvSpPr>
          <p:spPr>
            <a:xfrm>
              <a:off x="7322872" y="2291879"/>
              <a:ext cx="58433" cy="78519"/>
            </a:xfrm>
            <a:custGeom>
              <a:avLst/>
              <a:gdLst/>
              <a:ahLst/>
              <a:cxnLst/>
              <a:rect l="0" t="0" r="0" b="0"/>
              <a:pathLst>
                <a:path w="58433" h="78519">
                  <a:moveTo>
                    <a:pt x="26514" y="78519"/>
                  </a:moveTo>
                  <a:lnTo>
                    <a:pt x="0" y="65862"/>
                  </a:lnTo>
                  <a:lnTo>
                    <a:pt x="604" y="64569"/>
                  </a:lnTo>
                  <a:lnTo>
                    <a:pt x="9929" y="44669"/>
                  </a:lnTo>
                  <a:lnTo>
                    <a:pt x="30870" y="0"/>
                  </a:lnTo>
                  <a:lnTo>
                    <a:pt x="41647" y="1896"/>
                  </a:lnTo>
                  <a:lnTo>
                    <a:pt x="58433" y="9769"/>
                  </a:lnTo>
                  <a:lnTo>
                    <a:pt x="50955" y="25716"/>
                  </a:lnTo>
                  <a:lnTo>
                    <a:pt x="51207" y="2582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2" name="pg173">
              <a:extLst>
                <a:ext uri="{FF2B5EF4-FFF2-40B4-BE49-F238E27FC236}">
                  <a16:creationId xmlns:a16="http://schemas.microsoft.com/office/drawing/2014/main" id="{95776711-75A6-462A-A9C5-A7CE2D73D963}"/>
                </a:ext>
              </a:extLst>
            </p:cNvPr>
            <p:cNvSpPr/>
            <p:nvPr/>
          </p:nvSpPr>
          <p:spPr>
            <a:xfrm>
              <a:off x="6198517" y="3062121"/>
              <a:ext cx="112385" cy="85804"/>
            </a:xfrm>
            <a:custGeom>
              <a:avLst/>
              <a:gdLst/>
              <a:ahLst/>
              <a:cxnLst/>
              <a:rect l="0" t="0" r="0" b="0"/>
              <a:pathLst>
                <a:path w="112385" h="85804">
                  <a:moveTo>
                    <a:pt x="12640" y="85804"/>
                  </a:moveTo>
                  <a:lnTo>
                    <a:pt x="0" y="18842"/>
                  </a:lnTo>
                  <a:lnTo>
                    <a:pt x="99829" y="0"/>
                  </a:lnTo>
                  <a:lnTo>
                    <a:pt x="112385" y="665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3" name="pg174">
              <a:extLst>
                <a:ext uri="{FF2B5EF4-FFF2-40B4-BE49-F238E27FC236}">
                  <a16:creationId xmlns:a16="http://schemas.microsoft.com/office/drawing/2014/main" id="{860A4D92-F44A-4333-A03A-D12AF862CA59}"/>
                </a:ext>
              </a:extLst>
            </p:cNvPr>
            <p:cNvSpPr/>
            <p:nvPr/>
          </p:nvSpPr>
          <p:spPr>
            <a:xfrm>
              <a:off x="6951906" y="4125709"/>
              <a:ext cx="29493" cy="64149"/>
            </a:xfrm>
            <a:custGeom>
              <a:avLst/>
              <a:gdLst/>
              <a:ahLst/>
              <a:cxnLst/>
              <a:rect l="0" t="0" r="0" b="0"/>
              <a:pathLst>
                <a:path w="29493" h="64149">
                  <a:moveTo>
                    <a:pt x="0" y="3928"/>
                  </a:moveTo>
                  <a:lnTo>
                    <a:pt x="20815" y="2047"/>
                  </a:lnTo>
                  <a:lnTo>
                    <a:pt x="20689" y="293"/>
                  </a:lnTo>
                  <a:lnTo>
                    <a:pt x="24693" y="0"/>
                  </a:lnTo>
                  <a:lnTo>
                    <a:pt x="29493" y="62135"/>
                  </a:lnTo>
                  <a:lnTo>
                    <a:pt x="4482" y="641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4" name="pg175">
              <a:extLst>
                <a:ext uri="{FF2B5EF4-FFF2-40B4-BE49-F238E27FC236}">
                  <a16:creationId xmlns:a16="http://schemas.microsoft.com/office/drawing/2014/main" id="{F91A7AB2-9368-4058-917E-8068CEAAC86B}"/>
                </a:ext>
              </a:extLst>
            </p:cNvPr>
            <p:cNvSpPr/>
            <p:nvPr/>
          </p:nvSpPr>
          <p:spPr>
            <a:xfrm>
              <a:off x="6481580" y="2349726"/>
              <a:ext cx="24919" cy="37652"/>
            </a:xfrm>
            <a:custGeom>
              <a:avLst/>
              <a:gdLst/>
              <a:ahLst/>
              <a:cxnLst/>
              <a:rect l="0" t="0" r="0" b="0"/>
              <a:pathLst>
                <a:path w="24919" h="37652">
                  <a:moveTo>
                    <a:pt x="9073" y="37652"/>
                  </a:moveTo>
                  <a:lnTo>
                    <a:pt x="0" y="33346"/>
                  </a:lnTo>
                  <a:lnTo>
                    <a:pt x="15829" y="0"/>
                  </a:lnTo>
                  <a:lnTo>
                    <a:pt x="24919" y="431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5" name="pg176">
              <a:extLst>
                <a:ext uri="{FF2B5EF4-FFF2-40B4-BE49-F238E27FC236}">
                  <a16:creationId xmlns:a16="http://schemas.microsoft.com/office/drawing/2014/main" id="{03843DF3-978D-41DA-BDE9-DE852D6CD555}"/>
                </a:ext>
              </a:extLst>
            </p:cNvPr>
            <p:cNvSpPr/>
            <p:nvPr/>
          </p:nvSpPr>
          <p:spPr>
            <a:xfrm>
              <a:off x="9173018" y="3743127"/>
              <a:ext cx="87894" cy="83966"/>
            </a:xfrm>
            <a:custGeom>
              <a:avLst/>
              <a:gdLst/>
              <a:ahLst/>
              <a:cxnLst/>
              <a:rect l="0" t="0" r="0" b="0"/>
              <a:pathLst>
                <a:path w="87894" h="83966">
                  <a:moveTo>
                    <a:pt x="0" y="61656"/>
                  </a:moveTo>
                  <a:lnTo>
                    <a:pt x="51417" y="14705"/>
                  </a:lnTo>
                  <a:lnTo>
                    <a:pt x="67532" y="0"/>
                  </a:lnTo>
                  <a:lnTo>
                    <a:pt x="87894" y="22300"/>
                  </a:lnTo>
                  <a:lnTo>
                    <a:pt x="20353" y="8396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6" name="pg177">
              <a:extLst>
                <a:ext uri="{FF2B5EF4-FFF2-40B4-BE49-F238E27FC236}">
                  <a16:creationId xmlns:a16="http://schemas.microsoft.com/office/drawing/2014/main" id="{BD81F6F2-EC62-4396-9D61-520246BEF1A8}"/>
                </a:ext>
              </a:extLst>
            </p:cNvPr>
            <p:cNvSpPr/>
            <p:nvPr/>
          </p:nvSpPr>
          <p:spPr>
            <a:xfrm>
              <a:off x="8665015" y="3206947"/>
              <a:ext cx="52583" cy="52541"/>
            </a:xfrm>
            <a:custGeom>
              <a:avLst/>
              <a:gdLst/>
              <a:ahLst/>
              <a:cxnLst/>
              <a:rect l="0" t="0" r="0" b="0"/>
              <a:pathLst>
                <a:path w="52583" h="52541">
                  <a:moveTo>
                    <a:pt x="17802" y="37039"/>
                  </a:moveTo>
                  <a:lnTo>
                    <a:pt x="20059" y="34110"/>
                  </a:lnTo>
                  <a:lnTo>
                    <a:pt x="0" y="18633"/>
                  </a:lnTo>
                  <a:lnTo>
                    <a:pt x="13647" y="0"/>
                  </a:lnTo>
                  <a:lnTo>
                    <a:pt x="52583" y="32725"/>
                  </a:lnTo>
                  <a:lnTo>
                    <a:pt x="37492" y="5254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7" name="pg178">
              <a:extLst>
                <a:ext uri="{FF2B5EF4-FFF2-40B4-BE49-F238E27FC236}">
                  <a16:creationId xmlns:a16="http://schemas.microsoft.com/office/drawing/2014/main" id="{B7963C9A-3872-4D1F-902D-DA4987EFEC64}"/>
                </a:ext>
              </a:extLst>
            </p:cNvPr>
            <p:cNvSpPr/>
            <p:nvPr/>
          </p:nvSpPr>
          <p:spPr>
            <a:xfrm>
              <a:off x="9903795" y="3464461"/>
              <a:ext cx="30912" cy="80768"/>
            </a:xfrm>
            <a:custGeom>
              <a:avLst/>
              <a:gdLst/>
              <a:ahLst/>
              <a:cxnLst/>
              <a:rect l="0" t="0" r="0" b="0"/>
              <a:pathLst>
                <a:path w="30912" h="80768">
                  <a:moveTo>
                    <a:pt x="0" y="79039"/>
                  </a:moveTo>
                  <a:lnTo>
                    <a:pt x="5094" y="0"/>
                  </a:lnTo>
                  <a:lnTo>
                    <a:pt x="5598" y="8"/>
                  </a:lnTo>
                  <a:lnTo>
                    <a:pt x="30912" y="1661"/>
                  </a:lnTo>
                  <a:lnTo>
                    <a:pt x="25826" y="807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8" name="pg179">
              <a:extLst>
                <a:ext uri="{FF2B5EF4-FFF2-40B4-BE49-F238E27FC236}">
                  <a16:creationId xmlns:a16="http://schemas.microsoft.com/office/drawing/2014/main" id="{13CCA6C8-18BD-4776-A4D4-3DA104C1A91D}"/>
                </a:ext>
              </a:extLst>
            </p:cNvPr>
            <p:cNvSpPr/>
            <p:nvPr/>
          </p:nvSpPr>
          <p:spPr>
            <a:xfrm>
              <a:off x="8729903" y="4874943"/>
              <a:ext cx="29754" cy="76160"/>
            </a:xfrm>
            <a:custGeom>
              <a:avLst/>
              <a:gdLst/>
              <a:ahLst/>
              <a:cxnLst/>
              <a:rect l="0" t="0" r="0" b="0"/>
              <a:pathLst>
                <a:path w="29754" h="76160">
                  <a:moveTo>
                    <a:pt x="209" y="747"/>
                  </a:moveTo>
                  <a:lnTo>
                    <a:pt x="27471" y="0"/>
                  </a:lnTo>
                  <a:lnTo>
                    <a:pt x="29754" y="75262"/>
                  </a:lnTo>
                  <a:lnTo>
                    <a:pt x="495" y="76160"/>
                  </a:lnTo>
                  <a:lnTo>
                    <a:pt x="0" y="59390"/>
                  </a:lnTo>
                  <a:lnTo>
                    <a:pt x="1947" y="593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49" name="pg180">
              <a:extLst>
                <a:ext uri="{FF2B5EF4-FFF2-40B4-BE49-F238E27FC236}">
                  <a16:creationId xmlns:a16="http://schemas.microsoft.com/office/drawing/2014/main" id="{7F3DBF5B-A970-4996-899C-6D158314DF4C}"/>
                </a:ext>
              </a:extLst>
            </p:cNvPr>
            <p:cNvSpPr/>
            <p:nvPr/>
          </p:nvSpPr>
          <p:spPr>
            <a:xfrm>
              <a:off x="8835726" y="3381410"/>
              <a:ext cx="61799" cy="60330"/>
            </a:xfrm>
            <a:custGeom>
              <a:avLst/>
              <a:gdLst/>
              <a:ahLst/>
              <a:cxnLst/>
              <a:rect l="0" t="0" r="0" b="0"/>
              <a:pathLst>
                <a:path w="61799" h="60330">
                  <a:moveTo>
                    <a:pt x="0" y="37140"/>
                  </a:moveTo>
                  <a:lnTo>
                    <a:pt x="34580" y="5489"/>
                  </a:lnTo>
                  <a:lnTo>
                    <a:pt x="40589" y="0"/>
                  </a:lnTo>
                  <a:lnTo>
                    <a:pt x="42243" y="1770"/>
                  </a:lnTo>
                  <a:lnTo>
                    <a:pt x="57846" y="18406"/>
                  </a:lnTo>
                  <a:lnTo>
                    <a:pt x="61799" y="22628"/>
                  </a:lnTo>
                  <a:lnTo>
                    <a:pt x="21612" y="603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0" name="pg181">
              <a:extLst>
                <a:ext uri="{FF2B5EF4-FFF2-40B4-BE49-F238E27FC236}">
                  <a16:creationId xmlns:a16="http://schemas.microsoft.com/office/drawing/2014/main" id="{6B46AA92-DB31-4AAE-84D6-7C18893CD417}"/>
                </a:ext>
              </a:extLst>
            </p:cNvPr>
            <p:cNvSpPr/>
            <p:nvPr/>
          </p:nvSpPr>
          <p:spPr>
            <a:xfrm>
              <a:off x="7426403" y="3430595"/>
              <a:ext cx="37526" cy="54606"/>
            </a:xfrm>
            <a:custGeom>
              <a:avLst/>
              <a:gdLst/>
              <a:ahLst/>
              <a:cxnLst/>
              <a:rect l="0" t="0" r="0" b="0"/>
              <a:pathLst>
                <a:path w="37526" h="54606">
                  <a:moveTo>
                    <a:pt x="0" y="5010"/>
                  </a:moveTo>
                  <a:lnTo>
                    <a:pt x="28931" y="0"/>
                  </a:lnTo>
                  <a:lnTo>
                    <a:pt x="37526" y="49587"/>
                  </a:lnTo>
                  <a:lnTo>
                    <a:pt x="8603" y="546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1" name="pg182">
              <a:extLst>
                <a:ext uri="{FF2B5EF4-FFF2-40B4-BE49-F238E27FC236}">
                  <a16:creationId xmlns:a16="http://schemas.microsoft.com/office/drawing/2014/main" id="{1B1814B5-B3A0-488C-B67A-F1978FD26AE1}"/>
                </a:ext>
              </a:extLst>
            </p:cNvPr>
            <p:cNvSpPr/>
            <p:nvPr/>
          </p:nvSpPr>
          <p:spPr>
            <a:xfrm>
              <a:off x="7143163" y="2011779"/>
              <a:ext cx="73424" cy="118764"/>
            </a:xfrm>
            <a:custGeom>
              <a:avLst/>
              <a:gdLst/>
              <a:ahLst/>
              <a:cxnLst/>
              <a:rect l="0" t="0" r="0" b="0"/>
              <a:pathLst>
                <a:path w="73424" h="118764">
                  <a:moveTo>
                    <a:pt x="28142" y="43049"/>
                  </a:moveTo>
                  <a:lnTo>
                    <a:pt x="23878" y="40883"/>
                  </a:lnTo>
                  <a:lnTo>
                    <a:pt x="41362" y="0"/>
                  </a:lnTo>
                  <a:lnTo>
                    <a:pt x="62286" y="17231"/>
                  </a:lnTo>
                  <a:lnTo>
                    <a:pt x="41202" y="61623"/>
                  </a:lnTo>
                  <a:lnTo>
                    <a:pt x="45516" y="63671"/>
                  </a:lnTo>
                  <a:lnTo>
                    <a:pt x="45088" y="64577"/>
                  </a:lnTo>
                  <a:lnTo>
                    <a:pt x="73424" y="77637"/>
                  </a:lnTo>
                  <a:lnTo>
                    <a:pt x="53926" y="118764"/>
                  </a:lnTo>
                  <a:lnTo>
                    <a:pt x="25280" y="106325"/>
                  </a:lnTo>
                  <a:lnTo>
                    <a:pt x="25641" y="105570"/>
                  </a:lnTo>
                  <a:lnTo>
                    <a:pt x="0" y="92552"/>
                  </a:lnTo>
                  <a:lnTo>
                    <a:pt x="20739" y="51710"/>
                  </a:lnTo>
                  <a:lnTo>
                    <a:pt x="23131" y="529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2" name="pg183">
              <a:extLst>
                <a:ext uri="{FF2B5EF4-FFF2-40B4-BE49-F238E27FC236}">
                  <a16:creationId xmlns:a16="http://schemas.microsoft.com/office/drawing/2014/main" id="{21078CBA-BA06-4F34-AB01-3035D985C983}"/>
                </a:ext>
              </a:extLst>
            </p:cNvPr>
            <p:cNvSpPr/>
            <p:nvPr/>
          </p:nvSpPr>
          <p:spPr>
            <a:xfrm>
              <a:off x="8375103" y="5178393"/>
              <a:ext cx="28419" cy="32305"/>
            </a:xfrm>
            <a:custGeom>
              <a:avLst/>
              <a:gdLst/>
              <a:ahLst/>
              <a:cxnLst/>
              <a:rect l="0" t="0" r="0" b="0"/>
              <a:pathLst>
                <a:path w="28419" h="32305">
                  <a:moveTo>
                    <a:pt x="0" y="2089"/>
                  </a:moveTo>
                  <a:lnTo>
                    <a:pt x="26044" y="0"/>
                  </a:lnTo>
                  <a:lnTo>
                    <a:pt x="28419" y="30266"/>
                  </a:lnTo>
                  <a:lnTo>
                    <a:pt x="2366" y="3230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3" name="pg184">
              <a:extLst>
                <a:ext uri="{FF2B5EF4-FFF2-40B4-BE49-F238E27FC236}">
                  <a16:creationId xmlns:a16="http://schemas.microsoft.com/office/drawing/2014/main" id="{308C9B01-5C42-49FF-96EF-941445B2C2A7}"/>
                </a:ext>
              </a:extLst>
            </p:cNvPr>
            <p:cNvSpPr/>
            <p:nvPr/>
          </p:nvSpPr>
          <p:spPr>
            <a:xfrm>
              <a:off x="7083873" y="2182976"/>
              <a:ext cx="52634" cy="51769"/>
            </a:xfrm>
            <a:custGeom>
              <a:avLst/>
              <a:gdLst/>
              <a:ahLst/>
              <a:cxnLst/>
              <a:rect l="0" t="0" r="0" b="0"/>
              <a:pathLst>
                <a:path w="52634" h="51769">
                  <a:moveTo>
                    <a:pt x="0" y="35469"/>
                  </a:moveTo>
                  <a:lnTo>
                    <a:pt x="13471" y="5287"/>
                  </a:lnTo>
                  <a:lnTo>
                    <a:pt x="15829" y="0"/>
                  </a:lnTo>
                  <a:lnTo>
                    <a:pt x="52634" y="17751"/>
                  </a:lnTo>
                  <a:lnTo>
                    <a:pt x="36653" y="517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4" name="pg185">
              <a:extLst>
                <a:ext uri="{FF2B5EF4-FFF2-40B4-BE49-F238E27FC236}">
                  <a16:creationId xmlns:a16="http://schemas.microsoft.com/office/drawing/2014/main" id="{6D5DC20F-5E10-4E2B-A4F5-7074AFEE368C}"/>
                </a:ext>
              </a:extLst>
            </p:cNvPr>
            <p:cNvSpPr/>
            <p:nvPr/>
          </p:nvSpPr>
          <p:spPr>
            <a:xfrm>
              <a:off x="6413041" y="1950835"/>
              <a:ext cx="71594" cy="72660"/>
            </a:xfrm>
            <a:custGeom>
              <a:avLst/>
              <a:gdLst/>
              <a:ahLst/>
              <a:cxnLst/>
              <a:rect l="0" t="0" r="0" b="0"/>
              <a:pathLst>
                <a:path w="71594" h="72660">
                  <a:moveTo>
                    <a:pt x="0" y="50829"/>
                  </a:moveTo>
                  <a:lnTo>
                    <a:pt x="25540" y="0"/>
                  </a:lnTo>
                  <a:lnTo>
                    <a:pt x="71594" y="23148"/>
                  </a:lnTo>
                  <a:lnTo>
                    <a:pt x="47363" y="71368"/>
                  </a:lnTo>
                  <a:lnTo>
                    <a:pt x="46716" y="72660"/>
                  </a:lnTo>
                  <a:lnTo>
                    <a:pt x="21360" y="6080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5" name="pg186">
              <a:extLst>
                <a:ext uri="{FF2B5EF4-FFF2-40B4-BE49-F238E27FC236}">
                  <a16:creationId xmlns:a16="http://schemas.microsoft.com/office/drawing/2014/main" id="{A36F459A-5D5C-43ED-BCBA-7BD5E44A8375}"/>
                </a:ext>
              </a:extLst>
            </p:cNvPr>
            <p:cNvSpPr/>
            <p:nvPr/>
          </p:nvSpPr>
          <p:spPr>
            <a:xfrm>
              <a:off x="7712546" y="3756833"/>
              <a:ext cx="28948" cy="40321"/>
            </a:xfrm>
            <a:custGeom>
              <a:avLst/>
              <a:gdLst/>
              <a:ahLst/>
              <a:cxnLst/>
              <a:rect l="0" t="0" r="0" b="0"/>
              <a:pathLst>
                <a:path w="28948" h="40321">
                  <a:moveTo>
                    <a:pt x="2140" y="40321"/>
                  </a:moveTo>
                  <a:lnTo>
                    <a:pt x="0" y="1032"/>
                  </a:lnTo>
                  <a:lnTo>
                    <a:pt x="26824" y="0"/>
                  </a:lnTo>
                  <a:lnTo>
                    <a:pt x="28948" y="3885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6" name="pg187">
              <a:extLst>
                <a:ext uri="{FF2B5EF4-FFF2-40B4-BE49-F238E27FC236}">
                  <a16:creationId xmlns:a16="http://schemas.microsoft.com/office/drawing/2014/main" id="{C358D1A5-65C9-45A8-85CD-CC3273C8DC06}"/>
                </a:ext>
              </a:extLst>
            </p:cNvPr>
            <p:cNvSpPr/>
            <p:nvPr/>
          </p:nvSpPr>
          <p:spPr>
            <a:xfrm>
              <a:off x="6618533" y="4752242"/>
              <a:ext cx="59256" cy="58165"/>
            </a:xfrm>
            <a:custGeom>
              <a:avLst/>
              <a:gdLst/>
              <a:ahLst/>
              <a:cxnLst/>
              <a:rect l="0" t="0" r="0" b="0"/>
              <a:pathLst>
                <a:path w="59256" h="58165">
                  <a:moveTo>
                    <a:pt x="0" y="14016"/>
                  </a:moveTo>
                  <a:lnTo>
                    <a:pt x="45886" y="0"/>
                  </a:lnTo>
                  <a:lnTo>
                    <a:pt x="59256" y="44131"/>
                  </a:lnTo>
                  <a:lnTo>
                    <a:pt x="13328" y="581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7" name="pg188">
              <a:extLst>
                <a:ext uri="{FF2B5EF4-FFF2-40B4-BE49-F238E27FC236}">
                  <a16:creationId xmlns:a16="http://schemas.microsoft.com/office/drawing/2014/main" id="{EAB96BA8-6AAA-449F-90D5-10CDB0D8B540}"/>
                </a:ext>
              </a:extLst>
            </p:cNvPr>
            <p:cNvSpPr/>
            <p:nvPr/>
          </p:nvSpPr>
          <p:spPr>
            <a:xfrm>
              <a:off x="8275936" y="4581296"/>
              <a:ext cx="32591" cy="54312"/>
            </a:xfrm>
            <a:custGeom>
              <a:avLst/>
              <a:gdLst/>
              <a:ahLst/>
              <a:cxnLst/>
              <a:rect l="0" t="0" r="0" b="0"/>
              <a:pathLst>
                <a:path w="32591" h="54312">
                  <a:moveTo>
                    <a:pt x="3013" y="54312"/>
                  </a:moveTo>
                  <a:lnTo>
                    <a:pt x="0" y="1695"/>
                  </a:lnTo>
                  <a:lnTo>
                    <a:pt x="29645" y="0"/>
                  </a:lnTo>
                  <a:lnTo>
                    <a:pt x="32591" y="5268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8" name="pg189">
              <a:extLst>
                <a:ext uri="{FF2B5EF4-FFF2-40B4-BE49-F238E27FC236}">
                  <a16:creationId xmlns:a16="http://schemas.microsoft.com/office/drawing/2014/main" id="{091C505C-D4A7-49C3-A78E-0B97B82BBD6D}"/>
                </a:ext>
              </a:extLst>
            </p:cNvPr>
            <p:cNvSpPr/>
            <p:nvPr/>
          </p:nvSpPr>
          <p:spPr>
            <a:xfrm>
              <a:off x="6327329" y="4577863"/>
              <a:ext cx="87516" cy="62941"/>
            </a:xfrm>
            <a:custGeom>
              <a:avLst/>
              <a:gdLst/>
              <a:ahLst/>
              <a:cxnLst/>
              <a:rect l="0" t="0" r="0" b="0"/>
              <a:pathLst>
                <a:path w="87516" h="62941">
                  <a:moveTo>
                    <a:pt x="0" y="11456"/>
                  </a:moveTo>
                  <a:lnTo>
                    <a:pt x="80323" y="0"/>
                  </a:lnTo>
                  <a:lnTo>
                    <a:pt x="87516" y="51904"/>
                  </a:lnTo>
                  <a:lnTo>
                    <a:pt x="65736" y="54883"/>
                  </a:lnTo>
                  <a:lnTo>
                    <a:pt x="23761" y="60633"/>
                  </a:lnTo>
                  <a:lnTo>
                    <a:pt x="6890" y="6294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59" name="pg190">
              <a:extLst>
                <a:ext uri="{FF2B5EF4-FFF2-40B4-BE49-F238E27FC236}">
                  <a16:creationId xmlns:a16="http://schemas.microsoft.com/office/drawing/2014/main" id="{D3FAB9D5-0BA5-49AD-B8EB-4B7C068A7CD6}"/>
                </a:ext>
              </a:extLst>
            </p:cNvPr>
            <p:cNvSpPr/>
            <p:nvPr/>
          </p:nvSpPr>
          <p:spPr>
            <a:xfrm>
              <a:off x="8894185" y="4894415"/>
              <a:ext cx="23828" cy="30710"/>
            </a:xfrm>
            <a:custGeom>
              <a:avLst/>
              <a:gdLst/>
              <a:ahLst/>
              <a:cxnLst/>
              <a:rect l="0" t="0" r="0" b="0"/>
              <a:pathLst>
                <a:path w="23828" h="30710">
                  <a:moveTo>
                    <a:pt x="570" y="30710"/>
                  </a:moveTo>
                  <a:lnTo>
                    <a:pt x="0" y="1015"/>
                  </a:lnTo>
                  <a:lnTo>
                    <a:pt x="23249" y="0"/>
                  </a:lnTo>
                  <a:lnTo>
                    <a:pt x="23828" y="2969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0" name="pg191">
              <a:extLst>
                <a:ext uri="{FF2B5EF4-FFF2-40B4-BE49-F238E27FC236}">
                  <a16:creationId xmlns:a16="http://schemas.microsoft.com/office/drawing/2014/main" id="{A1E7C51D-B20A-46D7-971C-A4B6E12F0785}"/>
                </a:ext>
              </a:extLst>
            </p:cNvPr>
            <p:cNvSpPr/>
            <p:nvPr/>
          </p:nvSpPr>
          <p:spPr>
            <a:xfrm>
              <a:off x="5858380" y="2845457"/>
              <a:ext cx="52751" cy="54615"/>
            </a:xfrm>
            <a:custGeom>
              <a:avLst/>
              <a:gdLst/>
              <a:ahLst/>
              <a:cxnLst/>
              <a:rect l="0" t="0" r="0" b="0"/>
              <a:pathLst>
                <a:path w="52751" h="54615">
                  <a:moveTo>
                    <a:pt x="6202" y="35444"/>
                  </a:moveTo>
                  <a:lnTo>
                    <a:pt x="0" y="10189"/>
                  </a:lnTo>
                  <a:lnTo>
                    <a:pt x="41555" y="0"/>
                  </a:lnTo>
                  <a:lnTo>
                    <a:pt x="52751" y="45625"/>
                  </a:lnTo>
                  <a:lnTo>
                    <a:pt x="16089" y="54615"/>
                  </a:lnTo>
                  <a:lnTo>
                    <a:pt x="11095" y="342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1" name="pg192">
              <a:extLst>
                <a:ext uri="{FF2B5EF4-FFF2-40B4-BE49-F238E27FC236}">
                  <a16:creationId xmlns:a16="http://schemas.microsoft.com/office/drawing/2014/main" id="{8689C1F8-27B0-476C-972A-1A4A0882E4B8}"/>
                </a:ext>
              </a:extLst>
            </p:cNvPr>
            <p:cNvSpPr/>
            <p:nvPr/>
          </p:nvSpPr>
          <p:spPr>
            <a:xfrm>
              <a:off x="7895612" y="4869731"/>
              <a:ext cx="13152" cy="33598"/>
            </a:xfrm>
            <a:custGeom>
              <a:avLst/>
              <a:gdLst/>
              <a:ahLst/>
              <a:cxnLst/>
              <a:rect l="0" t="0" r="0" b="0"/>
              <a:pathLst>
                <a:path w="13152" h="33598">
                  <a:moveTo>
                    <a:pt x="33" y="33598"/>
                  </a:moveTo>
                  <a:lnTo>
                    <a:pt x="0" y="0"/>
                  </a:lnTo>
                  <a:lnTo>
                    <a:pt x="13110" y="0"/>
                  </a:lnTo>
                  <a:lnTo>
                    <a:pt x="13152" y="3358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2" name="pg193">
              <a:extLst>
                <a:ext uri="{FF2B5EF4-FFF2-40B4-BE49-F238E27FC236}">
                  <a16:creationId xmlns:a16="http://schemas.microsoft.com/office/drawing/2014/main" id="{1DC9B313-1E3A-46A6-A161-8C209C563A90}"/>
                </a:ext>
              </a:extLst>
            </p:cNvPr>
            <p:cNvSpPr/>
            <p:nvPr/>
          </p:nvSpPr>
          <p:spPr>
            <a:xfrm>
              <a:off x="7879178" y="4920770"/>
              <a:ext cx="21243" cy="23568"/>
            </a:xfrm>
            <a:custGeom>
              <a:avLst/>
              <a:gdLst/>
              <a:ahLst/>
              <a:cxnLst/>
              <a:rect l="0" t="0" r="0" b="0"/>
              <a:pathLst>
                <a:path w="21243" h="23568">
                  <a:moveTo>
                    <a:pt x="0" y="23148"/>
                  </a:moveTo>
                  <a:lnTo>
                    <a:pt x="461" y="0"/>
                  </a:lnTo>
                  <a:lnTo>
                    <a:pt x="21243" y="411"/>
                  </a:lnTo>
                  <a:lnTo>
                    <a:pt x="20773" y="235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3" name="pg194">
              <a:extLst>
                <a:ext uri="{FF2B5EF4-FFF2-40B4-BE49-F238E27FC236}">
                  <a16:creationId xmlns:a16="http://schemas.microsoft.com/office/drawing/2014/main" id="{F890837C-4A5E-4042-8302-A6D70CD0E810}"/>
                </a:ext>
              </a:extLst>
            </p:cNvPr>
            <p:cNvSpPr/>
            <p:nvPr/>
          </p:nvSpPr>
          <p:spPr>
            <a:xfrm>
              <a:off x="7673341" y="5262670"/>
              <a:ext cx="91520" cy="46691"/>
            </a:xfrm>
            <a:custGeom>
              <a:avLst/>
              <a:gdLst/>
              <a:ahLst/>
              <a:cxnLst/>
              <a:rect l="0" t="0" r="0" b="0"/>
              <a:pathLst>
                <a:path w="91520" h="46691">
                  <a:moveTo>
                    <a:pt x="91520" y="30601"/>
                  </a:moveTo>
                  <a:lnTo>
                    <a:pt x="81381" y="31071"/>
                  </a:lnTo>
                  <a:lnTo>
                    <a:pt x="50754" y="32498"/>
                  </a:lnTo>
                  <a:lnTo>
                    <a:pt x="51526" y="45256"/>
                  </a:lnTo>
                  <a:lnTo>
                    <a:pt x="24298" y="46691"/>
                  </a:lnTo>
                  <a:lnTo>
                    <a:pt x="23627" y="33934"/>
                  </a:lnTo>
                  <a:lnTo>
                    <a:pt x="1913" y="35083"/>
                  </a:lnTo>
                  <a:lnTo>
                    <a:pt x="0" y="4750"/>
                  </a:lnTo>
                  <a:lnTo>
                    <a:pt x="8989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4" name="pg195">
              <a:extLst>
                <a:ext uri="{FF2B5EF4-FFF2-40B4-BE49-F238E27FC236}">
                  <a16:creationId xmlns:a16="http://schemas.microsoft.com/office/drawing/2014/main" id="{E1E9A095-C768-4DF0-9D8F-FFADF17B9AE7}"/>
                </a:ext>
              </a:extLst>
            </p:cNvPr>
            <p:cNvSpPr/>
            <p:nvPr/>
          </p:nvSpPr>
          <p:spPr>
            <a:xfrm>
              <a:off x="9078778" y="1456572"/>
              <a:ext cx="39305" cy="26430"/>
            </a:xfrm>
            <a:custGeom>
              <a:avLst/>
              <a:gdLst/>
              <a:ahLst/>
              <a:cxnLst/>
              <a:rect l="0" t="0" r="0" b="0"/>
              <a:pathLst>
                <a:path w="39305" h="26430">
                  <a:moveTo>
                    <a:pt x="39305" y="3332"/>
                  </a:moveTo>
                  <a:lnTo>
                    <a:pt x="37526" y="26430"/>
                  </a:lnTo>
                  <a:lnTo>
                    <a:pt x="0" y="21981"/>
                  </a:lnTo>
                  <a:lnTo>
                    <a:pt x="177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5" name="pg196">
              <a:extLst>
                <a:ext uri="{FF2B5EF4-FFF2-40B4-BE49-F238E27FC236}">
                  <a16:creationId xmlns:a16="http://schemas.microsoft.com/office/drawing/2014/main" id="{36DEEAE3-829C-4226-8F4E-DD5031EF6405}"/>
                </a:ext>
              </a:extLst>
            </p:cNvPr>
            <p:cNvSpPr/>
            <p:nvPr/>
          </p:nvSpPr>
          <p:spPr>
            <a:xfrm>
              <a:off x="7035948" y="3501451"/>
              <a:ext cx="72190" cy="73147"/>
            </a:xfrm>
            <a:custGeom>
              <a:avLst/>
              <a:gdLst/>
              <a:ahLst/>
              <a:cxnLst/>
              <a:rect l="0" t="0" r="0" b="0"/>
              <a:pathLst>
                <a:path w="72190" h="73147">
                  <a:moveTo>
                    <a:pt x="0" y="11339"/>
                  </a:moveTo>
                  <a:lnTo>
                    <a:pt x="65811" y="0"/>
                  </a:lnTo>
                  <a:lnTo>
                    <a:pt x="72190" y="37031"/>
                  </a:lnTo>
                  <a:lnTo>
                    <a:pt x="62160" y="38760"/>
                  </a:lnTo>
                  <a:lnTo>
                    <a:pt x="66432" y="63579"/>
                  </a:lnTo>
                  <a:lnTo>
                    <a:pt x="10877" y="731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6" name="pg197">
              <a:extLst>
                <a:ext uri="{FF2B5EF4-FFF2-40B4-BE49-F238E27FC236}">
                  <a16:creationId xmlns:a16="http://schemas.microsoft.com/office/drawing/2014/main" id="{10436343-4D63-4531-A8F9-E846DB40D19A}"/>
                </a:ext>
              </a:extLst>
            </p:cNvPr>
            <p:cNvSpPr/>
            <p:nvPr/>
          </p:nvSpPr>
          <p:spPr>
            <a:xfrm>
              <a:off x="9104755" y="1428471"/>
              <a:ext cx="21671" cy="18297"/>
            </a:xfrm>
            <a:custGeom>
              <a:avLst/>
              <a:gdLst/>
              <a:ahLst/>
              <a:cxnLst/>
              <a:rect l="0" t="0" r="0" b="0"/>
              <a:pathLst>
                <a:path w="21671" h="18297">
                  <a:moveTo>
                    <a:pt x="20127" y="18297"/>
                  </a:moveTo>
                  <a:lnTo>
                    <a:pt x="0" y="16400"/>
                  </a:lnTo>
                  <a:lnTo>
                    <a:pt x="1544" y="0"/>
                  </a:lnTo>
                  <a:lnTo>
                    <a:pt x="21671" y="18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7" name="pg198">
              <a:extLst>
                <a:ext uri="{FF2B5EF4-FFF2-40B4-BE49-F238E27FC236}">
                  <a16:creationId xmlns:a16="http://schemas.microsoft.com/office/drawing/2014/main" id="{5E9A2E99-D33A-43E8-826B-8002046027E5}"/>
                </a:ext>
              </a:extLst>
            </p:cNvPr>
            <p:cNvSpPr/>
            <p:nvPr/>
          </p:nvSpPr>
          <p:spPr>
            <a:xfrm>
              <a:off x="6961734" y="3197732"/>
              <a:ext cx="49696" cy="80147"/>
            </a:xfrm>
            <a:custGeom>
              <a:avLst/>
              <a:gdLst/>
              <a:ahLst/>
              <a:cxnLst/>
              <a:rect l="0" t="0" r="0" b="0"/>
              <a:pathLst>
                <a:path w="49696" h="80147">
                  <a:moveTo>
                    <a:pt x="0" y="5514"/>
                  </a:moveTo>
                  <a:lnTo>
                    <a:pt x="35696" y="0"/>
                  </a:lnTo>
                  <a:lnTo>
                    <a:pt x="43661" y="51912"/>
                  </a:lnTo>
                  <a:lnTo>
                    <a:pt x="46196" y="51526"/>
                  </a:lnTo>
                  <a:lnTo>
                    <a:pt x="49696" y="74406"/>
                  </a:lnTo>
                  <a:lnTo>
                    <a:pt x="11448" y="801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8" name="pg199">
              <a:extLst>
                <a:ext uri="{FF2B5EF4-FFF2-40B4-BE49-F238E27FC236}">
                  <a16:creationId xmlns:a16="http://schemas.microsoft.com/office/drawing/2014/main" id="{976C28A1-010A-4426-896E-6BF7DEFBF7A8}"/>
                </a:ext>
              </a:extLst>
            </p:cNvPr>
            <p:cNvSpPr/>
            <p:nvPr/>
          </p:nvSpPr>
          <p:spPr>
            <a:xfrm>
              <a:off x="5890660" y="1517541"/>
              <a:ext cx="44652" cy="53431"/>
            </a:xfrm>
            <a:custGeom>
              <a:avLst/>
              <a:gdLst/>
              <a:ahLst/>
              <a:cxnLst/>
              <a:rect l="0" t="0" r="0" b="0"/>
              <a:pathLst>
                <a:path w="44652" h="53431">
                  <a:moveTo>
                    <a:pt x="0" y="41832"/>
                  </a:moveTo>
                  <a:lnTo>
                    <a:pt x="19489" y="0"/>
                  </a:lnTo>
                  <a:lnTo>
                    <a:pt x="44652" y="11725"/>
                  </a:lnTo>
                  <a:lnTo>
                    <a:pt x="25221" y="534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69" name="pg200">
              <a:extLst>
                <a:ext uri="{FF2B5EF4-FFF2-40B4-BE49-F238E27FC236}">
                  <a16:creationId xmlns:a16="http://schemas.microsoft.com/office/drawing/2014/main" id="{ABC5F239-F2CC-411D-8360-6E1623F1ECBF}"/>
                </a:ext>
              </a:extLst>
            </p:cNvPr>
            <p:cNvSpPr/>
            <p:nvPr/>
          </p:nvSpPr>
          <p:spPr>
            <a:xfrm>
              <a:off x="9513642" y="5026198"/>
              <a:ext cx="28478" cy="25238"/>
            </a:xfrm>
            <a:custGeom>
              <a:avLst/>
              <a:gdLst/>
              <a:ahLst/>
              <a:cxnLst/>
              <a:rect l="0" t="0" r="0" b="0"/>
              <a:pathLst>
                <a:path w="28478" h="25238">
                  <a:moveTo>
                    <a:pt x="26019" y="0"/>
                  </a:moveTo>
                  <a:lnTo>
                    <a:pt x="28478" y="22376"/>
                  </a:lnTo>
                  <a:lnTo>
                    <a:pt x="2366" y="25238"/>
                  </a:lnTo>
                  <a:lnTo>
                    <a:pt x="0" y="285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0" name="pg201">
              <a:extLst>
                <a:ext uri="{FF2B5EF4-FFF2-40B4-BE49-F238E27FC236}">
                  <a16:creationId xmlns:a16="http://schemas.microsoft.com/office/drawing/2014/main" id="{49925457-AF1F-4C55-AFFD-39F5EEC887CD}"/>
                </a:ext>
              </a:extLst>
            </p:cNvPr>
            <p:cNvSpPr/>
            <p:nvPr/>
          </p:nvSpPr>
          <p:spPr>
            <a:xfrm>
              <a:off x="8094684" y="5254260"/>
              <a:ext cx="38181" cy="44862"/>
            </a:xfrm>
            <a:custGeom>
              <a:avLst/>
              <a:gdLst/>
              <a:ahLst/>
              <a:cxnLst/>
              <a:rect l="0" t="0" r="0" b="0"/>
              <a:pathLst>
                <a:path w="38181" h="44862">
                  <a:moveTo>
                    <a:pt x="0" y="2711"/>
                  </a:moveTo>
                  <a:lnTo>
                    <a:pt x="34907" y="0"/>
                  </a:lnTo>
                  <a:lnTo>
                    <a:pt x="38181" y="42142"/>
                  </a:lnTo>
                  <a:lnTo>
                    <a:pt x="3206" y="448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1" name="pg202">
              <a:extLst>
                <a:ext uri="{FF2B5EF4-FFF2-40B4-BE49-F238E27FC236}">
                  <a16:creationId xmlns:a16="http://schemas.microsoft.com/office/drawing/2014/main" id="{8F71EE68-4C92-4D99-A13A-19F50D08A1D2}"/>
                </a:ext>
              </a:extLst>
            </p:cNvPr>
            <p:cNvSpPr/>
            <p:nvPr/>
          </p:nvSpPr>
          <p:spPr>
            <a:xfrm>
              <a:off x="9226886" y="3841941"/>
              <a:ext cx="53498" cy="54371"/>
            </a:xfrm>
            <a:custGeom>
              <a:avLst/>
              <a:gdLst/>
              <a:ahLst/>
              <a:cxnLst/>
              <a:rect l="0" t="0" r="0" b="0"/>
              <a:pathLst>
                <a:path w="53498" h="54371">
                  <a:moveTo>
                    <a:pt x="30618" y="54371"/>
                  </a:moveTo>
                  <a:lnTo>
                    <a:pt x="0" y="20974"/>
                  </a:lnTo>
                  <a:lnTo>
                    <a:pt x="22880" y="0"/>
                  </a:lnTo>
                  <a:lnTo>
                    <a:pt x="53498" y="3339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2" name="pg203">
              <a:extLst>
                <a:ext uri="{FF2B5EF4-FFF2-40B4-BE49-F238E27FC236}">
                  <a16:creationId xmlns:a16="http://schemas.microsoft.com/office/drawing/2014/main" id="{19DF9E68-B9D3-48D2-9345-93272BC4CEAF}"/>
                </a:ext>
              </a:extLst>
            </p:cNvPr>
            <p:cNvSpPr/>
            <p:nvPr/>
          </p:nvSpPr>
          <p:spPr>
            <a:xfrm>
              <a:off x="6816170" y="3527638"/>
              <a:ext cx="76538" cy="58383"/>
            </a:xfrm>
            <a:custGeom>
              <a:avLst/>
              <a:gdLst/>
              <a:ahLst/>
              <a:cxnLst/>
              <a:rect l="0" t="0" r="0" b="0"/>
              <a:pathLst>
                <a:path w="76538" h="58383">
                  <a:moveTo>
                    <a:pt x="6605" y="58383"/>
                  </a:moveTo>
                  <a:lnTo>
                    <a:pt x="0" y="8745"/>
                  </a:lnTo>
                  <a:lnTo>
                    <a:pt x="71619" y="0"/>
                  </a:lnTo>
                  <a:lnTo>
                    <a:pt x="76538" y="43519"/>
                  </a:lnTo>
                  <a:lnTo>
                    <a:pt x="59961" y="45516"/>
                  </a:lnTo>
                  <a:lnTo>
                    <a:pt x="60683" y="5155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3" name="pg204">
              <a:extLst>
                <a:ext uri="{FF2B5EF4-FFF2-40B4-BE49-F238E27FC236}">
                  <a16:creationId xmlns:a16="http://schemas.microsoft.com/office/drawing/2014/main" id="{C73E0E88-FB9F-47BF-AC13-FA05C2DAE887}"/>
                </a:ext>
              </a:extLst>
            </p:cNvPr>
            <p:cNvSpPr/>
            <p:nvPr/>
          </p:nvSpPr>
          <p:spPr>
            <a:xfrm>
              <a:off x="7033572" y="2174516"/>
              <a:ext cx="63772" cy="85460"/>
            </a:xfrm>
            <a:custGeom>
              <a:avLst/>
              <a:gdLst/>
              <a:ahLst/>
              <a:cxnLst/>
              <a:rect l="0" t="0" r="0" b="0"/>
              <a:pathLst>
                <a:path w="63772" h="85460">
                  <a:moveTo>
                    <a:pt x="30971" y="85460"/>
                  </a:moveTo>
                  <a:lnTo>
                    <a:pt x="0" y="71116"/>
                  </a:lnTo>
                  <a:lnTo>
                    <a:pt x="34487" y="0"/>
                  </a:lnTo>
                  <a:lnTo>
                    <a:pt x="63772" y="13748"/>
                  </a:lnTo>
                  <a:lnTo>
                    <a:pt x="50300" y="439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4" name="pg205">
              <a:extLst>
                <a:ext uri="{FF2B5EF4-FFF2-40B4-BE49-F238E27FC236}">
                  <a16:creationId xmlns:a16="http://schemas.microsoft.com/office/drawing/2014/main" id="{693AFC68-CB58-4739-843B-637D00946796}"/>
                </a:ext>
              </a:extLst>
            </p:cNvPr>
            <p:cNvSpPr/>
            <p:nvPr/>
          </p:nvSpPr>
          <p:spPr>
            <a:xfrm>
              <a:off x="7827014" y="4117509"/>
              <a:ext cx="36183" cy="77587"/>
            </a:xfrm>
            <a:custGeom>
              <a:avLst/>
              <a:gdLst/>
              <a:ahLst/>
              <a:cxnLst/>
              <a:rect l="0" t="0" r="0" b="0"/>
              <a:pathLst>
                <a:path w="36183" h="77587">
                  <a:moveTo>
                    <a:pt x="218" y="55613"/>
                  </a:moveTo>
                  <a:lnTo>
                    <a:pt x="3063" y="55445"/>
                  </a:lnTo>
                  <a:lnTo>
                    <a:pt x="0" y="1762"/>
                  </a:lnTo>
                  <a:lnTo>
                    <a:pt x="31894" y="0"/>
                  </a:lnTo>
                  <a:lnTo>
                    <a:pt x="36183" y="75254"/>
                  </a:lnTo>
                  <a:lnTo>
                    <a:pt x="1594" y="7758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5" name="pg206">
              <a:extLst>
                <a:ext uri="{FF2B5EF4-FFF2-40B4-BE49-F238E27FC236}">
                  <a16:creationId xmlns:a16="http://schemas.microsoft.com/office/drawing/2014/main" id="{D28124F0-343B-4822-B8A0-F92EE659AC54}"/>
                </a:ext>
              </a:extLst>
            </p:cNvPr>
            <p:cNvSpPr/>
            <p:nvPr/>
          </p:nvSpPr>
          <p:spPr>
            <a:xfrm>
              <a:off x="7419999" y="4417291"/>
              <a:ext cx="34412" cy="26573"/>
            </a:xfrm>
            <a:custGeom>
              <a:avLst/>
              <a:gdLst/>
              <a:ahLst/>
              <a:cxnLst/>
              <a:rect l="0" t="0" r="0" b="0"/>
              <a:pathLst>
                <a:path w="34412" h="26573">
                  <a:moveTo>
                    <a:pt x="1880" y="26573"/>
                  </a:moveTo>
                  <a:lnTo>
                    <a:pt x="0" y="2559"/>
                  </a:lnTo>
                  <a:lnTo>
                    <a:pt x="32523" y="0"/>
                  </a:lnTo>
                  <a:lnTo>
                    <a:pt x="34412" y="2400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6" name="pg207">
              <a:extLst>
                <a:ext uri="{FF2B5EF4-FFF2-40B4-BE49-F238E27FC236}">
                  <a16:creationId xmlns:a16="http://schemas.microsoft.com/office/drawing/2014/main" id="{975E80AF-2FD5-43BE-ADBD-A3118C5F780E}"/>
                </a:ext>
              </a:extLst>
            </p:cNvPr>
            <p:cNvSpPr/>
            <p:nvPr/>
          </p:nvSpPr>
          <p:spPr>
            <a:xfrm>
              <a:off x="8877969" y="3367309"/>
              <a:ext cx="32901" cy="32507"/>
            </a:xfrm>
            <a:custGeom>
              <a:avLst/>
              <a:gdLst/>
              <a:ahLst/>
              <a:cxnLst/>
              <a:rect l="0" t="0" r="0" b="0"/>
              <a:pathLst>
                <a:path w="32901" h="32507">
                  <a:moveTo>
                    <a:pt x="15603" y="32507"/>
                  </a:moveTo>
                  <a:lnTo>
                    <a:pt x="0" y="15871"/>
                  </a:lnTo>
                  <a:lnTo>
                    <a:pt x="17239" y="0"/>
                  </a:lnTo>
                  <a:lnTo>
                    <a:pt x="32901" y="1721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7" name="pg208">
              <a:extLst>
                <a:ext uri="{FF2B5EF4-FFF2-40B4-BE49-F238E27FC236}">
                  <a16:creationId xmlns:a16="http://schemas.microsoft.com/office/drawing/2014/main" id="{45E707E9-B440-4FC8-9F43-2632E5ABDA5F}"/>
                </a:ext>
              </a:extLst>
            </p:cNvPr>
            <p:cNvSpPr/>
            <p:nvPr/>
          </p:nvSpPr>
          <p:spPr>
            <a:xfrm>
              <a:off x="7546737" y="2375669"/>
              <a:ext cx="76017" cy="74003"/>
            </a:xfrm>
            <a:custGeom>
              <a:avLst/>
              <a:gdLst/>
              <a:ahLst/>
              <a:cxnLst/>
              <a:rect l="0" t="0" r="0" b="0"/>
              <a:pathLst>
                <a:path w="76017" h="74003">
                  <a:moveTo>
                    <a:pt x="48110" y="74003"/>
                  </a:moveTo>
                  <a:lnTo>
                    <a:pt x="0" y="42159"/>
                  </a:lnTo>
                  <a:lnTo>
                    <a:pt x="27907" y="0"/>
                  </a:lnTo>
                  <a:lnTo>
                    <a:pt x="76017" y="318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8" name="pg209">
              <a:extLst>
                <a:ext uri="{FF2B5EF4-FFF2-40B4-BE49-F238E27FC236}">
                  <a16:creationId xmlns:a16="http://schemas.microsoft.com/office/drawing/2014/main" id="{B761E25D-3744-4849-AB6C-FC7D39B6AF4B}"/>
                </a:ext>
              </a:extLst>
            </p:cNvPr>
            <p:cNvSpPr/>
            <p:nvPr/>
          </p:nvSpPr>
          <p:spPr>
            <a:xfrm>
              <a:off x="6560141" y="4176455"/>
              <a:ext cx="35520" cy="85846"/>
            </a:xfrm>
            <a:custGeom>
              <a:avLst/>
              <a:gdLst/>
              <a:ahLst/>
              <a:cxnLst/>
              <a:rect l="0" t="0" r="0" b="0"/>
              <a:pathLst>
                <a:path w="35520" h="85846">
                  <a:moveTo>
                    <a:pt x="0" y="2207"/>
                  </a:moveTo>
                  <a:lnTo>
                    <a:pt x="29216" y="0"/>
                  </a:lnTo>
                  <a:lnTo>
                    <a:pt x="35520" y="83647"/>
                  </a:lnTo>
                  <a:lnTo>
                    <a:pt x="6311" y="8584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79" name="pg210">
              <a:extLst>
                <a:ext uri="{FF2B5EF4-FFF2-40B4-BE49-F238E27FC236}">
                  <a16:creationId xmlns:a16="http://schemas.microsoft.com/office/drawing/2014/main" id="{6D92C7B8-3C3E-4181-B8E8-3F0DF8A82CF9}"/>
                </a:ext>
              </a:extLst>
            </p:cNvPr>
            <p:cNvSpPr/>
            <p:nvPr/>
          </p:nvSpPr>
          <p:spPr>
            <a:xfrm>
              <a:off x="6020009" y="3772671"/>
              <a:ext cx="56025" cy="51593"/>
            </a:xfrm>
            <a:custGeom>
              <a:avLst/>
              <a:gdLst/>
              <a:ahLst/>
              <a:cxnLst/>
              <a:rect l="0" t="0" r="0" b="0"/>
              <a:pathLst>
                <a:path w="56025" h="51593">
                  <a:moveTo>
                    <a:pt x="5170" y="51593"/>
                  </a:moveTo>
                  <a:lnTo>
                    <a:pt x="0" y="5732"/>
                  </a:lnTo>
                  <a:lnTo>
                    <a:pt x="50863" y="0"/>
                  </a:lnTo>
                  <a:lnTo>
                    <a:pt x="56025" y="4586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0" name="pg211">
              <a:extLst>
                <a:ext uri="{FF2B5EF4-FFF2-40B4-BE49-F238E27FC236}">
                  <a16:creationId xmlns:a16="http://schemas.microsoft.com/office/drawing/2014/main" id="{01915241-D0F9-440E-9C42-365B5F6FACDB}"/>
                </a:ext>
              </a:extLst>
            </p:cNvPr>
            <p:cNvSpPr/>
            <p:nvPr/>
          </p:nvSpPr>
          <p:spPr>
            <a:xfrm>
              <a:off x="7786936" y="3007137"/>
              <a:ext cx="59415" cy="69647"/>
            </a:xfrm>
            <a:custGeom>
              <a:avLst/>
              <a:gdLst/>
              <a:ahLst/>
              <a:cxnLst/>
              <a:rect l="0" t="0" r="0" b="0"/>
              <a:pathLst>
                <a:path w="59415" h="69647">
                  <a:moveTo>
                    <a:pt x="0" y="30081"/>
                  </a:moveTo>
                  <a:lnTo>
                    <a:pt x="40363" y="0"/>
                  </a:lnTo>
                  <a:lnTo>
                    <a:pt x="59415" y="25565"/>
                  </a:lnTo>
                  <a:lnTo>
                    <a:pt x="35167" y="43619"/>
                  </a:lnTo>
                  <a:lnTo>
                    <a:pt x="51215" y="65140"/>
                  </a:lnTo>
                  <a:lnTo>
                    <a:pt x="45164" y="69647"/>
                  </a:lnTo>
                  <a:lnTo>
                    <a:pt x="29124" y="48127"/>
                  </a:lnTo>
                  <a:lnTo>
                    <a:pt x="19044" y="556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1" name="pg212">
              <a:extLst>
                <a:ext uri="{FF2B5EF4-FFF2-40B4-BE49-F238E27FC236}">
                  <a16:creationId xmlns:a16="http://schemas.microsoft.com/office/drawing/2014/main" id="{1B8D80E4-7FAA-45EF-9F9B-697D3CE288E5}"/>
                </a:ext>
              </a:extLst>
            </p:cNvPr>
            <p:cNvSpPr/>
            <p:nvPr/>
          </p:nvSpPr>
          <p:spPr>
            <a:xfrm>
              <a:off x="6351090" y="4632747"/>
              <a:ext cx="48051" cy="44669"/>
            </a:xfrm>
            <a:custGeom>
              <a:avLst/>
              <a:gdLst/>
              <a:ahLst/>
              <a:cxnLst/>
              <a:rect l="0" t="0" r="0" b="0"/>
              <a:pathLst>
                <a:path w="48051" h="44669">
                  <a:moveTo>
                    <a:pt x="0" y="5749"/>
                  </a:moveTo>
                  <a:lnTo>
                    <a:pt x="41974" y="0"/>
                  </a:lnTo>
                  <a:lnTo>
                    <a:pt x="48051" y="38063"/>
                  </a:lnTo>
                  <a:lnTo>
                    <a:pt x="6672" y="446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2" name="pg213">
              <a:extLst>
                <a:ext uri="{FF2B5EF4-FFF2-40B4-BE49-F238E27FC236}">
                  <a16:creationId xmlns:a16="http://schemas.microsoft.com/office/drawing/2014/main" id="{608CCF5B-5A84-43A3-BFF9-68E4DB481487}"/>
                </a:ext>
              </a:extLst>
            </p:cNvPr>
            <p:cNvSpPr/>
            <p:nvPr/>
          </p:nvSpPr>
          <p:spPr>
            <a:xfrm>
              <a:off x="10017222" y="5102451"/>
              <a:ext cx="71149" cy="39683"/>
            </a:xfrm>
            <a:custGeom>
              <a:avLst/>
              <a:gdLst/>
              <a:ahLst/>
              <a:cxnLst/>
              <a:rect l="0" t="0" r="0" b="0"/>
              <a:pathLst>
                <a:path w="71149" h="39683">
                  <a:moveTo>
                    <a:pt x="4305" y="39683"/>
                  </a:moveTo>
                  <a:lnTo>
                    <a:pt x="0" y="7982"/>
                  </a:lnTo>
                  <a:lnTo>
                    <a:pt x="66894" y="0"/>
                  </a:lnTo>
                  <a:lnTo>
                    <a:pt x="71149" y="34387"/>
                  </a:lnTo>
                  <a:lnTo>
                    <a:pt x="46389" y="37778"/>
                  </a:lnTo>
                  <a:lnTo>
                    <a:pt x="46045" y="348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3" name="pg214">
              <a:extLst>
                <a:ext uri="{FF2B5EF4-FFF2-40B4-BE49-F238E27FC236}">
                  <a16:creationId xmlns:a16="http://schemas.microsoft.com/office/drawing/2014/main" id="{3E80001D-5A1A-44CB-A027-4F4E40F92CDD}"/>
                </a:ext>
              </a:extLst>
            </p:cNvPr>
            <p:cNvSpPr/>
            <p:nvPr/>
          </p:nvSpPr>
          <p:spPr>
            <a:xfrm>
              <a:off x="7668574" y="5220141"/>
              <a:ext cx="49419" cy="34999"/>
            </a:xfrm>
            <a:custGeom>
              <a:avLst/>
              <a:gdLst/>
              <a:ahLst/>
              <a:cxnLst/>
              <a:rect l="0" t="0" r="0" b="0"/>
              <a:pathLst>
                <a:path w="49419" h="34999">
                  <a:moveTo>
                    <a:pt x="0" y="5925"/>
                  </a:moveTo>
                  <a:lnTo>
                    <a:pt x="45676" y="0"/>
                  </a:lnTo>
                  <a:lnTo>
                    <a:pt x="49419" y="28898"/>
                  </a:lnTo>
                  <a:lnTo>
                    <a:pt x="3768" y="3499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4" name="pg215">
              <a:extLst>
                <a:ext uri="{FF2B5EF4-FFF2-40B4-BE49-F238E27FC236}">
                  <a16:creationId xmlns:a16="http://schemas.microsoft.com/office/drawing/2014/main" id="{597818D6-392B-4242-A638-1F14EF2740C4}"/>
                </a:ext>
              </a:extLst>
            </p:cNvPr>
            <p:cNvSpPr/>
            <p:nvPr/>
          </p:nvSpPr>
          <p:spPr>
            <a:xfrm>
              <a:off x="8837186" y="3330966"/>
              <a:ext cx="52609" cy="53456"/>
            </a:xfrm>
            <a:custGeom>
              <a:avLst/>
              <a:gdLst/>
              <a:ahLst/>
              <a:cxnLst/>
              <a:rect l="0" t="0" r="0" b="0"/>
              <a:pathLst>
                <a:path w="52609" h="53456">
                  <a:moveTo>
                    <a:pt x="0" y="19287"/>
                  </a:moveTo>
                  <a:lnTo>
                    <a:pt x="21914" y="0"/>
                  </a:lnTo>
                  <a:lnTo>
                    <a:pt x="52609" y="33690"/>
                  </a:lnTo>
                  <a:lnTo>
                    <a:pt x="30862" y="5345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5" name="pg216">
              <a:extLst>
                <a:ext uri="{FF2B5EF4-FFF2-40B4-BE49-F238E27FC236}">
                  <a16:creationId xmlns:a16="http://schemas.microsoft.com/office/drawing/2014/main" id="{E33CF008-3B0A-42D0-98E7-E150C5C49029}"/>
                </a:ext>
              </a:extLst>
            </p:cNvPr>
            <p:cNvSpPr/>
            <p:nvPr/>
          </p:nvSpPr>
          <p:spPr>
            <a:xfrm>
              <a:off x="6760254" y="3820403"/>
              <a:ext cx="39213" cy="69085"/>
            </a:xfrm>
            <a:custGeom>
              <a:avLst/>
              <a:gdLst/>
              <a:ahLst/>
              <a:cxnLst/>
              <a:rect l="0" t="0" r="0" b="0"/>
              <a:pathLst>
                <a:path w="39213" h="69085">
                  <a:moveTo>
                    <a:pt x="0" y="1888"/>
                  </a:moveTo>
                  <a:lnTo>
                    <a:pt x="35646" y="0"/>
                  </a:lnTo>
                  <a:lnTo>
                    <a:pt x="39213" y="67196"/>
                  </a:lnTo>
                  <a:lnTo>
                    <a:pt x="3567" y="6908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6" name="pg217">
              <a:extLst>
                <a:ext uri="{FF2B5EF4-FFF2-40B4-BE49-F238E27FC236}">
                  <a16:creationId xmlns:a16="http://schemas.microsoft.com/office/drawing/2014/main" id="{ECCF8A3E-9DF4-4E0E-840C-5422820C4C35}"/>
                </a:ext>
              </a:extLst>
            </p:cNvPr>
            <p:cNvSpPr/>
            <p:nvPr/>
          </p:nvSpPr>
          <p:spPr>
            <a:xfrm>
              <a:off x="7573126" y="3780577"/>
              <a:ext cx="26187" cy="30979"/>
            </a:xfrm>
            <a:custGeom>
              <a:avLst/>
              <a:gdLst/>
              <a:ahLst/>
              <a:cxnLst/>
              <a:rect l="0" t="0" r="0" b="0"/>
              <a:pathLst>
                <a:path w="26187" h="30979">
                  <a:moveTo>
                    <a:pt x="0" y="1074"/>
                  </a:moveTo>
                  <a:lnTo>
                    <a:pt x="24541" y="0"/>
                  </a:lnTo>
                  <a:lnTo>
                    <a:pt x="26187" y="29619"/>
                  </a:lnTo>
                  <a:lnTo>
                    <a:pt x="1645" y="3097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7" name="pg218">
              <a:extLst>
                <a:ext uri="{FF2B5EF4-FFF2-40B4-BE49-F238E27FC236}">
                  <a16:creationId xmlns:a16="http://schemas.microsoft.com/office/drawing/2014/main" id="{124A6137-6D33-4E73-B198-45A0C5423CA1}"/>
                </a:ext>
              </a:extLst>
            </p:cNvPr>
            <p:cNvSpPr/>
            <p:nvPr/>
          </p:nvSpPr>
          <p:spPr>
            <a:xfrm>
              <a:off x="9160697" y="5101502"/>
              <a:ext cx="45306" cy="81901"/>
            </a:xfrm>
            <a:custGeom>
              <a:avLst/>
              <a:gdLst/>
              <a:ahLst/>
              <a:cxnLst/>
              <a:rect l="0" t="0" r="0" b="0"/>
              <a:pathLst>
                <a:path w="45306" h="81901">
                  <a:moveTo>
                    <a:pt x="43670" y="0"/>
                  </a:moveTo>
                  <a:lnTo>
                    <a:pt x="45306" y="23727"/>
                  </a:lnTo>
                  <a:lnTo>
                    <a:pt x="39028" y="24155"/>
                  </a:lnTo>
                  <a:lnTo>
                    <a:pt x="44467" y="79081"/>
                  </a:lnTo>
                  <a:lnTo>
                    <a:pt x="12808" y="81901"/>
                  </a:lnTo>
                  <a:lnTo>
                    <a:pt x="7386" y="27135"/>
                  </a:lnTo>
                  <a:lnTo>
                    <a:pt x="1695" y="27513"/>
                  </a:lnTo>
                  <a:lnTo>
                    <a:pt x="0" y="301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8" name="pg219">
              <a:extLst>
                <a:ext uri="{FF2B5EF4-FFF2-40B4-BE49-F238E27FC236}">
                  <a16:creationId xmlns:a16="http://schemas.microsoft.com/office/drawing/2014/main" id="{21085A8D-B12E-4C08-94D2-EF463838F638}"/>
                </a:ext>
              </a:extLst>
            </p:cNvPr>
            <p:cNvSpPr/>
            <p:nvPr/>
          </p:nvSpPr>
          <p:spPr>
            <a:xfrm>
              <a:off x="9149080" y="5262846"/>
              <a:ext cx="30341" cy="52180"/>
            </a:xfrm>
            <a:custGeom>
              <a:avLst/>
              <a:gdLst/>
              <a:ahLst/>
              <a:cxnLst/>
              <a:rect l="0" t="0" r="0" b="0"/>
              <a:pathLst>
                <a:path w="30341" h="52180">
                  <a:moveTo>
                    <a:pt x="2904" y="52180"/>
                  </a:moveTo>
                  <a:lnTo>
                    <a:pt x="0" y="2165"/>
                  </a:lnTo>
                  <a:lnTo>
                    <a:pt x="25246" y="0"/>
                  </a:lnTo>
                  <a:lnTo>
                    <a:pt x="30341" y="500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89" name="pg220">
              <a:extLst>
                <a:ext uri="{FF2B5EF4-FFF2-40B4-BE49-F238E27FC236}">
                  <a16:creationId xmlns:a16="http://schemas.microsoft.com/office/drawing/2014/main" id="{14F4B3C6-AB8E-4840-989C-52202706F4BF}"/>
                </a:ext>
              </a:extLst>
            </p:cNvPr>
            <p:cNvSpPr/>
            <p:nvPr/>
          </p:nvSpPr>
          <p:spPr>
            <a:xfrm>
              <a:off x="8200263" y="3330857"/>
              <a:ext cx="42394" cy="38172"/>
            </a:xfrm>
            <a:custGeom>
              <a:avLst/>
              <a:gdLst/>
              <a:ahLst/>
              <a:cxnLst/>
              <a:rect l="0" t="0" r="0" b="0"/>
              <a:pathLst>
                <a:path w="42394" h="38172">
                  <a:moveTo>
                    <a:pt x="11448" y="38172"/>
                  </a:moveTo>
                  <a:lnTo>
                    <a:pt x="0" y="15947"/>
                  </a:lnTo>
                  <a:lnTo>
                    <a:pt x="30937" y="0"/>
                  </a:lnTo>
                  <a:lnTo>
                    <a:pt x="42394" y="2221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0" name="pg221">
              <a:extLst>
                <a:ext uri="{FF2B5EF4-FFF2-40B4-BE49-F238E27FC236}">
                  <a16:creationId xmlns:a16="http://schemas.microsoft.com/office/drawing/2014/main" id="{7538DD57-428A-44D5-B38C-EB3B0EAE0EBF}"/>
                </a:ext>
              </a:extLst>
            </p:cNvPr>
            <p:cNvSpPr/>
            <p:nvPr/>
          </p:nvSpPr>
          <p:spPr>
            <a:xfrm>
              <a:off x="6634472" y="5374594"/>
              <a:ext cx="91897" cy="30962"/>
            </a:xfrm>
            <a:custGeom>
              <a:avLst/>
              <a:gdLst/>
              <a:ahLst/>
              <a:cxnLst/>
              <a:rect l="0" t="0" r="0" b="0"/>
              <a:pathLst>
                <a:path w="91897" h="30962">
                  <a:moveTo>
                    <a:pt x="47975" y="30962"/>
                  </a:moveTo>
                  <a:lnTo>
                    <a:pt x="46809" y="18767"/>
                  </a:lnTo>
                  <a:lnTo>
                    <a:pt x="604" y="23199"/>
                  </a:lnTo>
                  <a:lnTo>
                    <a:pt x="0" y="11154"/>
                  </a:lnTo>
                  <a:lnTo>
                    <a:pt x="88423" y="0"/>
                  </a:lnTo>
                  <a:lnTo>
                    <a:pt x="91897" y="2542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1" name="pg222">
              <a:extLst>
                <a:ext uri="{FF2B5EF4-FFF2-40B4-BE49-F238E27FC236}">
                  <a16:creationId xmlns:a16="http://schemas.microsoft.com/office/drawing/2014/main" id="{0416D315-77FA-4A6F-9D81-DCDFE9E5B407}"/>
                </a:ext>
              </a:extLst>
            </p:cNvPr>
            <p:cNvSpPr/>
            <p:nvPr/>
          </p:nvSpPr>
          <p:spPr>
            <a:xfrm>
              <a:off x="8992311" y="3520764"/>
              <a:ext cx="66474" cy="66264"/>
            </a:xfrm>
            <a:custGeom>
              <a:avLst/>
              <a:gdLst/>
              <a:ahLst/>
              <a:cxnLst/>
              <a:rect l="0" t="0" r="0" b="0"/>
              <a:pathLst>
                <a:path w="66474" h="66264">
                  <a:moveTo>
                    <a:pt x="30551" y="66264"/>
                  </a:moveTo>
                  <a:lnTo>
                    <a:pt x="0" y="32826"/>
                  </a:lnTo>
                  <a:lnTo>
                    <a:pt x="35914" y="0"/>
                  </a:lnTo>
                  <a:lnTo>
                    <a:pt x="66474" y="334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2" name="pg223">
              <a:extLst>
                <a:ext uri="{FF2B5EF4-FFF2-40B4-BE49-F238E27FC236}">
                  <a16:creationId xmlns:a16="http://schemas.microsoft.com/office/drawing/2014/main" id="{DC8C4C5B-9B2D-400C-B484-119991B01623}"/>
                </a:ext>
              </a:extLst>
            </p:cNvPr>
            <p:cNvSpPr/>
            <p:nvPr/>
          </p:nvSpPr>
          <p:spPr>
            <a:xfrm>
              <a:off x="5798368" y="1872761"/>
              <a:ext cx="80650" cy="70562"/>
            </a:xfrm>
            <a:custGeom>
              <a:avLst/>
              <a:gdLst/>
              <a:ahLst/>
              <a:cxnLst/>
              <a:rect l="0" t="0" r="0" b="0"/>
              <a:pathLst>
                <a:path w="80650" h="70562">
                  <a:moveTo>
                    <a:pt x="0" y="29510"/>
                  </a:moveTo>
                  <a:lnTo>
                    <a:pt x="60398" y="0"/>
                  </a:lnTo>
                  <a:lnTo>
                    <a:pt x="80650" y="40992"/>
                  </a:lnTo>
                  <a:lnTo>
                    <a:pt x="20353" y="705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3" name="pg224">
              <a:extLst>
                <a:ext uri="{FF2B5EF4-FFF2-40B4-BE49-F238E27FC236}">
                  <a16:creationId xmlns:a16="http://schemas.microsoft.com/office/drawing/2014/main" id="{52545E88-9D0B-468B-9EC4-562B002812CA}"/>
                </a:ext>
              </a:extLst>
            </p:cNvPr>
            <p:cNvSpPr/>
            <p:nvPr/>
          </p:nvSpPr>
          <p:spPr>
            <a:xfrm>
              <a:off x="8089421" y="3217859"/>
              <a:ext cx="69370" cy="57678"/>
            </a:xfrm>
            <a:custGeom>
              <a:avLst/>
              <a:gdLst/>
              <a:ahLst/>
              <a:cxnLst/>
              <a:rect l="0" t="0" r="0" b="0"/>
              <a:pathLst>
                <a:path w="69370" h="57678">
                  <a:moveTo>
                    <a:pt x="54128" y="0"/>
                  </a:moveTo>
                  <a:lnTo>
                    <a:pt x="69370" y="26808"/>
                  </a:lnTo>
                  <a:lnTo>
                    <a:pt x="15292" y="57678"/>
                  </a:lnTo>
                  <a:lnTo>
                    <a:pt x="0" y="307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4" name="pg225">
              <a:extLst>
                <a:ext uri="{FF2B5EF4-FFF2-40B4-BE49-F238E27FC236}">
                  <a16:creationId xmlns:a16="http://schemas.microsoft.com/office/drawing/2014/main" id="{D2A65499-CBB4-4AE9-8FB5-0B42667D8077}"/>
                </a:ext>
              </a:extLst>
            </p:cNvPr>
            <p:cNvSpPr/>
            <p:nvPr/>
          </p:nvSpPr>
          <p:spPr>
            <a:xfrm>
              <a:off x="8332121" y="5180483"/>
              <a:ext cx="47740" cy="64040"/>
            </a:xfrm>
            <a:custGeom>
              <a:avLst/>
              <a:gdLst/>
              <a:ahLst/>
              <a:cxnLst/>
              <a:rect l="0" t="0" r="0" b="0"/>
              <a:pathLst>
                <a:path w="47740" h="64040">
                  <a:moveTo>
                    <a:pt x="0" y="3441"/>
                  </a:moveTo>
                  <a:lnTo>
                    <a:pt x="42981" y="0"/>
                  </a:lnTo>
                  <a:lnTo>
                    <a:pt x="45348" y="30215"/>
                  </a:lnTo>
                  <a:lnTo>
                    <a:pt x="47740" y="60666"/>
                  </a:lnTo>
                  <a:lnTo>
                    <a:pt x="4758" y="640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5" name="pg226">
              <a:extLst>
                <a:ext uri="{FF2B5EF4-FFF2-40B4-BE49-F238E27FC236}">
                  <a16:creationId xmlns:a16="http://schemas.microsoft.com/office/drawing/2014/main" id="{CE462833-8EE5-4083-9178-B6A69341C86D}"/>
                </a:ext>
              </a:extLst>
            </p:cNvPr>
            <p:cNvSpPr/>
            <p:nvPr/>
          </p:nvSpPr>
          <p:spPr>
            <a:xfrm>
              <a:off x="6093299" y="1474559"/>
              <a:ext cx="33908" cy="29149"/>
            </a:xfrm>
            <a:custGeom>
              <a:avLst/>
              <a:gdLst/>
              <a:ahLst/>
              <a:cxnLst/>
              <a:rect l="0" t="0" r="0" b="0"/>
              <a:pathLst>
                <a:path w="33908" h="29149">
                  <a:moveTo>
                    <a:pt x="0" y="14587"/>
                  </a:moveTo>
                  <a:lnTo>
                    <a:pt x="8284" y="0"/>
                  </a:lnTo>
                  <a:lnTo>
                    <a:pt x="33908" y="14562"/>
                  </a:lnTo>
                  <a:lnTo>
                    <a:pt x="25624" y="291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6" name="pg227">
              <a:extLst>
                <a:ext uri="{FF2B5EF4-FFF2-40B4-BE49-F238E27FC236}">
                  <a16:creationId xmlns:a16="http://schemas.microsoft.com/office/drawing/2014/main" id="{02598FF7-F8BD-402A-98E0-6BA1017FE7CE}"/>
                </a:ext>
              </a:extLst>
            </p:cNvPr>
            <p:cNvSpPr/>
            <p:nvPr/>
          </p:nvSpPr>
          <p:spPr>
            <a:xfrm>
              <a:off x="9201983" y="3322892"/>
              <a:ext cx="78586" cy="109582"/>
            </a:xfrm>
            <a:custGeom>
              <a:avLst/>
              <a:gdLst/>
              <a:ahLst/>
              <a:cxnLst/>
              <a:rect l="0" t="0" r="0" b="0"/>
              <a:pathLst>
                <a:path w="78586" h="109582">
                  <a:moveTo>
                    <a:pt x="73172" y="28394"/>
                  </a:moveTo>
                  <a:lnTo>
                    <a:pt x="40967" y="61405"/>
                  </a:lnTo>
                  <a:lnTo>
                    <a:pt x="78586" y="97555"/>
                  </a:lnTo>
                  <a:lnTo>
                    <a:pt x="67037" y="109582"/>
                  </a:lnTo>
                  <a:lnTo>
                    <a:pt x="29326" y="73340"/>
                  </a:lnTo>
                  <a:lnTo>
                    <a:pt x="0" y="45172"/>
                  </a:lnTo>
                  <a:lnTo>
                    <a:pt x="4406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7" name="pg228">
              <a:extLst>
                <a:ext uri="{FF2B5EF4-FFF2-40B4-BE49-F238E27FC236}">
                  <a16:creationId xmlns:a16="http://schemas.microsoft.com/office/drawing/2014/main" id="{3BF1C1CF-24C0-41CC-AA9C-3AF1E95561CF}"/>
                </a:ext>
              </a:extLst>
            </p:cNvPr>
            <p:cNvSpPr/>
            <p:nvPr/>
          </p:nvSpPr>
          <p:spPr>
            <a:xfrm>
              <a:off x="8782941" y="3328692"/>
              <a:ext cx="54245" cy="53188"/>
            </a:xfrm>
            <a:custGeom>
              <a:avLst/>
              <a:gdLst/>
              <a:ahLst/>
              <a:cxnLst/>
              <a:rect l="0" t="0" r="0" b="0"/>
              <a:pathLst>
                <a:path w="54245" h="53188">
                  <a:moveTo>
                    <a:pt x="19035" y="53188"/>
                  </a:moveTo>
                  <a:lnTo>
                    <a:pt x="0" y="31944"/>
                  </a:lnTo>
                  <a:lnTo>
                    <a:pt x="34563" y="0"/>
                  </a:lnTo>
                  <a:lnTo>
                    <a:pt x="54245" y="215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8" name="pg229">
              <a:extLst>
                <a:ext uri="{FF2B5EF4-FFF2-40B4-BE49-F238E27FC236}">
                  <a16:creationId xmlns:a16="http://schemas.microsoft.com/office/drawing/2014/main" id="{F9552FB0-7A45-41CC-8FBB-2A2837A13297}"/>
                </a:ext>
              </a:extLst>
            </p:cNvPr>
            <p:cNvSpPr/>
            <p:nvPr/>
          </p:nvSpPr>
          <p:spPr>
            <a:xfrm>
              <a:off x="9308477" y="3900929"/>
              <a:ext cx="58828" cy="60901"/>
            </a:xfrm>
            <a:custGeom>
              <a:avLst/>
              <a:gdLst/>
              <a:ahLst/>
              <a:cxnLst/>
              <a:rect l="0" t="0" r="0" b="0"/>
              <a:pathLst>
                <a:path w="58828" h="60901">
                  <a:moveTo>
                    <a:pt x="0" y="17097"/>
                  </a:moveTo>
                  <a:lnTo>
                    <a:pt x="18423" y="0"/>
                  </a:lnTo>
                  <a:lnTo>
                    <a:pt x="58828" y="43829"/>
                  </a:lnTo>
                  <a:lnTo>
                    <a:pt x="40380" y="6090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399" name="pg230">
              <a:extLst>
                <a:ext uri="{FF2B5EF4-FFF2-40B4-BE49-F238E27FC236}">
                  <a16:creationId xmlns:a16="http://schemas.microsoft.com/office/drawing/2014/main" id="{536FDBD4-4972-46C5-9551-A9E5F7FFF76F}"/>
                </a:ext>
              </a:extLst>
            </p:cNvPr>
            <p:cNvSpPr/>
            <p:nvPr/>
          </p:nvSpPr>
          <p:spPr>
            <a:xfrm>
              <a:off x="8880521" y="5146062"/>
              <a:ext cx="32951" cy="71871"/>
            </a:xfrm>
            <a:custGeom>
              <a:avLst/>
              <a:gdLst/>
              <a:ahLst/>
              <a:cxnLst/>
              <a:rect l="0" t="0" r="0" b="0"/>
              <a:pathLst>
                <a:path w="32951" h="71871">
                  <a:moveTo>
                    <a:pt x="0" y="2157"/>
                  </a:moveTo>
                  <a:lnTo>
                    <a:pt x="27504" y="0"/>
                  </a:lnTo>
                  <a:lnTo>
                    <a:pt x="32951" y="69722"/>
                  </a:lnTo>
                  <a:lnTo>
                    <a:pt x="5430" y="71871"/>
                  </a:lnTo>
                  <a:lnTo>
                    <a:pt x="4658" y="61858"/>
                  </a:lnTo>
                  <a:lnTo>
                    <a:pt x="1477" y="2113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0" name="pg231">
              <a:extLst>
                <a:ext uri="{FF2B5EF4-FFF2-40B4-BE49-F238E27FC236}">
                  <a16:creationId xmlns:a16="http://schemas.microsoft.com/office/drawing/2014/main" id="{A83ADB3F-11A8-4F5D-B25E-AB6E3321E1A7}"/>
                </a:ext>
              </a:extLst>
            </p:cNvPr>
            <p:cNvSpPr/>
            <p:nvPr/>
          </p:nvSpPr>
          <p:spPr>
            <a:xfrm>
              <a:off x="8968373" y="3082467"/>
              <a:ext cx="27303" cy="43468"/>
            </a:xfrm>
            <a:custGeom>
              <a:avLst/>
              <a:gdLst/>
              <a:ahLst/>
              <a:cxnLst/>
              <a:rect l="0" t="0" r="0" b="0"/>
              <a:pathLst>
                <a:path w="27303" h="43468">
                  <a:moveTo>
                    <a:pt x="0" y="38651"/>
                  </a:moveTo>
                  <a:lnTo>
                    <a:pt x="12992" y="0"/>
                  </a:lnTo>
                  <a:lnTo>
                    <a:pt x="27303" y="4809"/>
                  </a:lnTo>
                  <a:lnTo>
                    <a:pt x="14302" y="434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1" name="pg232">
              <a:extLst>
                <a:ext uri="{FF2B5EF4-FFF2-40B4-BE49-F238E27FC236}">
                  <a16:creationId xmlns:a16="http://schemas.microsoft.com/office/drawing/2014/main" id="{C29DBB91-4C8E-40EE-A2BF-AA2D8A4A3695}"/>
                </a:ext>
              </a:extLst>
            </p:cNvPr>
            <p:cNvSpPr/>
            <p:nvPr/>
          </p:nvSpPr>
          <p:spPr>
            <a:xfrm>
              <a:off x="7533971" y="4212470"/>
              <a:ext cx="29376" cy="65047"/>
            </a:xfrm>
            <a:custGeom>
              <a:avLst/>
              <a:gdLst/>
              <a:ahLst/>
              <a:cxnLst/>
              <a:rect l="0" t="0" r="0" b="0"/>
              <a:pathLst>
                <a:path w="29376" h="65047">
                  <a:moveTo>
                    <a:pt x="0" y="1619"/>
                  </a:moveTo>
                  <a:lnTo>
                    <a:pt x="25288" y="0"/>
                  </a:lnTo>
                  <a:lnTo>
                    <a:pt x="29376" y="63797"/>
                  </a:lnTo>
                  <a:lnTo>
                    <a:pt x="3575" y="650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2" name="pg233">
              <a:extLst>
                <a:ext uri="{FF2B5EF4-FFF2-40B4-BE49-F238E27FC236}">
                  <a16:creationId xmlns:a16="http://schemas.microsoft.com/office/drawing/2014/main" id="{45F37AD7-4AD8-422A-A71A-6F63F7C06219}"/>
                </a:ext>
              </a:extLst>
            </p:cNvPr>
            <p:cNvSpPr/>
            <p:nvPr/>
          </p:nvSpPr>
          <p:spPr>
            <a:xfrm>
              <a:off x="6173287" y="3889891"/>
              <a:ext cx="46658" cy="56562"/>
            </a:xfrm>
            <a:custGeom>
              <a:avLst/>
              <a:gdLst/>
              <a:ahLst/>
              <a:cxnLst/>
              <a:rect l="0" t="0" r="0" b="0"/>
              <a:pathLst>
                <a:path w="46658" h="56562">
                  <a:moveTo>
                    <a:pt x="0" y="2366"/>
                  </a:moveTo>
                  <a:lnTo>
                    <a:pt x="43720" y="0"/>
                  </a:lnTo>
                  <a:lnTo>
                    <a:pt x="44173" y="8376"/>
                  </a:lnTo>
                  <a:lnTo>
                    <a:pt x="46658" y="54186"/>
                  </a:lnTo>
                  <a:lnTo>
                    <a:pt x="14830" y="55915"/>
                  </a:lnTo>
                  <a:lnTo>
                    <a:pt x="2929" y="5656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3" name="pg234">
              <a:extLst>
                <a:ext uri="{FF2B5EF4-FFF2-40B4-BE49-F238E27FC236}">
                  <a16:creationId xmlns:a16="http://schemas.microsoft.com/office/drawing/2014/main" id="{167DF3A2-7B75-4618-800E-9856CAE150E5}"/>
                </a:ext>
              </a:extLst>
            </p:cNvPr>
            <p:cNvSpPr/>
            <p:nvPr/>
          </p:nvSpPr>
          <p:spPr>
            <a:xfrm>
              <a:off x="10035570" y="5312039"/>
              <a:ext cx="66550" cy="36342"/>
            </a:xfrm>
            <a:custGeom>
              <a:avLst/>
              <a:gdLst/>
              <a:ahLst/>
              <a:cxnLst/>
              <a:rect l="0" t="0" r="0" b="0"/>
              <a:pathLst>
                <a:path w="66550" h="36342">
                  <a:moveTo>
                    <a:pt x="0" y="6639"/>
                  </a:moveTo>
                  <a:lnTo>
                    <a:pt x="63444" y="0"/>
                  </a:lnTo>
                  <a:lnTo>
                    <a:pt x="66550" y="29695"/>
                  </a:lnTo>
                  <a:lnTo>
                    <a:pt x="64049" y="29955"/>
                  </a:lnTo>
                  <a:lnTo>
                    <a:pt x="3105" y="3634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4" name="pg235">
              <a:extLst>
                <a:ext uri="{FF2B5EF4-FFF2-40B4-BE49-F238E27FC236}">
                  <a16:creationId xmlns:a16="http://schemas.microsoft.com/office/drawing/2014/main" id="{EF50DD94-DD56-479C-B503-2518447A6F58}"/>
                </a:ext>
              </a:extLst>
            </p:cNvPr>
            <p:cNvSpPr/>
            <p:nvPr/>
          </p:nvSpPr>
          <p:spPr>
            <a:xfrm>
              <a:off x="8627707" y="5231699"/>
              <a:ext cx="32431" cy="47279"/>
            </a:xfrm>
            <a:custGeom>
              <a:avLst/>
              <a:gdLst/>
              <a:ahLst/>
              <a:cxnLst/>
              <a:rect l="0" t="0" r="0" b="0"/>
              <a:pathLst>
                <a:path w="32431" h="47279">
                  <a:moveTo>
                    <a:pt x="0" y="2274"/>
                  </a:moveTo>
                  <a:lnTo>
                    <a:pt x="28788" y="0"/>
                  </a:lnTo>
                  <a:lnTo>
                    <a:pt x="32431" y="45004"/>
                  </a:lnTo>
                  <a:lnTo>
                    <a:pt x="3558" y="4727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5" name="pg236">
              <a:extLst>
                <a:ext uri="{FF2B5EF4-FFF2-40B4-BE49-F238E27FC236}">
                  <a16:creationId xmlns:a16="http://schemas.microsoft.com/office/drawing/2014/main" id="{CF92678C-9AB4-4FF9-8E88-F355706D5459}"/>
                </a:ext>
              </a:extLst>
            </p:cNvPr>
            <p:cNvSpPr/>
            <p:nvPr/>
          </p:nvSpPr>
          <p:spPr>
            <a:xfrm>
              <a:off x="6315754" y="3756396"/>
              <a:ext cx="38432" cy="38256"/>
            </a:xfrm>
            <a:custGeom>
              <a:avLst/>
              <a:gdLst/>
              <a:ahLst/>
              <a:cxnLst/>
              <a:rect l="0" t="0" r="0" b="0"/>
              <a:pathLst>
                <a:path w="38432" h="38256">
                  <a:moveTo>
                    <a:pt x="26077" y="38256"/>
                  </a:moveTo>
                  <a:lnTo>
                    <a:pt x="0" y="25708"/>
                  </a:lnTo>
                  <a:lnTo>
                    <a:pt x="12354" y="0"/>
                  </a:lnTo>
                  <a:lnTo>
                    <a:pt x="38432" y="1253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6" name="pg237">
              <a:extLst>
                <a:ext uri="{FF2B5EF4-FFF2-40B4-BE49-F238E27FC236}">
                  <a16:creationId xmlns:a16="http://schemas.microsoft.com/office/drawing/2014/main" id="{943569EC-8B9A-4124-805A-D8E36264CABD}"/>
                </a:ext>
              </a:extLst>
            </p:cNvPr>
            <p:cNvSpPr/>
            <p:nvPr/>
          </p:nvSpPr>
          <p:spPr>
            <a:xfrm>
              <a:off x="6053976" y="3455699"/>
              <a:ext cx="191064" cy="132496"/>
            </a:xfrm>
            <a:custGeom>
              <a:avLst/>
              <a:gdLst/>
              <a:ahLst/>
              <a:cxnLst/>
              <a:rect l="0" t="0" r="0" b="0"/>
              <a:pathLst>
                <a:path w="191064" h="132496">
                  <a:moveTo>
                    <a:pt x="178751" y="0"/>
                  </a:moveTo>
                  <a:lnTo>
                    <a:pt x="191064" y="123985"/>
                  </a:lnTo>
                  <a:lnTo>
                    <a:pt x="105243" y="132496"/>
                  </a:lnTo>
                  <a:lnTo>
                    <a:pt x="96967" y="49167"/>
                  </a:lnTo>
                  <a:lnTo>
                    <a:pt x="46901" y="55840"/>
                  </a:lnTo>
                  <a:lnTo>
                    <a:pt x="47724" y="64191"/>
                  </a:lnTo>
                  <a:lnTo>
                    <a:pt x="6756" y="69085"/>
                  </a:lnTo>
                  <a:lnTo>
                    <a:pt x="0" y="196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7" name="pg238">
              <a:extLst>
                <a:ext uri="{FF2B5EF4-FFF2-40B4-BE49-F238E27FC236}">
                  <a16:creationId xmlns:a16="http://schemas.microsoft.com/office/drawing/2014/main" id="{A94F27D7-2405-47EA-BCEB-12DA112F5FC4}"/>
                </a:ext>
              </a:extLst>
            </p:cNvPr>
            <p:cNvSpPr/>
            <p:nvPr/>
          </p:nvSpPr>
          <p:spPr>
            <a:xfrm>
              <a:off x="8068816" y="5027776"/>
              <a:ext cx="96547" cy="117925"/>
            </a:xfrm>
            <a:custGeom>
              <a:avLst/>
              <a:gdLst/>
              <a:ahLst/>
              <a:cxnLst/>
              <a:rect l="0" t="0" r="0" b="0"/>
              <a:pathLst>
                <a:path w="96547" h="117925">
                  <a:moveTo>
                    <a:pt x="0" y="48009"/>
                  </a:moveTo>
                  <a:lnTo>
                    <a:pt x="25423" y="46011"/>
                  </a:lnTo>
                  <a:lnTo>
                    <a:pt x="22460" y="4507"/>
                  </a:lnTo>
                  <a:lnTo>
                    <a:pt x="85552" y="0"/>
                  </a:lnTo>
                  <a:lnTo>
                    <a:pt x="88716" y="41672"/>
                  </a:lnTo>
                  <a:lnTo>
                    <a:pt x="91394" y="41487"/>
                  </a:lnTo>
                  <a:lnTo>
                    <a:pt x="96514" y="110833"/>
                  </a:lnTo>
                  <a:lnTo>
                    <a:pt x="96547" y="111412"/>
                  </a:lnTo>
                  <a:lnTo>
                    <a:pt x="5497" y="1179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8" name="pg239">
              <a:extLst>
                <a:ext uri="{FF2B5EF4-FFF2-40B4-BE49-F238E27FC236}">
                  <a16:creationId xmlns:a16="http://schemas.microsoft.com/office/drawing/2014/main" id="{C5B5ECFE-560F-4C92-8368-2095032C0DFE}"/>
                </a:ext>
              </a:extLst>
            </p:cNvPr>
            <p:cNvSpPr/>
            <p:nvPr/>
          </p:nvSpPr>
          <p:spPr>
            <a:xfrm>
              <a:off x="7695844" y="3267815"/>
              <a:ext cx="67498" cy="69370"/>
            </a:xfrm>
            <a:custGeom>
              <a:avLst/>
              <a:gdLst/>
              <a:ahLst/>
              <a:cxnLst/>
              <a:rect l="0" t="0" r="0" b="0"/>
              <a:pathLst>
                <a:path w="67498" h="69370">
                  <a:moveTo>
                    <a:pt x="22913" y="69370"/>
                  </a:moveTo>
                  <a:lnTo>
                    <a:pt x="0" y="47799"/>
                  </a:lnTo>
                  <a:lnTo>
                    <a:pt x="44140" y="0"/>
                  </a:lnTo>
                  <a:lnTo>
                    <a:pt x="67498" y="2197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09" name="pg240">
              <a:extLst>
                <a:ext uri="{FF2B5EF4-FFF2-40B4-BE49-F238E27FC236}">
                  <a16:creationId xmlns:a16="http://schemas.microsoft.com/office/drawing/2014/main" id="{4FB488A4-F15F-47B9-90E7-6F940057FEDB}"/>
                </a:ext>
              </a:extLst>
            </p:cNvPr>
            <p:cNvSpPr/>
            <p:nvPr/>
          </p:nvSpPr>
          <p:spPr>
            <a:xfrm>
              <a:off x="8043585" y="3131240"/>
              <a:ext cx="68027" cy="60339"/>
            </a:xfrm>
            <a:custGeom>
              <a:avLst/>
              <a:gdLst/>
              <a:ahLst/>
              <a:cxnLst/>
              <a:rect l="0" t="0" r="0" b="0"/>
              <a:pathLst>
                <a:path w="68027" h="60339">
                  <a:moveTo>
                    <a:pt x="16727" y="58073"/>
                  </a:moveTo>
                  <a:lnTo>
                    <a:pt x="679" y="32884"/>
                  </a:lnTo>
                  <a:lnTo>
                    <a:pt x="0" y="31827"/>
                  </a:lnTo>
                  <a:lnTo>
                    <a:pt x="49822" y="0"/>
                  </a:lnTo>
                  <a:lnTo>
                    <a:pt x="64326" y="22762"/>
                  </a:lnTo>
                  <a:lnTo>
                    <a:pt x="68027" y="28562"/>
                  </a:lnTo>
                  <a:lnTo>
                    <a:pt x="63780" y="31273"/>
                  </a:lnTo>
                  <a:lnTo>
                    <a:pt x="18171" y="6033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0" name="pg241">
              <a:extLst>
                <a:ext uri="{FF2B5EF4-FFF2-40B4-BE49-F238E27FC236}">
                  <a16:creationId xmlns:a16="http://schemas.microsoft.com/office/drawing/2014/main" id="{1F8373B6-0EA8-4EA2-B422-4A02861E5733}"/>
                </a:ext>
              </a:extLst>
            </p:cNvPr>
            <p:cNvSpPr/>
            <p:nvPr/>
          </p:nvSpPr>
          <p:spPr>
            <a:xfrm>
              <a:off x="6727503" y="3822292"/>
              <a:ext cx="36317" cy="68522"/>
            </a:xfrm>
            <a:custGeom>
              <a:avLst/>
              <a:gdLst/>
              <a:ahLst/>
              <a:cxnLst/>
              <a:rect l="0" t="0" r="0" b="0"/>
              <a:pathLst>
                <a:path w="36317" h="68522">
                  <a:moveTo>
                    <a:pt x="0" y="1737"/>
                  </a:moveTo>
                  <a:lnTo>
                    <a:pt x="32750" y="0"/>
                  </a:lnTo>
                  <a:lnTo>
                    <a:pt x="36317" y="67196"/>
                  </a:lnTo>
                  <a:lnTo>
                    <a:pt x="11272" y="68522"/>
                  </a:lnTo>
                  <a:lnTo>
                    <a:pt x="11112" y="65610"/>
                  </a:lnTo>
                  <a:lnTo>
                    <a:pt x="3231" y="6602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1" name="pg242">
              <a:extLst>
                <a:ext uri="{FF2B5EF4-FFF2-40B4-BE49-F238E27FC236}">
                  <a16:creationId xmlns:a16="http://schemas.microsoft.com/office/drawing/2014/main" id="{9F68E49C-D61C-4E85-82FA-E0382D6B2EDE}"/>
                </a:ext>
              </a:extLst>
            </p:cNvPr>
            <p:cNvSpPr/>
            <p:nvPr/>
          </p:nvSpPr>
          <p:spPr>
            <a:xfrm>
              <a:off x="6009962" y="3302614"/>
              <a:ext cx="61547" cy="36989"/>
            </a:xfrm>
            <a:custGeom>
              <a:avLst/>
              <a:gdLst/>
              <a:ahLst/>
              <a:cxnLst/>
              <a:rect l="0" t="0" r="0" b="0"/>
              <a:pathLst>
                <a:path w="61547" h="36989">
                  <a:moveTo>
                    <a:pt x="0" y="8796"/>
                  </a:moveTo>
                  <a:lnTo>
                    <a:pt x="57225" y="0"/>
                  </a:lnTo>
                  <a:lnTo>
                    <a:pt x="61547" y="28193"/>
                  </a:lnTo>
                  <a:lnTo>
                    <a:pt x="4330" y="3698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2" name="pg243">
              <a:extLst>
                <a:ext uri="{FF2B5EF4-FFF2-40B4-BE49-F238E27FC236}">
                  <a16:creationId xmlns:a16="http://schemas.microsoft.com/office/drawing/2014/main" id="{67CA5CF4-6EE0-4761-A878-D9A52E2DF9E6}"/>
                </a:ext>
              </a:extLst>
            </p:cNvPr>
            <p:cNvSpPr/>
            <p:nvPr/>
          </p:nvSpPr>
          <p:spPr>
            <a:xfrm>
              <a:off x="8427955" y="3083675"/>
              <a:ext cx="51215" cy="48773"/>
            </a:xfrm>
            <a:custGeom>
              <a:avLst/>
              <a:gdLst/>
              <a:ahLst/>
              <a:cxnLst/>
              <a:rect l="0" t="0" r="0" b="0"/>
              <a:pathLst>
                <a:path w="51215" h="48773">
                  <a:moveTo>
                    <a:pt x="18943" y="48773"/>
                  </a:moveTo>
                  <a:lnTo>
                    <a:pt x="0" y="27210"/>
                  </a:lnTo>
                  <a:lnTo>
                    <a:pt x="29678" y="0"/>
                  </a:lnTo>
                  <a:lnTo>
                    <a:pt x="43275" y="14830"/>
                  </a:lnTo>
                  <a:lnTo>
                    <a:pt x="45130" y="13135"/>
                  </a:lnTo>
                  <a:lnTo>
                    <a:pt x="51215" y="197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3" name="pg244">
              <a:extLst>
                <a:ext uri="{FF2B5EF4-FFF2-40B4-BE49-F238E27FC236}">
                  <a16:creationId xmlns:a16="http://schemas.microsoft.com/office/drawing/2014/main" id="{72629312-9C36-43B1-8CF0-2E50D3048FE8}"/>
                </a:ext>
              </a:extLst>
            </p:cNvPr>
            <p:cNvSpPr/>
            <p:nvPr/>
          </p:nvSpPr>
          <p:spPr>
            <a:xfrm>
              <a:off x="8788774" y="5231934"/>
              <a:ext cx="25851" cy="17382"/>
            </a:xfrm>
            <a:custGeom>
              <a:avLst/>
              <a:gdLst/>
              <a:ahLst/>
              <a:cxnLst/>
              <a:rect l="0" t="0" r="0" b="0"/>
              <a:pathLst>
                <a:path w="25851" h="17382">
                  <a:moveTo>
                    <a:pt x="276" y="17382"/>
                  </a:moveTo>
                  <a:lnTo>
                    <a:pt x="0" y="411"/>
                  </a:lnTo>
                  <a:lnTo>
                    <a:pt x="25565" y="0"/>
                  </a:lnTo>
                  <a:lnTo>
                    <a:pt x="25851" y="1697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4" name="pg245">
              <a:extLst>
                <a:ext uri="{FF2B5EF4-FFF2-40B4-BE49-F238E27FC236}">
                  <a16:creationId xmlns:a16="http://schemas.microsoft.com/office/drawing/2014/main" id="{8F68DEE2-D055-4EAD-A448-DD77960154AD}"/>
                </a:ext>
              </a:extLst>
            </p:cNvPr>
            <p:cNvSpPr/>
            <p:nvPr/>
          </p:nvSpPr>
          <p:spPr>
            <a:xfrm>
              <a:off x="6386115" y="3432517"/>
              <a:ext cx="37526" cy="32372"/>
            </a:xfrm>
            <a:custGeom>
              <a:avLst/>
              <a:gdLst/>
              <a:ahLst/>
              <a:cxnLst/>
              <a:rect l="0" t="0" r="0" b="0"/>
              <a:pathLst>
                <a:path w="37526" h="32372">
                  <a:moveTo>
                    <a:pt x="0" y="4053"/>
                  </a:moveTo>
                  <a:lnTo>
                    <a:pt x="34169" y="0"/>
                  </a:lnTo>
                  <a:lnTo>
                    <a:pt x="37526" y="28318"/>
                  </a:lnTo>
                  <a:lnTo>
                    <a:pt x="3374" y="3237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5" name="pg246">
              <a:extLst>
                <a:ext uri="{FF2B5EF4-FFF2-40B4-BE49-F238E27FC236}">
                  <a16:creationId xmlns:a16="http://schemas.microsoft.com/office/drawing/2014/main" id="{0B0857A3-BC72-4F37-839F-BA981CE84201}"/>
                </a:ext>
              </a:extLst>
            </p:cNvPr>
            <p:cNvSpPr/>
            <p:nvPr/>
          </p:nvSpPr>
          <p:spPr>
            <a:xfrm>
              <a:off x="6437457" y="2294708"/>
              <a:ext cx="57930" cy="68296"/>
            </a:xfrm>
            <a:custGeom>
              <a:avLst/>
              <a:gdLst/>
              <a:ahLst/>
              <a:cxnLst/>
              <a:rect l="0" t="0" r="0" b="0"/>
              <a:pathLst>
                <a:path w="57930" h="68296">
                  <a:moveTo>
                    <a:pt x="0" y="54145"/>
                  </a:moveTo>
                  <a:lnTo>
                    <a:pt x="37526" y="0"/>
                  </a:lnTo>
                  <a:lnTo>
                    <a:pt x="57930" y="14142"/>
                  </a:lnTo>
                  <a:lnTo>
                    <a:pt x="20404" y="6829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6" name="pg247">
              <a:extLst>
                <a:ext uri="{FF2B5EF4-FFF2-40B4-BE49-F238E27FC236}">
                  <a16:creationId xmlns:a16="http://schemas.microsoft.com/office/drawing/2014/main" id="{E0365585-D576-41C6-B1C0-4D7958CC13A0}"/>
                </a:ext>
              </a:extLst>
            </p:cNvPr>
            <p:cNvSpPr/>
            <p:nvPr/>
          </p:nvSpPr>
          <p:spPr>
            <a:xfrm>
              <a:off x="8474597" y="5206662"/>
              <a:ext cx="31516" cy="43863"/>
            </a:xfrm>
            <a:custGeom>
              <a:avLst/>
              <a:gdLst/>
              <a:ahLst/>
              <a:cxnLst/>
              <a:rect l="0" t="0" r="0" b="0"/>
              <a:pathLst>
                <a:path w="31516" h="43863">
                  <a:moveTo>
                    <a:pt x="0" y="2190"/>
                  </a:moveTo>
                  <a:lnTo>
                    <a:pt x="28285" y="0"/>
                  </a:lnTo>
                  <a:lnTo>
                    <a:pt x="31516" y="41664"/>
                  </a:lnTo>
                  <a:lnTo>
                    <a:pt x="3239" y="4386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7" name="pg248">
              <a:extLst>
                <a:ext uri="{FF2B5EF4-FFF2-40B4-BE49-F238E27FC236}">
                  <a16:creationId xmlns:a16="http://schemas.microsoft.com/office/drawing/2014/main" id="{3A9A2816-AE75-474C-B790-C684569015B4}"/>
                </a:ext>
              </a:extLst>
            </p:cNvPr>
            <p:cNvSpPr/>
            <p:nvPr/>
          </p:nvSpPr>
          <p:spPr>
            <a:xfrm>
              <a:off x="7058853" y="4220209"/>
              <a:ext cx="59785" cy="71359"/>
            </a:xfrm>
            <a:custGeom>
              <a:avLst/>
              <a:gdLst/>
              <a:ahLst/>
              <a:cxnLst/>
              <a:rect l="0" t="0" r="0" b="0"/>
              <a:pathLst>
                <a:path w="59785" h="71359">
                  <a:moveTo>
                    <a:pt x="0" y="5237"/>
                  </a:moveTo>
                  <a:lnTo>
                    <a:pt x="53272" y="0"/>
                  </a:lnTo>
                  <a:lnTo>
                    <a:pt x="59785" y="66113"/>
                  </a:lnTo>
                  <a:lnTo>
                    <a:pt x="19237" y="70109"/>
                  </a:lnTo>
                  <a:lnTo>
                    <a:pt x="6504" y="7135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8" name="pg249">
              <a:extLst>
                <a:ext uri="{FF2B5EF4-FFF2-40B4-BE49-F238E27FC236}">
                  <a16:creationId xmlns:a16="http://schemas.microsoft.com/office/drawing/2014/main" id="{A6DAB01F-267F-4CC3-8EFF-0C779E125F47}"/>
                </a:ext>
              </a:extLst>
            </p:cNvPr>
            <p:cNvSpPr/>
            <p:nvPr/>
          </p:nvSpPr>
          <p:spPr>
            <a:xfrm>
              <a:off x="8585757" y="3684474"/>
              <a:ext cx="81305" cy="80525"/>
            </a:xfrm>
            <a:custGeom>
              <a:avLst/>
              <a:gdLst/>
              <a:ahLst/>
              <a:cxnLst/>
              <a:rect l="0" t="0" r="0" b="0"/>
              <a:pathLst>
                <a:path w="81305" h="80525">
                  <a:moveTo>
                    <a:pt x="0" y="50720"/>
                  </a:moveTo>
                  <a:lnTo>
                    <a:pt x="56461" y="0"/>
                  </a:lnTo>
                  <a:lnTo>
                    <a:pt x="81305" y="28083"/>
                  </a:lnTo>
                  <a:lnTo>
                    <a:pt x="57015" y="49889"/>
                  </a:lnTo>
                  <a:lnTo>
                    <a:pt x="58694" y="51761"/>
                  </a:lnTo>
                  <a:lnTo>
                    <a:pt x="26757" y="805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19" name="pg250">
              <a:extLst>
                <a:ext uri="{FF2B5EF4-FFF2-40B4-BE49-F238E27FC236}">
                  <a16:creationId xmlns:a16="http://schemas.microsoft.com/office/drawing/2014/main" id="{23E76869-8B94-4895-A127-5391DD0A4E38}"/>
                </a:ext>
              </a:extLst>
            </p:cNvPr>
            <p:cNvSpPr/>
            <p:nvPr/>
          </p:nvSpPr>
          <p:spPr>
            <a:xfrm>
              <a:off x="9760715" y="4195331"/>
              <a:ext cx="85670" cy="61883"/>
            </a:xfrm>
            <a:custGeom>
              <a:avLst/>
              <a:gdLst/>
              <a:ahLst/>
              <a:cxnLst/>
              <a:rect l="0" t="0" r="0" b="0"/>
              <a:pathLst>
                <a:path w="85670" h="61883">
                  <a:moveTo>
                    <a:pt x="85670" y="25767"/>
                  </a:moveTo>
                  <a:lnTo>
                    <a:pt x="14352" y="60104"/>
                  </a:lnTo>
                  <a:lnTo>
                    <a:pt x="14788" y="61002"/>
                  </a:lnTo>
                  <a:lnTo>
                    <a:pt x="12984" y="61883"/>
                  </a:lnTo>
                  <a:lnTo>
                    <a:pt x="0" y="35293"/>
                  </a:lnTo>
                  <a:lnTo>
                    <a:pt x="7327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0" name="pg251">
              <a:extLst>
                <a:ext uri="{FF2B5EF4-FFF2-40B4-BE49-F238E27FC236}">
                  <a16:creationId xmlns:a16="http://schemas.microsoft.com/office/drawing/2014/main" id="{D54C5C84-7DD1-456D-818B-D855A7AE2D0D}"/>
                </a:ext>
              </a:extLst>
            </p:cNvPr>
            <p:cNvSpPr/>
            <p:nvPr/>
          </p:nvSpPr>
          <p:spPr>
            <a:xfrm>
              <a:off x="6475344" y="5065000"/>
              <a:ext cx="392519" cy="134963"/>
            </a:xfrm>
            <a:custGeom>
              <a:avLst/>
              <a:gdLst/>
              <a:ahLst/>
              <a:cxnLst/>
              <a:rect l="0" t="0" r="0" b="0"/>
              <a:pathLst>
                <a:path w="392519" h="134963">
                  <a:moveTo>
                    <a:pt x="392519" y="56327"/>
                  </a:moveTo>
                  <a:lnTo>
                    <a:pt x="146160" y="131774"/>
                  </a:lnTo>
                  <a:lnTo>
                    <a:pt x="143751" y="124346"/>
                  </a:lnTo>
                  <a:lnTo>
                    <a:pt x="127955" y="129474"/>
                  </a:lnTo>
                  <a:lnTo>
                    <a:pt x="121349" y="108600"/>
                  </a:lnTo>
                  <a:lnTo>
                    <a:pt x="136995" y="103531"/>
                  </a:lnTo>
                  <a:lnTo>
                    <a:pt x="131346" y="86131"/>
                  </a:lnTo>
                  <a:lnTo>
                    <a:pt x="22460" y="120754"/>
                  </a:lnTo>
                  <a:lnTo>
                    <a:pt x="25465" y="134871"/>
                  </a:lnTo>
                  <a:lnTo>
                    <a:pt x="24886" y="134963"/>
                  </a:lnTo>
                  <a:lnTo>
                    <a:pt x="218" y="52399"/>
                  </a:lnTo>
                  <a:lnTo>
                    <a:pt x="0" y="51677"/>
                  </a:lnTo>
                  <a:lnTo>
                    <a:pt x="107702" y="17432"/>
                  </a:lnTo>
                  <a:lnTo>
                    <a:pt x="107828" y="17827"/>
                  </a:lnTo>
                  <a:lnTo>
                    <a:pt x="110379" y="17021"/>
                  </a:lnTo>
                  <a:lnTo>
                    <a:pt x="111437" y="20378"/>
                  </a:lnTo>
                  <a:lnTo>
                    <a:pt x="165884" y="3776"/>
                  </a:lnTo>
                  <a:lnTo>
                    <a:pt x="172859" y="24802"/>
                  </a:lnTo>
                  <a:lnTo>
                    <a:pt x="212307" y="12657"/>
                  </a:lnTo>
                  <a:lnTo>
                    <a:pt x="215329" y="22519"/>
                  </a:lnTo>
                  <a:lnTo>
                    <a:pt x="273033" y="4095"/>
                  </a:lnTo>
                  <a:lnTo>
                    <a:pt x="38522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1" name="pg252">
              <a:extLst>
                <a:ext uri="{FF2B5EF4-FFF2-40B4-BE49-F238E27FC236}">
                  <a16:creationId xmlns:a16="http://schemas.microsoft.com/office/drawing/2014/main" id="{0C9947E0-AA2A-4A9A-98C7-A8FD43755D6E}"/>
                </a:ext>
              </a:extLst>
            </p:cNvPr>
            <p:cNvSpPr/>
            <p:nvPr/>
          </p:nvSpPr>
          <p:spPr>
            <a:xfrm>
              <a:off x="6459976" y="5401092"/>
              <a:ext cx="55647" cy="58618"/>
            </a:xfrm>
            <a:custGeom>
              <a:avLst/>
              <a:gdLst/>
              <a:ahLst/>
              <a:cxnLst/>
              <a:rect l="0" t="0" r="0" b="0"/>
              <a:pathLst>
                <a:path w="55647" h="58618">
                  <a:moveTo>
                    <a:pt x="0" y="6681"/>
                  </a:moveTo>
                  <a:lnTo>
                    <a:pt x="50233" y="0"/>
                  </a:lnTo>
                  <a:lnTo>
                    <a:pt x="54161" y="37904"/>
                  </a:lnTo>
                  <a:lnTo>
                    <a:pt x="55647" y="52231"/>
                  </a:lnTo>
                  <a:lnTo>
                    <a:pt x="5388" y="586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2" name="pg253">
              <a:extLst>
                <a:ext uri="{FF2B5EF4-FFF2-40B4-BE49-F238E27FC236}">
                  <a16:creationId xmlns:a16="http://schemas.microsoft.com/office/drawing/2014/main" id="{3614D0BE-CBFC-4699-A047-7FC35E4DA57E}"/>
                </a:ext>
              </a:extLst>
            </p:cNvPr>
            <p:cNvSpPr/>
            <p:nvPr/>
          </p:nvSpPr>
          <p:spPr>
            <a:xfrm>
              <a:off x="7482671" y="2933646"/>
              <a:ext cx="70427" cy="65576"/>
            </a:xfrm>
            <a:custGeom>
              <a:avLst/>
              <a:gdLst/>
              <a:ahLst/>
              <a:cxnLst/>
              <a:rect l="0" t="0" r="0" b="0"/>
              <a:pathLst>
                <a:path w="70427" h="65576">
                  <a:moveTo>
                    <a:pt x="16761" y="65576"/>
                  </a:moveTo>
                  <a:lnTo>
                    <a:pt x="0" y="46297"/>
                  </a:lnTo>
                  <a:lnTo>
                    <a:pt x="53758" y="0"/>
                  </a:lnTo>
                  <a:lnTo>
                    <a:pt x="70427" y="1922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3" name="pg254">
              <a:extLst>
                <a:ext uri="{FF2B5EF4-FFF2-40B4-BE49-F238E27FC236}">
                  <a16:creationId xmlns:a16="http://schemas.microsoft.com/office/drawing/2014/main" id="{79B644A8-2CCE-4086-9A52-7521F3D72E81}"/>
                </a:ext>
              </a:extLst>
            </p:cNvPr>
            <p:cNvSpPr/>
            <p:nvPr/>
          </p:nvSpPr>
          <p:spPr>
            <a:xfrm>
              <a:off x="7739010" y="3748817"/>
              <a:ext cx="29527" cy="85149"/>
            </a:xfrm>
            <a:custGeom>
              <a:avLst/>
              <a:gdLst/>
              <a:ahLst/>
              <a:cxnLst/>
              <a:rect l="0" t="0" r="0" b="0"/>
              <a:pathLst>
                <a:path w="29527" h="85149">
                  <a:moveTo>
                    <a:pt x="0" y="1393"/>
                  </a:moveTo>
                  <a:lnTo>
                    <a:pt x="24827" y="0"/>
                  </a:lnTo>
                  <a:lnTo>
                    <a:pt x="29527" y="83748"/>
                  </a:lnTo>
                  <a:lnTo>
                    <a:pt x="4574" y="85149"/>
                  </a:lnTo>
                  <a:lnTo>
                    <a:pt x="2484" y="46868"/>
                  </a:lnTo>
                  <a:lnTo>
                    <a:pt x="360" y="80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4" name="pg255">
              <a:extLst>
                <a:ext uri="{FF2B5EF4-FFF2-40B4-BE49-F238E27FC236}">
                  <a16:creationId xmlns:a16="http://schemas.microsoft.com/office/drawing/2014/main" id="{5929F382-9350-4BFB-8513-0E708F33EB09}"/>
                </a:ext>
              </a:extLst>
            </p:cNvPr>
            <p:cNvSpPr/>
            <p:nvPr/>
          </p:nvSpPr>
          <p:spPr>
            <a:xfrm>
              <a:off x="6548970" y="2472855"/>
              <a:ext cx="55085" cy="63990"/>
            </a:xfrm>
            <a:custGeom>
              <a:avLst/>
              <a:gdLst/>
              <a:ahLst/>
              <a:cxnLst/>
              <a:rect l="0" t="0" r="0" b="0"/>
              <a:pathLst>
                <a:path w="55085" h="63990">
                  <a:moveTo>
                    <a:pt x="0" y="48890"/>
                  </a:moveTo>
                  <a:lnTo>
                    <a:pt x="2862" y="42814"/>
                  </a:lnTo>
                  <a:lnTo>
                    <a:pt x="21981" y="2266"/>
                  </a:lnTo>
                  <a:lnTo>
                    <a:pt x="23056" y="0"/>
                  </a:lnTo>
                  <a:lnTo>
                    <a:pt x="55085" y="15091"/>
                  </a:lnTo>
                  <a:lnTo>
                    <a:pt x="32028" y="6399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5" name="pg256">
              <a:extLst>
                <a:ext uri="{FF2B5EF4-FFF2-40B4-BE49-F238E27FC236}">
                  <a16:creationId xmlns:a16="http://schemas.microsoft.com/office/drawing/2014/main" id="{9F152C5F-9E8F-49B1-877F-D81F8F64AEB1}"/>
                </a:ext>
              </a:extLst>
            </p:cNvPr>
            <p:cNvSpPr/>
            <p:nvPr/>
          </p:nvSpPr>
          <p:spPr>
            <a:xfrm>
              <a:off x="9153084" y="2887625"/>
              <a:ext cx="39087" cy="68270"/>
            </a:xfrm>
            <a:custGeom>
              <a:avLst/>
              <a:gdLst/>
              <a:ahLst/>
              <a:cxnLst/>
              <a:rect l="0" t="0" r="0" b="0"/>
              <a:pathLst>
                <a:path w="39087" h="68270">
                  <a:moveTo>
                    <a:pt x="36326" y="4221"/>
                  </a:moveTo>
                  <a:lnTo>
                    <a:pt x="39087" y="4448"/>
                  </a:lnTo>
                  <a:lnTo>
                    <a:pt x="36955" y="30148"/>
                  </a:lnTo>
                  <a:lnTo>
                    <a:pt x="34194" y="29922"/>
                  </a:lnTo>
                  <a:lnTo>
                    <a:pt x="34051" y="31676"/>
                  </a:lnTo>
                  <a:lnTo>
                    <a:pt x="37643" y="31978"/>
                  </a:lnTo>
                  <a:lnTo>
                    <a:pt x="34630" y="68270"/>
                  </a:lnTo>
                  <a:lnTo>
                    <a:pt x="0" y="65400"/>
                  </a:lnTo>
                  <a:lnTo>
                    <a:pt x="2752" y="27320"/>
                  </a:lnTo>
                  <a:lnTo>
                    <a:pt x="4498" y="27462"/>
                  </a:lnTo>
                  <a:lnTo>
                    <a:pt x="6781" y="0"/>
                  </a:lnTo>
                  <a:lnTo>
                    <a:pt x="36468" y="245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6" name="pg257">
              <a:extLst>
                <a:ext uri="{FF2B5EF4-FFF2-40B4-BE49-F238E27FC236}">
                  <a16:creationId xmlns:a16="http://schemas.microsoft.com/office/drawing/2014/main" id="{C50E3FCD-4B97-4ABE-AC13-7664883C96B1}"/>
                </a:ext>
              </a:extLst>
            </p:cNvPr>
            <p:cNvSpPr/>
            <p:nvPr/>
          </p:nvSpPr>
          <p:spPr>
            <a:xfrm>
              <a:off x="6302124" y="1808158"/>
              <a:ext cx="66575" cy="66357"/>
            </a:xfrm>
            <a:custGeom>
              <a:avLst/>
              <a:gdLst/>
              <a:ahLst/>
              <a:cxnLst/>
              <a:rect l="0" t="0" r="0" b="0"/>
              <a:pathLst>
                <a:path w="66575" h="66357">
                  <a:moveTo>
                    <a:pt x="44308" y="66357"/>
                  </a:moveTo>
                  <a:lnTo>
                    <a:pt x="0" y="43812"/>
                  </a:lnTo>
                  <a:lnTo>
                    <a:pt x="22149" y="0"/>
                  </a:lnTo>
                  <a:lnTo>
                    <a:pt x="66575" y="226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7" name="pg258">
              <a:extLst>
                <a:ext uri="{FF2B5EF4-FFF2-40B4-BE49-F238E27FC236}">
                  <a16:creationId xmlns:a16="http://schemas.microsoft.com/office/drawing/2014/main" id="{68CCF57D-6D10-4596-9BB9-DB4D930C2EAE}"/>
                </a:ext>
              </a:extLst>
            </p:cNvPr>
            <p:cNvSpPr/>
            <p:nvPr/>
          </p:nvSpPr>
          <p:spPr>
            <a:xfrm>
              <a:off x="8755948" y="3756657"/>
              <a:ext cx="91318" cy="93123"/>
            </a:xfrm>
            <a:custGeom>
              <a:avLst/>
              <a:gdLst/>
              <a:ahLst/>
              <a:cxnLst/>
              <a:rect l="0" t="0" r="0" b="0"/>
              <a:pathLst>
                <a:path w="91318" h="93123">
                  <a:moveTo>
                    <a:pt x="0" y="35151"/>
                  </a:moveTo>
                  <a:lnTo>
                    <a:pt x="39095" y="0"/>
                  </a:lnTo>
                  <a:lnTo>
                    <a:pt x="91318" y="58089"/>
                  </a:lnTo>
                  <a:lnTo>
                    <a:pt x="52122" y="93123"/>
                  </a:lnTo>
                  <a:lnTo>
                    <a:pt x="49528" y="90236"/>
                  </a:lnTo>
                  <a:lnTo>
                    <a:pt x="11045" y="4743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8" name="pg259">
              <a:extLst>
                <a:ext uri="{FF2B5EF4-FFF2-40B4-BE49-F238E27FC236}">
                  <a16:creationId xmlns:a16="http://schemas.microsoft.com/office/drawing/2014/main" id="{A9EAE7B2-BBFD-4A00-B9AB-1E48F56A487E}"/>
                </a:ext>
              </a:extLst>
            </p:cNvPr>
            <p:cNvSpPr/>
            <p:nvPr/>
          </p:nvSpPr>
          <p:spPr>
            <a:xfrm>
              <a:off x="10024583" y="3740348"/>
              <a:ext cx="68363" cy="52466"/>
            </a:xfrm>
            <a:custGeom>
              <a:avLst/>
              <a:gdLst/>
              <a:ahLst/>
              <a:cxnLst/>
              <a:rect l="0" t="0" r="0" b="0"/>
              <a:pathLst>
                <a:path w="68363" h="52466">
                  <a:moveTo>
                    <a:pt x="64670" y="52466"/>
                  </a:moveTo>
                  <a:lnTo>
                    <a:pt x="0" y="47422"/>
                  </a:lnTo>
                  <a:lnTo>
                    <a:pt x="3693" y="0"/>
                  </a:lnTo>
                  <a:lnTo>
                    <a:pt x="68363" y="503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29" name="pg260">
              <a:extLst>
                <a:ext uri="{FF2B5EF4-FFF2-40B4-BE49-F238E27FC236}">
                  <a16:creationId xmlns:a16="http://schemas.microsoft.com/office/drawing/2014/main" id="{DF7EEF38-977E-4F9F-AD26-0B975943EF89}"/>
                </a:ext>
              </a:extLst>
            </p:cNvPr>
            <p:cNvSpPr/>
            <p:nvPr/>
          </p:nvSpPr>
          <p:spPr>
            <a:xfrm>
              <a:off x="6513298" y="4188088"/>
              <a:ext cx="28830" cy="68698"/>
            </a:xfrm>
            <a:custGeom>
              <a:avLst/>
              <a:gdLst/>
              <a:ahLst/>
              <a:cxnLst/>
              <a:rect l="0" t="0" r="0" b="0"/>
              <a:pathLst>
                <a:path w="28830" h="68698">
                  <a:moveTo>
                    <a:pt x="0" y="47799"/>
                  </a:moveTo>
                  <a:lnTo>
                    <a:pt x="2652" y="47657"/>
                  </a:lnTo>
                  <a:lnTo>
                    <a:pt x="109" y="1376"/>
                  </a:lnTo>
                  <a:lnTo>
                    <a:pt x="25238" y="0"/>
                  </a:lnTo>
                  <a:lnTo>
                    <a:pt x="28830" y="67171"/>
                  </a:lnTo>
                  <a:lnTo>
                    <a:pt x="1158" y="6869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0" name="pg261">
              <a:extLst>
                <a:ext uri="{FF2B5EF4-FFF2-40B4-BE49-F238E27FC236}">
                  <a16:creationId xmlns:a16="http://schemas.microsoft.com/office/drawing/2014/main" id="{11FEC92E-AC6A-44A0-A416-6C8FBB186033}"/>
                </a:ext>
              </a:extLst>
            </p:cNvPr>
            <p:cNvSpPr/>
            <p:nvPr/>
          </p:nvSpPr>
          <p:spPr>
            <a:xfrm>
              <a:off x="7697505" y="4419322"/>
              <a:ext cx="29963" cy="25221"/>
            </a:xfrm>
            <a:custGeom>
              <a:avLst/>
              <a:gdLst/>
              <a:ahLst/>
              <a:cxnLst/>
              <a:rect l="0" t="0" r="0" b="0"/>
              <a:pathLst>
                <a:path w="29963" h="25221">
                  <a:moveTo>
                    <a:pt x="1267" y="25221"/>
                  </a:moveTo>
                  <a:lnTo>
                    <a:pt x="864" y="17743"/>
                  </a:lnTo>
                  <a:lnTo>
                    <a:pt x="0" y="1653"/>
                  </a:lnTo>
                  <a:lnTo>
                    <a:pt x="28688" y="0"/>
                  </a:lnTo>
                  <a:lnTo>
                    <a:pt x="29963" y="236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1" name="pg262">
              <a:extLst>
                <a:ext uri="{FF2B5EF4-FFF2-40B4-BE49-F238E27FC236}">
                  <a16:creationId xmlns:a16="http://schemas.microsoft.com/office/drawing/2014/main" id="{F88C2FDE-7B55-400E-8B8E-A1EF3F3315D2}"/>
                </a:ext>
              </a:extLst>
            </p:cNvPr>
            <p:cNvSpPr/>
            <p:nvPr/>
          </p:nvSpPr>
          <p:spPr>
            <a:xfrm>
              <a:off x="10037299" y="4450780"/>
              <a:ext cx="66835" cy="74607"/>
            </a:xfrm>
            <a:custGeom>
              <a:avLst/>
              <a:gdLst/>
              <a:ahLst/>
              <a:cxnLst/>
              <a:rect l="0" t="0" r="0" b="0"/>
              <a:pathLst>
                <a:path w="66835" h="74607">
                  <a:moveTo>
                    <a:pt x="0" y="72098"/>
                  </a:moveTo>
                  <a:lnTo>
                    <a:pt x="2778" y="0"/>
                  </a:lnTo>
                  <a:lnTo>
                    <a:pt x="51350" y="2098"/>
                  </a:lnTo>
                  <a:lnTo>
                    <a:pt x="51719" y="38625"/>
                  </a:lnTo>
                  <a:lnTo>
                    <a:pt x="66835" y="38911"/>
                  </a:lnTo>
                  <a:lnTo>
                    <a:pt x="64963" y="7460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2" name="pg263">
              <a:extLst>
                <a:ext uri="{FF2B5EF4-FFF2-40B4-BE49-F238E27FC236}">
                  <a16:creationId xmlns:a16="http://schemas.microsoft.com/office/drawing/2014/main" id="{273A7BC0-FBBF-4F03-BA95-D21A74FAC32A}"/>
                </a:ext>
              </a:extLst>
            </p:cNvPr>
            <p:cNvSpPr/>
            <p:nvPr/>
          </p:nvSpPr>
          <p:spPr>
            <a:xfrm>
              <a:off x="7591524" y="5261713"/>
              <a:ext cx="28881" cy="25557"/>
            </a:xfrm>
            <a:custGeom>
              <a:avLst/>
              <a:gdLst/>
              <a:ahLst/>
              <a:cxnLst/>
              <a:rect l="0" t="0" r="0" b="0"/>
              <a:pathLst>
                <a:path w="28881" h="25557">
                  <a:moveTo>
                    <a:pt x="0" y="3281"/>
                  </a:moveTo>
                  <a:lnTo>
                    <a:pt x="26069" y="0"/>
                  </a:lnTo>
                  <a:lnTo>
                    <a:pt x="28881" y="22267"/>
                  </a:lnTo>
                  <a:lnTo>
                    <a:pt x="2811" y="255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3" name="pg264">
              <a:extLst>
                <a:ext uri="{FF2B5EF4-FFF2-40B4-BE49-F238E27FC236}">
                  <a16:creationId xmlns:a16="http://schemas.microsoft.com/office/drawing/2014/main" id="{DA262D64-7DB2-4124-89BE-C25640EA0917}"/>
                </a:ext>
              </a:extLst>
            </p:cNvPr>
            <p:cNvSpPr/>
            <p:nvPr/>
          </p:nvSpPr>
          <p:spPr>
            <a:xfrm>
              <a:off x="9485802" y="4875916"/>
              <a:ext cx="71510" cy="32716"/>
            </a:xfrm>
            <a:custGeom>
              <a:avLst/>
              <a:gdLst/>
              <a:ahLst/>
              <a:cxnLst/>
              <a:rect l="0" t="0" r="0" b="0"/>
              <a:pathLst>
                <a:path w="71510" h="32716">
                  <a:moveTo>
                    <a:pt x="0" y="6974"/>
                  </a:moveTo>
                  <a:lnTo>
                    <a:pt x="45869" y="1989"/>
                  </a:lnTo>
                  <a:lnTo>
                    <a:pt x="45944" y="2660"/>
                  </a:lnTo>
                  <a:lnTo>
                    <a:pt x="47942" y="2450"/>
                  </a:lnTo>
                  <a:lnTo>
                    <a:pt x="68665" y="0"/>
                  </a:lnTo>
                  <a:lnTo>
                    <a:pt x="71510" y="25053"/>
                  </a:lnTo>
                  <a:lnTo>
                    <a:pt x="67649" y="25557"/>
                  </a:lnTo>
                  <a:lnTo>
                    <a:pt x="2845" y="3271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4" name="pg265">
              <a:extLst>
                <a:ext uri="{FF2B5EF4-FFF2-40B4-BE49-F238E27FC236}">
                  <a16:creationId xmlns:a16="http://schemas.microsoft.com/office/drawing/2014/main" id="{DAEB071C-C89A-4B19-ADD9-D226EAFC2A73}"/>
                </a:ext>
              </a:extLst>
            </p:cNvPr>
            <p:cNvSpPr/>
            <p:nvPr/>
          </p:nvSpPr>
          <p:spPr>
            <a:xfrm>
              <a:off x="6287100" y="4231514"/>
              <a:ext cx="33615" cy="52911"/>
            </a:xfrm>
            <a:custGeom>
              <a:avLst/>
              <a:gdLst/>
              <a:ahLst/>
              <a:cxnLst/>
              <a:rect l="0" t="0" r="0" b="0"/>
              <a:pathLst>
                <a:path w="33615" h="52911">
                  <a:moveTo>
                    <a:pt x="2089" y="30224"/>
                  </a:moveTo>
                  <a:lnTo>
                    <a:pt x="41" y="2257"/>
                  </a:lnTo>
                  <a:lnTo>
                    <a:pt x="29896" y="0"/>
                  </a:lnTo>
                  <a:lnTo>
                    <a:pt x="33615" y="50284"/>
                  </a:lnTo>
                  <a:lnTo>
                    <a:pt x="1670" y="52911"/>
                  </a:lnTo>
                  <a:lnTo>
                    <a:pt x="0" y="3039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5" name="pg266">
              <a:extLst>
                <a:ext uri="{FF2B5EF4-FFF2-40B4-BE49-F238E27FC236}">
                  <a16:creationId xmlns:a16="http://schemas.microsoft.com/office/drawing/2014/main" id="{C4FE6E4D-1BD4-4928-A26D-99DB1235F1A4}"/>
                </a:ext>
              </a:extLst>
            </p:cNvPr>
            <p:cNvSpPr/>
            <p:nvPr/>
          </p:nvSpPr>
          <p:spPr>
            <a:xfrm>
              <a:off x="7030568" y="2635156"/>
              <a:ext cx="72207" cy="75740"/>
            </a:xfrm>
            <a:custGeom>
              <a:avLst/>
              <a:gdLst/>
              <a:ahLst/>
              <a:cxnLst/>
              <a:rect l="0" t="0" r="0" b="0"/>
              <a:pathLst>
                <a:path w="72207" h="75740">
                  <a:moveTo>
                    <a:pt x="0" y="51442"/>
                  </a:moveTo>
                  <a:lnTo>
                    <a:pt x="41874" y="0"/>
                  </a:lnTo>
                  <a:lnTo>
                    <a:pt x="72207" y="23031"/>
                  </a:lnTo>
                  <a:lnTo>
                    <a:pt x="59281" y="39977"/>
                  </a:lnTo>
                  <a:lnTo>
                    <a:pt x="32465" y="75136"/>
                  </a:lnTo>
                  <a:lnTo>
                    <a:pt x="32003" y="757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6" name="pg267">
              <a:extLst>
                <a:ext uri="{FF2B5EF4-FFF2-40B4-BE49-F238E27FC236}">
                  <a16:creationId xmlns:a16="http://schemas.microsoft.com/office/drawing/2014/main" id="{62C25002-AF37-40BB-9825-2C547FEDADCB}"/>
                </a:ext>
              </a:extLst>
            </p:cNvPr>
            <p:cNvSpPr/>
            <p:nvPr/>
          </p:nvSpPr>
          <p:spPr>
            <a:xfrm>
              <a:off x="8562793" y="3681411"/>
              <a:ext cx="60356" cy="58031"/>
            </a:xfrm>
            <a:custGeom>
              <a:avLst/>
              <a:gdLst/>
              <a:ahLst/>
              <a:cxnLst/>
              <a:rect l="0" t="0" r="0" b="0"/>
              <a:pathLst>
                <a:path w="60356" h="58031">
                  <a:moveTo>
                    <a:pt x="16853" y="58031"/>
                  </a:moveTo>
                  <a:lnTo>
                    <a:pt x="0" y="39448"/>
                  </a:lnTo>
                  <a:lnTo>
                    <a:pt x="43468" y="0"/>
                  </a:lnTo>
                  <a:lnTo>
                    <a:pt x="60356" y="185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7" name="pg268">
              <a:extLst>
                <a:ext uri="{FF2B5EF4-FFF2-40B4-BE49-F238E27FC236}">
                  <a16:creationId xmlns:a16="http://schemas.microsoft.com/office/drawing/2014/main" id="{4E446AD8-3651-47E9-A7F4-F2B23EAD1ACC}"/>
                </a:ext>
              </a:extLst>
            </p:cNvPr>
            <p:cNvSpPr/>
            <p:nvPr/>
          </p:nvSpPr>
          <p:spPr>
            <a:xfrm>
              <a:off x="8212038" y="5267622"/>
              <a:ext cx="35730" cy="63067"/>
            </a:xfrm>
            <a:custGeom>
              <a:avLst/>
              <a:gdLst/>
              <a:ahLst/>
              <a:cxnLst/>
              <a:rect l="0" t="0" r="0" b="0"/>
              <a:pathLst>
                <a:path w="35730" h="63067">
                  <a:moveTo>
                    <a:pt x="0" y="2115"/>
                  </a:moveTo>
                  <a:lnTo>
                    <a:pt x="29703" y="0"/>
                  </a:lnTo>
                  <a:lnTo>
                    <a:pt x="31139" y="23207"/>
                  </a:lnTo>
                  <a:lnTo>
                    <a:pt x="32977" y="23081"/>
                  </a:lnTo>
                  <a:lnTo>
                    <a:pt x="35730" y="60851"/>
                  </a:lnTo>
                  <a:lnTo>
                    <a:pt x="4666" y="63067"/>
                  </a:lnTo>
                  <a:lnTo>
                    <a:pt x="1779" y="2529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8" name="pg269">
              <a:extLst>
                <a:ext uri="{FF2B5EF4-FFF2-40B4-BE49-F238E27FC236}">
                  <a16:creationId xmlns:a16="http://schemas.microsoft.com/office/drawing/2014/main" id="{552F6FDE-0990-4027-BEED-0E5CD86DA3AF}"/>
                </a:ext>
              </a:extLst>
            </p:cNvPr>
            <p:cNvSpPr/>
            <p:nvPr/>
          </p:nvSpPr>
          <p:spPr>
            <a:xfrm>
              <a:off x="9121282" y="4291996"/>
              <a:ext cx="55689" cy="55966"/>
            </a:xfrm>
            <a:custGeom>
              <a:avLst/>
              <a:gdLst/>
              <a:ahLst/>
              <a:cxnLst/>
              <a:rect l="0" t="0" r="0" b="0"/>
              <a:pathLst>
                <a:path w="55689" h="55966">
                  <a:moveTo>
                    <a:pt x="5749" y="55966"/>
                  </a:moveTo>
                  <a:lnTo>
                    <a:pt x="0" y="5715"/>
                  </a:lnTo>
                  <a:lnTo>
                    <a:pt x="49923" y="0"/>
                  </a:lnTo>
                  <a:lnTo>
                    <a:pt x="55689" y="502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39" name="pg270">
              <a:extLst>
                <a:ext uri="{FF2B5EF4-FFF2-40B4-BE49-F238E27FC236}">
                  <a16:creationId xmlns:a16="http://schemas.microsoft.com/office/drawing/2014/main" id="{68988D02-B6F4-4F57-846D-7BC4E56F73DB}"/>
                </a:ext>
              </a:extLst>
            </p:cNvPr>
            <p:cNvSpPr/>
            <p:nvPr/>
          </p:nvSpPr>
          <p:spPr>
            <a:xfrm>
              <a:off x="7769914" y="2579105"/>
              <a:ext cx="34362" cy="28637"/>
            </a:xfrm>
            <a:custGeom>
              <a:avLst/>
              <a:gdLst/>
              <a:ahLst/>
              <a:cxnLst/>
              <a:rect l="0" t="0" r="0" b="0"/>
              <a:pathLst>
                <a:path w="34362" h="28637">
                  <a:moveTo>
                    <a:pt x="27269" y="28637"/>
                  </a:moveTo>
                  <a:lnTo>
                    <a:pt x="0" y="17760"/>
                  </a:lnTo>
                  <a:lnTo>
                    <a:pt x="7092" y="0"/>
                  </a:lnTo>
                  <a:lnTo>
                    <a:pt x="34362" y="1088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0" name="pg271">
              <a:extLst>
                <a:ext uri="{FF2B5EF4-FFF2-40B4-BE49-F238E27FC236}">
                  <a16:creationId xmlns:a16="http://schemas.microsoft.com/office/drawing/2014/main" id="{F576BF94-BB34-4067-B4F7-316646CA28BF}"/>
                </a:ext>
              </a:extLst>
            </p:cNvPr>
            <p:cNvSpPr/>
            <p:nvPr/>
          </p:nvSpPr>
          <p:spPr>
            <a:xfrm>
              <a:off x="8194010" y="1749757"/>
              <a:ext cx="13958" cy="22905"/>
            </a:xfrm>
            <a:custGeom>
              <a:avLst/>
              <a:gdLst/>
              <a:ahLst/>
              <a:cxnLst/>
              <a:rect l="0" t="0" r="0" b="0"/>
              <a:pathLst>
                <a:path w="13958" h="22905">
                  <a:moveTo>
                    <a:pt x="0" y="21906"/>
                  </a:moveTo>
                  <a:lnTo>
                    <a:pt x="1804" y="0"/>
                  </a:lnTo>
                  <a:lnTo>
                    <a:pt x="13958" y="1007"/>
                  </a:lnTo>
                  <a:lnTo>
                    <a:pt x="12153" y="2290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1" name="pg272">
              <a:extLst>
                <a:ext uri="{FF2B5EF4-FFF2-40B4-BE49-F238E27FC236}">
                  <a16:creationId xmlns:a16="http://schemas.microsoft.com/office/drawing/2014/main" id="{5F4BAA2F-66C9-4C0E-AB9B-EDF8755D3BD1}"/>
                </a:ext>
              </a:extLst>
            </p:cNvPr>
            <p:cNvSpPr/>
            <p:nvPr/>
          </p:nvSpPr>
          <p:spPr>
            <a:xfrm>
              <a:off x="8038877" y="3474533"/>
              <a:ext cx="54430" cy="54640"/>
            </a:xfrm>
            <a:custGeom>
              <a:avLst/>
              <a:gdLst/>
              <a:ahLst/>
              <a:cxnLst/>
              <a:rect l="0" t="0" r="0" b="0"/>
              <a:pathLst>
                <a:path w="54430" h="54640">
                  <a:moveTo>
                    <a:pt x="0" y="23543"/>
                  </a:moveTo>
                  <a:lnTo>
                    <a:pt x="24264" y="0"/>
                  </a:lnTo>
                  <a:lnTo>
                    <a:pt x="54430" y="31088"/>
                  </a:lnTo>
                  <a:lnTo>
                    <a:pt x="30165" y="546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2" name="pg273">
              <a:extLst>
                <a:ext uri="{FF2B5EF4-FFF2-40B4-BE49-F238E27FC236}">
                  <a16:creationId xmlns:a16="http://schemas.microsoft.com/office/drawing/2014/main" id="{50591555-8245-4EBE-89BF-83AB65C51B37}"/>
                </a:ext>
              </a:extLst>
            </p:cNvPr>
            <p:cNvSpPr/>
            <p:nvPr/>
          </p:nvSpPr>
          <p:spPr>
            <a:xfrm>
              <a:off x="9612003" y="5261436"/>
              <a:ext cx="28663" cy="48118"/>
            </a:xfrm>
            <a:custGeom>
              <a:avLst/>
              <a:gdLst/>
              <a:ahLst/>
              <a:cxnLst/>
              <a:rect l="0" t="0" r="0" b="0"/>
              <a:pathLst>
                <a:path w="28663" h="48118">
                  <a:moveTo>
                    <a:pt x="0" y="1922"/>
                  </a:moveTo>
                  <a:lnTo>
                    <a:pt x="24928" y="0"/>
                  </a:lnTo>
                  <a:lnTo>
                    <a:pt x="28663" y="46095"/>
                  </a:lnTo>
                  <a:lnTo>
                    <a:pt x="3751" y="481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3" name="pg274">
              <a:extLst>
                <a:ext uri="{FF2B5EF4-FFF2-40B4-BE49-F238E27FC236}">
                  <a16:creationId xmlns:a16="http://schemas.microsoft.com/office/drawing/2014/main" id="{E25B6512-2F2C-42C7-BCD8-E65F3F28F86D}"/>
                </a:ext>
              </a:extLst>
            </p:cNvPr>
            <p:cNvSpPr/>
            <p:nvPr/>
          </p:nvSpPr>
          <p:spPr>
            <a:xfrm>
              <a:off x="6140276" y="1762448"/>
              <a:ext cx="66827" cy="66978"/>
            </a:xfrm>
            <a:custGeom>
              <a:avLst/>
              <a:gdLst/>
              <a:ahLst/>
              <a:cxnLst/>
              <a:rect l="0" t="0" r="0" b="0"/>
              <a:pathLst>
                <a:path w="66827" h="66978">
                  <a:moveTo>
                    <a:pt x="0" y="45734"/>
                  </a:moveTo>
                  <a:lnTo>
                    <a:pt x="21285" y="0"/>
                  </a:lnTo>
                  <a:lnTo>
                    <a:pt x="66827" y="21201"/>
                  </a:lnTo>
                  <a:lnTo>
                    <a:pt x="45525" y="6697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4" name="pg275">
              <a:extLst>
                <a:ext uri="{FF2B5EF4-FFF2-40B4-BE49-F238E27FC236}">
                  <a16:creationId xmlns:a16="http://schemas.microsoft.com/office/drawing/2014/main" id="{A4BFCE8A-C6A7-42B9-8340-EEC3EE9D0BAB}"/>
                </a:ext>
              </a:extLst>
            </p:cNvPr>
            <p:cNvSpPr/>
            <p:nvPr/>
          </p:nvSpPr>
          <p:spPr>
            <a:xfrm>
              <a:off x="6382313" y="4719541"/>
              <a:ext cx="53465" cy="44198"/>
            </a:xfrm>
            <a:custGeom>
              <a:avLst/>
              <a:gdLst/>
              <a:ahLst/>
              <a:cxnLst/>
              <a:rect l="0" t="0" r="0" b="0"/>
              <a:pathLst>
                <a:path w="53465" h="44198">
                  <a:moveTo>
                    <a:pt x="0" y="9677"/>
                  </a:moveTo>
                  <a:lnTo>
                    <a:pt x="49176" y="0"/>
                  </a:lnTo>
                  <a:lnTo>
                    <a:pt x="53465" y="21814"/>
                  </a:lnTo>
                  <a:lnTo>
                    <a:pt x="47363" y="22963"/>
                  </a:lnTo>
                  <a:lnTo>
                    <a:pt x="50720" y="40850"/>
                  </a:lnTo>
                  <a:lnTo>
                    <a:pt x="33388" y="44198"/>
                  </a:lnTo>
                  <a:lnTo>
                    <a:pt x="30005" y="26228"/>
                  </a:lnTo>
                  <a:lnTo>
                    <a:pt x="4196" y="3107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5" name="pg276">
              <a:extLst>
                <a:ext uri="{FF2B5EF4-FFF2-40B4-BE49-F238E27FC236}">
                  <a16:creationId xmlns:a16="http://schemas.microsoft.com/office/drawing/2014/main" id="{77803D28-32FF-4AD4-AC64-E07046B237EB}"/>
                </a:ext>
              </a:extLst>
            </p:cNvPr>
            <p:cNvSpPr/>
            <p:nvPr/>
          </p:nvSpPr>
          <p:spPr>
            <a:xfrm>
              <a:off x="7053993" y="3741288"/>
              <a:ext cx="32800" cy="61850"/>
            </a:xfrm>
            <a:custGeom>
              <a:avLst/>
              <a:gdLst/>
              <a:ahLst/>
              <a:cxnLst/>
              <a:rect l="0" t="0" r="0" b="0"/>
              <a:pathLst>
                <a:path w="32800" h="61850">
                  <a:moveTo>
                    <a:pt x="0" y="1569"/>
                  </a:moveTo>
                  <a:lnTo>
                    <a:pt x="29603" y="0"/>
                  </a:lnTo>
                  <a:lnTo>
                    <a:pt x="32800" y="60288"/>
                  </a:lnTo>
                  <a:lnTo>
                    <a:pt x="3281" y="618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6" name="pg277">
              <a:extLst>
                <a:ext uri="{FF2B5EF4-FFF2-40B4-BE49-F238E27FC236}">
                  <a16:creationId xmlns:a16="http://schemas.microsoft.com/office/drawing/2014/main" id="{FC32FCF2-4FB9-40F7-8871-03816AF6D038}"/>
                </a:ext>
              </a:extLst>
            </p:cNvPr>
            <p:cNvSpPr/>
            <p:nvPr/>
          </p:nvSpPr>
          <p:spPr>
            <a:xfrm>
              <a:off x="5786785" y="1849218"/>
              <a:ext cx="71980" cy="53053"/>
            </a:xfrm>
            <a:custGeom>
              <a:avLst/>
              <a:gdLst/>
              <a:ahLst/>
              <a:cxnLst/>
              <a:rect l="0" t="0" r="0" b="0"/>
              <a:pathLst>
                <a:path w="71980" h="53053">
                  <a:moveTo>
                    <a:pt x="0" y="29678"/>
                  </a:moveTo>
                  <a:lnTo>
                    <a:pt x="60356" y="0"/>
                  </a:lnTo>
                  <a:lnTo>
                    <a:pt x="71980" y="23543"/>
                  </a:lnTo>
                  <a:lnTo>
                    <a:pt x="11582" y="5305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7" name="pg278">
              <a:extLst>
                <a:ext uri="{FF2B5EF4-FFF2-40B4-BE49-F238E27FC236}">
                  <a16:creationId xmlns:a16="http://schemas.microsoft.com/office/drawing/2014/main" id="{21CE0429-1DFE-4799-BD67-140D9A1AEC6F}"/>
                </a:ext>
              </a:extLst>
            </p:cNvPr>
            <p:cNvSpPr/>
            <p:nvPr/>
          </p:nvSpPr>
          <p:spPr>
            <a:xfrm>
              <a:off x="7291817" y="5309362"/>
              <a:ext cx="95230" cy="61698"/>
            </a:xfrm>
            <a:custGeom>
              <a:avLst/>
              <a:gdLst/>
              <a:ahLst/>
              <a:cxnLst/>
              <a:rect l="0" t="0" r="0" b="0"/>
              <a:pathLst>
                <a:path w="95230" h="61698">
                  <a:moveTo>
                    <a:pt x="0" y="10726"/>
                  </a:moveTo>
                  <a:lnTo>
                    <a:pt x="88381" y="0"/>
                  </a:lnTo>
                  <a:lnTo>
                    <a:pt x="95230" y="53599"/>
                  </a:lnTo>
                  <a:lnTo>
                    <a:pt x="32465" y="61698"/>
                  </a:lnTo>
                  <a:lnTo>
                    <a:pt x="31071" y="50225"/>
                  </a:lnTo>
                  <a:lnTo>
                    <a:pt x="5690" y="5330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8" name="pg279">
              <a:extLst>
                <a:ext uri="{FF2B5EF4-FFF2-40B4-BE49-F238E27FC236}">
                  <a16:creationId xmlns:a16="http://schemas.microsoft.com/office/drawing/2014/main" id="{B21698DF-22B8-4713-8068-A69D298D7A87}"/>
                </a:ext>
              </a:extLst>
            </p:cNvPr>
            <p:cNvSpPr/>
            <p:nvPr/>
          </p:nvSpPr>
          <p:spPr>
            <a:xfrm>
              <a:off x="9528775" y="3282143"/>
              <a:ext cx="61027" cy="72954"/>
            </a:xfrm>
            <a:custGeom>
              <a:avLst/>
              <a:gdLst/>
              <a:ahLst/>
              <a:cxnLst/>
              <a:rect l="0" t="0" r="0" b="0"/>
              <a:pathLst>
                <a:path w="61027" h="72954">
                  <a:moveTo>
                    <a:pt x="32599" y="72954"/>
                  </a:moveTo>
                  <a:lnTo>
                    <a:pt x="0" y="70201"/>
                  </a:lnTo>
                  <a:lnTo>
                    <a:pt x="5690" y="0"/>
                  </a:lnTo>
                  <a:lnTo>
                    <a:pt x="61027" y="4624"/>
                  </a:lnTo>
                  <a:lnTo>
                    <a:pt x="57334" y="50208"/>
                  </a:lnTo>
                  <a:lnTo>
                    <a:pt x="34630" y="4829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49" name="pg280">
              <a:extLst>
                <a:ext uri="{FF2B5EF4-FFF2-40B4-BE49-F238E27FC236}">
                  <a16:creationId xmlns:a16="http://schemas.microsoft.com/office/drawing/2014/main" id="{7517AD31-9623-4606-AD69-687F95CAC014}"/>
                </a:ext>
              </a:extLst>
            </p:cNvPr>
            <p:cNvSpPr/>
            <p:nvPr/>
          </p:nvSpPr>
          <p:spPr>
            <a:xfrm>
              <a:off x="6141124" y="3626720"/>
              <a:ext cx="23845" cy="29502"/>
            </a:xfrm>
            <a:custGeom>
              <a:avLst/>
              <a:gdLst/>
              <a:ahLst/>
              <a:cxnLst/>
              <a:rect l="0" t="0" r="0" b="0"/>
              <a:pathLst>
                <a:path w="23845" h="29502">
                  <a:moveTo>
                    <a:pt x="3928" y="29502"/>
                  </a:moveTo>
                  <a:lnTo>
                    <a:pt x="0" y="2946"/>
                  </a:lnTo>
                  <a:lnTo>
                    <a:pt x="19917" y="0"/>
                  </a:lnTo>
                  <a:lnTo>
                    <a:pt x="23845" y="2655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0" name="pg281">
              <a:extLst>
                <a:ext uri="{FF2B5EF4-FFF2-40B4-BE49-F238E27FC236}">
                  <a16:creationId xmlns:a16="http://schemas.microsoft.com/office/drawing/2014/main" id="{DBF17CA0-125D-434F-8BE5-B392AF8CD6BE}"/>
                </a:ext>
              </a:extLst>
            </p:cNvPr>
            <p:cNvSpPr/>
            <p:nvPr/>
          </p:nvSpPr>
          <p:spPr>
            <a:xfrm>
              <a:off x="9909393" y="3396610"/>
              <a:ext cx="33816" cy="69781"/>
            </a:xfrm>
            <a:custGeom>
              <a:avLst/>
              <a:gdLst/>
              <a:ahLst/>
              <a:cxnLst/>
              <a:rect l="0" t="0" r="0" b="0"/>
              <a:pathLst>
                <a:path w="33816" h="69781">
                  <a:moveTo>
                    <a:pt x="0" y="67859"/>
                  </a:moveTo>
                  <a:lnTo>
                    <a:pt x="3802" y="0"/>
                  </a:lnTo>
                  <a:lnTo>
                    <a:pt x="33816" y="1955"/>
                  </a:lnTo>
                  <a:lnTo>
                    <a:pt x="33304" y="9820"/>
                  </a:lnTo>
                  <a:lnTo>
                    <a:pt x="29393" y="69781"/>
                  </a:lnTo>
                  <a:lnTo>
                    <a:pt x="25314" y="6951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1" name="pg282">
              <a:extLst>
                <a:ext uri="{FF2B5EF4-FFF2-40B4-BE49-F238E27FC236}">
                  <a16:creationId xmlns:a16="http://schemas.microsoft.com/office/drawing/2014/main" id="{BC365277-9368-41E0-BD62-599D8865A0DB}"/>
                </a:ext>
              </a:extLst>
            </p:cNvPr>
            <p:cNvSpPr/>
            <p:nvPr/>
          </p:nvSpPr>
          <p:spPr>
            <a:xfrm>
              <a:off x="6908697" y="3793117"/>
              <a:ext cx="29485" cy="59231"/>
            </a:xfrm>
            <a:custGeom>
              <a:avLst/>
              <a:gdLst/>
              <a:ahLst/>
              <a:cxnLst/>
              <a:rect l="0" t="0" r="0" b="0"/>
              <a:pathLst>
                <a:path w="29485" h="59231">
                  <a:moveTo>
                    <a:pt x="2207" y="43493"/>
                  </a:moveTo>
                  <a:lnTo>
                    <a:pt x="0" y="1687"/>
                  </a:lnTo>
                  <a:lnTo>
                    <a:pt x="26447" y="0"/>
                  </a:lnTo>
                  <a:lnTo>
                    <a:pt x="29485" y="57309"/>
                  </a:lnTo>
                  <a:lnTo>
                    <a:pt x="4750" y="59231"/>
                  </a:lnTo>
                  <a:lnTo>
                    <a:pt x="3911" y="4340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2" name="pg283">
              <a:extLst>
                <a:ext uri="{FF2B5EF4-FFF2-40B4-BE49-F238E27FC236}">
                  <a16:creationId xmlns:a16="http://schemas.microsoft.com/office/drawing/2014/main" id="{CA111CCD-9B7F-47AF-AE94-B0680A1B2F01}"/>
                </a:ext>
              </a:extLst>
            </p:cNvPr>
            <p:cNvSpPr/>
            <p:nvPr/>
          </p:nvSpPr>
          <p:spPr>
            <a:xfrm>
              <a:off x="9478709" y="4901474"/>
              <a:ext cx="78644" cy="45466"/>
            </a:xfrm>
            <a:custGeom>
              <a:avLst/>
              <a:gdLst/>
              <a:ahLst/>
              <a:cxnLst/>
              <a:rect l="0" t="0" r="0" b="0"/>
              <a:pathLst>
                <a:path w="78644" h="45466">
                  <a:moveTo>
                    <a:pt x="74742" y="0"/>
                  </a:moveTo>
                  <a:lnTo>
                    <a:pt x="78644" y="37450"/>
                  </a:lnTo>
                  <a:lnTo>
                    <a:pt x="3978" y="45466"/>
                  </a:lnTo>
                  <a:lnTo>
                    <a:pt x="0" y="8258"/>
                  </a:lnTo>
                  <a:lnTo>
                    <a:pt x="9937" y="715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3" name="pg284">
              <a:extLst>
                <a:ext uri="{FF2B5EF4-FFF2-40B4-BE49-F238E27FC236}">
                  <a16:creationId xmlns:a16="http://schemas.microsoft.com/office/drawing/2014/main" id="{AA64D1D5-C138-44C3-9796-25C37BDE2120}"/>
                </a:ext>
              </a:extLst>
            </p:cNvPr>
            <p:cNvSpPr/>
            <p:nvPr/>
          </p:nvSpPr>
          <p:spPr>
            <a:xfrm>
              <a:off x="6935287" y="5344572"/>
              <a:ext cx="54799" cy="54606"/>
            </a:xfrm>
            <a:custGeom>
              <a:avLst/>
              <a:gdLst/>
              <a:ahLst/>
              <a:cxnLst/>
              <a:rect l="0" t="0" r="0" b="0"/>
              <a:pathLst>
                <a:path w="54799" h="54606">
                  <a:moveTo>
                    <a:pt x="0" y="4205"/>
                  </a:moveTo>
                  <a:lnTo>
                    <a:pt x="50250" y="0"/>
                  </a:lnTo>
                  <a:lnTo>
                    <a:pt x="54799" y="50376"/>
                  </a:lnTo>
                  <a:lnTo>
                    <a:pt x="4540" y="546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4" name="pg285">
              <a:extLst>
                <a:ext uri="{FF2B5EF4-FFF2-40B4-BE49-F238E27FC236}">
                  <a16:creationId xmlns:a16="http://schemas.microsoft.com/office/drawing/2014/main" id="{2AF82C15-0A1C-450B-B3BD-9A3B26E8837D}"/>
                </a:ext>
              </a:extLst>
            </p:cNvPr>
            <p:cNvSpPr/>
            <p:nvPr/>
          </p:nvSpPr>
          <p:spPr>
            <a:xfrm>
              <a:off x="9495143" y="4137804"/>
              <a:ext cx="79962" cy="77704"/>
            </a:xfrm>
            <a:custGeom>
              <a:avLst/>
              <a:gdLst/>
              <a:ahLst/>
              <a:cxnLst/>
              <a:rect l="0" t="0" r="0" b="0"/>
              <a:pathLst>
                <a:path w="79962" h="77704">
                  <a:moveTo>
                    <a:pt x="0" y="51089"/>
                  </a:moveTo>
                  <a:lnTo>
                    <a:pt x="55471" y="0"/>
                  </a:lnTo>
                  <a:lnTo>
                    <a:pt x="79962" y="26589"/>
                  </a:lnTo>
                  <a:lnTo>
                    <a:pt x="73860" y="32204"/>
                  </a:lnTo>
                  <a:lnTo>
                    <a:pt x="51358" y="52969"/>
                  </a:lnTo>
                  <a:lnTo>
                    <a:pt x="24516" y="7770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5" name="pg286">
              <a:extLst>
                <a:ext uri="{FF2B5EF4-FFF2-40B4-BE49-F238E27FC236}">
                  <a16:creationId xmlns:a16="http://schemas.microsoft.com/office/drawing/2014/main" id="{4AFA1B8C-8D96-4047-9BE4-DD6FEC2F8ED0}"/>
                </a:ext>
              </a:extLst>
            </p:cNvPr>
            <p:cNvSpPr/>
            <p:nvPr/>
          </p:nvSpPr>
          <p:spPr>
            <a:xfrm>
              <a:off x="6662036" y="1984081"/>
              <a:ext cx="61531" cy="92586"/>
            </a:xfrm>
            <a:custGeom>
              <a:avLst/>
              <a:gdLst/>
              <a:ahLst/>
              <a:cxnLst/>
              <a:rect l="0" t="0" r="0" b="0"/>
              <a:pathLst>
                <a:path w="61531" h="92586">
                  <a:moveTo>
                    <a:pt x="0" y="81884"/>
                  </a:moveTo>
                  <a:lnTo>
                    <a:pt x="38273" y="0"/>
                  </a:lnTo>
                  <a:lnTo>
                    <a:pt x="61531" y="10701"/>
                  </a:lnTo>
                  <a:lnTo>
                    <a:pt x="29007" y="79115"/>
                  </a:lnTo>
                  <a:lnTo>
                    <a:pt x="22603" y="9258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6" name="pg287">
              <a:extLst>
                <a:ext uri="{FF2B5EF4-FFF2-40B4-BE49-F238E27FC236}">
                  <a16:creationId xmlns:a16="http://schemas.microsoft.com/office/drawing/2014/main" id="{536E820F-BB93-44DE-BD7E-983DC81AC955}"/>
                </a:ext>
              </a:extLst>
            </p:cNvPr>
            <p:cNvSpPr/>
            <p:nvPr/>
          </p:nvSpPr>
          <p:spPr>
            <a:xfrm>
              <a:off x="8801976" y="3350254"/>
              <a:ext cx="68329" cy="68296"/>
            </a:xfrm>
            <a:custGeom>
              <a:avLst/>
              <a:gdLst/>
              <a:ahLst/>
              <a:cxnLst/>
              <a:rect l="0" t="0" r="0" b="0"/>
              <a:pathLst>
                <a:path w="68329" h="68296">
                  <a:moveTo>
                    <a:pt x="0" y="31625"/>
                  </a:moveTo>
                  <a:lnTo>
                    <a:pt x="35209" y="0"/>
                  </a:lnTo>
                  <a:lnTo>
                    <a:pt x="66071" y="34169"/>
                  </a:lnTo>
                  <a:lnTo>
                    <a:pt x="68329" y="36645"/>
                  </a:lnTo>
                  <a:lnTo>
                    <a:pt x="33749" y="68296"/>
                  </a:lnTo>
                  <a:lnTo>
                    <a:pt x="15577" y="485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7" name="pg288">
              <a:extLst>
                <a:ext uri="{FF2B5EF4-FFF2-40B4-BE49-F238E27FC236}">
                  <a16:creationId xmlns:a16="http://schemas.microsoft.com/office/drawing/2014/main" id="{C580F58D-2281-4FDE-B433-83A8F8F46B01}"/>
                </a:ext>
              </a:extLst>
            </p:cNvPr>
            <p:cNvSpPr/>
            <p:nvPr/>
          </p:nvSpPr>
          <p:spPr>
            <a:xfrm>
              <a:off x="6944729" y="1879946"/>
              <a:ext cx="117396" cy="87575"/>
            </a:xfrm>
            <a:custGeom>
              <a:avLst/>
              <a:gdLst/>
              <a:ahLst/>
              <a:cxnLst/>
              <a:rect l="0" t="0" r="0" b="0"/>
              <a:pathLst>
                <a:path w="117396" h="87575">
                  <a:moveTo>
                    <a:pt x="97873" y="87575"/>
                  </a:moveTo>
                  <a:lnTo>
                    <a:pt x="0" y="42151"/>
                  </a:lnTo>
                  <a:lnTo>
                    <a:pt x="19556" y="0"/>
                  </a:lnTo>
                  <a:lnTo>
                    <a:pt x="117396" y="4549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8" name="pg289">
              <a:extLst>
                <a:ext uri="{FF2B5EF4-FFF2-40B4-BE49-F238E27FC236}">
                  <a16:creationId xmlns:a16="http://schemas.microsoft.com/office/drawing/2014/main" id="{11C9F51E-2ED2-4E57-9607-1A7E52EB6B95}"/>
                </a:ext>
              </a:extLst>
            </p:cNvPr>
            <p:cNvSpPr/>
            <p:nvPr/>
          </p:nvSpPr>
          <p:spPr>
            <a:xfrm>
              <a:off x="5859697" y="1494082"/>
              <a:ext cx="32053" cy="28184"/>
            </a:xfrm>
            <a:custGeom>
              <a:avLst/>
              <a:gdLst/>
              <a:ahLst/>
              <a:cxnLst/>
              <a:rect l="0" t="0" r="0" b="0"/>
              <a:pathLst>
                <a:path w="32053" h="28184">
                  <a:moveTo>
                    <a:pt x="0" y="19791"/>
                  </a:moveTo>
                  <a:lnTo>
                    <a:pt x="6496" y="0"/>
                  </a:lnTo>
                  <a:lnTo>
                    <a:pt x="32053" y="8384"/>
                  </a:lnTo>
                  <a:lnTo>
                    <a:pt x="25557" y="2818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59" name="pg290">
              <a:extLst>
                <a:ext uri="{FF2B5EF4-FFF2-40B4-BE49-F238E27FC236}">
                  <a16:creationId xmlns:a16="http://schemas.microsoft.com/office/drawing/2014/main" id="{E8DC52AE-8399-4846-8E58-4F501C39C9C6}"/>
                </a:ext>
              </a:extLst>
            </p:cNvPr>
            <p:cNvSpPr/>
            <p:nvPr/>
          </p:nvSpPr>
          <p:spPr>
            <a:xfrm>
              <a:off x="6324038" y="4687563"/>
              <a:ext cx="35192" cy="39204"/>
            </a:xfrm>
            <a:custGeom>
              <a:avLst/>
              <a:gdLst/>
              <a:ahLst/>
              <a:cxnLst/>
              <a:rect l="0" t="0" r="0" b="0"/>
              <a:pathLst>
                <a:path w="35192" h="39204">
                  <a:moveTo>
                    <a:pt x="8485" y="39204"/>
                  </a:moveTo>
                  <a:lnTo>
                    <a:pt x="0" y="6446"/>
                  </a:lnTo>
                  <a:lnTo>
                    <a:pt x="26757" y="0"/>
                  </a:lnTo>
                  <a:lnTo>
                    <a:pt x="35192" y="325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0" name="pg291">
              <a:extLst>
                <a:ext uri="{FF2B5EF4-FFF2-40B4-BE49-F238E27FC236}">
                  <a16:creationId xmlns:a16="http://schemas.microsoft.com/office/drawing/2014/main" id="{7A6329DC-774C-4532-9DFD-DD7357FD2770}"/>
                </a:ext>
              </a:extLst>
            </p:cNvPr>
            <p:cNvSpPr/>
            <p:nvPr/>
          </p:nvSpPr>
          <p:spPr>
            <a:xfrm>
              <a:off x="8597667" y="5225354"/>
              <a:ext cx="33598" cy="55941"/>
            </a:xfrm>
            <a:custGeom>
              <a:avLst/>
              <a:gdLst/>
              <a:ahLst/>
              <a:cxnLst/>
              <a:rect l="0" t="0" r="0" b="0"/>
              <a:pathLst>
                <a:path w="33598" h="55941">
                  <a:moveTo>
                    <a:pt x="0" y="2324"/>
                  </a:moveTo>
                  <a:lnTo>
                    <a:pt x="29359" y="0"/>
                  </a:lnTo>
                  <a:lnTo>
                    <a:pt x="30039" y="8619"/>
                  </a:lnTo>
                  <a:lnTo>
                    <a:pt x="33598" y="53624"/>
                  </a:lnTo>
                  <a:lnTo>
                    <a:pt x="7218" y="55706"/>
                  </a:lnTo>
                  <a:lnTo>
                    <a:pt x="4238" y="5594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1" name="pg292">
              <a:extLst>
                <a:ext uri="{FF2B5EF4-FFF2-40B4-BE49-F238E27FC236}">
                  <a16:creationId xmlns:a16="http://schemas.microsoft.com/office/drawing/2014/main" id="{2CF4C365-26B8-44D6-AF6C-A388374C1472}"/>
                </a:ext>
              </a:extLst>
            </p:cNvPr>
            <p:cNvSpPr/>
            <p:nvPr/>
          </p:nvSpPr>
          <p:spPr>
            <a:xfrm>
              <a:off x="7003944" y="2918311"/>
              <a:ext cx="39884" cy="39775"/>
            </a:xfrm>
            <a:custGeom>
              <a:avLst/>
              <a:gdLst/>
              <a:ahLst/>
              <a:cxnLst/>
              <a:rect l="0" t="0" r="0" b="0"/>
              <a:pathLst>
                <a:path w="39884" h="39775">
                  <a:moveTo>
                    <a:pt x="22267" y="39775"/>
                  </a:moveTo>
                  <a:lnTo>
                    <a:pt x="0" y="21411"/>
                  </a:lnTo>
                  <a:lnTo>
                    <a:pt x="17818" y="0"/>
                  </a:lnTo>
                  <a:lnTo>
                    <a:pt x="39884" y="1821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2" name="pg293">
              <a:extLst>
                <a:ext uri="{FF2B5EF4-FFF2-40B4-BE49-F238E27FC236}">
                  <a16:creationId xmlns:a16="http://schemas.microsoft.com/office/drawing/2014/main" id="{FCA3DA05-9695-47D8-B3DE-80A3B4F93823}"/>
                </a:ext>
              </a:extLst>
            </p:cNvPr>
            <p:cNvSpPr/>
            <p:nvPr/>
          </p:nvSpPr>
          <p:spPr>
            <a:xfrm>
              <a:off x="8400770" y="3806941"/>
              <a:ext cx="24944" cy="47128"/>
            </a:xfrm>
            <a:custGeom>
              <a:avLst/>
              <a:gdLst/>
              <a:ahLst/>
              <a:cxnLst/>
              <a:rect l="0" t="0" r="0" b="0"/>
              <a:pathLst>
                <a:path w="24944" h="47128">
                  <a:moveTo>
                    <a:pt x="2207" y="47128"/>
                  </a:moveTo>
                  <a:lnTo>
                    <a:pt x="0" y="1091"/>
                  </a:lnTo>
                  <a:lnTo>
                    <a:pt x="22728" y="0"/>
                  </a:lnTo>
                  <a:lnTo>
                    <a:pt x="24944" y="4603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3" name="pg294">
              <a:extLst>
                <a:ext uri="{FF2B5EF4-FFF2-40B4-BE49-F238E27FC236}">
                  <a16:creationId xmlns:a16="http://schemas.microsoft.com/office/drawing/2014/main" id="{E3516949-16AA-405B-A6A1-27EA37673321}"/>
                </a:ext>
              </a:extLst>
            </p:cNvPr>
            <p:cNvSpPr/>
            <p:nvPr/>
          </p:nvSpPr>
          <p:spPr>
            <a:xfrm>
              <a:off x="7360440" y="2383601"/>
              <a:ext cx="34395" cy="33094"/>
            </a:xfrm>
            <a:custGeom>
              <a:avLst/>
              <a:gdLst/>
              <a:ahLst/>
              <a:cxnLst/>
              <a:rect l="0" t="0" r="0" b="0"/>
              <a:pathLst>
                <a:path w="34395" h="33094">
                  <a:moveTo>
                    <a:pt x="0" y="14109"/>
                  </a:moveTo>
                  <a:lnTo>
                    <a:pt x="11884" y="0"/>
                  </a:lnTo>
                  <a:lnTo>
                    <a:pt x="34395" y="18985"/>
                  </a:lnTo>
                  <a:lnTo>
                    <a:pt x="22510" y="3309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4" name="pg295">
              <a:extLst>
                <a:ext uri="{FF2B5EF4-FFF2-40B4-BE49-F238E27FC236}">
                  <a16:creationId xmlns:a16="http://schemas.microsoft.com/office/drawing/2014/main" id="{CBA1ECBC-A751-4DD0-B995-017C6D71F29E}"/>
                </a:ext>
              </a:extLst>
            </p:cNvPr>
            <p:cNvSpPr/>
            <p:nvPr/>
          </p:nvSpPr>
          <p:spPr>
            <a:xfrm>
              <a:off x="8729333" y="5233302"/>
              <a:ext cx="53700" cy="46272"/>
            </a:xfrm>
            <a:custGeom>
              <a:avLst/>
              <a:gdLst/>
              <a:ahLst/>
              <a:cxnLst/>
              <a:rect l="0" t="0" r="0" b="0"/>
              <a:pathLst>
                <a:path w="53700" h="46272">
                  <a:moveTo>
                    <a:pt x="0" y="4154"/>
                  </a:moveTo>
                  <a:lnTo>
                    <a:pt x="50552" y="0"/>
                  </a:lnTo>
                  <a:lnTo>
                    <a:pt x="53700" y="42151"/>
                  </a:lnTo>
                  <a:lnTo>
                    <a:pt x="3458" y="4627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5" name="pg296">
              <a:extLst>
                <a:ext uri="{FF2B5EF4-FFF2-40B4-BE49-F238E27FC236}">
                  <a16:creationId xmlns:a16="http://schemas.microsoft.com/office/drawing/2014/main" id="{49301E89-BF24-48BC-B80F-035BF8078CB9}"/>
                </a:ext>
              </a:extLst>
            </p:cNvPr>
            <p:cNvSpPr/>
            <p:nvPr/>
          </p:nvSpPr>
          <p:spPr>
            <a:xfrm>
              <a:off x="9152647" y="3735522"/>
              <a:ext cx="71787" cy="69261"/>
            </a:xfrm>
            <a:custGeom>
              <a:avLst/>
              <a:gdLst/>
              <a:ahLst/>
              <a:cxnLst/>
              <a:rect l="0" t="0" r="0" b="0"/>
              <a:pathLst>
                <a:path w="71787" h="69261">
                  <a:moveTo>
                    <a:pt x="20370" y="69261"/>
                  </a:moveTo>
                  <a:lnTo>
                    <a:pt x="0" y="46951"/>
                  </a:lnTo>
                  <a:lnTo>
                    <a:pt x="51417" y="0"/>
                  </a:lnTo>
                  <a:lnTo>
                    <a:pt x="71787" y="2230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6" name="pg297">
              <a:extLst>
                <a:ext uri="{FF2B5EF4-FFF2-40B4-BE49-F238E27FC236}">
                  <a16:creationId xmlns:a16="http://schemas.microsoft.com/office/drawing/2014/main" id="{07353DAA-215E-4B14-A84B-59CD8A0D162F}"/>
                </a:ext>
              </a:extLst>
            </p:cNvPr>
            <p:cNvSpPr/>
            <p:nvPr/>
          </p:nvSpPr>
          <p:spPr>
            <a:xfrm>
              <a:off x="8906171" y="5120757"/>
              <a:ext cx="35545" cy="95028"/>
            </a:xfrm>
            <a:custGeom>
              <a:avLst/>
              <a:gdLst/>
              <a:ahLst/>
              <a:cxnLst/>
              <a:rect l="0" t="0" r="0" b="0"/>
              <a:pathLst>
                <a:path w="35545" h="95028">
                  <a:moveTo>
                    <a:pt x="7302" y="95028"/>
                  </a:moveTo>
                  <a:lnTo>
                    <a:pt x="1854" y="25305"/>
                  </a:lnTo>
                  <a:lnTo>
                    <a:pt x="0" y="1586"/>
                  </a:lnTo>
                  <a:lnTo>
                    <a:pt x="20320" y="0"/>
                  </a:lnTo>
                  <a:lnTo>
                    <a:pt x="22166" y="23719"/>
                  </a:lnTo>
                  <a:lnTo>
                    <a:pt x="30106" y="23098"/>
                  </a:lnTo>
                  <a:lnTo>
                    <a:pt x="35545" y="9282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7" name="pg298">
              <a:extLst>
                <a:ext uri="{FF2B5EF4-FFF2-40B4-BE49-F238E27FC236}">
                  <a16:creationId xmlns:a16="http://schemas.microsoft.com/office/drawing/2014/main" id="{17B8737B-8BD1-4038-8E21-8D8B79E34ADA}"/>
                </a:ext>
              </a:extLst>
            </p:cNvPr>
            <p:cNvSpPr/>
            <p:nvPr/>
          </p:nvSpPr>
          <p:spPr>
            <a:xfrm>
              <a:off x="6529279" y="2464495"/>
              <a:ext cx="41672" cy="51173"/>
            </a:xfrm>
            <a:custGeom>
              <a:avLst/>
              <a:gdLst/>
              <a:ahLst/>
              <a:cxnLst/>
              <a:rect l="0" t="0" r="0" b="0"/>
              <a:pathLst>
                <a:path w="41672" h="51173">
                  <a:moveTo>
                    <a:pt x="0" y="40547"/>
                  </a:moveTo>
                  <a:lnTo>
                    <a:pt x="19111" y="0"/>
                  </a:lnTo>
                  <a:lnTo>
                    <a:pt x="41672" y="10625"/>
                  </a:lnTo>
                  <a:lnTo>
                    <a:pt x="22552" y="5117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8" name="pg299">
              <a:extLst>
                <a:ext uri="{FF2B5EF4-FFF2-40B4-BE49-F238E27FC236}">
                  <a16:creationId xmlns:a16="http://schemas.microsoft.com/office/drawing/2014/main" id="{4D330346-A0B2-42DE-878D-5C0622C0A76C}"/>
                </a:ext>
              </a:extLst>
            </p:cNvPr>
            <p:cNvSpPr/>
            <p:nvPr/>
          </p:nvSpPr>
          <p:spPr>
            <a:xfrm>
              <a:off x="8378141" y="3808032"/>
              <a:ext cx="24835" cy="47119"/>
            </a:xfrm>
            <a:custGeom>
              <a:avLst/>
              <a:gdLst/>
              <a:ahLst/>
              <a:cxnLst/>
              <a:rect l="0" t="0" r="0" b="0"/>
              <a:pathLst>
                <a:path w="24835" h="47119">
                  <a:moveTo>
                    <a:pt x="0" y="1074"/>
                  </a:moveTo>
                  <a:lnTo>
                    <a:pt x="22628" y="0"/>
                  </a:lnTo>
                  <a:lnTo>
                    <a:pt x="24835" y="46037"/>
                  </a:lnTo>
                  <a:lnTo>
                    <a:pt x="2207" y="471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69" name="pg300">
              <a:extLst>
                <a:ext uri="{FF2B5EF4-FFF2-40B4-BE49-F238E27FC236}">
                  <a16:creationId xmlns:a16="http://schemas.microsoft.com/office/drawing/2014/main" id="{3579CFDD-B498-4503-BD33-EDBED0429702}"/>
                </a:ext>
              </a:extLst>
            </p:cNvPr>
            <p:cNvSpPr/>
            <p:nvPr/>
          </p:nvSpPr>
          <p:spPr>
            <a:xfrm>
              <a:off x="7862333" y="3728077"/>
              <a:ext cx="24390" cy="26077"/>
            </a:xfrm>
            <a:custGeom>
              <a:avLst/>
              <a:gdLst/>
              <a:ahLst/>
              <a:cxnLst/>
              <a:rect l="0" t="0" r="0" b="0"/>
              <a:pathLst>
                <a:path w="24390" h="26077">
                  <a:moveTo>
                    <a:pt x="998" y="26077"/>
                  </a:moveTo>
                  <a:lnTo>
                    <a:pt x="0" y="931"/>
                  </a:lnTo>
                  <a:lnTo>
                    <a:pt x="23383" y="0"/>
                  </a:lnTo>
                  <a:lnTo>
                    <a:pt x="24390" y="2514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0" name="pg301">
              <a:extLst>
                <a:ext uri="{FF2B5EF4-FFF2-40B4-BE49-F238E27FC236}">
                  <a16:creationId xmlns:a16="http://schemas.microsoft.com/office/drawing/2014/main" id="{EEBC7DCF-FB64-489C-9221-58D694C8A983}"/>
                </a:ext>
              </a:extLst>
            </p:cNvPr>
            <p:cNvSpPr/>
            <p:nvPr/>
          </p:nvSpPr>
          <p:spPr>
            <a:xfrm>
              <a:off x="8426948" y="3551080"/>
              <a:ext cx="71485" cy="67909"/>
            </a:xfrm>
            <a:custGeom>
              <a:avLst/>
              <a:gdLst/>
              <a:ahLst/>
              <a:cxnLst/>
              <a:rect l="0" t="0" r="0" b="0"/>
              <a:pathLst>
                <a:path w="71485" h="67909">
                  <a:moveTo>
                    <a:pt x="17147" y="67909"/>
                  </a:moveTo>
                  <a:lnTo>
                    <a:pt x="0" y="48798"/>
                  </a:lnTo>
                  <a:lnTo>
                    <a:pt x="54388" y="0"/>
                  </a:lnTo>
                  <a:lnTo>
                    <a:pt x="71485" y="1906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1" name="pg302">
              <a:extLst>
                <a:ext uri="{FF2B5EF4-FFF2-40B4-BE49-F238E27FC236}">
                  <a16:creationId xmlns:a16="http://schemas.microsoft.com/office/drawing/2014/main" id="{98ECE0EB-82A5-4FA5-8D55-CE828C22A475}"/>
                </a:ext>
              </a:extLst>
            </p:cNvPr>
            <p:cNvSpPr/>
            <p:nvPr/>
          </p:nvSpPr>
          <p:spPr>
            <a:xfrm>
              <a:off x="7132059" y="1988328"/>
              <a:ext cx="37719" cy="36376"/>
            </a:xfrm>
            <a:custGeom>
              <a:avLst/>
              <a:gdLst/>
              <a:ahLst/>
              <a:cxnLst/>
              <a:rect l="0" t="0" r="0" b="0"/>
              <a:pathLst>
                <a:path w="37719" h="36376">
                  <a:moveTo>
                    <a:pt x="37115" y="18515"/>
                  </a:moveTo>
                  <a:lnTo>
                    <a:pt x="32868" y="24751"/>
                  </a:lnTo>
                  <a:lnTo>
                    <a:pt x="37719" y="28050"/>
                  </a:lnTo>
                  <a:lnTo>
                    <a:pt x="32053" y="36376"/>
                  </a:lnTo>
                  <a:lnTo>
                    <a:pt x="0" y="14570"/>
                  </a:lnTo>
                  <a:lnTo>
                    <a:pt x="992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2" name="pg303">
              <a:extLst>
                <a:ext uri="{FF2B5EF4-FFF2-40B4-BE49-F238E27FC236}">
                  <a16:creationId xmlns:a16="http://schemas.microsoft.com/office/drawing/2014/main" id="{6C312623-7ADE-4CAC-B029-041CADCC0F2A}"/>
                </a:ext>
              </a:extLst>
            </p:cNvPr>
            <p:cNvSpPr/>
            <p:nvPr/>
          </p:nvSpPr>
          <p:spPr>
            <a:xfrm>
              <a:off x="8456929" y="3570183"/>
              <a:ext cx="58685" cy="56444"/>
            </a:xfrm>
            <a:custGeom>
              <a:avLst/>
              <a:gdLst/>
              <a:ahLst/>
              <a:cxnLst/>
              <a:rect l="0" t="0" r="0" b="0"/>
              <a:pathLst>
                <a:path w="58685" h="56444">
                  <a:moveTo>
                    <a:pt x="41664" y="0"/>
                  </a:moveTo>
                  <a:lnTo>
                    <a:pt x="58685" y="19010"/>
                  </a:lnTo>
                  <a:lnTo>
                    <a:pt x="16987" y="56444"/>
                  </a:lnTo>
                  <a:lnTo>
                    <a:pt x="0" y="3751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3" name="pg304">
              <a:extLst>
                <a:ext uri="{FF2B5EF4-FFF2-40B4-BE49-F238E27FC236}">
                  <a16:creationId xmlns:a16="http://schemas.microsoft.com/office/drawing/2014/main" id="{22BDE5B3-4972-40AA-9EA9-036F92483DF8}"/>
                </a:ext>
              </a:extLst>
            </p:cNvPr>
            <p:cNvSpPr/>
            <p:nvPr/>
          </p:nvSpPr>
          <p:spPr>
            <a:xfrm>
              <a:off x="9284095" y="5138777"/>
              <a:ext cx="55748" cy="89925"/>
            </a:xfrm>
            <a:custGeom>
              <a:avLst/>
              <a:gdLst/>
              <a:ahLst/>
              <a:cxnLst/>
              <a:rect l="0" t="0" r="0" b="0"/>
              <a:pathLst>
                <a:path w="55748" h="89925">
                  <a:moveTo>
                    <a:pt x="0" y="39003"/>
                  </a:moveTo>
                  <a:lnTo>
                    <a:pt x="4406" y="38550"/>
                  </a:lnTo>
                  <a:lnTo>
                    <a:pt x="730" y="2836"/>
                  </a:lnTo>
                  <a:lnTo>
                    <a:pt x="28327" y="0"/>
                  </a:lnTo>
                  <a:lnTo>
                    <a:pt x="32003" y="35713"/>
                  </a:lnTo>
                  <a:lnTo>
                    <a:pt x="50510" y="33816"/>
                  </a:lnTo>
                  <a:lnTo>
                    <a:pt x="55748" y="84730"/>
                  </a:lnTo>
                  <a:lnTo>
                    <a:pt x="5245" y="899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4" name="pg305">
              <a:extLst>
                <a:ext uri="{FF2B5EF4-FFF2-40B4-BE49-F238E27FC236}">
                  <a16:creationId xmlns:a16="http://schemas.microsoft.com/office/drawing/2014/main" id="{AA693EE0-3474-4E7B-AD12-B71B51BE5176}"/>
                </a:ext>
              </a:extLst>
            </p:cNvPr>
            <p:cNvSpPr/>
            <p:nvPr/>
          </p:nvSpPr>
          <p:spPr>
            <a:xfrm>
              <a:off x="7219055" y="3678910"/>
              <a:ext cx="65862" cy="61539"/>
            </a:xfrm>
            <a:custGeom>
              <a:avLst/>
              <a:gdLst/>
              <a:ahLst/>
              <a:cxnLst/>
              <a:rect l="0" t="0" r="0" b="0"/>
              <a:pathLst>
                <a:path w="65862" h="61539">
                  <a:moveTo>
                    <a:pt x="2593" y="61539"/>
                  </a:moveTo>
                  <a:lnTo>
                    <a:pt x="0" y="10768"/>
                  </a:lnTo>
                  <a:lnTo>
                    <a:pt x="62454" y="0"/>
                  </a:lnTo>
                  <a:lnTo>
                    <a:pt x="65862" y="581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5" name="pg306">
              <a:extLst>
                <a:ext uri="{FF2B5EF4-FFF2-40B4-BE49-F238E27FC236}">
                  <a16:creationId xmlns:a16="http://schemas.microsoft.com/office/drawing/2014/main" id="{1DCCA8F8-1A2B-44BC-9078-EF1E7DE110CB}"/>
                </a:ext>
              </a:extLst>
            </p:cNvPr>
            <p:cNvSpPr/>
            <p:nvPr/>
          </p:nvSpPr>
          <p:spPr>
            <a:xfrm>
              <a:off x="8920884" y="4874968"/>
              <a:ext cx="24667" cy="36695"/>
            </a:xfrm>
            <a:custGeom>
              <a:avLst/>
              <a:gdLst/>
              <a:ahLst/>
              <a:cxnLst/>
              <a:rect l="0" t="0" r="0" b="0"/>
              <a:pathLst>
                <a:path w="24667" h="36695">
                  <a:moveTo>
                    <a:pt x="1275" y="36695"/>
                  </a:moveTo>
                  <a:lnTo>
                    <a:pt x="0" y="830"/>
                  </a:lnTo>
                  <a:lnTo>
                    <a:pt x="23232" y="0"/>
                  </a:lnTo>
                  <a:lnTo>
                    <a:pt x="24667" y="3586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6" name="pg307">
              <a:extLst>
                <a:ext uri="{FF2B5EF4-FFF2-40B4-BE49-F238E27FC236}">
                  <a16:creationId xmlns:a16="http://schemas.microsoft.com/office/drawing/2014/main" id="{1FD24B6C-CDC2-4E0A-952F-FAB3E6567F98}"/>
                </a:ext>
              </a:extLst>
            </p:cNvPr>
            <p:cNvSpPr/>
            <p:nvPr/>
          </p:nvSpPr>
          <p:spPr>
            <a:xfrm>
              <a:off x="8443827" y="5190043"/>
              <a:ext cx="33153" cy="61531"/>
            </a:xfrm>
            <a:custGeom>
              <a:avLst/>
              <a:gdLst/>
              <a:ahLst/>
              <a:cxnLst/>
              <a:rect l="0" t="0" r="0" b="0"/>
              <a:pathLst>
                <a:path w="33153" h="61531">
                  <a:moveTo>
                    <a:pt x="0" y="2047"/>
                  </a:moveTo>
                  <a:lnTo>
                    <a:pt x="28948" y="0"/>
                  </a:lnTo>
                  <a:lnTo>
                    <a:pt x="33153" y="59499"/>
                  </a:lnTo>
                  <a:lnTo>
                    <a:pt x="4314" y="61531"/>
                  </a:lnTo>
                  <a:lnTo>
                    <a:pt x="3818" y="5585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7" name="pg308">
              <a:extLst>
                <a:ext uri="{FF2B5EF4-FFF2-40B4-BE49-F238E27FC236}">
                  <a16:creationId xmlns:a16="http://schemas.microsoft.com/office/drawing/2014/main" id="{ABDCD297-C100-4686-93A8-9E7A6F4EDEB1}"/>
                </a:ext>
              </a:extLst>
            </p:cNvPr>
            <p:cNvSpPr/>
            <p:nvPr/>
          </p:nvSpPr>
          <p:spPr>
            <a:xfrm>
              <a:off x="6338945" y="1895616"/>
              <a:ext cx="48832" cy="40363"/>
            </a:xfrm>
            <a:custGeom>
              <a:avLst/>
              <a:gdLst/>
              <a:ahLst/>
              <a:cxnLst/>
              <a:rect l="0" t="0" r="0" b="0"/>
              <a:pathLst>
                <a:path w="48832" h="40363">
                  <a:moveTo>
                    <a:pt x="0" y="21713"/>
                  </a:moveTo>
                  <a:lnTo>
                    <a:pt x="10206" y="0"/>
                  </a:lnTo>
                  <a:lnTo>
                    <a:pt x="48832" y="18792"/>
                  </a:lnTo>
                  <a:lnTo>
                    <a:pt x="38348" y="4036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8" name="pg309">
              <a:extLst>
                <a:ext uri="{FF2B5EF4-FFF2-40B4-BE49-F238E27FC236}">
                  <a16:creationId xmlns:a16="http://schemas.microsoft.com/office/drawing/2014/main" id="{75F2E235-270A-4E5B-815A-A3E8451F9F57}"/>
                </a:ext>
              </a:extLst>
            </p:cNvPr>
            <p:cNvSpPr/>
            <p:nvPr/>
          </p:nvSpPr>
          <p:spPr>
            <a:xfrm>
              <a:off x="7878137" y="4966606"/>
              <a:ext cx="20672" cy="18037"/>
            </a:xfrm>
            <a:custGeom>
              <a:avLst/>
              <a:gdLst/>
              <a:ahLst/>
              <a:cxnLst/>
              <a:rect l="0" t="0" r="0" b="0"/>
              <a:pathLst>
                <a:path w="20672" h="18037">
                  <a:moveTo>
                    <a:pt x="0" y="12505"/>
                  </a:moveTo>
                  <a:lnTo>
                    <a:pt x="4196" y="0"/>
                  </a:lnTo>
                  <a:lnTo>
                    <a:pt x="20672" y="5522"/>
                  </a:lnTo>
                  <a:lnTo>
                    <a:pt x="16467" y="1803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79" name="pg310">
              <a:extLst>
                <a:ext uri="{FF2B5EF4-FFF2-40B4-BE49-F238E27FC236}">
                  <a16:creationId xmlns:a16="http://schemas.microsoft.com/office/drawing/2014/main" id="{78E849ED-B2F5-4498-8FB3-821021F8FA68}"/>
                </a:ext>
              </a:extLst>
            </p:cNvPr>
            <p:cNvSpPr/>
            <p:nvPr/>
          </p:nvSpPr>
          <p:spPr>
            <a:xfrm>
              <a:off x="7598012" y="5412431"/>
              <a:ext cx="35327" cy="65769"/>
            </a:xfrm>
            <a:custGeom>
              <a:avLst/>
              <a:gdLst/>
              <a:ahLst/>
              <a:cxnLst/>
              <a:rect l="0" t="0" r="0" b="0"/>
              <a:pathLst>
                <a:path w="35327" h="65769">
                  <a:moveTo>
                    <a:pt x="5136" y="65769"/>
                  </a:moveTo>
                  <a:lnTo>
                    <a:pt x="0" y="2450"/>
                  </a:lnTo>
                  <a:lnTo>
                    <a:pt x="30182" y="0"/>
                  </a:lnTo>
                  <a:lnTo>
                    <a:pt x="35327" y="6331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0" name="pg311">
              <a:extLst>
                <a:ext uri="{FF2B5EF4-FFF2-40B4-BE49-F238E27FC236}">
                  <a16:creationId xmlns:a16="http://schemas.microsoft.com/office/drawing/2014/main" id="{883E954B-18AB-4FEE-8F48-2E2F5B9B3648}"/>
                </a:ext>
              </a:extLst>
            </p:cNvPr>
            <p:cNvSpPr/>
            <p:nvPr/>
          </p:nvSpPr>
          <p:spPr>
            <a:xfrm>
              <a:off x="5965914" y="3424325"/>
              <a:ext cx="63386" cy="58887"/>
            </a:xfrm>
            <a:custGeom>
              <a:avLst/>
              <a:gdLst/>
              <a:ahLst/>
              <a:cxnLst/>
              <a:rect l="0" t="0" r="0" b="0"/>
              <a:pathLst>
                <a:path w="63386" h="58887">
                  <a:moveTo>
                    <a:pt x="6135" y="58887"/>
                  </a:moveTo>
                  <a:lnTo>
                    <a:pt x="394" y="10558"/>
                  </a:lnTo>
                  <a:lnTo>
                    <a:pt x="0" y="7226"/>
                  </a:lnTo>
                  <a:lnTo>
                    <a:pt x="60817" y="0"/>
                  </a:lnTo>
                  <a:lnTo>
                    <a:pt x="63386" y="21663"/>
                  </a:lnTo>
                  <a:lnTo>
                    <a:pt x="37559" y="24734"/>
                  </a:lnTo>
                  <a:lnTo>
                    <a:pt x="41127" y="547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1" name="pg312">
              <a:extLst>
                <a:ext uri="{FF2B5EF4-FFF2-40B4-BE49-F238E27FC236}">
                  <a16:creationId xmlns:a16="http://schemas.microsoft.com/office/drawing/2014/main" id="{FBAE3DB3-188C-4115-8EC5-288B83E718C2}"/>
                </a:ext>
              </a:extLst>
            </p:cNvPr>
            <p:cNvSpPr/>
            <p:nvPr/>
          </p:nvSpPr>
          <p:spPr>
            <a:xfrm>
              <a:off x="8160210" y="5067929"/>
              <a:ext cx="23610" cy="70679"/>
            </a:xfrm>
            <a:custGeom>
              <a:avLst/>
              <a:gdLst/>
              <a:ahLst/>
              <a:cxnLst/>
              <a:rect l="0" t="0" r="0" b="0"/>
              <a:pathLst>
                <a:path w="23610" h="70679">
                  <a:moveTo>
                    <a:pt x="0" y="1334"/>
                  </a:moveTo>
                  <a:lnTo>
                    <a:pt x="18658" y="0"/>
                  </a:lnTo>
                  <a:lnTo>
                    <a:pt x="23610" y="69362"/>
                  </a:lnTo>
                  <a:lnTo>
                    <a:pt x="5119" y="7067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2" name="pg313">
              <a:extLst>
                <a:ext uri="{FF2B5EF4-FFF2-40B4-BE49-F238E27FC236}">
                  <a16:creationId xmlns:a16="http://schemas.microsoft.com/office/drawing/2014/main" id="{A7A5CB69-F425-41E9-B169-570D88718C08}"/>
                </a:ext>
              </a:extLst>
            </p:cNvPr>
            <p:cNvSpPr/>
            <p:nvPr/>
          </p:nvSpPr>
          <p:spPr>
            <a:xfrm>
              <a:off x="5982373" y="5479796"/>
              <a:ext cx="28981" cy="35713"/>
            </a:xfrm>
            <a:custGeom>
              <a:avLst/>
              <a:gdLst/>
              <a:ahLst/>
              <a:cxnLst/>
              <a:rect l="0" t="0" r="0" b="0"/>
              <a:pathLst>
                <a:path w="28981" h="35713">
                  <a:moveTo>
                    <a:pt x="5917" y="35713"/>
                  </a:moveTo>
                  <a:lnTo>
                    <a:pt x="0" y="4641"/>
                  </a:lnTo>
                  <a:lnTo>
                    <a:pt x="22980" y="0"/>
                  </a:lnTo>
                  <a:lnTo>
                    <a:pt x="28981" y="313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3" name="pg314">
              <a:extLst>
                <a:ext uri="{FF2B5EF4-FFF2-40B4-BE49-F238E27FC236}">
                  <a16:creationId xmlns:a16="http://schemas.microsoft.com/office/drawing/2014/main" id="{80D2AC0B-0DCF-4EA4-A5EF-97DFC7656F65}"/>
                </a:ext>
              </a:extLst>
            </p:cNvPr>
            <p:cNvSpPr/>
            <p:nvPr/>
          </p:nvSpPr>
          <p:spPr>
            <a:xfrm>
              <a:off x="6673912" y="1719340"/>
              <a:ext cx="129298" cy="90806"/>
            </a:xfrm>
            <a:custGeom>
              <a:avLst/>
              <a:gdLst/>
              <a:ahLst/>
              <a:cxnLst/>
              <a:rect l="0" t="0" r="0" b="0"/>
              <a:pathLst>
                <a:path w="129298" h="90806">
                  <a:moveTo>
                    <a:pt x="0" y="43175"/>
                  </a:moveTo>
                  <a:lnTo>
                    <a:pt x="19824" y="0"/>
                  </a:lnTo>
                  <a:lnTo>
                    <a:pt x="54321" y="16299"/>
                  </a:lnTo>
                  <a:lnTo>
                    <a:pt x="129298" y="51710"/>
                  </a:lnTo>
                  <a:lnTo>
                    <a:pt x="111907" y="90806"/>
                  </a:lnTo>
                  <a:lnTo>
                    <a:pt x="36049" y="54984"/>
                  </a:lnTo>
                  <a:lnTo>
                    <a:pt x="34261" y="5877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4" name="pg315">
              <a:extLst>
                <a:ext uri="{FF2B5EF4-FFF2-40B4-BE49-F238E27FC236}">
                  <a16:creationId xmlns:a16="http://schemas.microsoft.com/office/drawing/2014/main" id="{31D4BA5A-F6CE-4B1C-BFC5-D2D3DFDED244}"/>
                </a:ext>
              </a:extLst>
            </p:cNvPr>
            <p:cNvSpPr/>
            <p:nvPr/>
          </p:nvSpPr>
          <p:spPr>
            <a:xfrm>
              <a:off x="7216042" y="1659437"/>
              <a:ext cx="22527" cy="20345"/>
            </a:xfrm>
            <a:custGeom>
              <a:avLst/>
              <a:gdLst/>
              <a:ahLst/>
              <a:cxnLst/>
              <a:rect l="0" t="0" r="0" b="0"/>
              <a:pathLst>
                <a:path w="22527" h="20345">
                  <a:moveTo>
                    <a:pt x="4868" y="20345"/>
                  </a:moveTo>
                  <a:lnTo>
                    <a:pt x="0" y="5992"/>
                  </a:lnTo>
                  <a:lnTo>
                    <a:pt x="17667" y="0"/>
                  </a:lnTo>
                  <a:lnTo>
                    <a:pt x="22527" y="1436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5" name="pg316">
              <a:extLst>
                <a:ext uri="{FF2B5EF4-FFF2-40B4-BE49-F238E27FC236}">
                  <a16:creationId xmlns:a16="http://schemas.microsoft.com/office/drawing/2014/main" id="{896AB76E-4663-4A4E-A89C-865DD3864943}"/>
                </a:ext>
              </a:extLst>
            </p:cNvPr>
            <p:cNvSpPr/>
            <p:nvPr/>
          </p:nvSpPr>
          <p:spPr>
            <a:xfrm>
              <a:off x="7157482" y="2269813"/>
              <a:ext cx="68396" cy="63981"/>
            </a:xfrm>
            <a:custGeom>
              <a:avLst/>
              <a:gdLst/>
              <a:ahLst/>
              <a:cxnLst/>
              <a:rect l="0" t="0" r="0" b="0"/>
              <a:pathLst>
                <a:path w="68396" h="63981">
                  <a:moveTo>
                    <a:pt x="0" y="41311"/>
                  </a:moveTo>
                  <a:lnTo>
                    <a:pt x="19270" y="0"/>
                  </a:lnTo>
                  <a:lnTo>
                    <a:pt x="30324" y="5077"/>
                  </a:lnTo>
                  <a:lnTo>
                    <a:pt x="52760" y="15376"/>
                  </a:lnTo>
                  <a:lnTo>
                    <a:pt x="68396" y="22561"/>
                  </a:lnTo>
                  <a:lnTo>
                    <a:pt x="49369" y="6398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6" name="pg317">
              <a:extLst>
                <a:ext uri="{FF2B5EF4-FFF2-40B4-BE49-F238E27FC236}">
                  <a16:creationId xmlns:a16="http://schemas.microsoft.com/office/drawing/2014/main" id="{2FDE7921-FEF5-4A94-B12A-65CFFD830DAF}"/>
                </a:ext>
              </a:extLst>
            </p:cNvPr>
            <p:cNvSpPr/>
            <p:nvPr/>
          </p:nvSpPr>
          <p:spPr>
            <a:xfrm>
              <a:off x="6930402" y="2107395"/>
              <a:ext cx="36569" cy="40690"/>
            </a:xfrm>
            <a:custGeom>
              <a:avLst/>
              <a:gdLst/>
              <a:ahLst/>
              <a:cxnLst/>
              <a:rect l="0" t="0" r="0" b="0"/>
              <a:pathLst>
                <a:path w="36569" h="40690">
                  <a:moveTo>
                    <a:pt x="21990" y="40690"/>
                  </a:moveTo>
                  <a:lnTo>
                    <a:pt x="0" y="29846"/>
                  </a:lnTo>
                  <a:lnTo>
                    <a:pt x="14604" y="0"/>
                  </a:lnTo>
                  <a:lnTo>
                    <a:pt x="36569" y="108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7" name="pg318">
              <a:extLst>
                <a:ext uri="{FF2B5EF4-FFF2-40B4-BE49-F238E27FC236}">
                  <a16:creationId xmlns:a16="http://schemas.microsoft.com/office/drawing/2014/main" id="{D6C72556-A161-49AA-A43E-807A8E71D1C9}"/>
                </a:ext>
              </a:extLst>
            </p:cNvPr>
            <p:cNvSpPr/>
            <p:nvPr/>
          </p:nvSpPr>
          <p:spPr>
            <a:xfrm>
              <a:off x="7671142" y="4200006"/>
              <a:ext cx="36796" cy="56629"/>
            </a:xfrm>
            <a:custGeom>
              <a:avLst/>
              <a:gdLst/>
              <a:ahLst/>
              <a:cxnLst/>
              <a:rect l="0" t="0" r="0" b="0"/>
              <a:pathLst>
                <a:path w="36796" h="56629">
                  <a:moveTo>
                    <a:pt x="0" y="2005"/>
                  </a:moveTo>
                  <a:lnTo>
                    <a:pt x="4431" y="1737"/>
                  </a:lnTo>
                  <a:lnTo>
                    <a:pt x="33547" y="0"/>
                  </a:lnTo>
                  <a:lnTo>
                    <a:pt x="36796" y="54623"/>
                  </a:lnTo>
                  <a:lnTo>
                    <a:pt x="3172" y="5662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8" name="pg319">
              <a:extLst>
                <a:ext uri="{FF2B5EF4-FFF2-40B4-BE49-F238E27FC236}">
                  <a16:creationId xmlns:a16="http://schemas.microsoft.com/office/drawing/2014/main" id="{20B4F501-3191-4B29-A3E9-35A808F94BB6}"/>
                </a:ext>
              </a:extLst>
            </p:cNvPr>
            <p:cNvSpPr/>
            <p:nvPr/>
          </p:nvSpPr>
          <p:spPr>
            <a:xfrm>
              <a:off x="7649303" y="2504565"/>
              <a:ext cx="26640" cy="28738"/>
            </a:xfrm>
            <a:custGeom>
              <a:avLst/>
              <a:gdLst/>
              <a:ahLst/>
              <a:cxnLst/>
              <a:rect l="0" t="0" r="0" b="0"/>
              <a:pathLst>
                <a:path w="26640" h="28738">
                  <a:moveTo>
                    <a:pt x="0" y="19959"/>
                  </a:moveTo>
                  <a:lnTo>
                    <a:pt x="11851" y="0"/>
                  </a:lnTo>
                  <a:lnTo>
                    <a:pt x="26640" y="8779"/>
                  </a:lnTo>
                  <a:lnTo>
                    <a:pt x="14780" y="2873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89" name="pg320">
              <a:extLst>
                <a:ext uri="{FF2B5EF4-FFF2-40B4-BE49-F238E27FC236}">
                  <a16:creationId xmlns:a16="http://schemas.microsoft.com/office/drawing/2014/main" id="{A50B4402-63B9-4D70-9E56-0D0802B0881C}"/>
                </a:ext>
              </a:extLst>
            </p:cNvPr>
            <p:cNvSpPr/>
            <p:nvPr/>
          </p:nvSpPr>
          <p:spPr>
            <a:xfrm>
              <a:off x="8029275" y="3164125"/>
              <a:ext cx="31038" cy="34890"/>
            </a:xfrm>
            <a:custGeom>
              <a:avLst/>
              <a:gdLst/>
              <a:ahLst/>
              <a:cxnLst/>
              <a:rect l="0" t="0" r="0" b="0"/>
              <a:pathLst>
                <a:path w="31038" h="34890">
                  <a:moveTo>
                    <a:pt x="0" y="9559"/>
                  </a:moveTo>
                  <a:lnTo>
                    <a:pt x="14990" y="0"/>
                  </a:lnTo>
                  <a:lnTo>
                    <a:pt x="31038" y="25188"/>
                  </a:lnTo>
                  <a:lnTo>
                    <a:pt x="15829" y="3489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0" name="pg321">
              <a:extLst>
                <a:ext uri="{FF2B5EF4-FFF2-40B4-BE49-F238E27FC236}">
                  <a16:creationId xmlns:a16="http://schemas.microsoft.com/office/drawing/2014/main" id="{D0C65C11-5879-4689-B7FB-84322EBC84D7}"/>
                </a:ext>
              </a:extLst>
            </p:cNvPr>
            <p:cNvSpPr/>
            <p:nvPr/>
          </p:nvSpPr>
          <p:spPr>
            <a:xfrm>
              <a:off x="8556910" y="3568983"/>
              <a:ext cx="113342" cy="109448"/>
            </a:xfrm>
            <a:custGeom>
              <a:avLst/>
              <a:gdLst/>
              <a:ahLst/>
              <a:cxnLst/>
              <a:rect l="0" t="0" r="0" b="0"/>
              <a:pathLst>
                <a:path w="113342" h="109448">
                  <a:moveTo>
                    <a:pt x="0" y="69722"/>
                  </a:moveTo>
                  <a:lnTo>
                    <a:pt x="77646" y="0"/>
                  </a:lnTo>
                  <a:lnTo>
                    <a:pt x="113342" y="39758"/>
                  </a:lnTo>
                  <a:lnTo>
                    <a:pt x="35671" y="10944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1" name="pg322">
              <a:extLst>
                <a:ext uri="{FF2B5EF4-FFF2-40B4-BE49-F238E27FC236}">
                  <a16:creationId xmlns:a16="http://schemas.microsoft.com/office/drawing/2014/main" id="{C0A43F9F-F20D-4C1D-A522-10CE87CD5481}"/>
                </a:ext>
              </a:extLst>
            </p:cNvPr>
            <p:cNvSpPr/>
            <p:nvPr/>
          </p:nvSpPr>
          <p:spPr>
            <a:xfrm>
              <a:off x="9540408" y="4153893"/>
              <a:ext cx="129902" cy="128887"/>
            </a:xfrm>
            <a:custGeom>
              <a:avLst/>
              <a:gdLst/>
              <a:ahLst/>
              <a:cxnLst/>
              <a:rect l="0" t="0" r="0" b="0"/>
              <a:pathLst>
                <a:path w="129902" h="128887">
                  <a:moveTo>
                    <a:pt x="0" y="69395"/>
                  </a:moveTo>
                  <a:lnTo>
                    <a:pt x="19170" y="51585"/>
                  </a:lnTo>
                  <a:lnTo>
                    <a:pt x="6093" y="36880"/>
                  </a:lnTo>
                  <a:lnTo>
                    <a:pt x="28595" y="16115"/>
                  </a:lnTo>
                  <a:lnTo>
                    <a:pt x="42134" y="30400"/>
                  </a:lnTo>
                  <a:lnTo>
                    <a:pt x="75262" y="0"/>
                  </a:lnTo>
                  <a:lnTo>
                    <a:pt x="129902" y="59558"/>
                  </a:lnTo>
                  <a:lnTo>
                    <a:pt x="110153" y="77906"/>
                  </a:lnTo>
                  <a:lnTo>
                    <a:pt x="113695" y="81716"/>
                  </a:lnTo>
                  <a:lnTo>
                    <a:pt x="77948" y="114929"/>
                  </a:lnTo>
                  <a:lnTo>
                    <a:pt x="74406" y="111110"/>
                  </a:lnTo>
                  <a:lnTo>
                    <a:pt x="55269" y="12888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2" name="pg323">
              <a:extLst>
                <a:ext uri="{FF2B5EF4-FFF2-40B4-BE49-F238E27FC236}">
                  <a16:creationId xmlns:a16="http://schemas.microsoft.com/office/drawing/2014/main" id="{66380B74-B503-4E19-9C5E-6B877498CD14}"/>
                </a:ext>
              </a:extLst>
            </p:cNvPr>
            <p:cNvSpPr/>
            <p:nvPr/>
          </p:nvSpPr>
          <p:spPr>
            <a:xfrm>
              <a:off x="6993964" y="3161708"/>
              <a:ext cx="98385" cy="87936"/>
            </a:xfrm>
            <a:custGeom>
              <a:avLst/>
              <a:gdLst/>
              <a:ahLst/>
              <a:cxnLst/>
              <a:rect l="0" t="0" r="0" b="0"/>
              <a:pathLst>
                <a:path w="98385" h="87936">
                  <a:moveTo>
                    <a:pt x="11431" y="87936"/>
                  </a:moveTo>
                  <a:lnTo>
                    <a:pt x="3466" y="36023"/>
                  </a:lnTo>
                  <a:lnTo>
                    <a:pt x="0" y="13471"/>
                  </a:lnTo>
                  <a:lnTo>
                    <a:pt x="86929" y="0"/>
                  </a:lnTo>
                  <a:lnTo>
                    <a:pt x="98385" y="74565"/>
                  </a:lnTo>
                  <a:lnTo>
                    <a:pt x="13966" y="875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3" name="pg324">
              <a:extLst>
                <a:ext uri="{FF2B5EF4-FFF2-40B4-BE49-F238E27FC236}">
                  <a16:creationId xmlns:a16="http://schemas.microsoft.com/office/drawing/2014/main" id="{6A577086-2046-4615-AEBE-7A5B75CAF643}"/>
                </a:ext>
              </a:extLst>
            </p:cNvPr>
            <p:cNvSpPr/>
            <p:nvPr/>
          </p:nvSpPr>
          <p:spPr>
            <a:xfrm>
              <a:off x="8011531" y="2123871"/>
              <a:ext cx="57594" cy="41756"/>
            </a:xfrm>
            <a:custGeom>
              <a:avLst/>
              <a:gdLst/>
              <a:ahLst/>
              <a:cxnLst/>
              <a:rect l="0" t="0" r="0" b="0"/>
              <a:pathLst>
                <a:path w="57594" h="41756">
                  <a:moveTo>
                    <a:pt x="0" y="36645"/>
                  </a:moveTo>
                  <a:lnTo>
                    <a:pt x="8217" y="0"/>
                  </a:lnTo>
                  <a:lnTo>
                    <a:pt x="57594" y="11440"/>
                  </a:lnTo>
                  <a:lnTo>
                    <a:pt x="53406" y="29342"/>
                  </a:lnTo>
                  <a:lnTo>
                    <a:pt x="29116" y="24139"/>
                  </a:lnTo>
                  <a:lnTo>
                    <a:pt x="24541" y="4175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4" name="pg325">
              <a:extLst>
                <a:ext uri="{FF2B5EF4-FFF2-40B4-BE49-F238E27FC236}">
                  <a16:creationId xmlns:a16="http://schemas.microsoft.com/office/drawing/2014/main" id="{E6333F59-2CC5-4B3D-9385-807BCD17215C}"/>
                </a:ext>
              </a:extLst>
            </p:cNvPr>
            <p:cNvSpPr/>
            <p:nvPr/>
          </p:nvSpPr>
          <p:spPr>
            <a:xfrm>
              <a:off x="7188504" y="1538474"/>
              <a:ext cx="53129" cy="53960"/>
            </a:xfrm>
            <a:custGeom>
              <a:avLst/>
              <a:gdLst/>
              <a:ahLst/>
              <a:cxnLst/>
              <a:rect l="0" t="0" r="0" b="0"/>
              <a:pathLst>
                <a:path w="53129" h="53960">
                  <a:moveTo>
                    <a:pt x="53129" y="6194"/>
                  </a:moveTo>
                  <a:lnTo>
                    <a:pt x="48529" y="44979"/>
                  </a:lnTo>
                  <a:lnTo>
                    <a:pt x="31088" y="43074"/>
                  </a:lnTo>
                  <a:lnTo>
                    <a:pt x="29535" y="53960"/>
                  </a:lnTo>
                  <a:lnTo>
                    <a:pt x="0" y="50183"/>
                  </a:lnTo>
                  <a:lnTo>
                    <a:pt x="3768" y="27815"/>
                  </a:lnTo>
                  <a:lnTo>
                    <a:pt x="7553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5" name="pg326">
              <a:extLst>
                <a:ext uri="{FF2B5EF4-FFF2-40B4-BE49-F238E27FC236}">
                  <a16:creationId xmlns:a16="http://schemas.microsoft.com/office/drawing/2014/main" id="{3B036A84-914D-43A8-9DA7-2169B970AC98}"/>
                </a:ext>
              </a:extLst>
            </p:cNvPr>
            <p:cNvSpPr/>
            <p:nvPr/>
          </p:nvSpPr>
          <p:spPr>
            <a:xfrm>
              <a:off x="6287998" y="2205680"/>
              <a:ext cx="142702" cy="123154"/>
            </a:xfrm>
            <a:custGeom>
              <a:avLst/>
              <a:gdLst/>
              <a:ahLst/>
              <a:cxnLst/>
              <a:rect l="0" t="0" r="0" b="0"/>
              <a:pathLst>
                <a:path w="142702" h="123154">
                  <a:moveTo>
                    <a:pt x="1292" y="40312"/>
                  </a:moveTo>
                  <a:lnTo>
                    <a:pt x="9476" y="24147"/>
                  </a:lnTo>
                  <a:lnTo>
                    <a:pt x="23727" y="31273"/>
                  </a:lnTo>
                  <a:lnTo>
                    <a:pt x="39389" y="0"/>
                  </a:lnTo>
                  <a:lnTo>
                    <a:pt x="94365" y="27471"/>
                  </a:lnTo>
                  <a:lnTo>
                    <a:pt x="92418" y="31374"/>
                  </a:lnTo>
                  <a:lnTo>
                    <a:pt x="142702" y="56671"/>
                  </a:lnTo>
                  <a:lnTo>
                    <a:pt x="135601" y="71116"/>
                  </a:lnTo>
                  <a:lnTo>
                    <a:pt x="138237" y="72408"/>
                  </a:lnTo>
                  <a:lnTo>
                    <a:pt x="135165" y="78451"/>
                  </a:lnTo>
                  <a:lnTo>
                    <a:pt x="132605" y="77192"/>
                  </a:lnTo>
                  <a:lnTo>
                    <a:pt x="122617" y="97496"/>
                  </a:lnTo>
                  <a:lnTo>
                    <a:pt x="72190" y="72123"/>
                  </a:lnTo>
                  <a:lnTo>
                    <a:pt x="46960" y="123154"/>
                  </a:lnTo>
                  <a:lnTo>
                    <a:pt x="17399" y="108206"/>
                  </a:lnTo>
                  <a:lnTo>
                    <a:pt x="24197" y="94625"/>
                  </a:lnTo>
                  <a:lnTo>
                    <a:pt x="21721" y="93391"/>
                  </a:lnTo>
                  <a:lnTo>
                    <a:pt x="23257" y="90328"/>
                  </a:lnTo>
                  <a:lnTo>
                    <a:pt x="0" y="78686"/>
                  </a:lnTo>
                  <a:lnTo>
                    <a:pt x="15619" y="4748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6" name="pg327">
              <a:extLst>
                <a:ext uri="{FF2B5EF4-FFF2-40B4-BE49-F238E27FC236}">
                  <a16:creationId xmlns:a16="http://schemas.microsoft.com/office/drawing/2014/main" id="{813977AD-1ED5-41EF-84C8-2DB25357DB13}"/>
                </a:ext>
              </a:extLst>
            </p:cNvPr>
            <p:cNvSpPr/>
            <p:nvPr/>
          </p:nvSpPr>
          <p:spPr>
            <a:xfrm>
              <a:off x="8138270" y="1766024"/>
              <a:ext cx="51475" cy="52743"/>
            </a:xfrm>
            <a:custGeom>
              <a:avLst/>
              <a:gdLst/>
              <a:ahLst/>
              <a:cxnLst/>
              <a:rect l="0" t="0" r="0" b="0"/>
              <a:pathLst>
                <a:path w="51475" h="52743">
                  <a:moveTo>
                    <a:pt x="0" y="49822"/>
                  </a:moveTo>
                  <a:lnTo>
                    <a:pt x="41" y="49192"/>
                  </a:lnTo>
                  <a:lnTo>
                    <a:pt x="1980" y="17063"/>
                  </a:lnTo>
                  <a:lnTo>
                    <a:pt x="3013" y="0"/>
                  </a:lnTo>
                  <a:lnTo>
                    <a:pt x="51475" y="2937"/>
                  </a:lnTo>
                  <a:lnTo>
                    <a:pt x="48471" y="5274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7" name="pg328">
              <a:extLst>
                <a:ext uri="{FF2B5EF4-FFF2-40B4-BE49-F238E27FC236}">
                  <a16:creationId xmlns:a16="http://schemas.microsoft.com/office/drawing/2014/main" id="{AF88D3C7-8375-4836-AD3D-3FEB27916A56}"/>
                </a:ext>
              </a:extLst>
            </p:cNvPr>
            <p:cNvSpPr/>
            <p:nvPr/>
          </p:nvSpPr>
          <p:spPr>
            <a:xfrm>
              <a:off x="8259225" y="3677743"/>
              <a:ext cx="58903" cy="106745"/>
            </a:xfrm>
            <a:custGeom>
              <a:avLst/>
              <a:gdLst/>
              <a:ahLst/>
              <a:cxnLst/>
              <a:rect l="0" t="0" r="0" b="0"/>
              <a:pathLst>
                <a:path w="58903" h="106745">
                  <a:moveTo>
                    <a:pt x="0" y="2862"/>
                  </a:moveTo>
                  <a:lnTo>
                    <a:pt x="53322" y="0"/>
                  </a:lnTo>
                  <a:lnTo>
                    <a:pt x="58903" y="103875"/>
                  </a:lnTo>
                  <a:lnTo>
                    <a:pt x="5505" y="10674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8" name="pg329">
              <a:extLst>
                <a:ext uri="{FF2B5EF4-FFF2-40B4-BE49-F238E27FC236}">
                  <a16:creationId xmlns:a16="http://schemas.microsoft.com/office/drawing/2014/main" id="{5216BD0D-18F1-4751-AAA2-65B1C9D6B414}"/>
                </a:ext>
              </a:extLst>
            </p:cNvPr>
            <p:cNvSpPr/>
            <p:nvPr/>
          </p:nvSpPr>
          <p:spPr>
            <a:xfrm>
              <a:off x="6861972" y="3836519"/>
              <a:ext cx="56881" cy="120317"/>
            </a:xfrm>
            <a:custGeom>
              <a:avLst/>
              <a:gdLst/>
              <a:ahLst/>
              <a:cxnLst/>
              <a:rect l="0" t="0" r="0" b="0"/>
              <a:pathLst>
                <a:path w="56881" h="120317">
                  <a:moveTo>
                    <a:pt x="444" y="10986"/>
                  </a:moveTo>
                  <a:lnTo>
                    <a:pt x="0" y="2677"/>
                  </a:lnTo>
                  <a:lnTo>
                    <a:pt x="48932" y="92"/>
                  </a:lnTo>
                  <a:lnTo>
                    <a:pt x="50636" y="0"/>
                  </a:lnTo>
                  <a:lnTo>
                    <a:pt x="51475" y="15829"/>
                  </a:lnTo>
                  <a:lnTo>
                    <a:pt x="56881" y="117959"/>
                  </a:lnTo>
                  <a:lnTo>
                    <a:pt x="54531" y="118084"/>
                  </a:lnTo>
                  <a:lnTo>
                    <a:pt x="54254" y="112797"/>
                  </a:lnTo>
                  <a:lnTo>
                    <a:pt x="38466" y="113628"/>
                  </a:lnTo>
                  <a:lnTo>
                    <a:pt x="32876" y="119234"/>
                  </a:lnTo>
                  <a:lnTo>
                    <a:pt x="12380" y="120317"/>
                  </a:lnTo>
                  <a:lnTo>
                    <a:pt x="7780" y="116011"/>
                  </a:lnTo>
                  <a:lnTo>
                    <a:pt x="6017" y="11611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499" name="pg330">
              <a:extLst>
                <a:ext uri="{FF2B5EF4-FFF2-40B4-BE49-F238E27FC236}">
                  <a16:creationId xmlns:a16="http://schemas.microsoft.com/office/drawing/2014/main" id="{7E207863-7F66-4D04-97D1-50EE6288D2FD}"/>
                </a:ext>
              </a:extLst>
            </p:cNvPr>
            <p:cNvSpPr/>
            <p:nvPr/>
          </p:nvSpPr>
          <p:spPr>
            <a:xfrm>
              <a:off x="5882116" y="2251491"/>
              <a:ext cx="91318" cy="111143"/>
            </a:xfrm>
            <a:custGeom>
              <a:avLst/>
              <a:gdLst/>
              <a:ahLst/>
              <a:cxnLst/>
              <a:rect l="0" t="0" r="0" b="0"/>
              <a:pathLst>
                <a:path w="91318" h="111143">
                  <a:moveTo>
                    <a:pt x="0" y="67246"/>
                  </a:moveTo>
                  <a:lnTo>
                    <a:pt x="12061" y="66499"/>
                  </a:lnTo>
                  <a:lnTo>
                    <a:pt x="11901" y="63788"/>
                  </a:lnTo>
                  <a:lnTo>
                    <a:pt x="11490" y="63805"/>
                  </a:lnTo>
                  <a:lnTo>
                    <a:pt x="8175" y="3575"/>
                  </a:lnTo>
                  <a:lnTo>
                    <a:pt x="73080" y="0"/>
                  </a:lnTo>
                  <a:lnTo>
                    <a:pt x="73113" y="587"/>
                  </a:lnTo>
                  <a:lnTo>
                    <a:pt x="75740" y="48336"/>
                  </a:lnTo>
                  <a:lnTo>
                    <a:pt x="88028" y="47539"/>
                  </a:lnTo>
                  <a:lnTo>
                    <a:pt x="88532" y="47505"/>
                  </a:lnTo>
                  <a:lnTo>
                    <a:pt x="90202" y="77822"/>
                  </a:lnTo>
                  <a:lnTo>
                    <a:pt x="89707" y="77847"/>
                  </a:lnTo>
                  <a:lnTo>
                    <a:pt x="90244" y="86752"/>
                  </a:lnTo>
                  <a:lnTo>
                    <a:pt x="91318" y="106250"/>
                  </a:lnTo>
                  <a:lnTo>
                    <a:pt x="84730" y="106611"/>
                  </a:lnTo>
                  <a:lnTo>
                    <a:pt x="26346" y="109825"/>
                  </a:lnTo>
                  <a:lnTo>
                    <a:pt x="14621" y="110472"/>
                  </a:lnTo>
                  <a:lnTo>
                    <a:pt x="2383" y="11114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0" name="pg331">
              <a:extLst>
                <a:ext uri="{FF2B5EF4-FFF2-40B4-BE49-F238E27FC236}">
                  <a16:creationId xmlns:a16="http://schemas.microsoft.com/office/drawing/2014/main" id="{C54BE242-7A19-4552-A4F6-55E0CC26BEB2}"/>
                </a:ext>
              </a:extLst>
            </p:cNvPr>
            <p:cNvSpPr/>
            <p:nvPr/>
          </p:nvSpPr>
          <p:spPr>
            <a:xfrm>
              <a:off x="7444759" y="2750790"/>
              <a:ext cx="88288" cy="112553"/>
            </a:xfrm>
            <a:custGeom>
              <a:avLst/>
              <a:gdLst/>
              <a:ahLst/>
              <a:cxnLst/>
              <a:rect l="0" t="0" r="0" b="0"/>
              <a:pathLst>
                <a:path w="88288" h="112553">
                  <a:moveTo>
                    <a:pt x="45718" y="112553"/>
                  </a:moveTo>
                  <a:lnTo>
                    <a:pt x="0" y="91276"/>
                  </a:lnTo>
                  <a:lnTo>
                    <a:pt x="42562" y="0"/>
                  </a:lnTo>
                  <a:lnTo>
                    <a:pt x="88288" y="2125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1" name="pg332">
              <a:extLst>
                <a:ext uri="{FF2B5EF4-FFF2-40B4-BE49-F238E27FC236}">
                  <a16:creationId xmlns:a16="http://schemas.microsoft.com/office/drawing/2014/main" id="{B83757C0-32DF-4D2D-A04C-19BEA6B0571A}"/>
                </a:ext>
              </a:extLst>
            </p:cNvPr>
            <p:cNvSpPr/>
            <p:nvPr/>
          </p:nvSpPr>
          <p:spPr>
            <a:xfrm>
              <a:off x="8234700" y="1621643"/>
              <a:ext cx="46028" cy="42671"/>
            </a:xfrm>
            <a:custGeom>
              <a:avLst/>
              <a:gdLst/>
              <a:ahLst/>
              <a:cxnLst/>
              <a:rect l="0" t="0" r="0" b="0"/>
              <a:pathLst>
                <a:path w="46028" h="42671">
                  <a:moveTo>
                    <a:pt x="0" y="38298"/>
                  </a:moveTo>
                  <a:lnTo>
                    <a:pt x="570" y="32842"/>
                  </a:lnTo>
                  <a:lnTo>
                    <a:pt x="3986" y="0"/>
                  </a:lnTo>
                  <a:lnTo>
                    <a:pt x="46028" y="4364"/>
                  </a:lnTo>
                  <a:lnTo>
                    <a:pt x="42050" y="42671"/>
                  </a:lnTo>
                  <a:lnTo>
                    <a:pt x="32154" y="4163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2" name="pg333">
              <a:extLst>
                <a:ext uri="{FF2B5EF4-FFF2-40B4-BE49-F238E27FC236}">
                  <a16:creationId xmlns:a16="http://schemas.microsoft.com/office/drawing/2014/main" id="{8349F9AF-8396-4D6D-80DC-CB69FE806EE0}"/>
                </a:ext>
              </a:extLst>
            </p:cNvPr>
            <p:cNvSpPr/>
            <p:nvPr/>
          </p:nvSpPr>
          <p:spPr>
            <a:xfrm>
              <a:off x="8943017" y="5256602"/>
              <a:ext cx="82665" cy="89463"/>
            </a:xfrm>
            <a:custGeom>
              <a:avLst/>
              <a:gdLst/>
              <a:ahLst/>
              <a:cxnLst/>
              <a:rect l="0" t="0" r="0" b="0"/>
              <a:pathLst>
                <a:path w="82665" h="89463">
                  <a:moveTo>
                    <a:pt x="0" y="5640"/>
                  </a:moveTo>
                  <a:lnTo>
                    <a:pt x="76538" y="0"/>
                  </a:lnTo>
                  <a:lnTo>
                    <a:pt x="82665" y="83806"/>
                  </a:lnTo>
                  <a:lnTo>
                    <a:pt x="6211" y="8946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3" name="pg334">
              <a:extLst>
                <a:ext uri="{FF2B5EF4-FFF2-40B4-BE49-F238E27FC236}">
                  <a16:creationId xmlns:a16="http://schemas.microsoft.com/office/drawing/2014/main" id="{BF27EF6D-16DD-4980-9AA5-CD95FEB49719}"/>
                </a:ext>
              </a:extLst>
            </p:cNvPr>
            <p:cNvSpPr/>
            <p:nvPr/>
          </p:nvSpPr>
          <p:spPr>
            <a:xfrm>
              <a:off x="8985437" y="3662039"/>
              <a:ext cx="104252" cy="104017"/>
            </a:xfrm>
            <a:custGeom>
              <a:avLst/>
              <a:gdLst/>
              <a:ahLst/>
              <a:cxnLst/>
              <a:rect l="0" t="0" r="0" b="0"/>
              <a:pathLst>
                <a:path w="104252" h="104017">
                  <a:moveTo>
                    <a:pt x="48555" y="104017"/>
                  </a:moveTo>
                  <a:lnTo>
                    <a:pt x="0" y="51459"/>
                  </a:lnTo>
                  <a:lnTo>
                    <a:pt x="55697" y="0"/>
                  </a:lnTo>
                  <a:lnTo>
                    <a:pt x="104252" y="525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4" name="pg335">
              <a:extLst>
                <a:ext uri="{FF2B5EF4-FFF2-40B4-BE49-F238E27FC236}">
                  <a16:creationId xmlns:a16="http://schemas.microsoft.com/office/drawing/2014/main" id="{30FB9CBB-5F85-4A86-8F04-D596F7734879}"/>
                </a:ext>
              </a:extLst>
            </p:cNvPr>
            <p:cNvSpPr/>
            <p:nvPr/>
          </p:nvSpPr>
          <p:spPr>
            <a:xfrm>
              <a:off x="6807155" y="3579198"/>
              <a:ext cx="80692" cy="100349"/>
            </a:xfrm>
            <a:custGeom>
              <a:avLst/>
              <a:gdLst/>
              <a:ahLst/>
              <a:cxnLst/>
              <a:rect l="0" t="0" r="0" b="0"/>
              <a:pathLst>
                <a:path w="80692" h="100349">
                  <a:moveTo>
                    <a:pt x="69697" y="0"/>
                  </a:moveTo>
                  <a:lnTo>
                    <a:pt x="80692" y="91881"/>
                  </a:lnTo>
                  <a:lnTo>
                    <a:pt x="11163" y="100349"/>
                  </a:lnTo>
                  <a:lnTo>
                    <a:pt x="0" y="8720"/>
                  </a:lnTo>
                  <a:lnTo>
                    <a:pt x="15619" y="682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5" name="pg336">
              <a:extLst>
                <a:ext uri="{FF2B5EF4-FFF2-40B4-BE49-F238E27FC236}">
                  <a16:creationId xmlns:a16="http://schemas.microsoft.com/office/drawing/2014/main" id="{8ACFFFD5-E232-499D-968E-59F645503660}"/>
                </a:ext>
              </a:extLst>
            </p:cNvPr>
            <p:cNvSpPr/>
            <p:nvPr/>
          </p:nvSpPr>
          <p:spPr>
            <a:xfrm>
              <a:off x="8495891" y="4065235"/>
              <a:ext cx="126285" cy="173035"/>
            </a:xfrm>
            <a:custGeom>
              <a:avLst/>
              <a:gdLst/>
              <a:ahLst/>
              <a:cxnLst/>
              <a:rect l="0" t="0" r="0" b="0"/>
              <a:pathLst>
                <a:path w="126285" h="173035">
                  <a:moveTo>
                    <a:pt x="49889" y="98310"/>
                  </a:moveTo>
                  <a:lnTo>
                    <a:pt x="0" y="53674"/>
                  </a:lnTo>
                  <a:lnTo>
                    <a:pt x="47707" y="0"/>
                  </a:lnTo>
                  <a:lnTo>
                    <a:pt x="111664" y="57250"/>
                  </a:lnTo>
                  <a:lnTo>
                    <a:pt x="120569" y="75875"/>
                  </a:lnTo>
                  <a:lnTo>
                    <a:pt x="126285" y="168570"/>
                  </a:lnTo>
                  <a:lnTo>
                    <a:pt x="54489" y="17303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6" name="pg337">
              <a:extLst>
                <a:ext uri="{FF2B5EF4-FFF2-40B4-BE49-F238E27FC236}">
                  <a16:creationId xmlns:a16="http://schemas.microsoft.com/office/drawing/2014/main" id="{E26679A6-2850-479F-AB6B-4060409FBC8F}"/>
                </a:ext>
              </a:extLst>
            </p:cNvPr>
            <p:cNvSpPr/>
            <p:nvPr/>
          </p:nvSpPr>
          <p:spPr>
            <a:xfrm>
              <a:off x="6847577" y="5446357"/>
              <a:ext cx="126176" cy="88716"/>
            </a:xfrm>
            <a:custGeom>
              <a:avLst/>
              <a:gdLst/>
              <a:ahLst/>
              <a:cxnLst/>
              <a:rect l="0" t="0" r="0" b="0"/>
              <a:pathLst>
                <a:path w="126176" h="88716">
                  <a:moveTo>
                    <a:pt x="0" y="7839"/>
                  </a:moveTo>
                  <a:lnTo>
                    <a:pt x="121114" y="0"/>
                  </a:lnTo>
                  <a:lnTo>
                    <a:pt x="126176" y="84201"/>
                  </a:lnTo>
                  <a:lnTo>
                    <a:pt x="60532" y="88716"/>
                  </a:lnTo>
                  <a:lnTo>
                    <a:pt x="59483" y="73407"/>
                  </a:lnTo>
                  <a:lnTo>
                    <a:pt x="12128" y="76504"/>
                  </a:lnTo>
                  <a:lnTo>
                    <a:pt x="3575" y="73147"/>
                  </a:lnTo>
                  <a:lnTo>
                    <a:pt x="2467" y="529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7" name="pg338">
              <a:extLst>
                <a:ext uri="{FF2B5EF4-FFF2-40B4-BE49-F238E27FC236}">
                  <a16:creationId xmlns:a16="http://schemas.microsoft.com/office/drawing/2014/main" id="{C067AA34-B665-49C0-AE5C-E1C5AF3895EA}"/>
                </a:ext>
              </a:extLst>
            </p:cNvPr>
            <p:cNvSpPr/>
            <p:nvPr/>
          </p:nvSpPr>
          <p:spPr>
            <a:xfrm>
              <a:off x="8640985" y="1298258"/>
              <a:ext cx="49067" cy="60742"/>
            </a:xfrm>
            <a:custGeom>
              <a:avLst/>
              <a:gdLst/>
              <a:ahLst/>
              <a:cxnLst/>
              <a:rect l="0" t="0" r="0" b="0"/>
              <a:pathLst>
                <a:path w="49067" h="60742">
                  <a:moveTo>
                    <a:pt x="0" y="21419"/>
                  </a:moveTo>
                  <a:lnTo>
                    <a:pt x="1997" y="0"/>
                  </a:lnTo>
                  <a:lnTo>
                    <a:pt x="42688" y="3802"/>
                  </a:lnTo>
                  <a:lnTo>
                    <a:pt x="40186" y="30601"/>
                  </a:lnTo>
                  <a:lnTo>
                    <a:pt x="49067" y="31424"/>
                  </a:lnTo>
                  <a:lnTo>
                    <a:pt x="47707" y="46037"/>
                  </a:lnTo>
                  <a:lnTo>
                    <a:pt x="38827" y="45214"/>
                  </a:lnTo>
                  <a:lnTo>
                    <a:pt x="37375" y="60742"/>
                  </a:lnTo>
                  <a:lnTo>
                    <a:pt x="4826" y="57712"/>
                  </a:lnTo>
                  <a:lnTo>
                    <a:pt x="8149" y="2217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8" name="pg339">
              <a:extLst>
                <a:ext uri="{FF2B5EF4-FFF2-40B4-BE49-F238E27FC236}">
                  <a16:creationId xmlns:a16="http://schemas.microsoft.com/office/drawing/2014/main" id="{5947301C-4A59-4EEE-857C-0FCE1D990998}"/>
                </a:ext>
              </a:extLst>
            </p:cNvPr>
            <p:cNvSpPr/>
            <p:nvPr/>
          </p:nvSpPr>
          <p:spPr>
            <a:xfrm>
              <a:off x="6104764" y="4425634"/>
              <a:ext cx="160647" cy="105067"/>
            </a:xfrm>
            <a:custGeom>
              <a:avLst/>
              <a:gdLst/>
              <a:ahLst/>
              <a:cxnLst/>
              <a:rect l="0" t="0" r="0" b="0"/>
              <a:pathLst>
                <a:path w="160647" h="105067">
                  <a:moveTo>
                    <a:pt x="34647" y="18205"/>
                  </a:moveTo>
                  <a:lnTo>
                    <a:pt x="141435" y="1384"/>
                  </a:lnTo>
                  <a:lnTo>
                    <a:pt x="141577" y="2282"/>
                  </a:lnTo>
                  <a:lnTo>
                    <a:pt x="156123" y="0"/>
                  </a:lnTo>
                  <a:lnTo>
                    <a:pt x="160647" y="28746"/>
                  </a:lnTo>
                  <a:lnTo>
                    <a:pt x="97496" y="38692"/>
                  </a:lnTo>
                  <a:lnTo>
                    <a:pt x="106460" y="95179"/>
                  </a:lnTo>
                  <a:lnTo>
                    <a:pt x="48697" y="104269"/>
                  </a:lnTo>
                  <a:lnTo>
                    <a:pt x="47925" y="99393"/>
                  </a:lnTo>
                  <a:lnTo>
                    <a:pt x="12128" y="105067"/>
                  </a:lnTo>
                  <a:lnTo>
                    <a:pt x="0" y="28654"/>
                  </a:lnTo>
                  <a:lnTo>
                    <a:pt x="35411" y="2308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09" name="pg340">
              <a:extLst>
                <a:ext uri="{FF2B5EF4-FFF2-40B4-BE49-F238E27FC236}">
                  <a16:creationId xmlns:a16="http://schemas.microsoft.com/office/drawing/2014/main" id="{D3DF6177-4AE4-460F-834E-3CA9130F6AD3}"/>
                </a:ext>
              </a:extLst>
            </p:cNvPr>
            <p:cNvSpPr/>
            <p:nvPr/>
          </p:nvSpPr>
          <p:spPr>
            <a:xfrm>
              <a:off x="6204342" y="4172350"/>
              <a:ext cx="84847" cy="97991"/>
            </a:xfrm>
            <a:custGeom>
              <a:avLst/>
              <a:gdLst/>
              <a:ahLst/>
              <a:cxnLst/>
              <a:rect l="0" t="0" r="0" b="0"/>
              <a:pathLst>
                <a:path w="84847" h="97991">
                  <a:moveTo>
                    <a:pt x="78292" y="0"/>
                  </a:moveTo>
                  <a:lnTo>
                    <a:pt x="82799" y="61421"/>
                  </a:lnTo>
                  <a:lnTo>
                    <a:pt x="84847" y="89388"/>
                  </a:lnTo>
                  <a:lnTo>
                    <a:pt x="82757" y="89556"/>
                  </a:lnTo>
                  <a:lnTo>
                    <a:pt x="49478" y="92292"/>
                  </a:lnTo>
                  <a:lnTo>
                    <a:pt x="49637" y="94466"/>
                  </a:lnTo>
                  <a:lnTo>
                    <a:pt x="8922" y="97815"/>
                  </a:lnTo>
                  <a:lnTo>
                    <a:pt x="6832" y="97991"/>
                  </a:lnTo>
                  <a:lnTo>
                    <a:pt x="0" y="591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0" name="pg341">
              <a:extLst>
                <a:ext uri="{FF2B5EF4-FFF2-40B4-BE49-F238E27FC236}">
                  <a16:creationId xmlns:a16="http://schemas.microsoft.com/office/drawing/2014/main" id="{F17B2CCB-A69E-45CB-B278-4F32EAD007E0}"/>
                </a:ext>
              </a:extLst>
            </p:cNvPr>
            <p:cNvSpPr/>
            <p:nvPr/>
          </p:nvSpPr>
          <p:spPr>
            <a:xfrm>
              <a:off x="8446899" y="3094209"/>
              <a:ext cx="103959" cy="98067"/>
            </a:xfrm>
            <a:custGeom>
              <a:avLst/>
              <a:gdLst/>
              <a:ahLst/>
              <a:cxnLst/>
              <a:rect l="0" t="0" r="0" b="0"/>
              <a:pathLst>
                <a:path w="103959" h="98067">
                  <a:moveTo>
                    <a:pt x="0" y="38239"/>
                  </a:moveTo>
                  <a:lnTo>
                    <a:pt x="32272" y="9240"/>
                  </a:lnTo>
                  <a:lnTo>
                    <a:pt x="42553" y="0"/>
                  </a:lnTo>
                  <a:lnTo>
                    <a:pt x="78670" y="40178"/>
                  </a:lnTo>
                  <a:lnTo>
                    <a:pt x="86526" y="33111"/>
                  </a:lnTo>
                  <a:lnTo>
                    <a:pt x="103959" y="52692"/>
                  </a:lnTo>
                  <a:lnTo>
                    <a:pt x="53775" y="9806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1" name="pg342">
              <a:extLst>
                <a:ext uri="{FF2B5EF4-FFF2-40B4-BE49-F238E27FC236}">
                  <a16:creationId xmlns:a16="http://schemas.microsoft.com/office/drawing/2014/main" id="{8D93ADB2-9D2B-4C8C-8B4A-9EF6BD256C4F}"/>
                </a:ext>
              </a:extLst>
            </p:cNvPr>
            <p:cNvSpPr/>
            <p:nvPr/>
          </p:nvSpPr>
          <p:spPr>
            <a:xfrm>
              <a:off x="5839075" y="2527201"/>
              <a:ext cx="74859" cy="104286"/>
            </a:xfrm>
            <a:custGeom>
              <a:avLst/>
              <a:gdLst/>
              <a:ahLst/>
              <a:cxnLst/>
              <a:rect l="0" t="0" r="0" b="0"/>
              <a:pathLst>
                <a:path w="74859" h="104286">
                  <a:moveTo>
                    <a:pt x="63956" y="56981"/>
                  </a:moveTo>
                  <a:lnTo>
                    <a:pt x="70579" y="94827"/>
                  </a:lnTo>
                  <a:lnTo>
                    <a:pt x="16610" y="104286"/>
                  </a:lnTo>
                  <a:lnTo>
                    <a:pt x="0" y="9408"/>
                  </a:lnTo>
                  <a:lnTo>
                    <a:pt x="53708" y="0"/>
                  </a:lnTo>
                  <a:lnTo>
                    <a:pt x="60951" y="41320"/>
                  </a:lnTo>
                  <a:lnTo>
                    <a:pt x="71863" y="39414"/>
                  </a:lnTo>
                  <a:lnTo>
                    <a:pt x="74859" y="550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2" name="pg343">
              <a:extLst>
                <a:ext uri="{FF2B5EF4-FFF2-40B4-BE49-F238E27FC236}">
                  <a16:creationId xmlns:a16="http://schemas.microsoft.com/office/drawing/2014/main" id="{B5A8A1A1-9D83-4223-B00B-6B4E08F755F5}"/>
                </a:ext>
              </a:extLst>
            </p:cNvPr>
            <p:cNvSpPr/>
            <p:nvPr/>
          </p:nvSpPr>
          <p:spPr>
            <a:xfrm>
              <a:off x="8908772" y="3565281"/>
              <a:ext cx="112688" cy="110808"/>
            </a:xfrm>
            <a:custGeom>
              <a:avLst/>
              <a:gdLst/>
              <a:ahLst/>
              <a:cxnLst/>
              <a:rect l="0" t="0" r="0" b="0"/>
              <a:pathLst>
                <a:path w="112688" h="110808">
                  <a:moveTo>
                    <a:pt x="43191" y="110808"/>
                  </a:moveTo>
                  <a:lnTo>
                    <a:pt x="0" y="63604"/>
                  </a:lnTo>
                  <a:lnTo>
                    <a:pt x="69496" y="0"/>
                  </a:lnTo>
                  <a:lnTo>
                    <a:pt x="112688" y="4720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3" name="pg344">
              <a:extLst>
                <a:ext uri="{FF2B5EF4-FFF2-40B4-BE49-F238E27FC236}">
                  <a16:creationId xmlns:a16="http://schemas.microsoft.com/office/drawing/2014/main" id="{46F05A5F-61CC-4352-90A4-6EFF13D82241}"/>
                </a:ext>
              </a:extLst>
            </p:cNvPr>
            <p:cNvSpPr/>
            <p:nvPr/>
          </p:nvSpPr>
          <p:spPr>
            <a:xfrm>
              <a:off x="7036367" y="2243618"/>
              <a:ext cx="120351" cy="160202"/>
            </a:xfrm>
            <a:custGeom>
              <a:avLst/>
              <a:gdLst/>
              <a:ahLst/>
              <a:cxnLst/>
              <a:rect l="0" t="0" r="0" b="0"/>
              <a:pathLst>
                <a:path w="120351" h="160202">
                  <a:moveTo>
                    <a:pt x="120351" y="23115"/>
                  </a:moveTo>
                  <a:lnTo>
                    <a:pt x="117212" y="29796"/>
                  </a:lnTo>
                  <a:lnTo>
                    <a:pt x="82354" y="103917"/>
                  </a:lnTo>
                  <a:lnTo>
                    <a:pt x="82808" y="104135"/>
                  </a:lnTo>
                  <a:lnTo>
                    <a:pt x="56234" y="160202"/>
                  </a:lnTo>
                  <a:lnTo>
                    <a:pt x="0" y="133746"/>
                  </a:lnTo>
                  <a:lnTo>
                    <a:pt x="26665" y="77637"/>
                  </a:lnTo>
                  <a:lnTo>
                    <a:pt x="32893" y="80575"/>
                  </a:lnTo>
                  <a:lnTo>
                    <a:pt x="7068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4" name="pg345">
              <a:extLst>
                <a:ext uri="{FF2B5EF4-FFF2-40B4-BE49-F238E27FC236}">
                  <a16:creationId xmlns:a16="http://schemas.microsoft.com/office/drawing/2014/main" id="{5D69AC77-FD02-4F63-8AA2-78D2CBA4E361}"/>
                </a:ext>
              </a:extLst>
            </p:cNvPr>
            <p:cNvSpPr/>
            <p:nvPr/>
          </p:nvSpPr>
          <p:spPr>
            <a:xfrm>
              <a:off x="9640817" y="4282462"/>
              <a:ext cx="128417" cy="109355"/>
            </a:xfrm>
            <a:custGeom>
              <a:avLst/>
              <a:gdLst/>
              <a:ahLst/>
              <a:cxnLst/>
              <a:rect l="0" t="0" r="0" b="0"/>
              <a:pathLst>
                <a:path w="128417" h="109355">
                  <a:moveTo>
                    <a:pt x="0" y="47925"/>
                  </a:moveTo>
                  <a:lnTo>
                    <a:pt x="22435" y="37005"/>
                  </a:lnTo>
                  <a:lnTo>
                    <a:pt x="17432" y="26740"/>
                  </a:lnTo>
                  <a:lnTo>
                    <a:pt x="42478" y="14654"/>
                  </a:lnTo>
                  <a:lnTo>
                    <a:pt x="47438" y="24844"/>
                  </a:lnTo>
                  <a:lnTo>
                    <a:pt x="98495" y="0"/>
                  </a:lnTo>
                  <a:lnTo>
                    <a:pt x="114828" y="33547"/>
                  </a:lnTo>
                  <a:lnTo>
                    <a:pt x="125647" y="55798"/>
                  </a:lnTo>
                  <a:lnTo>
                    <a:pt x="128417" y="61489"/>
                  </a:lnTo>
                  <a:lnTo>
                    <a:pt x="29829" y="1093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5" name="pg346">
              <a:extLst>
                <a:ext uri="{FF2B5EF4-FFF2-40B4-BE49-F238E27FC236}">
                  <a16:creationId xmlns:a16="http://schemas.microsoft.com/office/drawing/2014/main" id="{121BA57C-1FE4-4F99-B0D2-9CBACE8A1948}"/>
                </a:ext>
              </a:extLst>
            </p:cNvPr>
            <p:cNvSpPr/>
            <p:nvPr/>
          </p:nvSpPr>
          <p:spPr>
            <a:xfrm>
              <a:off x="9489814" y="5226915"/>
              <a:ext cx="87239" cy="127074"/>
            </a:xfrm>
            <a:custGeom>
              <a:avLst/>
              <a:gdLst/>
              <a:ahLst/>
              <a:cxnLst/>
              <a:rect l="0" t="0" r="0" b="0"/>
              <a:pathLst>
                <a:path w="87239" h="127074">
                  <a:moveTo>
                    <a:pt x="5967" y="127074"/>
                  </a:moveTo>
                  <a:lnTo>
                    <a:pt x="0" y="54035"/>
                  </a:lnTo>
                  <a:lnTo>
                    <a:pt x="16971" y="52634"/>
                  </a:lnTo>
                  <a:lnTo>
                    <a:pt x="13076" y="4834"/>
                  </a:lnTo>
                  <a:lnTo>
                    <a:pt x="73147" y="0"/>
                  </a:lnTo>
                  <a:lnTo>
                    <a:pt x="76999" y="47740"/>
                  </a:lnTo>
                  <a:lnTo>
                    <a:pt x="81356" y="47380"/>
                  </a:lnTo>
                  <a:lnTo>
                    <a:pt x="87239" y="12035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6" name="pg347">
              <a:extLst>
                <a:ext uri="{FF2B5EF4-FFF2-40B4-BE49-F238E27FC236}">
                  <a16:creationId xmlns:a16="http://schemas.microsoft.com/office/drawing/2014/main" id="{9A42D791-0BFA-46EA-A8D9-D926D6997060}"/>
                </a:ext>
              </a:extLst>
            </p:cNvPr>
            <p:cNvSpPr/>
            <p:nvPr/>
          </p:nvSpPr>
          <p:spPr>
            <a:xfrm>
              <a:off x="7974492" y="4077431"/>
              <a:ext cx="122239" cy="127955"/>
            </a:xfrm>
            <a:custGeom>
              <a:avLst/>
              <a:gdLst/>
              <a:ahLst/>
              <a:cxnLst/>
              <a:rect l="0" t="0" r="0" b="0"/>
              <a:pathLst>
                <a:path w="122239" h="127955">
                  <a:moveTo>
                    <a:pt x="55152" y="0"/>
                  </a:moveTo>
                  <a:lnTo>
                    <a:pt x="55462" y="4272"/>
                  </a:lnTo>
                  <a:lnTo>
                    <a:pt x="118395" y="763"/>
                  </a:lnTo>
                  <a:lnTo>
                    <a:pt x="122239" y="69915"/>
                  </a:lnTo>
                  <a:lnTo>
                    <a:pt x="91981" y="71510"/>
                  </a:lnTo>
                  <a:lnTo>
                    <a:pt x="94844" y="124984"/>
                  </a:lnTo>
                  <a:lnTo>
                    <a:pt x="44417" y="127955"/>
                  </a:lnTo>
                  <a:lnTo>
                    <a:pt x="42335" y="85535"/>
                  </a:lnTo>
                  <a:lnTo>
                    <a:pt x="4482" y="88079"/>
                  </a:lnTo>
                  <a:lnTo>
                    <a:pt x="0" y="7360"/>
                  </a:lnTo>
                  <a:lnTo>
                    <a:pt x="28075" y="5774"/>
                  </a:lnTo>
                  <a:lnTo>
                    <a:pt x="28008" y="1410"/>
                  </a:lnTo>
                  <a:lnTo>
                    <a:pt x="31197" y="1342"/>
                  </a:lnTo>
                  <a:lnTo>
                    <a:pt x="31382" y="5539"/>
                  </a:lnTo>
                  <a:lnTo>
                    <a:pt x="52164" y="4389"/>
                  </a:lnTo>
                  <a:lnTo>
                    <a:pt x="51912" y="20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7" name="pg348">
              <a:extLst>
                <a:ext uri="{FF2B5EF4-FFF2-40B4-BE49-F238E27FC236}">
                  <a16:creationId xmlns:a16="http://schemas.microsoft.com/office/drawing/2014/main" id="{B750A1AA-C34B-4B0A-BA38-0B45E0DAD79F}"/>
                </a:ext>
              </a:extLst>
            </p:cNvPr>
            <p:cNvSpPr/>
            <p:nvPr/>
          </p:nvSpPr>
          <p:spPr>
            <a:xfrm>
              <a:off x="6499743" y="3832364"/>
              <a:ext cx="117707" cy="151708"/>
            </a:xfrm>
            <a:custGeom>
              <a:avLst/>
              <a:gdLst/>
              <a:ahLst/>
              <a:cxnLst/>
              <a:rect l="0" t="0" r="0" b="0"/>
              <a:pathLst>
                <a:path w="117707" h="151708">
                  <a:moveTo>
                    <a:pt x="15267" y="151708"/>
                  </a:moveTo>
                  <a:lnTo>
                    <a:pt x="13571" y="121299"/>
                  </a:lnTo>
                  <a:lnTo>
                    <a:pt x="3693" y="121845"/>
                  </a:lnTo>
                  <a:lnTo>
                    <a:pt x="0" y="54346"/>
                  </a:lnTo>
                  <a:lnTo>
                    <a:pt x="9887" y="53800"/>
                  </a:lnTo>
                  <a:lnTo>
                    <a:pt x="7201" y="5715"/>
                  </a:lnTo>
                  <a:lnTo>
                    <a:pt x="109557" y="0"/>
                  </a:lnTo>
                  <a:lnTo>
                    <a:pt x="117707" y="14598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8" name="pg349">
              <a:extLst>
                <a:ext uri="{FF2B5EF4-FFF2-40B4-BE49-F238E27FC236}">
                  <a16:creationId xmlns:a16="http://schemas.microsoft.com/office/drawing/2014/main" id="{9664379C-0AB9-4998-8794-1A7130C6ADE4}"/>
                </a:ext>
              </a:extLst>
            </p:cNvPr>
            <p:cNvSpPr/>
            <p:nvPr/>
          </p:nvSpPr>
          <p:spPr>
            <a:xfrm>
              <a:off x="6264908" y="1917329"/>
              <a:ext cx="135459" cy="126419"/>
            </a:xfrm>
            <a:custGeom>
              <a:avLst/>
              <a:gdLst/>
              <a:ahLst/>
              <a:cxnLst/>
              <a:rect l="0" t="0" r="0" b="0"/>
              <a:pathLst>
                <a:path w="135459" h="126419">
                  <a:moveTo>
                    <a:pt x="0" y="92384"/>
                  </a:moveTo>
                  <a:lnTo>
                    <a:pt x="30031" y="32314"/>
                  </a:lnTo>
                  <a:lnTo>
                    <a:pt x="32826" y="33657"/>
                  </a:lnTo>
                  <a:lnTo>
                    <a:pt x="32574" y="34185"/>
                  </a:lnTo>
                  <a:lnTo>
                    <a:pt x="51987" y="43762"/>
                  </a:lnTo>
                  <a:lnTo>
                    <a:pt x="61808" y="24281"/>
                  </a:lnTo>
                  <a:lnTo>
                    <a:pt x="74037" y="0"/>
                  </a:lnTo>
                  <a:lnTo>
                    <a:pt x="112385" y="18649"/>
                  </a:lnTo>
                  <a:lnTo>
                    <a:pt x="113435" y="19161"/>
                  </a:lnTo>
                  <a:lnTo>
                    <a:pt x="113997" y="18037"/>
                  </a:lnTo>
                  <a:lnTo>
                    <a:pt x="135459" y="28386"/>
                  </a:lnTo>
                  <a:lnTo>
                    <a:pt x="111168" y="72962"/>
                  </a:lnTo>
                  <a:lnTo>
                    <a:pt x="116817" y="75749"/>
                  </a:lnTo>
                  <a:lnTo>
                    <a:pt x="97689" y="115600"/>
                  </a:lnTo>
                  <a:lnTo>
                    <a:pt x="95876" y="114736"/>
                  </a:lnTo>
                  <a:lnTo>
                    <a:pt x="98595" y="109062"/>
                  </a:lnTo>
                  <a:lnTo>
                    <a:pt x="80525" y="100400"/>
                  </a:lnTo>
                  <a:lnTo>
                    <a:pt x="77805" y="106074"/>
                  </a:lnTo>
                  <a:lnTo>
                    <a:pt x="68035" y="12641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19" name="pg350">
              <a:extLst>
                <a:ext uri="{FF2B5EF4-FFF2-40B4-BE49-F238E27FC236}">
                  <a16:creationId xmlns:a16="http://schemas.microsoft.com/office/drawing/2014/main" id="{72358D24-083E-4514-AC9C-1596D9DC819A}"/>
                </a:ext>
              </a:extLst>
            </p:cNvPr>
            <p:cNvSpPr/>
            <p:nvPr/>
          </p:nvSpPr>
          <p:spPr>
            <a:xfrm>
              <a:off x="7053120" y="5143889"/>
              <a:ext cx="102884" cy="95439"/>
            </a:xfrm>
            <a:custGeom>
              <a:avLst/>
              <a:gdLst/>
              <a:ahLst/>
              <a:cxnLst/>
              <a:rect l="0" t="0" r="0" b="0"/>
              <a:pathLst>
                <a:path w="102884" h="95439">
                  <a:moveTo>
                    <a:pt x="0" y="5371"/>
                  </a:moveTo>
                  <a:lnTo>
                    <a:pt x="98167" y="0"/>
                  </a:lnTo>
                  <a:lnTo>
                    <a:pt x="102884" y="90118"/>
                  </a:lnTo>
                  <a:lnTo>
                    <a:pt x="4717" y="95439"/>
                  </a:lnTo>
                  <a:lnTo>
                    <a:pt x="2417" y="5153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0" name="pg351">
              <a:extLst>
                <a:ext uri="{FF2B5EF4-FFF2-40B4-BE49-F238E27FC236}">
                  <a16:creationId xmlns:a16="http://schemas.microsoft.com/office/drawing/2014/main" id="{4CBC4795-B13F-4A63-A141-1CEDD96D5309}"/>
                </a:ext>
              </a:extLst>
            </p:cNvPr>
            <p:cNvSpPr/>
            <p:nvPr/>
          </p:nvSpPr>
          <p:spPr>
            <a:xfrm>
              <a:off x="8162434" y="1431250"/>
              <a:ext cx="43963" cy="48588"/>
            </a:xfrm>
            <a:custGeom>
              <a:avLst/>
              <a:gdLst/>
              <a:ahLst/>
              <a:cxnLst/>
              <a:rect l="0" t="0" r="0" b="0"/>
              <a:pathLst>
                <a:path w="43963" h="48588">
                  <a:moveTo>
                    <a:pt x="43963" y="3558"/>
                  </a:moveTo>
                  <a:lnTo>
                    <a:pt x="39523" y="48588"/>
                  </a:lnTo>
                  <a:lnTo>
                    <a:pt x="0" y="45751"/>
                  </a:lnTo>
                  <a:lnTo>
                    <a:pt x="355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1" name="pg352">
              <a:extLst>
                <a:ext uri="{FF2B5EF4-FFF2-40B4-BE49-F238E27FC236}">
                  <a16:creationId xmlns:a16="http://schemas.microsoft.com/office/drawing/2014/main" id="{256FC215-30FC-43E1-8B28-CEBAB2223945}"/>
                </a:ext>
              </a:extLst>
            </p:cNvPr>
            <p:cNvSpPr/>
            <p:nvPr/>
          </p:nvSpPr>
          <p:spPr>
            <a:xfrm>
              <a:off x="8973929" y="1369240"/>
              <a:ext cx="48303" cy="42151"/>
            </a:xfrm>
            <a:custGeom>
              <a:avLst/>
              <a:gdLst/>
              <a:ahLst/>
              <a:cxnLst/>
              <a:rect l="0" t="0" r="0" b="0"/>
              <a:pathLst>
                <a:path w="48303" h="42151">
                  <a:moveTo>
                    <a:pt x="0" y="37769"/>
                  </a:moveTo>
                  <a:lnTo>
                    <a:pt x="3709" y="0"/>
                  </a:lnTo>
                  <a:lnTo>
                    <a:pt x="48303" y="4372"/>
                  </a:lnTo>
                  <a:lnTo>
                    <a:pt x="44845" y="39624"/>
                  </a:lnTo>
                  <a:lnTo>
                    <a:pt x="44593" y="4215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2" name="pg353">
              <a:extLst>
                <a:ext uri="{FF2B5EF4-FFF2-40B4-BE49-F238E27FC236}">
                  <a16:creationId xmlns:a16="http://schemas.microsoft.com/office/drawing/2014/main" id="{E72C5FDB-2784-4A65-BC2C-D966C9867F7D}"/>
                </a:ext>
              </a:extLst>
            </p:cNvPr>
            <p:cNvSpPr/>
            <p:nvPr/>
          </p:nvSpPr>
          <p:spPr>
            <a:xfrm>
              <a:off x="5894706" y="5298232"/>
              <a:ext cx="98998" cy="104999"/>
            </a:xfrm>
            <a:custGeom>
              <a:avLst/>
              <a:gdLst/>
              <a:ahLst/>
              <a:cxnLst/>
              <a:rect l="0" t="0" r="0" b="0"/>
              <a:pathLst>
                <a:path w="98998" h="104999">
                  <a:moveTo>
                    <a:pt x="0" y="19715"/>
                  </a:moveTo>
                  <a:lnTo>
                    <a:pt x="77176" y="0"/>
                  </a:lnTo>
                  <a:lnTo>
                    <a:pt x="98998" y="85275"/>
                  </a:lnTo>
                  <a:lnTo>
                    <a:pt x="21797" y="10499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3" name="pg354">
              <a:extLst>
                <a:ext uri="{FF2B5EF4-FFF2-40B4-BE49-F238E27FC236}">
                  <a16:creationId xmlns:a16="http://schemas.microsoft.com/office/drawing/2014/main" id="{F7A96423-E481-4910-898C-BB9667ECDF30}"/>
                </a:ext>
              </a:extLst>
            </p:cNvPr>
            <p:cNvSpPr/>
            <p:nvPr/>
          </p:nvSpPr>
          <p:spPr>
            <a:xfrm>
              <a:off x="9905776" y="3650356"/>
              <a:ext cx="116893" cy="90722"/>
            </a:xfrm>
            <a:custGeom>
              <a:avLst/>
              <a:gdLst/>
              <a:ahLst/>
              <a:cxnLst/>
              <a:rect l="0" t="0" r="0" b="0"/>
              <a:pathLst>
                <a:path w="116893" h="90722">
                  <a:moveTo>
                    <a:pt x="0" y="84587"/>
                  </a:moveTo>
                  <a:lnTo>
                    <a:pt x="5069" y="0"/>
                  </a:lnTo>
                  <a:lnTo>
                    <a:pt x="7083" y="109"/>
                  </a:lnTo>
                  <a:lnTo>
                    <a:pt x="7025" y="1191"/>
                  </a:lnTo>
                  <a:lnTo>
                    <a:pt x="114819" y="6949"/>
                  </a:lnTo>
                  <a:lnTo>
                    <a:pt x="114878" y="5858"/>
                  </a:lnTo>
                  <a:lnTo>
                    <a:pt x="116893" y="5967"/>
                  </a:lnTo>
                  <a:lnTo>
                    <a:pt x="111638" y="90722"/>
                  </a:lnTo>
                  <a:lnTo>
                    <a:pt x="109624" y="90613"/>
                  </a:lnTo>
                  <a:lnTo>
                    <a:pt x="58954" y="8782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4" name="pg355">
              <a:extLst>
                <a:ext uri="{FF2B5EF4-FFF2-40B4-BE49-F238E27FC236}">
                  <a16:creationId xmlns:a16="http://schemas.microsoft.com/office/drawing/2014/main" id="{E5CBE248-CB75-4622-A32D-FECD7842E473}"/>
                </a:ext>
              </a:extLst>
            </p:cNvPr>
            <p:cNvSpPr/>
            <p:nvPr/>
          </p:nvSpPr>
          <p:spPr>
            <a:xfrm>
              <a:off x="6589249" y="2951288"/>
              <a:ext cx="85166" cy="99317"/>
            </a:xfrm>
            <a:custGeom>
              <a:avLst/>
              <a:gdLst/>
              <a:ahLst/>
              <a:cxnLst/>
              <a:rect l="0" t="0" r="0" b="0"/>
              <a:pathLst>
                <a:path w="85166" h="99317">
                  <a:moveTo>
                    <a:pt x="13571" y="99317"/>
                  </a:moveTo>
                  <a:lnTo>
                    <a:pt x="0" y="10986"/>
                  </a:lnTo>
                  <a:lnTo>
                    <a:pt x="71728" y="0"/>
                  </a:lnTo>
                  <a:lnTo>
                    <a:pt x="85166" y="8842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5" name="pg356">
              <a:extLst>
                <a:ext uri="{FF2B5EF4-FFF2-40B4-BE49-F238E27FC236}">
                  <a16:creationId xmlns:a16="http://schemas.microsoft.com/office/drawing/2014/main" id="{29F74969-F442-4C94-AB14-87134CCCFBEA}"/>
                </a:ext>
              </a:extLst>
            </p:cNvPr>
            <p:cNvSpPr/>
            <p:nvPr/>
          </p:nvSpPr>
          <p:spPr>
            <a:xfrm>
              <a:off x="9285933" y="3972154"/>
              <a:ext cx="131102" cy="133108"/>
            </a:xfrm>
            <a:custGeom>
              <a:avLst/>
              <a:gdLst/>
              <a:ahLst/>
              <a:cxnLst/>
              <a:rect l="0" t="0" r="0" b="0"/>
              <a:pathLst>
                <a:path w="131102" h="133108">
                  <a:moveTo>
                    <a:pt x="0" y="83647"/>
                  </a:moveTo>
                  <a:lnTo>
                    <a:pt x="46951" y="39649"/>
                  </a:lnTo>
                  <a:lnTo>
                    <a:pt x="43712" y="36200"/>
                  </a:lnTo>
                  <a:lnTo>
                    <a:pt x="82338" y="0"/>
                  </a:lnTo>
                  <a:lnTo>
                    <a:pt x="131102" y="52038"/>
                  </a:lnTo>
                  <a:lnTo>
                    <a:pt x="128895" y="54103"/>
                  </a:lnTo>
                  <a:lnTo>
                    <a:pt x="126654" y="51710"/>
                  </a:lnTo>
                  <a:lnTo>
                    <a:pt x="127695" y="50737"/>
                  </a:lnTo>
                  <a:lnTo>
                    <a:pt x="121391" y="44005"/>
                  </a:lnTo>
                  <a:lnTo>
                    <a:pt x="86559" y="76655"/>
                  </a:lnTo>
                  <a:lnTo>
                    <a:pt x="95112" y="85762"/>
                  </a:lnTo>
                  <a:lnTo>
                    <a:pt x="95943" y="86643"/>
                  </a:lnTo>
                  <a:lnTo>
                    <a:pt x="46356" y="13310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6" name="pg357">
              <a:extLst>
                <a:ext uri="{FF2B5EF4-FFF2-40B4-BE49-F238E27FC236}">
                  <a16:creationId xmlns:a16="http://schemas.microsoft.com/office/drawing/2014/main" id="{1EB46DD4-96F9-441A-8CA0-0AB49EFE1461}"/>
                </a:ext>
              </a:extLst>
            </p:cNvPr>
            <p:cNvSpPr/>
            <p:nvPr/>
          </p:nvSpPr>
          <p:spPr>
            <a:xfrm>
              <a:off x="5937184" y="3874120"/>
              <a:ext cx="202294" cy="137960"/>
            </a:xfrm>
            <a:custGeom>
              <a:avLst/>
              <a:gdLst/>
              <a:ahLst/>
              <a:cxnLst/>
              <a:rect l="0" t="0" r="0" b="0"/>
              <a:pathLst>
                <a:path w="202294" h="137960">
                  <a:moveTo>
                    <a:pt x="48009" y="52441"/>
                  </a:moveTo>
                  <a:lnTo>
                    <a:pt x="39490" y="24340"/>
                  </a:lnTo>
                  <a:lnTo>
                    <a:pt x="119772" y="0"/>
                  </a:lnTo>
                  <a:lnTo>
                    <a:pt x="135610" y="52264"/>
                  </a:lnTo>
                  <a:lnTo>
                    <a:pt x="184106" y="37568"/>
                  </a:lnTo>
                  <a:lnTo>
                    <a:pt x="202294" y="97832"/>
                  </a:lnTo>
                  <a:lnTo>
                    <a:pt x="153722" y="112553"/>
                  </a:lnTo>
                  <a:lnTo>
                    <a:pt x="154058" y="113670"/>
                  </a:lnTo>
                  <a:lnTo>
                    <a:pt x="73936" y="137960"/>
                  </a:lnTo>
                  <a:lnTo>
                    <a:pt x="66222" y="112503"/>
                  </a:lnTo>
                  <a:lnTo>
                    <a:pt x="18616" y="126931"/>
                  </a:lnTo>
                  <a:lnTo>
                    <a:pt x="0" y="6699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7" name="pg358">
              <a:extLst>
                <a:ext uri="{FF2B5EF4-FFF2-40B4-BE49-F238E27FC236}">
                  <a16:creationId xmlns:a16="http://schemas.microsoft.com/office/drawing/2014/main" id="{7ACA04CD-F765-4486-BE47-86338656B612}"/>
                </a:ext>
              </a:extLst>
            </p:cNvPr>
            <p:cNvSpPr/>
            <p:nvPr/>
          </p:nvSpPr>
          <p:spPr>
            <a:xfrm>
              <a:off x="8182586" y="1272222"/>
              <a:ext cx="44131" cy="47237"/>
            </a:xfrm>
            <a:custGeom>
              <a:avLst/>
              <a:gdLst/>
              <a:ahLst/>
              <a:cxnLst/>
              <a:rect l="0" t="0" r="0" b="0"/>
              <a:pathLst>
                <a:path w="44131" h="47237">
                  <a:moveTo>
                    <a:pt x="2803" y="45248"/>
                  </a:moveTo>
                  <a:lnTo>
                    <a:pt x="0" y="45105"/>
                  </a:lnTo>
                  <a:lnTo>
                    <a:pt x="2299" y="0"/>
                  </a:lnTo>
                  <a:lnTo>
                    <a:pt x="44131" y="2131"/>
                  </a:lnTo>
                  <a:lnTo>
                    <a:pt x="41832" y="47237"/>
                  </a:lnTo>
                  <a:lnTo>
                    <a:pt x="37039" y="4699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8" name="pg359">
              <a:extLst>
                <a:ext uri="{FF2B5EF4-FFF2-40B4-BE49-F238E27FC236}">
                  <a16:creationId xmlns:a16="http://schemas.microsoft.com/office/drawing/2014/main" id="{BE4EA31E-FC5F-4756-A818-36C867E42486}"/>
                </a:ext>
              </a:extLst>
            </p:cNvPr>
            <p:cNvSpPr/>
            <p:nvPr/>
          </p:nvSpPr>
          <p:spPr>
            <a:xfrm>
              <a:off x="9636721" y="5220855"/>
              <a:ext cx="88120" cy="121240"/>
            </a:xfrm>
            <a:custGeom>
              <a:avLst/>
              <a:gdLst/>
              <a:ahLst/>
              <a:cxnLst/>
              <a:rect l="0" t="0" r="0" b="0"/>
              <a:pathLst>
                <a:path w="88120" h="121240">
                  <a:moveTo>
                    <a:pt x="17768" y="3223"/>
                  </a:moveTo>
                  <a:lnTo>
                    <a:pt x="59760" y="0"/>
                  </a:lnTo>
                  <a:lnTo>
                    <a:pt x="62311" y="33212"/>
                  </a:lnTo>
                  <a:lnTo>
                    <a:pt x="71502" y="32507"/>
                  </a:lnTo>
                  <a:lnTo>
                    <a:pt x="73264" y="55504"/>
                  </a:lnTo>
                  <a:lnTo>
                    <a:pt x="86316" y="54505"/>
                  </a:lnTo>
                  <a:lnTo>
                    <a:pt x="88120" y="78082"/>
                  </a:lnTo>
                  <a:lnTo>
                    <a:pt x="75161" y="79073"/>
                  </a:lnTo>
                  <a:lnTo>
                    <a:pt x="77411" y="108348"/>
                  </a:lnTo>
                  <a:lnTo>
                    <a:pt x="75875" y="108457"/>
                  </a:lnTo>
                  <a:lnTo>
                    <a:pt x="76647" y="118999"/>
                  </a:lnTo>
                  <a:lnTo>
                    <a:pt x="46146" y="121240"/>
                  </a:lnTo>
                  <a:lnTo>
                    <a:pt x="45374" y="110707"/>
                  </a:lnTo>
                  <a:lnTo>
                    <a:pt x="6135" y="113602"/>
                  </a:lnTo>
                  <a:lnTo>
                    <a:pt x="3944" y="86677"/>
                  </a:lnTo>
                  <a:lnTo>
                    <a:pt x="209" y="40581"/>
                  </a:lnTo>
                  <a:lnTo>
                    <a:pt x="0" y="37987"/>
                  </a:lnTo>
                  <a:lnTo>
                    <a:pt x="20320" y="3642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29" name="pg360">
              <a:extLst>
                <a:ext uri="{FF2B5EF4-FFF2-40B4-BE49-F238E27FC236}">
                  <a16:creationId xmlns:a16="http://schemas.microsoft.com/office/drawing/2014/main" id="{DD75ECEC-063F-4E2D-9070-1AEA7139F427}"/>
                </a:ext>
              </a:extLst>
            </p:cNvPr>
            <p:cNvSpPr/>
            <p:nvPr/>
          </p:nvSpPr>
          <p:spPr>
            <a:xfrm>
              <a:off x="8682456" y="4051907"/>
              <a:ext cx="108852" cy="125403"/>
            </a:xfrm>
            <a:custGeom>
              <a:avLst/>
              <a:gdLst/>
              <a:ahLst/>
              <a:cxnLst/>
              <a:rect l="0" t="0" r="0" b="0"/>
              <a:pathLst>
                <a:path w="108852" h="125403">
                  <a:moveTo>
                    <a:pt x="62362" y="125403"/>
                  </a:moveTo>
                  <a:lnTo>
                    <a:pt x="59625" y="76462"/>
                  </a:lnTo>
                  <a:lnTo>
                    <a:pt x="47052" y="77159"/>
                  </a:lnTo>
                  <a:lnTo>
                    <a:pt x="4129" y="79543"/>
                  </a:lnTo>
                  <a:lnTo>
                    <a:pt x="0" y="5657"/>
                  </a:lnTo>
                  <a:lnTo>
                    <a:pt x="101969" y="0"/>
                  </a:lnTo>
                  <a:lnTo>
                    <a:pt x="108852" y="12280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0" name="pg361">
              <a:extLst>
                <a:ext uri="{FF2B5EF4-FFF2-40B4-BE49-F238E27FC236}">
                  <a16:creationId xmlns:a16="http://schemas.microsoft.com/office/drawing/2014/main" id="{3A529001-3C2B-43FE-A2F3-968A63CA8448}"/>
                </a:ext>
              </a:extLst>
            </p:cNvPr>
            <p:cNvSpPr/>
            <p:nvPr/>
          </p:nvSpPr>
          <p:spPr>
            <a:xfrm>
              <a:off x="6155871" y="4550173"/>
              <a:ext cx="130616" cy="114702"/>
            </a:xfrm>
            <a:custGeom>
              <a:avLst/>
              <a:gdLst/>
              <a:ahLst/>
              <a:cxnLst/>
              <a:rect l="0" t="0" r="0" b="0"/>
              <a:pathLst>
                <a:path w="130616" h="114702">
                  <a:moveTo>
                    <a:pt x="24659" y="113653"/>
                  </a:moveTo>
                  <a:lnTo>
                    <a:pt x="24793" y="114215"/>
                  </a:lnTo>
                  <a:lnTo>
                    <a:pt x="22846" y="114702"/>
                  </a:lnTo>
                  <a:lnTo>
                    <a:pt x="0" y="23375"/>
                  </a:lnTo>
                  <a:lnTo>
                    <a:pt x="1938" y="22888"/>
                  </a:lnTo>
                  <a:lnTo>
                    <a:pt x="2073" y="23450"/>
                  </a:lnTo>
                  <a:lnTo>
                    <a:pt x="65887" y="6529"/>
                  </a:lnTo>
                  <a:lnTo>
                    <a:pt x="66441" y="8729"/>
                  </a:lnTo>
                  <a:lnTo>
                    <a:pt x="122969" y="0"/>
                  </a:lnTo>
                  <a:lnTo>
                    <a:pt x="130616" y="46842"/>
                  </a:lnTo>
                  <a:lnTo>
                    <a:pt x="110128" y="50099"/>
                  </a:lnTo>
                  <a:lnTo>
                    <a:pt x="118790" y="86526"/>
                  </a:lnTo>
                  <a:lnTo>
                    <a:pt x="87743" y="94147"/>
                  </a:lnTo>
                  <a:lnTo>
                    <a:pt x="88389" y="967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1" name="pg362">
              <a:extLst>
                <a:ext uri="{FF2B5EF4-FFF2-40B4-BE49-F238E27FC236}">
                  <a16:creationId xmlns:a16="http://schemas.microsoft.com/office/drawing/2014/main" id="{0E739B1C-55EE-4F23-9577-D57FCEC11C03}"/>
                </a:ext>
              </a:extLst>
            </p:cNvPr>
            <p:cNvSpPr/>
            <p:nvPr/>
          </p:nvSpPr>
          <p:spPr>
            <a:xfrm>
              <a:off x="8150239" y="3683467"/>
              <a:ext cx="59164" cy="107114"/>
            </a:xfrm>
            <a:custGeom>
              <a:avLst/>
              <a:gdLst/>
              <a:ahLst/>
              <a:cxnLst/>
              <a:rect l="0" t="0" r="0" b="0"/>
              <a:pathLst>
                <a:path w="59164" h="107114">
                  <a:moveTo>
                    <a:pt x="5740" y="107114"/>
                  </a:moveTo>
                  <a:lnTo>
                    <a:pt x="0" y="2988"/>
                  </a:lnTo>
                  <a:lnTo>
                    <a:pt x="53431" y="0"/>
                  </a:lnTo>
                  <a:lnTo>
                    <a:pt x="59164" y="1041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2" name="pg363">
              <a:extLst>
                <a:ext uri="{FF2B5EF4-FFF2-40B4-BE49-F238E27FC236}">
                  <a16:creationId xmlns:a16="http://schemas.microsoft.com/office/drawing/2014/main" id="{06EA6DDD-56B3-49AF-AF44-ADA961C0E6C5}"/>
                </a:ext>
              </a:extLst>
            </p:cNvPr>
            <p:cNvSpPr/>
            <p:nvPr/>
          </p:nvSpPr>
          <p:spPr>
            <a:xfrm>
              <a:off x="7122902" y="3788862"/>
              <a:ext cx="133058" cy="126260"/>
            </a:xfrm>
            <a:custGeom>
              <a:avLst/>
              <a:gdLst/>
              <a:ahLst/>
              <a:cxnLst/>
              <a:rect l="0" t="0" r="0" b="0"/>
              <a:pathLst>
                <a:path w="133058" h="126260">
                  <a:moveTo>
                    <a:pt x="0" y="68111"/>
                  </a:moveTo>
                  <a:lnTo>
                    <a:pt x="46087" y="65912"/>
                  </a:lnTo>
                  <a:lnTo>
                    <a:pt x="43141" y="4154"/>
                  </a:lnTo>
                  <a:lnTo>
                    <a:pt x="127233" y="0"/>
                  </a:lnTo>
                  <a:lnTo>
                    <a:pt x="133058" y="122004"/>
                  </a:lnTo>
                  <a:lnTo>
                    <a:pt x="48949" y="126260"/>
                  </a:lnTo>
                  <a:lnTo>
                    <a:pt x="48454" y="115793"/>
                  </a:lnTo>
                  <a:lnTo>
                    <a:pt x="2543" y="11798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3" name="pg364">
              <a:extLst>
                <a:ext uri="{FF2B5EF4-FFF2-40B4-BE49-F238E27FC236}">
                  <a16:creationId xmlns:a16="http://schemas.microsoft.com/office/drawing/2014/main" id="{981FBA41-8EA6-4969-8A9A-1CB0A862AE6B}"/>
                </a:ext>
              </a:extLst>
            </p:cNvPr>
            <p:cNvSpPr/>
            <p:nvPr/>
          </p:nvSpPr>
          <p:spPr>
            <a:xfrm>
              <a:off x="8096874" y="3686455"/>
              <a:ext cx="59105" cy="107098"/>
            </a:xfrm>
            <a:custGeom>
              <a:avLst/>
              <a:gdLst/>
              <a:ahLst/>
              <a:cxnLst/>
              <a:rect l="0" t="0" r="0" b="0"/>
              <a:pathLst>
                <a:path w="59105" h="107098">
                  <a:moveTo>
                    <a:pt x="0" y="2988"/>
                  </a:moveTo>
                  <a:lnTo>
                    <a:pt x="53364" y="0"/>
                  </a:lnTo>
                  <a:lnTo>
                    <a:pt x="59105" y="104126"/>
                  </a:lnTo>
                  <a:lnTo>
                    <a:pt x="5942" y="10709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4" name="pg365">
              <a:extLst>
                <a:ext uri="{FF2B5EF4-FFF2-40B4-BE49-F238E27FC236}">
                  <a16:creationId xmlns:a16="http://schemas.microsoft.com/office/drawing/2014/main" id="{B62E995E-3A52-4C6D-A790-8B21A243A567}"/>
                </a:ext>
              </a:extLst>
            </p:cNvPr>
            <p:cNvSpPr/>
            <p:nvPr/>
          </p:nvSpPr>
          <p:spPr>
            <a:xfrm>
              <a:off x="9589543" y="4676996"/>
              <a:ext cx="76555" cy="76613"/>
            </a:xfrm>
            <a:custGeom>
              <a:avLst/>
              <a:gdLst/>
              <a:ahLst/>
              <a:cxnLst/>
              <a:rect l="0" t="0" r="0" b="0"/>
              <a:pathLst>
                <a:path w="76555" h="76613">
                  <a:moveTo>
                    <a:pt x="76555" y="73768"/>
                  </a:moveTo>
                  <a:lnTo>
                    <a:pt x="2752" y="76613"/>
                  </a:lnTo>
                  <a:lnTo>
                    <a:pt x="0" y="2929"/>
                  </a:lnTo>
                  <a:lnTo>
                    <a:pt x="7370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5" name="pg366">
              <a:extLst>
                <a:ext uri="{FF2B5EF4-FFF2-40B4-BE49-F238E27FC236}">
                  <a16:creationId xmlns:a16="http://schemas.microsoft.com/office/drawing/2014/main" id="{13039519-ABB9-45FA-8E30-8604C948C8FB}"/>
                </a:ext>
              </a:extLst>
            </p:cNvPr>
            <p:cNvSpPr/>
            <p:nvPr/>
          </p:nvSpPr>
          <p:spPr>
            <a:xfrm>
              <a:off x="8689221" y="1658111"/>
              <a:ext cx="47170" cy="48722"/>
            </a:xfrm>
            <a:custGeom>
              <a:avLst/>
              <a:gdLst/>
              <a:ahLst/>
              <a:cxnLst/>
              <a:rect l="0" t="0" r="0" b="0"/>
              <a:pathLst>
                <a:path w="47170" h="48722">
                  <a:moveTo>
                    <a:pt x="42268" y="48722"/>
                  </a:moveTo>
                  <a:lnTo>
                    <a:pt x="36317" y="48059"/>
                  </a:lnTo>
                  <a:lnTo>
                    <a:pt x="5690" y="44643"/>
                  </a:lnTo>
                  <a:lnTo>
                    <a:pt x="0" y="44014"/>
                  </a:lnTo>
                  <a:lnTo>
                    <a:pt x="4901" y="0"/>
                  </a:lnTo>
                  <a:lnTo>
                    <a:pt x="47170" y="470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6" name="pg367">
              <a:extLst>
                <a:ext uri="{FF2B5EF4-FFF2-40B4-BE49-F238E27FC236}">
                  <a16:creationId xmlns:a16="http://schemas.microsoft.com/office/drawing/2014/main" id="{2C345DDE-F464-4902-B3A1-BAAAB96D1532}"/>
                </a:ext>
              </a:extLst>
            </p:cNvPr>
            <p:cNvSpPr/>
            <p:nvPr/>
          </p:nvSpPr>
          <p:spPr>
            <a:xfrm>
              <a:off x="7438942" y="5387235"/>
              <a:ext cx="138237" cy="125949"/>
            </a:xfrm>
            <a:custGeom>
              <a:avLst/>
              <a:gdLst/>
              <a:ahLst/>
              <a:cxnLst/>
              <a:rect l="0" t="0" r="0" b="0"/>
              <a:pathLst>
                <a:path w="138237" h="125949">
                  <a:moveTo>
                    <a:pt x="0" y="45130"/>
                  </a:moveTo>
                  <a:lnTo>
                    <a:pt x="84293" y="38860"/>
                  </a:lnTo>
                  <a:lnTo>
                    <a:pt x="81607" y="3642"/>
                  </a:lnTo>
                  <a:lnTo>
                    <a:pt x="129373" y="0"/>
                  </a:lnTo>
                  <a:lnTo>
                    <a:pt x="138237" y="116154"/>
                  </a:lnTo>
                  <a:lnTo>
                    <a:pt x="5984" y="1259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7" name="pg368">
              <a:extLst>
                <a:ext uri="{FF2B5EF4-FFF2-40B4-BE49-F238E27FC236}">
                  <a16:creationId xmlns:a16="http://schemas.microsoft.com/office/drawing/2014/main" id="{AB97B9B4-7E28-4D57-A1DE-9F72A69E555A}"/>
                </a:ext>
              </a:extLst>
            </p:cNvPr>
            <p:cNvSpPr/>
            <p:nvPr/>
          </p:nvSpPr>
          <p:spPr>
            <a:xfrm>
              <a:off x="9073037" y="5250441"/>
              <a:ext cx="84109" cy="136525"/>
            </a:xfrm>
            <a:custGeom>
              <a:avLst/>
              <a:gdLst/>
              <a:ahLst/>
              <a:cxnLst/>
              <a:rect l="0" t="0" r="0" b="0"/>
              <a:pathLst>
                <a:path w="84109" h="136525">
                  <a:moveTo>
                    <a:pt x="0" y="29586"/>
                  </a:moveTo>
                  <a:lnTo>
                    <a:pt x="8821" y="20823"/>
                  </a:lnTo>
                  <a:lnTo>
                    <a:pt x="10995" y="20655"/>
                  </a:lnTo>
                  <a:lnTo>
                    <a:pt x="9870" y="5086"/>
                  </a:lnTo>
                  <a:lnTo>
                    <a:pt x="75195" y="0"/>
                  </a:lnTo>
                  <a:lnTo>
                    <a:pt x="76043" y="14570"/>
                  </a:lnTo>
                  <a:lnTo>
                    <a:pt x="78947" y="64586"/>
                  </a:lnTo>
                  <a:lnTo>
                    <a:pt x="84109" y="131505"/>
                  </a:lnTo>
                  <a:lnTo>
                    <a:pt x="19699" y="136525"/>
                  </a:lnTo>
                  <a:lnTo>
                    <a:pt x="13479" y="55890"/>
                  </a:lnTo>
                  <a:lnTo>
                    <a:pt x="11398" y="56050"/>
                  </a:lnTo>
                  <a:lnTo>
                    <a:pt x="1485" y="486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8" name="pg369">
              <a:extLst>
                <a:ext uri="{FF2B5EF4-FFF2-40B4-BE49-F238E27FC236}">
                  <a16:creationId xmlns:a16="http://schemas.microsoft.com/office/drawing/2014/main" id="{74B8956B-9C1A-4A24-97CC-FE43F8683216}"/>
                </a:ext>
              </a:extLst>
            </p:cNvPr>
            <p:cNvSpPr/>
            <p:nvPr/>
          </p:nvSpPr>
          <p:spPr>
            <a:xfrm>
              <a:off x="7651133" y="3835335"/>
              <a:ext cx="71376" cy="79282"/>
            </a:xfrm>
            <a:custGeom>
              <a:avLst/>
              <a:gdLst/>
              <a:ahLst/>
              <a:cxnLst/>
              <a:rect l="0" t="0" r="0" b="0"/>
              <a:pathLst>
                <a:path w="71376" h="79282">
                  <a:moveTo>
                    <a:pt x="0" y="3617"/>
                  </a:moveTo>
                  <a:lnTo>
                    <a:pt x="23543" y="2350"/>
                  </a:lnTo>
                  <a:lnTo>
                    <a:pt x="55210" y="646"/>
                  </a:lnTo>
                  <a:lnTo>
                    <a:pt x="67314" y="0"/>
                  </a:lnTo>
                  <a:lnTo>
                    <a:pt x="71376" y="75598"/>
                  </a:lnTo>
                  <a:lnTo>
                    <a:pt x="33749" y="77654"/>
                  </a:lnTo>
                  <a:lnTo>
                    <a:pt x="11146" y="78896"/>
                  </a:lnTo>
                  <a:lnTo>
                    <a:pt x="4062" y="7928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39" name="pg370">
              <a:extLst>
                <a:ext uri="{FF2B5EF4-FFF2-40B4-BE49-F238E27FC236}">
                  <a16:creationId xmlns:a16="http://schemas.microsoft.com/office/drawing/2014/main" id="{251EABAC-26E4-4742-9B53-E1159C4EBF8D}"/>
                </a:ext>
              </a:extLst>
            </p:cNvPr>
            <p:cNvSpPr/>
            <p:nvPr/>
          </p:nvSpPr>
          <p:spPr>
            <a:xfrm>
              <a:off x="9554618" y="3330438"/>
              <a:ext cx="93442" cy="110463"/>
            </a:xfrm>
            <a:custGeom>
              <a:avLst/>
              <a:gdLst/>
              <a:ahLst/>
              <a:cxnLst/>
              <a:rect l="0" t="0" r="0" b="0"/>
              <a:pathLst>
                <a:path w="93442" h="110463">
                  <a:moveTo>
                    <a:pt x="0" y="106686"/>
                  </a:moveTo>
                  <a:lnTo>
                    <a:pt x="6756" y="24659"/>
                  </a:lnTo>
                  <a:lnTo>
                    <a:pt x="8787" y="0"/>
                  </a:lnTo>
                  <a:lnTo>
                    <a:pt x="31491" y="1913"/>
                  </a:lnTo>
                  <a:lnTo>
                    <a:pt x="93442" y="7125"/>
                  </a:lnTo>
                  <a:lnTo>
                    <a:pt x="84965" y="109465"/>
                  </a:lnTo>
                  <a:lnTo>
                    <a:pt x="46255" y="106284"/>
                  </a:lnTo>
                  <a:lnTo>
                    <a:pt x="45911" y="11046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0" name="pg371">
              <a:extLst>
                <a:ext uri="{FF2B5EF4-FFF2-40B4-BE49-F238E27FC236}">
                  <a16:creationId xmlns:a16="http://schemas.microsoft.com/office/drawing/2014/main" id="{0B3BD2B5-2288-444D-A280-EDB22D227C82}"/>
                </a:ext>
              </a:extLst>
            </p:cNvPr>
            <p:cNvSpPr/>
            <p:nvPr/>
          </p:nvSpPr>
          <p:spPr>
            <a:xfrm>
              <a:off x="9558412" y="2881339"/>
              <a:ext cx="103690" cy="137297"/>
            </a:xfrm>
            <a:custGeom>
              <a:avLst/>
              <a:gdLst/>
              <a:ahLst/>
              <a:cxnLst/>
              <a:rect l="0" t="0" r="0" b="0"/>
              <a:pathLst>
                <a:path w="103690" h="137297">
                  <a:moveTo>
                    <a:pt x="89144" y="137003"/>
                  </a:moveTo>
                  <a:lnTo>
                    <a:pt x="90085" y="126058"/>
                  </a:lnTo>
                  <a:lnTo>
                    <a:pt x="4364" y="118739"/>
                  </a:lnTo>
                  <a:lnTo>
                    <a:pt x="3424" y="129600"/>
                  </a:lnTo>
                  <a:lnTo>
                    <a:pt x="0" y="129306"/>
                  </a:lnTo>
                  <a:lnTo>
                    <a:pt x="11171" y="0"/>
                  </a:lnTo>
                  <a:lnTo>
                    <a:pt x="103690" y="7990"/>
                  </a:lnTo>
                  <a:lnTo>
                    <a:pt x="92527" y="13729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1" name="pg372">
              <a:extLst>
                <a:ext uri="{FF2B5EF4-FFF2-40B4-BE49-F238E27FC236}">
                  <a16:creationId xmlns:a16="http://schemas.microsoft.com/office/drawing/2014/main" id="{28FE57DB-0736-4CCC-9305-F77A627BEADB}"/>
                </a:ext>
              </a:extLst>
            </p:cNvPr>
            <p:cNvSpPr/>
            <p:nvPr/>
          </p:nvSpPr>
          <p:spPr>
            <a:xfrm>
              <a:off x="6600186" y="4141304"/>
              <a:ext cx="100022" cy="118378"/>
            </a:xfrm>
            <a:custGeom>
              <a:avLst/>
              <a:gdLst/>
              <a:ahLst/>
              <a:cxnLst/>
              <a:rect l="0" t="0" r="0" b="0"/>
              <a:pathLst>
                <a:path w="100022" h="118378">
                  <a:moveTo>
                    <a:pt x="6639" y="95809"/>
                  </a:moveTo>
                  <a:lnTo>
                    <a:pt x="0" y="6991"/>
                  </a:lnTo>
                  <a:lnTo>
                    <a:pt x="91377" y="0"/>
                  </a:lnTo>
                  <a:lnTo>
                    <a:pt x="100022" y="115499"/>
                  </a:lnTo>
                  <a:lnTo>
                    <a:pt x="61069" y="118378"/>
                  </a:lnTo>
                  <a:lnTo>
                    <a:pt x="59088" y="916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2" name="pg373">
              <a:extLst>
                <a:ext uri="{FF2B5EF4-FFF2-40B4-BE49-F238E27FC236}">
                  <a16:creationId xmlns:a16="http://schemas.microsoft.com/office/drawing/2014/main" id="{09BB7F2A-8370-4C01-9DDC-E32D32BA2A33}"/>
                </a:ext>
              </a:extLst>
            </p:cNvPr>
            <p:cNvSpPr/>
            <p:nvPr/>
          </p:nvSpPr>
          <p:spPr>
            <a:xfrm>
              <a:off x="8604718" y="1650801"/>
              <a:ext cx="45264" cy="62832"/>
            </a:xfrm>
            <a:custGeom>
              <a:avLst/>
              <a:gdLst/>
              <a:ahLst/>
              <a:cxnLst/>
              <a:rect l="0" t="0" r="0" b="0"/>
              <a:pathLst>
                <a:path w="45264" h="62832">
                  <a:moveTo>
                    <a:pt x="0" y="59273"/>
                  </a:moveTo>
                  <a:lnTo>
                    <a:pt x="5212" y="0"/>
                  </a:lnTo>
                  <a:lnTo>
                    <a:pt x="36871" y="2778"/>
                  </a:lnTo>
                  <a:lnTo>
                    <a:pt x="36393" y="8376"/>
                  </a:lnTo>
                  <a:lnTo>
                    <a:pt x="45264" y="9157"/>
                  </a:lnTo>
                  <a:lnTo>
                    <a:pt x="40564" y="628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3" name="pg374">
              <a:extLst>
                <a:ext uri="{FF2B5EF4-FFF2-40B4-BE49-F238E27FC236}">
                  <a16:creationId xmlns:a16="http://schemas.microsoft.com/office/drawing/2014/main" id="{16619B12-AF7A-480F-8BEF-3693F2AEE82F}"/>
                </a:ext>
              </a:extLst>
            </p:cNvPr>
            <p:cNvSpPr/>
            <p:nvPr/>
          </p:nvSpPr>
          <p:spPr>
            <a:xfrm>
              <a:off x="7437608" y="4078278"/>
              <a:ext cx="94684" cy="147612"/>
            </a:xfrm>
            <a:custGeom>
              <a:avLst/>
              <a:gdLst/>
              <a:ahLst/>
              <a:cxnLst/>
              <a:rect l="0" t="0" r="0" b="0"/>
              <a:pathLst>
                <a:path w="94684" h="147612">
                  <a:moveTo>
                    <a:pt x="91654" y="60960"/>
                  </a:moveTo>
                  <a:lnTo>
                    <a:pt x="90571" y="61027"/>
                  </a:lnTo>
                  <a:lnTo>
                    <a:pt x="94684" y="125076"/>
                  </a:lnTo>
                  <a:lnTo>
                    <a:pt x="93182" y="125168"/>
                  </a:lnTo>
                  <a:lnTo>
                    <a:pt x="94508" y="145925"/>
                  </a:lnTo>
                  <a:lnTo>
                    <a:pt x="68220" y="147612"/>
                  </a:lnTo>
                  <a:lnTo>
                    <a:pt x="66844" y="126100"/>
                  </a:lnTo>
                  <a:lnTo>
                    <a:pt x="51643" y="127502"/>
                  </a:lnTo>
                  <a:lnTo>
                    <a:pt x="48017" y="63587"/>
                  </a:lnTo>
                  <a:lnTo>
                    <a:pt x="3894" y="66415"/>
                  </a:lnTo>
                  <a:lnTo>
                    <a:pt x="0" y="5631"/>
                  </a:lnTo>
                  <a:lnTo>
                    <a:pt x="8773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4" name="pg375">
              <a:extLst>
                <a:ext uri="{FF2B5EF4-FFF2-40B4-BE49-F238E27FC236}">
                  <a16:creationId xmlns:a16="http://schemas.microsoft.com/office/drawing/2014/main" id="{C37C09EB-6517-4592-802E-8C3F0C9135BE}"/>
                </a:ext>
              </a:extLst>
            </p:cNvPr>
            <p:cNvSpPr/>
            <p:nvPr/>
          </p:nvSpPr>
          <p:spPr>
            <a:xfrm>
              <a:off x="6662808" y="3879694"/>
              <a:ext cx="80332" cy="96480"/>
            </a:xfrm>
            <a:custGeom>
              <a:avLst/>
              <a:gdLst/>
              <a:ahLst/>
              <a:cxnLst/>
              <a:rect l="0" t="0" r="0" b="0"/>
              <a:pathLst>
                <a:path w="80332" h="96480">
                  <a:moveTo>
                    <a:pt x="67926" y="8628"/>
                  </a:moveTo>
                  <a:lnTo>
                    <a:pt x="75808" y="8208"/>
                  </a:lnTo>
                  <a:lnTo>
                    <a:pt x="75967" y="11121"/>
                  </a:lnTo>
                  <a:lnTo>
                    <a:pt x="80332" y="92401"/>
                  </a:lnTo>
                  <a:lnTo>
                    <a:pt x="4523" y="96480"/>
                  </a:lnTo>
                  <a:lnTo>
                    <a:pt x="0" y="12287"/>
                  </a:lnTo>
                  <a:lnTo>
                    <a:pt x="9987" y="1242"/>
                  </a:lnTo>
                  <a:lnTo>
                    <a:pt x="33111" y="0"/>
                  </a:lnTo>
                  <a:lnTo>
                    <a:pt x="44224" y="990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5" name="pg376">
              <a:extLst>
                <a:ext uri="{FF2B5EF4-FFF2-40B4-BE49-F238E27FC236}">
                  <a16:creationId xmlns:a16="http://schemas.microsoft.com/office/drawing/2014/main" id="{0E8415C7-9AEC-499C-8FCF-F3FF06E645BD}"/>
                </a:ext>
              </a:extLst>
            </p:cNvPr>
            <p:cNvSpPr/>
            <p:nvPr/>
          </p:nvSpPr>
          <p:spPr>
            <a:xfrm>
              <a:off x="7338173" y="4325167"/>
              <a:ext cx="100736" cy="72576"/>
            </a:xfrm>
            <a:custGeom>
              <a:avLst/>
              <a:gdLst/>
              <a:ahLst/>
              <a:cxnLst/>
              <a:rect l="0" t="0" r="0" b="0"/>
              <a:pathLst>
                <a:path w="100736" h="72576">
                  <a:moveTo>
                    <a:pt x="100736" y="65341"/>
                  </a:moveTo>
                  <a:lnTo>
                    <a:pt x="5321" y="72576"/>
                  </a:lnTo>
                  <a:lnTo>
                    <a:pt x="0" y="7260"/>
                  </a:lnTo>
                  <a:lnTo>
                    <a:pt x="9578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6" name="pg377">
              <a:extLst>
                <a:ext uri="{FF2B5EF4-FFF2-40B4-BE49-F238E27FC236}">
                  <a16:creationId xmlns:a16="http://schemas.microsoft.com/office/drawing/2014/main" id="{63153162-0396-4BD3-8FE7-9D893BB990B8}"/>
                </a:ext>
              </a:extLst>
            </p:cNvPr>
            <p:cNvSpPr/>
            <p:nvPr/>
          </p:nvSpPr>
          <p:spPr>
            <a:xfrm>
              <a:off x="7767732" y="1893769"/>
              <a:ext cx="40363" cy="59860"/>
            </a:xfrm>
            <a:custGeom>
              <a:avLst/>
              <a:gdLst/>
              <a:ahLst/>
              <a:cxnLst/>
              <a:rect l="0" t="0" r="0" b="0"/>
              <a:pathLst>
                <a:path w="40363" h="59860">
                  <a:moveTo>
                    <a:pt x="28050" y="2769"/>
                  </a:moveTo>
                  <a:lnTo>
                    <a:pt x="26598" y="13580"/>
                  </a:lnTo>
                  <a:lnTo>
                    <a:pt x="40363" y="15426"/>
                  </a:lnTo>
                  <a:lnTo>
                    <a:pt x="34395" y="59860"/>
                  </a:lnTo>
                  <a:lnTo>
                    <a:pt x="0" y="55244"/>
                  </a:lnTo>
                  <a:lnTo>
                    <a:pt x="3802" y="26950"/>
                  </a:lnTo>
                  <a:lnTo>
                    <a:pt x="5967" y="10810"/>
                  </a:lnTo>
                  <a:lnTo>
                    <a:pt x="7251" y="1208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7" name="pg378">
              <a:extLst>
                <a:ext uri="{FF2B5EF4-FFF2-40B4-BE49-F238E27FC236}">
                  <a16:creationId xmlns:a16="http://schemas.microsoft.com/office/drawing/2014/main" id="{90A6EC4B-F9DB-451B-B5FD-AFD85F44633B}"/>
                </a:ext>
              </a:extLst>
            </p:cNvPr>
            <p:cNvSpPr/>
            <p:nvPr/>
          </p:nvSpPr>
          <p:spPr>
            <a:xfrm>
              <a:off x="9350737" y="2883781"/>
              <a:ext cx="121207" cy="73609"/>
            </a:xfrm>
            <a:custGeom>
              <a:avLst/>
              <a:gdLst/>
              <a:ahLst/>
              <a:cxnLst/>
              <a:rect l="0" t="0" r="0" b="0"/>
              <a:pathLst>
                <a:path w="121207" h="73609">
                  <a:moveTo>
                    <a:pt x="35663" y="71577"/>
                  </a:moveTo>
                  <a:lnTo>
                    <a:pt x="36376" y="63050"/>
                  </a:lnTo>
                  <a:lnTo>
                    <a:pt x="2476" y="60188"/>
                  </a:lnTo>
                  <a:lnTo>
                    <a:pt x="1754" y="68715"/>
                  </a:lnTo>
                  <a:lnTo>
                    <a:pt x="0" y="68564"/>
                  </a:lnTo>
                  <a:lnTo>
                    <a:pt x="5858" y="0"/>
                  </a:lnTo>
                  <a:lnTo>
                    <a:pt x="121207" y="9862"/>
                  </a:lnTo>
                  <a:lnTo>
                    <a:pt x="115650" y="73609"/>
                  </a:lnTo>
                  <a:lnTo>
                    <a:pt x="37878" y="67381"/>
                  </a:lnTo>
                  <a:lnTo>
                    <a:pt x="37501" y="7172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8" name="pg379">
              <a:extLst>
                <a:ext uri="{FF2B5EF4-FFF2-40B4-BE49-F238E27FC236}">
                  <a16:creationId xmlns:a16="http://schemas.microsoft.com/office/drawing/2014/main" id="{8A824310-1DD3-42DC-BEA5-40BB14A28E23}"/>
                </a:ext>
              </a:extLst>
            </p:cNvPr>
            <p:cNvSpPr/>
            <p:nvPr/>
          </p:nvSpPr>
          <p:spPr>
            <a:xfrm>
              <a:off x="9907555" y="4942232"/>
              <a:ext cx="145875" cy="112209"/>
            </a:xfrm>
            <a:custGeom>
              <a:avLst/>
              <a:gdLst/>
              <a:ahLst/>
              <a:cxnLst/>
              <a:rect l="0" t="0" r="0" b="0"/>
              <a:pathLst>
                <a:path w="145875" h="112209">
                  <a:moveTo>
                    <a:pt x="0" y="16014"/>
                  </a:moveTo>
                  <a:lnTo>
                    <a:pt x="70939" y="7495"/>
                  </a:lnTo>
                  <a:lnTo>
                    <a:pt x="71435" y="11658"/>
                  </a:lnTo>
                  <a:lnTo>
                    <a:pt x="98864" y="8368"/>
                  </a:lnTo>
                  <a:lnTo>
                    <a:pt x="98360" y="4205"/>
                  </a:lnTo>
                  <a:lnTo>
                    <a:pt x="133369" y="0"/>
                  </a:lnTo>
                  <a:lnTo>
                    <a:pt x="145875" y="104202"/>
                  </a:lnTo>
                  <a:lnTo>
                    <a:pt x="79131" y="112209"/>
                  </a:lnTo>
                  <a:lnTo>
                    <a:pt x="74632" y="74649"/>
                  </a:lnTo>
                  <a:lnTo>
                    <a:pt x="7998" y="8264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49" name="pg380">
              <a:extLst>
                <a:ext uri="{FF2B5EF4-FFF2-40B4-BE49-F238E27FC236}">
                  <a16:creationId xmlns:a16="http://schemas.microsoft.com/office/drawing/2014/main" id="{26C500F0-DEBB-420A-82C0-689B261D4D52}"/>
                </a:ext>
              </a:extLst>
            </p:cNvPr>
            <p:cNvSpPr/>
            <p:nvPr/>
          </p:nvSpPr>
          <p:spPr>
            <a:xfrm>
              <a:off x="9023878" y="1792479"/>
              <a:ext cx="44971" cy="49612"/>
            </a:xfrm>
            <a:custGeom>
              <a:avLst/>
              <a:gdLst/>
              <a:ahLst/>
              <a:cxnLst/>
              <a:rect l="0" t="0" r="0" b="0"/>
              <a:pathLst>
                <a:path w="44971" h="49612">
                  <a:moveTo>
                    <a:pt x="0" y="46817"/>
                  </a:moveTo>
                  <a:lnTo>
                    <a:pt x="3122" y="0"/>
                  </a:lnTo>
                  <a:lnTo>
                    <a:pt x="44971" y="2786"/>
                  </a:lnTo>
                  <a:lnTo>
                    <a:pt x="41840" y="4961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0" name="pg381">
              <a:extLst>
                <a:ext uri="{FF2B5EF4-FFF2-40B4-BE49-F238E27FC236}">
                  <a16:creationId xmlns:a16="http://schemas.microsoft.com/office/drawing/2014/main" id="{3C3C567D-FC9E-462A-B0D1-F64A0B2208FA}"/>
                </a:ext>
              </a:extLst>
            </p:cNvPr>
            <p:cNvSpPr/>
            <p:nvPr/>
          </p:nvSpPr>
          <p:spPr>
            <a:xfrm>
              <a:off x="9774127" y="2943676"/>
              <a:ext cx="93081" cy="131304"/>
            </a:xfrm>
            <a:custGeom>
              <a:avLst/>
              <a:gdLst/>
              <a:ahLst/>
              <a:cxnLst/>
              <a:rect l="0" t="0" r="0" b="0"/>
              <a:pathLst>
                <a:path w="93081" h="131304">
                  <a:moveTo>
                    <a:pt x="82589" y="131304"/>
                  </a:moveTo>
                  <a:lnTo>
                    <a:pt x="0" y="124329"/>
                  </a:lnTo>
                  <a:lnTo>
                    <a:pt x="10491" y="0"/>
                  </a:lnTo>
                  <a:lnTo>
                    <a:pt x="93081" y="69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1" name="pg382">
              <a:extLst>
                <a:ext uri="{FF2B5EF4-FFF2-40B4-BE49-F238E27FC236}">
                  <a16:creationId xmlns:a16="http://schemas.microsoft.com/office/drawing/2014/main" id="{21ADF6D8-9719-46BE-BED7-EEBD5480BF18}"/>
                </a:ext>
              </a:extLst>
            </p:cNvPr>
            <p:cNvSpPr/>
            <p:nvPr/>
          </p:nvSpPr>
          <p:spPr>
            <a:xfrm>
              <a:off x="6663840" y="3601054"/>
              <a:ext cx="91067" cy="68732"/>
            </a:xfrm>
            <a:custGeom>
              <a:avLst/>
              <a:gdLst/>
              <a:ahLst/>
              <a:cxnLst/>
              <a:rect l="0" t="0" r="0" b="0"/>
              <a:pathLst>
                <a:path w="91067" h="68732">
                  <a:moveTo>
                    <a:pt x="7461" y="68732"/>
                  </a:moveTo>
                  <a:lnTo>
                    <a:pt x="0" y="10239"/>
                  </a:lnTo>
                  <a:lnTo>
                    <a:pt x="83697" y="0"/>
                  </a:lnTo>
                  <a:lnTo>
                    <a:pt x="91067" y="5843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2" name="pg383">
              <a:extLst>
                <a:ext uri="{FF2B5EF4-FFF2-40B4-BE49-F238E27FC236}">
                  <a16:creationId xmlns:a16="http://schemas.microsoft.com/office/drawing/2014/main" id="{CD518F05-2CD5-44F1-B63C-F97851560720}"/>
                </a:ext>
              </a:extLst>
            </p:cNvPr>
            <p:cNvSpPr/>
            <p:nvPr/>
          </p:nvSpPr>
          <p:spPr>
            <a:xfrm>
              <a:off x="7386266" y="1680555"/>
              <a:ext cx="43720" cy="38550"/>
            </a:xfrm>
            <a:custGeom>
              <a:avLst/>
              <a:gdLst/>
              <a:ahLst/>
              <a:cxnLst/>
              <a:rect l="0" t="0" r="0" b="0"/>
              <a:pathLst>
                <a:path w="43720" h="38550">
                  <a:moveTo>
                    <a:pt x="0" y="34647"/>
                  </a:moveTo>
                  <a:lnTo>
                    <a:pt x="3348" y="0"/>
                  </a:lnTo>
                  <a:lnTo>
                    <a:pt x="43720" y="3894"/>
                  </a:lnTo>
                  <a:lnTo>
                    <a:pt x="40371" y="38550"/>
                  </a:lnTo>
                  <a:lnTo>
                    <a:pt x="27672" y="37324"/>
                  </a:lnTo>
                  <a:lnTo>
                    <a:pt x="7654" y="3538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3" name="pg384">
              <a:extLst>
                <a:ext uri="{FF2B5EF4-FFF2-40B4-BE49-F238E27FC236}">
                  <a16:creationId xmlns:a16="http://schemas.microsoft.com/office/drawing/2014/main" id="{9C260E55-D0B7-4FC6-9DC5-94E8B4BF66F5}"/>
                </a:ext>
              </a:extLst>
            </p:cNvPr>
            <p:cNvSpPr/>
            <p:nvPr/>
          </p:nvSpPr>
          <p:spPr>
            <a:xfrm>
              <a:off x="7534164" y="3846078"/>
              <a:ext cx="71225" cy="75052"/>
            </a:xfrm>
            <a:custGeom>
              <a:avLst/>
              <a:gdLst/>
              <a:ahLst/>
              <a:cxnLst/>
              <a:rect l="0" t="0" r="0" b="0"/>
              <a:pathLst>
                <a:path w="71225" h="75052">
                  <a:moveTo>
                    <a:pt x="3986" y="75052"/>
                  </a:moveTo>
                  <a:lnTo>
                    <a:pt x="0" y="3768"/>
                  </a:lnTo>
                  <a:lnTo>
                    <a:pt x="32926" y="1930"/>
                  </a:lnTo>
                  <a:lnTo>
                    <a:pt x="67347" y="0"/>
                  </a:lnTo>
                  <a:lnTo>
                    <a:pt x="71225" y="7129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4" name="pg385">
              <a:extLst>
                <a:ext uri="{FF2B5EF4-FFF2-40B4-BE49-F238E27FC236}">
                  <a16:creationId xmlns:a16="http://schemas.microsoft.com/office/drawing/2014/main" id="{FA63FB16-09FB-4556-A15B-C0CDE445420A}"/>
                </a:ext>
              </a:extLst>
            </p:cNvPr>
            <p:cNvSpPr/>
            <p:nvPr/>
          </p:nvSpPr>
          <p:spPr>
            <a:xfrm>
              <a:off x="8649311" y="2094520"/>
              <a:ext cx="48143" cy="50695"/>
            </a:xfrm>
            <a:custGeom>
              <a:avLst/>
              <a:gdLst/>
              <a:ahLst/>
              <a:cxnLst/>
              <a:rect l="0" t="0" r="0" b="0"/>
              <a:pathLst>
                <a:path w="48143" h="50695">
                  <a:moveTo>
                    <a:pt x="43057" y="50695"/>
                  </a:moveTo>
                  <a:lnTo>
                    <a:pt x="0" y="45919"/>
                  </a:lnTo>
                  <a:lnTo>
                    <a:pt x="5094" y="0"/>
                  </a:lnTo>
                  <a:lnTo>
                    <a:pt x="48143" y="477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5" name="pg386">
              <a:extLst>
                <a:ext uri="{FF2B5EF4-FFF2-40B4-BE49-F238E27FC236}">
                  <a16:creationId xmlns:a16="http://schemas.microsoft.com/office/drawing/2014/main" id="{55B88166-CAF8-4D45-A3F6-AF2D58E3D9A0}"/>
                </a:ext>
              </a:extLst>
            </p:cNvPr>
            <p:cNvSpPr/>
            <p:nvPr/>
          </p:nvSpPr>
          <p:spPr>
            <a:xfrm>
              <a:off x="6471525" y="2547110"/>
              <a:ext cx="103463" cy="109045"/>
            </a:xfrm>
            <a:custGeom>
              <a:avLst/>
              <a:gdLst/>
              <a:ahLst/>
              <a:cxnLst/>
              <a:rect l="0" t="0" r="0" b="0"/>
              <a:pathLst>
                <a:path w="103463" h="109045">
                  <a:moveTo>
                    <a:pt x="0" y="74087"/>
                  </a:moveTo>
                  <a:lnTo>
                    <a:pt x="61447" y="0"/>
                  </a:lnTo>
                  <a:lnTo>
                    <a:pt x="103463" y="34840"/>
                  </a:lnTo>
                  <a:lnTo>
                    <a:pt x="42142" y="10904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6" name="pg387">
              <a:extLst>
                <a:ext uri="{FF2B5EF4-FFF2-40B4-BE49-F238E27FC236}">
                  <a16:creationId xmlns:a16="http://schemas.microsoft.com/office/drawing/2014/main" id="{4D3CFFDB-8CF1-458D-864A-5F2F3FEC1A82}"/>
                </a:ext>
              </a:extLst>
            </p:cNvPr>
            <p:cNvSpPr/>
            <p:nvPr/>
          </p:nvSpPr>
          <p:spPr>
            <a:xfrm>
              <a:off x="8252041" y="1472293"/>
              <a:ext cx="55059" cy="39834"/>
            </a:xfrm>
            <a:custGeom>
              <a:avLst/>
              <a:gdLst/>
              <a:ahLst/>
              <a:cxnLst/>
              <a:rect l="0" t="0" r="0" b="0"/>
              <a:pathLst>
                <a:path w="55059" h="39834">
                  <a:moveTo>
                    <a:pt x="0" y="34177"/>
                  </a:moveTo>
                  <a:lnTo>
                    <a:pt x="3013" y="0"/>
                  </a:lnTo>
                  <a:lnTo>
                    <a:pt x="55059" y="5740"/>
                  </a:lnTo>
                  <a:lnTo>
                    <a:pt x="51299" y="3983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7" name="pg388">
              <a:extLst>
                <a:ext uri="{FF2B5EF4-FFF2-40B4-BE49-F238E27FC236}">
                  <a16:creationId xmlns:a16="http://schemas.microsoft.com/office/drawing/2014/main" id="{B2BAF058-ED94-4FEE-8B44-CE9C0C1EB099}"/>
                </a:ext>
              </a:extLst>
            </p:cNvPr>
            <p:cNvSpPr/>
            <p:nvPr/>
          </p:nvSpPr>
          <p:spPr>
            <a:xfrm>
              <a:off x="6400283" y="2027449"/>
              <a:ext cx="100526" cy="85561"/>
            </a:xfrm>
            <a:custGeom>
              <a:avLst/>
              <a:gdLst/>
              <a:ahLst/>
              <a:cxnLst/>
              <a:rect l="0" t="0" r="0" b="0"/>
              <a:pathLst>
                <a:path w="100526" h="85561">
                  <a:moveTo>
                    <a:pt x="67868" y="83773"/>
                  </a:moveTo>
                  <a:lnTo>
                    <a:pt x="2912" y="51131"/>
                  </a:lnTo>
                  <a:lnTo>
                    <a:pt x="2694" y="51576"/>
                  </a:lnTo>
                  <a:lnTo>
                    <a:pt x="0" y="50225"/>
                  </a:lnTo>
                  <a:lnTo>
                    <a:pt x="25238" y="0"/>
                  </a:lnTo>
                  <a:lnTo>
                    <a:pt x="25985" y="386"/>
                  </a:lnTo>
                  <a:lnTo>
                    <a:pt x="80533" y="28469"/>
                  </a:lnTo>
                  <a:lnTo>
                    <a:pt x="93442" y="35117"/>
                  </a:lnTo>
                  <a:lnTo>
                    <a:pt x="93962" y="34068"/>
                  </a:lnTo>
                  <a:lnTo>
                    <a:pt x="95758" y="34966"/>
                  </a:lnTo>
                  <a:lnTo>
                    <a:pt x="90487" y="45457"/>
                  </a:lnTo>
                  <a:lnTo>
                    <a:pt x="100526" y="50502"/>
                  </a:lnTo>
                  <a:lnTo>
                    <a:pt x="88893" y="73667"/>
                  </a:lnTo>
                  <a:lnTo>
                    <a:pt x="78846" y="68623"/>
                  </a:lnTo>
                  <a:lnTo>
                    <a:pt x="70344" y="85561"/>
                  </a:lnTo>
                  <a:lnTo>
                    <a:pt x="67649" y="842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8" name="pg389">
              <a:extLst>
                <a:ext uri="{FF2B5EF4-FFF2-40B4-BE49-F238E27FC236}">
                  <a16:creationId xmlns:a16="http://schemas.microsoft.com/office/drawing/2014/main" id="{E3B1FE21-66E2-4997-BA92-F10A121264E2}"/>
                </a:ext>
              </a:extLst>
            </p:cNvPr>
            <p:cNvSpPr/>
            <p:nvPr/>
          </p:nvSpPr>
          <p:spPr>
            <a:xfrm>
              <a:off x="7399318" y="3479821"/>
              <a:ext cx="81666" cy="105713"/>
            </a:xfrm>
            <a:custGeom>
              <a:avLst/>
              <a:gdLst/>
              <a:ahLst/>
              <a:cxnLst/>
              <a:rect l="0" t="0" r="0" b="0"/>
              <a:pathLst>
                <a:path w="81666" h="105713">
                  <a:moveTo>
                    <a:pt x="67154" y="88909"/>
                  </a:moveTo>
                  <a:lnTo>
                    <a:pt x="68472" y="96992"/>
                  </a:lnTo>
                  <a:lnTo>
                    <a:pt x="62001" y="101180"/>
                  </a:lnTo>
                  <a:lnTo>
                    <a:pt x="55907" y="103640"/>
                  </a:lnTo>
                  <a:lnTo>
                    <a:pt x="45164" y="105713"/>
                  </a:lnTo>
                  <a:lnTo>
                    <a:pt x="38558" y="105461"/>
                  </a:lnTo>
                  <a:lnTo>
                    <a:pt x="31122" y="103564"/>
                  </a:lnTo>
                  <a:lnTo>
                    <a:pt x="29628" y="95431"/>
                  </a:lnTo>
                  <a:lnTo>
                    <a:pt x="14990" y="97974"/>
                  </a:lnTo>
                  <a:lnTo>
                    <a:pt x="0" y="11574"/>
                  </a:lnTo>
                  <a:lnTo>
                    <a:pt x="35688" y="5380"/>
                  </a:lnTo>
                  <a:lnTo>
                    <a:pt x="64611" y="360"/>
                  </a:lnTo>
                  <a:lnTo>
                    <a:pt x="66676" y="0"/>
                  </a:lnTo>
                  <a:lnTo>
                    <a:pt x="81666" y="8639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59" name="pg390">
              <a:extLst>
                <a:ext uri="{FF2B5EF4-FFF2-40B4-BE49-F238E27FC236}">
                  <a16:creationId xmlns:a16="http://schemas.microsoft.com/office/drawing/2014/main" id="{A0856266-D757-45CD-8029-929854A214D2}"/>
                </a:ext>
              </a:extLst>
            </p:cNvPr>
            <p:cNvSpPr/>
            <p:nvPr/>
          </p:nvSpPr>
          <p:spPr>
            <a:xfrm>
              <a:off x="7978613" y="3785210"/>
              <a:ext cx="66886" cy="78208"/>
            </a:xfrm>
            <a:custGeom>
              <a:avLst/>
              <a:gdLst/>
              <a:ahLst/>
              <a:cxnLst/>
              <a:rect l="0" t="0" r="0" b="0"/>
              <a:pathLst>
                <a:path w="66886" h="78208">
                  <a:moveTo>
                    <a:pt x="66886" y="74993"/>
                  </a:moveTo>
                  <a:lnTo>
                    <a:pt x="3709" y="78208"/>
                  </a:lnTo>
                  <a:lnTo>
                    <a:pt x="0" y="3264"/>
                  </a:lnTo>
                  <a:lnTo>
                    <a:pt x="6316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0" name="pg391">
              <a:extLst>
                <a:ext uri="{FF2B5EF4-FFF2-40B4-BE49-F238E27FC236}">
                  <a16:creationId xmlns:a16="http://schemas.microsoft.com/office/drawing/2014/main" id="{7F39FD78-0F85-405E-A5DB-D89C47323AE1}"/>
                </a:ext>
              </a:extLst>
            </p:cNvPr>
            <p:cNvSpPr/>
            <p:nvPr/>
          </p:nvSpPr>
          <p:spPr>
            <a:xfrm>
              <a:off x="7514725" y="2451460"/>
              <a:ext cx="90722" cy="108432"/>
            </a:xfrm>
            <a:custGeom>
              <a:avLst/>
              <a:gdLst/>
              <a:ahLst/>
              <a:cxnLst/>
              <a:rect l="0" t="0" r="0" b="0"/>
              <a:pathLst>
                <a:path w="90722" h="108432">
                  <a:moveTo>
                    <a:pt x="43250" y="108432"/>
                  </a:moveTo>
                  <a:lnTo>
                    <a:pt x="0" y="84083"/>
                  </a:lnTo>
                  <a:lnTo>
                    <a:pt x="47514" y="0"/>
                  </a:lnTo>
                  <a:lnTo>
                    <a:pt x="90722" y="2429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1" name="pg392">
              <a:extLst>
                <a:ext uri="{FF2B5EF4-FFF2-40B4-BE49-F238E27FC236}">
                  <a16:creationId xmlns:a16="http://schemas.microsoft.com/office/drawing/2014/main" id="{12011880-12CC-40F6-8014-C67DBCAF4AEA}"/>
                </a:ext>
              </a:extLst>
            </p:cNvPr>
            <p:cNvSpPr/>
            <p:nvPr/>
          </p:nvSpPr>
          <p:spPr>
            <a:xfrm>
              <a:off x="5941742" y="2508358"/>
              <a:ext cx="71007" cy="104538"/>
            </a:xfrm>
            <a:custGeom>
              <a:avLst/>
              <a:gdLst/>
              <a:ahLst/>
              <a:cxnLst/>
              <a:rect l="0" t="0" r="0" b="0"/>
              <a:pathLst>
                <a:path w="71007" h="104538">
                  <a:moveTo>
                    <a:pt x="0" y="9769"/>
                  </a:moveTo>
                  <a:lnTo>
                    <a:pt x="53809" y="0"/>
                  </a:lnTo>
                  <a:lnTo>
                    <a:pt x="71007" y="94751"/>
                  </a:lnTo>
                  <a:lnTo>
                    <a:pt x="17113" y="10453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2" name="pg393">
              <a:extLst>
                <a:ext uri="{FF2B5EF4-FFF2-40B4-BE49-F238E27FC236}">
                  <a16:creationId xmlns:a16="http://schemas.microsoft.com/office/drawing/2014/main" id="{81B73DE7-2BA8-49EA-A805-C71AE8E1BFA1}"/>
                </a:ext>
              </a:extLst>
            </p:cNvPr>
            <p:cNvSpPr/>
            <p:nvPr/>
          </p:nvSpPr>
          <p:spPr>
            <a:xfrm>
              <a:off x="6658158" y="2103484"/>
              <a:ext cx="96287" cy="123700"/>
            </a:xfrm>
            <a:custGeom>
              <a:avLst/>
              <a:gdLst/>
              <a:ahLst/>
              <a:cxnLst/>
              <a:rect l="0" t="0" r="0" b="0"/>
              <a:pathLst>
                <a:path w="96287" h="123700">
                  <a:moveTo>
                    <a:pt x="77302" y="68623"/>
                  </a:moveTo>
                  <a:lnTo>
                    <a:pt x="78829" y="69311"/>
                  </a:lnTo>
                  <a:lnTo>
                    <a:pt x="54455" y="123700"/>
                  </a:lnTo>
                  <a:lnTo>
                    <a:pt x="0" y="99359"/>
                  </a:lnTo>
                  <a:lnTo>
                    <a:pt x="24399" y="44803"/>
                  </a:lnTo>
                  <a:lnTo>
                    <a:pt x="26531" y="45768"/>
                  </a:lnTo>
                  <a:lnTo>
                    <a:pt x="46733" y="1300"/>
                  </a:lnTo>
                  <a:lnTo>
                    <a:pt x="47321" y="0"/>
                  </a:lnTo>
                  <a:lnTo>
                    <a:pt x="78065" y="13848"/>
                  </a:lnTo>
                  <a:lnTo>
                    <a:pt x="76454" y="17432"/>
                  </a:lnTo>
                  <a:lnTo>
                    <a:pt x="94592" y="25356"/>
                  </a:lnTo>
                  <a:lnTo>
                    <a:pt x="96287" y="2609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3" name="pg394">
              <a:extLst>
                <a:ext uri="{FF2B5EF4-FFF2-40B4-BE49-F238E27FC236}">
                  <a16:creationId xmlns:a16="http://schemas.microsoft.com/office/drawing/2014/main" id="{974C94A4-FC0B-46F4-956D-46ADC0DD056B}"/>
                </a:ext>
              </a:extLst>
            </p:cNvPr>
            <p:cNvSpPr/>
            <p:nvPr/>
          </p:nvSpPr>
          <p:spPr>
            <a:xfrm>
              <a:off x="7248474" y="5382912"/>
              <a:ext cx="95616" cy="145254"/>
            </a:xfrm>
            <a:custGeom>
              <a:avLst/>
              <a:gdLst/>
              <a:ahLst/>
              <a:cxnLst/>
              <a:rect l="0" t="0" r="0" b="0"/>
              <a:pathLst>
                <a:path w="95616" h="145254">
                  <a:moveTo>
                    <a:pt x="19598" y="6068"/>
                  </a:moveTo>
                  <a:lnTo>
                    <a:pt x="92409" y="0"/>
                  </a:lnTo>
                  <a:lnTo>
                    <a:pt x="95616" y="43401"/>
                  </a:lnTo>
                  <a:lnTo>
                    <a:pt x="69320" y="45642"/>
                  </a:lnTo>
                  <a:lnTo>
                    <a:pt x="77209" y="140327"/>
                  </a:lnTo>
                  <a:lnTo>
                    <a:pt x="7125" y="145254"/>
                  </a:lnTo>
                  <a:lnTo>
                    <a:pt x="0" y="58383"/>
                  </a:lnTo>
                  <a:lnTo>
                    <a:pt x="23845" y="5670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4" name="pg395">
              <a:extLst>
                <a:ext uri="{FF2B5EF4-FFF2-40B4-BE49-F238E27FC236}">
                  <a16:creationId xmlns:a16="http://schemas.microsoft.com/office/drawing/2014/main" id="{D3905314-2069-4CD6-A5D8-C9C3416EB655}"/>
                </a:ext>
              </a:extLst>
            </p:cNvPr>
            <p:cNvSpPr/>
            <p:nvPr/>
          </p:nvSpPr>
          <p:spPr>
            <a:xfrm>
              <a:off x="8173329" y="2331974"/>
              <a:ext cx="47463" cy="63570"/>
            </a:xfrm>
            <a:custGeom>
              <a:avLst/>
              <a:gdLst/>
              <a:ahLst/>
              <a:cxnLst/>
              <a:rect l="0" t="0" r="0" b="0"/>
              <a:pathLst>
                <a:path w="47463" h="63570">
                  <a:moveTo>
                    <a:pt x="47463" y="3886"/>
                  </a:moveTo>
                  <a:lnTo>
                    <a:pt x="46356" y="26925"/>
                  </a:lnTo>
                  <a:lnTo>
                    <a:pt x="37190" y="26648"/>
                  </a:lnTo>
                  <a:lnTo>
                    <a:pt x="36082" y="63570"/>
                  </a:lnTo>
                  <a:lnTo>
                    <a:pt x="0" y="60792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5" name="pg396">
              <a:extLst>
                <a:ext uri="{FF2B5EF4-FFF2-40B4-BE49-F238E27FC236}">
                  <a16:creationId xmlns:a16="http://schemas.microsoft.com/office/drawing/2014/main" id="{3653E306-6A59-4AF6-BE2F-1A2643D11C23}"/>
                </a:ext>
              </a:extLst>
            </p:cNvPr>
            <p:cNvSpPr/>
            <p:nvPr/>
          </p:nvSpPr>
          <p:spPr>
            <a:xfrm>
              <a:off x="9162300" y="3840631"/>
              <a:ext cx="95775" cy="106737"/>
            </a:xfrm>
            <a:custGeom>
              <a:avLst/>
              <a:gdLst/>
              <a:ahLst/>
              <a:cxnLst/>
              <a:rect l="0" t="0" r="0" b="0"/>
              <a:pathLst>
                <a:path w="95775" h="106737">
                  <a:moveTo>
                    <a:pt x="7067" y="34001"/>
                  </a:moveTo>
                  <a:lnTo>
                    <a:pt x="44148" y="0"/>
                  </a:lnTo>
                  <a:lnTo>
                    <a:pt x="64586" y="22284"/>
                  </a:lnTo>
                  <a:lnTo>
                    <a:pt x="95204" y="55680"/>
                  </a:lnTo>
                  <a:lnTo>
                    <a:pt x="95775" y="56302"/>
                  </a:lnTo>
                  <a:lnTo>
                    <a:pt x="41076" y="106737"/>
                  </a:lnTo>
                  <a:lnTo>
                    <a:pt x="0" y="62034"/>
                  </a:lnTo>
                  <a:lnTo>
                    <a:pt x="17785" y="4569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6" name="pg397">
              <a:extLst>
                <a:ext uri="{FF2B5EF4-FFF2-40B4-BE49-F238E27FC236}">
                  <a16:creationId xmlns:a16="http://schemas.microsoft.com/office/drawing/2014/main" id="{C4DD1172-A11D-4AE5-AF7E-F0B6ACD383DE}"/>
                </a:ext>
              </a:extLst>
            </p:cNvPr>
            <p:cNvSpPr/>
            <p:nvPr/>
          </p:nvSpPr>
          <p:spPr>
            <a:xfrm>
              <a:off x="6335739" y="2763506"/>
              <a:ext cx="109977" cy="88985"/>
            </a:xfrm>
            <a:custGeom>
              <a:avLst/>
              <a:gdLst/>
              <a:ahLst/>
              <a:cxnLst/>
              <a:rect l="0" t="0" r="0" b="0"/>
              <a:pathLst>
                <a:path w="109977" h="88985">
                  <a:moveTo>
                    <a:pt x="35923" y="84142"/>
                  </a:moveTo>
                  <a:lnTo>
                    <a:pt x="16115" y="88985"/>
                  </a:lnTo>
                  <a:lnTo>
                    <a:pt x="0" y="23920"/>
                  </a:lnTo>
                  <a:lnTo>
                    <a:pt x="98058" y="0"/>
                  </a:lnTo>
                  <a:lnTo>
                    <a:pt x="109977" y="488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7" name="pg398">
              <a:extLst>
                <a:ext uri="{FF2B5EF4-FFF2-40B4-BE49-F238E27FC236}">
                  <a16:creationId xmlns:a16="http://schemas.microsoft.com/office/drawing/2014/main" id="{F926E983-96E1-4FD7-8D7A-D34B34531724}"/>
                </a:ext>
              </a:extLst>
            </p:cNvPr>
            <p:cNvSpPr/>
            <p:nvPr/>
          </p:nvSpPr>
          <p:spPr>
            <a:xfrm>
              <a:off x="6781304" y="2102829"/>
              <a:ext cx="127754" cy="191761"/>
            </a:xfrm>
            <a:custGeom>
              <a:avLst/>
              <a:gdLst/>
              <a:ahLst/>
              <a:cxnLst/>
              <a:rect l="0" t="0" r="0" b="0"/>
              <a:pathLst>
                <a:path w="127754" h="191761">
                  <a:moveTo>
                    <a:pt x="111580" y="15317"/>
                  </a:moveTo>
                  <a:lnTo>
                    <a:pt x="103959" y="30820"/>
                  </a:lnTo>
                  <a:lnTo>
                    <a:pt x="127754" y="42520"/>
                  </a:lnTo>
                  <a:lnTo>
                    <a:pt x="115944" y="66533"/>
                  </a:lnTo>
                  <a:lnTo>
                    <a:pt x="85124" y="129256"/>
                  </a:lnTo>
                  <a:lnTo>
                    <a:pt x="105058" y="139110"/>
                  </a:lnTo>
                  <a:lnTo>
                    <a:pt x="78863" y="191761"/>
                  </a:lnTo>
                  <a:lnTo>
                    <a:pt x="56503" y="180757"/>
                  </a:lnTo>
                  <a:lnTo>
                    <a:pt x="38004" y="171642"/>
                  </a:lnTo>
                  <a:lnTo>
                    <a:pt x="0" y="152925"/>
                  </a:lnTo>
                  <a:lnTo>
                    <a:pt x="26782" y="98763"/>
                  </a:lnTo>
                  <a:lnTo>
                    <a:pt x="28864" y="99837"/>
                  </a:lnTo>
                  <a:lnTo>
                    <a:pt x="70864" y="14553"/>
                  </a:lnTo>
                  <a:lnTo>
                    <a:pt x="72962" y="15586"/>
                  </a:lnTo>
                  <a:lnTo>
                    <a:pt x="8062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8" name="pg399">
              <a:extLst>
                <a:ext uri="{FF2B5EF4-FFF2-40B4-BE49-F238E27FC236}">
                  <a16:creationId xmlns:a16="http://schemas.microsoft.com/office/drawing/2014/main" id="{9FB95AD4-BF89-4350-8676-4CA2637D9259}"/>
                </a:ext>
              </a:extLst>
            </p:cNvPr>
            <p:cNvSpPr/>
            <p:nvPr/>
          </p:nvSpPr>
          <p:spPr>
            <a:xfrm>
              <a:off x="9198911" y="4304125"/>
              <a:ext cx="163811" cy="141074"/>
            </a:xfrm>
            <a:custGeom>
              <a:avLst/>
              <a:gdLst/>
              <a:ahLst/>
              <a:cxnLst/>
              <a:rect l="0" t="0" r="0" b="0"/>
              <a:pathLst>
                <a:path w="163811" h="141074">
                  <a:moveTo>
                    <a:pt x="163811" y="46473"/>
                  </a:moveTo>
                  <a:lnTo>
                    <a:pt x="85863" y="117816"/>
                  </a:lnTo>
                  <a:lnTo>
                    <a:pt x="60456" y="141074"/>
                  </a:lnTo>
                  <a:lnTo>
                    <a:pt x="49067" y="128626"/>
                  </a:lnTo>
                  <a:lnTo>
                    <a:pt x="19615" y="96455"/>
                  </a:lnTo>
                  <a:lnTo>
                    <a:pt x="24751" y="91755"/>
                  </a:lnTo>
                  <a:lnTo>
                    <a:pt x="0" y="64712"/>
                  </a:lnTo>
                  <a:lnTo>
                    <a:pt x="42881" y="25456"/>
                  </a:lnTo>
                  <a:lnTo>
                    <a:pt x="65761" y="50460"/>
                  </a:lnTo>
                  <a:lnTo>
                    <a:pt x="12093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69" name="pg400">
              <a:extLst>
                <a:ext uri="{FF2B5EF4-FFF2-40B4-BE49-F238E27FC236}">
                  <a16:creationId xmlns:a16="http://schemas.microsoft.com/office/drawing/2014/main" id="{DA80B5D2-E64B-4346-82AC-89C22381B0F7}"/>
                </a:ext>
              </a:extLst>
            </p:cNvPr>
            <p:cNvSpPr/>
            <p:nvPr/>
          </p:nvSpPr>
          <p:spPr>
            <a:xfrm>
              <a:off x="7439622" y="3005375"/>
              <a:ext cx="111664" cy="114232"/>
            </a:xfrm>
            <a:custGeom>
              <a:avLst/>
              <a:gdLst/>
              <a:ahLst/>
              <a:cxnLst/>
              <a:rect l="0" t="0" r="0" b="0"/>
              <a:pathLst>
                <a:path w="111664" h="114232">
                  <a:moveTo>
                    <a:pt x="111664" y="71317"/>
                  </a:moveTo>
                  <a:lnTo>
                    <a:pt x="61967" y="114232"/>
                  </a:lnTo>
                  <a:lnTo>
                    <a:pt x="39372" y="88062"/>
                  </a:lnTo>
                  <a:lnTo>
                    <a:pt x="38676" y="88666"/>
                  </a:lnTo>
                  <a:lnTo>
                    <a:pt x="0" y="44056"/>
                  </a:lnTo>
                  <a:lnTo>
                    <a:pt x="1653" y="42629"/>
                  </a:lnTo>
                  <a:lnTo>
                    <a:pt x="51039" y="0"/>
                  </a:lnTo>
                  <a:lnTo>
                    <a:pt x="89715" y="44610"/>
                  </a:lnTo>
                  <a:lnTo>
                    <a:pt x="89077" y="451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0" name="pg401">
              <a:extLst>
                <a:ext uri="{FF2B5EF4-FFF2-40B4-BE49-F238E27FC236}">
                  <a16:creationId xmlns:a16="http://schemas.microsoft.com/office/drawing/2014/main" id="{FCB4AEAB-6765-442A-962A-5A5D9A78BB80}"/>
                </a:ext>
              </a:extLst>
            </p:cNvPr>
            <p:cNvSpPr/>
            <p:nvPr/>
          </p:nvSpPr>
          <p:spPr>
            <a:xfrm>
              <a:off x="8714888" y="1328692"/>
              <a:ext cx="43796" cy="46666"/>
            </a:xfrm>
            <a:custGeom>
              <a:avLst/>
              <a:gdLst/>
              <a:ahLst/>
              <a:cxnLst/>
              <a:rect l="0" t="0" r="0" b="0"/>
              <a:pathLst>
                <a:path w="43796" h="46666">
                  <a:moveTo>
                    <a:pt x="40908" y="46666"/>
                  </a:moveTo>
                  <a:lnTo>
                    <a:pt x="0" y="43980"/>
                  </a:lnTo>
                  <a:lnTo>
                    <a:pt x="2887" y="0"/>
                  </a:lnTo>
                  <a:lnTo>
                    <a:pt x="43796" y="268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1" name="pg402">
              <a:extLst>
                <a:ext uri="{FF2B5EF4-FFF2-40B4-BE49-F238E27FC236}">
                  <a16:creationId xmlns:a16="http://schemas.microsoft.com/office/drawing/2014/main" id="{5D261514-CC41-4D95-932B-DA699A4A97CC}"/>
                </a:ext>
              </a:extLst>
            </p:cNvPr>
            <p:cNvSpPr/>
            <p:nvPr/>
          </p:nvSpPr>
          <p:spPr>
            <a:xfrm>
              <a:off x="7109733" y="5376466"/>
              <a:ext cx="79769" cy="161931"/>
            </a:xfrm>
            <a:custGeom>
              <a:avLst/>
              <a:gdLst/>
              <a:ahLst/>
              <a:cxnLst/>
              <a:rect l="0" t="0" r="0" b="0"/>
              <a:pathLst>
                <a:path w="79769" h="161931">
                  <a:moveTo>
                    <a:pt x="25330" y="94021"/>
                  </a:moveTo>
                  <a:lnTo>
                    <a:pt x="24239" y="79291"/>
                  </a:lnTo>
                  <a:lnTo>
                    <a:pt x="22687" y="58375"/>
                  </a:lnTo>
                  <a:lnTo>
                    <a:pt x="4775" y="59701"/>
                  </a:lnTo>
                  <a:lnTo>
                    <a:pt x="0" y="4977"/>
                  </a:lnTo>
                  <a:lnTo>
                    <a:pt x="62890" y="0"/>
                  </a:lnTo>
                  <a:lnTo>
                    <a:pt x="64544" y="21159"/>
                  </a:lnTo>
                  <a:lnTo>
                    <a:pt x="69143" y="20806"/>
                  </a:lnTo>
                  <a:lnTo>
                    <a:pt x="79769" y="156559"/>
                  </a:lnTo>
                  <a:lnTo>
                    <a:pt x="12883" y="161931"/>
                  </a:lnTo>
                  <a:lnTo>
                    <a:pt x="7931" y="9531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2" name="pg403">
              <a:extLst>
                <a:ext uri="{FF2B5EF4-FFF2-40B4-BE49-F238E27FC236}">
                  <a16:creationId xmlns:a16="http://schemas.microsoft.com/office/drawing/2014/main" id="{1F23580B-446B-4733-8D91-CFF15B2EE503}"/>
                </a:ext>
              </a:extLst>
            </p:cNvPr>
            <p:cNvSpPr/>
            <p:nvPr/>
          </p:nvSpPr>
          <p:spPr>
            <a:xfrm>
              <a:off x="8166950" y="3173744"/>
              <a:ext cx="142039" cy="118210"/>
            </a:xfrm>
            <a:custGeom>
              <a:avLst/>
              <a:gdLst/>
              <a:ahLst/>
              <a:cxnLst/>
              <a:rect l="0" t="0" r="0" b="0"/>
              <a:pathLst>
                <a:path w="142039" h="118210">
                  <a:moveTo>
                    <a:pt x="0" y="57770"/>
                  </a:moveTo>
                  <a:lnTo>
                    <a:pt x="110413" y="0"/>
                  </a:lnTo>
                  <a:lnTo>
                    <a:pt x="142039" y="60439"/>
                  </a:lnTo>
                  <a:lnTo>
                    <a:pt x="31625" y="118210"/>
                  </a:lnTo>
                  <a:lnTo>
                    <a:pt x="3424" y="6430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3" name="pg404">
              <a:extLst>
                <a:ext uri="{FF2B5EF4-FFF2-40B4-BE49-F238E27FC236}">
                  <a16:creationId xmlns:a16="http://schemas.microsoft.com/office/drawing/2014/main" id="{9155B81C-013D-4B51-9F46-3CBA9AA39E15}"/>
                </a:ext>
              </a:extLst>
            </p:cNvPr>
            <p:cNvSpPr/>
            <p:nvPr/>
          </p:nvSpPr>
          <p:spPr>
            <a:xfrm>
              <a:off x="7779382" y="1736689"/>
              <a:ext cx="42251" cy="44358"/>
            </a:xfrm>
            <a:custGeom>
              <a:avLst/>
              <a:gdLst/>
              <a:ahLst/>
              <a:cxnLst/>
              <a:rect l="0" t="0" r="0" b="0"/>
              <a:pathLst>
                <a:path w="42251" h="44358">
                  <a:moveTo>
                    <a:pt x="38516" y="44358"/>
                  </a:moveTo>
                  <a:lnTo>
                    <a:pt x="36267" y="44157"/>
                  </a:lnTo>
                  <a:lnTo>
                    <a:pt x="1880" y="41009"/>
                  </a:lnTo>
                  <a:lnTo>
                    <a:pt x="0" y="40841"/>
                  </a:lnTo>
                  <a:lnTo>
                    <a:pt x="3743" y="0"/>
                  </a:lnTo>
                  <a:lnTo>
                    <a:pt x="14780" y="1015"/>
                  </a:lnTo>
                  <a:lnTo>
                    <a:pt x="39112" y="3248"/>
                  </a:lnTo>
                  <a:lnTo>
                    <a:pt x="42251" y="3533"/>
                  </a:lnTo>
                  <a:lnTo>
                    <a:pt x="40270" y="2515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4" name="pg405">
              <a:extLst>
                <a:ext uri="{FF2B5EF4-FFF2-40B4-BE49-F238E27FC236}">
                  <a16:creationId xmlns:a16="http://schemas.microsoft.com/office/drawing/2014/main" id="{9F48F2E7-5893-4A80-823A-B4025D0BDE13}"/>
                </a:ext>
              </a:extLst>
            </p:cNvPr>
            <p:cNvSpPr/>
            <p:nvPr/>
          </p:nvSpPr>
          <p:spPr>
            <a:xfrm>
              <a:off x="8187757" y="2158762"/>
              <a:ext cx="61950" cy="60893"/>
            </a:xfrm>
            <a:custGeom>
              <a:avLst/>
              <a:gdLst/>
              <a:ahLst/>
              <a:cxnLst/>
              <a:rect l="0" t="0" r="0" b="0"/>
              <a:pathLst>
                <a:path w="61950" h="60893">
                  <a:moveTo>
                    <a:pt x="0" y="49411"/>
                  </a:moveTo>
                  <a:lnTo>
                    <a:pt x="10827" y="0"/>
                  </a:lnTo>
                  <a:lnTo>
                    <a:pt x="56478" y="10004"/>
                  </a:lnTo>
                  <a:lnTo>
                    <a:pt x="52567" y="27865"/>
                  </a:lnTo>
                  <a:lnTo>
                    <a:pt x="61950" y="29922"/>
                  </a:lnTo>
                  <a:lnTo>
                    <a:pt x="55160" y="6089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5" name="pg406">
              <a:extLst>
                <a:ext uri="{FF2B5EF4-FFF2-40B4-BE49-F238E27FC236}">
                  <a16:creationId xmlns:a16="http://schemas.microsoft.com/office/drawing/2014/main" id="{81EED0E1-24B3-4B64-9682-E5945C792977}"/>
                </a:ext>
              </a:extLst>
            </p:cNvPr>
            <p:cNvSpPr/>
            <p:nvPr/>
          </p:nvSpPr>
          <p:spPr>
            <a:xfrm>
              <a:off x="8580285" y="1980850"/>
              <a:ext cx="43183" cy="45248"/>
            </a:xfrm>
            <a:custGeom>
              <a:avLst/>
              <a:gdLst/>
              <a:ahLst/>
              <a:cxnLst/>
              <a:rect l="0" t="0" r="0" b="0"/>
              <a:pathLst>
                <a:path w="43183" h="45248">
                  <a:moveTo>
                    <a:pt x="34890" y="2904"/>
                  </a:moveTo>
                  <a:lnTo>
                    <a:pt x="34647" y="5489"/>
                  </a:lnTo>
                  <a:lnTo>
                    <a:pt x="43183" y="6286"/>
                  </a:lnTo>
                  <a:lnTo>
                    <a:pt x="41798" y="21041"/>
                  </a:lnTo>
                  <a:lnTo>
                    <a:pt x="33262" y="20236"/>
                  </a:lnTo>
                  <a:lnTo>
                    <a:pt x="30904" y="45248"/>
                  </a:lnTo>
                  <a:lnTo>
                    <a:pt x="0" y="42335"/>
                  </a:lnTo>
                  <a:lnTo>
                    <a:pt x="397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6" name="pg407">
              <a:extLst>
                <a:ext uri="{FF2B5EF4-FFF2-40B4-BE49-F238E27FC236}">
                  <a16:creationId xmlns:a16="http://schemas.microsoft.com/office/drawing/2014/main" id="{938BAB31-5608-4981-A05F-66B12C17E807}"/>
                </a:ext>
              </a:extLst>
            </p:cNvPr>
            <p:cNvSpPr/>
            <p:nvPr/>
          </p:nvSpPr>
          <p:spPr>
            <a:xfrm>
              <a:off x="6820543" y="3171452"/>
              <a:ext cx="114652" cy="99258"/>
            </a:xfrm>
            <a:custGeom>
              <a:avLst/>
              <a:gdLst/>
              <a:ahLst/>
              <a:cxnLst/>
              <a:rect l="0" t="0" r="0" b="0"/>
              <a:pathLst>
                <a:path w="114652" h="99258">
                  <a:moveTo>
                    <a:pt x="0" y="57619"/>
                  </a:moveTo>
                  <a:lnTo>
                    <a:pt x="7881" y="56419"/>
                  </a:lnTo>
                  <a:lnTo>
                    <a:pt x="2190" y="19187"/>
                  </a:lnTo>
                  <a:lnTo>
                    <a:pt x="33447" y="14310"/>
                  </a:lnTo>
                  <a:lnTo>
                    <a:pt x="32020" y="5917"/>
                  </a:lnTo>
                  <a:lnTo>
                    <a:pt x="69706" y="0"/>
                  </a:lnTo>
                  <a:lnTo>
                    <a:pt x="71166" y="8452"/>
                  </a:lnTo>
                  <a:lnTo>
                    <a:pt x="102465" y="3617"/>
                  </a:lnTo>
                  <a:lnTo>
                    <a:pt x="114652" y="82715"/>
                  </a:lnTo>
                  <a:lnTo>
                    <a:pt x="83143" y="87533"/>
                  </a:lnTo>
                  <a:lnTo>
                    <a:pt x="83781" y="91688"/>
                  </a:lnTo>
                  <a:lnTo>
                    <a:pt x="45886" y="97471"/>
                  </a:lnTo>
                  <a:lnTo>
                    <a:pt x="45248" y="93333"/>
                  </a:lnTo>
                  <a:lnTo>
                    <a:pt x="14234" y="98067"/>
                  </a:lnTo>
                  <a:lnTo>
                    <a:pt x="6437" y="992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7" name="pg408">
              <a:extLst>
                <a:ext uri="{FF2B5EF4-FFF2-40B4-BE49-F238E27FC236}">
                  <a16:creationId xmlns:a16="http://schemas.microsoft.com/office/drawing/2014/main" id="{918B6427-0FAE-43C1-A6B1-76829E948835}"/>
                </a:ext>
              </a:extLst>
            </p:cNvPr>
            <p:cNvSpPr/>
            <p:nvPr/>
          </p:nvSpPr>
          <p:spPr>
            <a:xfrm>
              <a:off x="6465860" y="5455757"/>
              <a:ext cx="182528" cy="101743"/>
            </a:xfrm>
            <a:custGeom>
              <a:avLst/>
              <a:gdLst/>
              <a:ahLst/>
              <a:cxnLst/>
              <a:rect l="0" t="0" r="0" b="0"/>
              <a:pathLst>
                <a:path w="182528" h="101743">
                  <a:moveTo>
                    <a:pt x="0" y="12799"/>
                  </a:moveTo>
                  <a:lnTo>
                    <a:pt x="175881" y="0"/>
                  </a:lnTo>
                  <a:lnTo>
                    <a:pt x="182528" y="88918"/>
                  </a:lnTo>
                  <a:lnTo>
                    <a:pt x="6462" y="10174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8" name="pg409">
              <a:extLst>
                <a:ext uri="{FF2B5EF4-FFF2-40B4-BE49-F238E27FC236}">
                  <a16:creationId xmlns:a16="http://schemas.microsoft.com/office/drawing/2014/main" id="{14EEAB2A-660B-458D-814B-AF848913DFF0}"/>
                </a:ext>
              </a:extLst>
            </p:cNvPr>
            <p:cNvSpPr/>
            <p:nvPr/>
          </p:nvSpPr>
          <p:spPr>
            <a:xfrm>
              <a:off x="6472969" y="2322212"/>
              <a:ext cx="117153" cy="149853"/>
            </a:xfrm>
            <a:custGeom>
              <a:avLst/>
              <a:gdLst/>
              <a:ahLst/>
              <a:cxnLst/>
              <a:rect l="0" t="0" r="0" b="0"/>
              <a:pathLst>
                <a:path w="117153" h="149853">
                  <a:moveTo>
                    <a:pt x="3936" y="94122"/>
                  </a:moveTo>
                  <a:lnTo>
                    <a:pt x="17684" y="65165"/>
                  </a:lnTo>
                  <a:lnTo>
                    <a:pt x="33531" y="31827"/>
                  </a:lnTo>
                  <a:lnTo>
                    <a:pt x="48647" y="0"/>
                  </a:lnTo>
                  <a:lnTo>
                    <a:pt x="117153" y="32532"/>
                  </a:lnTo>
                  <a:lnTo>
                    <a:pt x="72408" y="126738"/>
                  </a:lnTo>
                  <a:lnTo>
                    <a:pt x="62345" y="121945"/>
                  </a:lnTo>
                  <a:lnTo>
                    <a:pt x="49050" y="149853"/>
                  </a:lnTo>
                  <a:lnTo>
                    <a:pt x="0" y="108029"/>
                  </a:lnTo>
                  <a:lnTo>
                    <a:pt x="6135" y="9517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79" name="pg410">
              <a:extLst>
                <a:ext uri="{FF2B5EF4-FFF2-40B4-BE49-F238E27FC236}">
                  <a16:creationId xmlns:a16="http://schemas.microsoft.com/office/drawing/2014/main" id="{EE52D3DA-7A46-42F1-99A1-ACD96BCC2B35}"/>
                </a:ext>
              </a:extLst>
            </p:cNvPr>
            <p:cNvSpPr/>
            <p:nvPr/>
          </p:nvSpPr>
          <p:spPr>
            <a:xfrm>
              <a:off x="9706352" y="5485956"/>
              <a:ext cx="88557" cy="118454"/>
            </a:xfrm>
            <a:custGeom>
              <a:avLst/>
              <a:gdLst/>
              <a:ahLst/>
              <a:cxnLst/>
              <a:rect l="0" t="0" r="0" b="0"/>
              <a:pathLst>
                <a:path w="88557" h="118454">
                  <a:moveTo>
                    <a:pt x="0" y="2937"/>
                  </a:moveTo>
                  <a:lnTo>
                    <a:pt x="37123" y="0"/>
                  </a:lnTo>
                  <a:lnTo>
                    <a:pt x="41303" y="51627"/>
                  </a:lnTo>
                  <a:lnTo>
                    <a:pt x="83588" y="48336"/>
                  </a:lnTo>
                  <a:lnTo>
                    <a:pt x="88557" y="112184"/>
                  </a:lnTo>
                  <a:lnTo>
                    <a:pt x="34420" y="116456"/>
                  </a:lnTo>
                  <a:lnTo>
                    <a:pt x="9157" y="11845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0" name="pg411">
              <a:extLst>
                <a:ext uri="{FF2B5EF4-FFF2-40B4-BE49-F238E27FC236}">
                  <a16:creationId xmlns:a16="http://schemas.microsoft.com/office/drawing/2014/main" id="{5DF8F2BD-C8D6-4B70-9DD3-70392650EC3F}"/>
                </a:ext>
              </a:extLst>
            </p:cNvPr>
            <p:cNvSpPr/>
            <p:nvPr/>
          </p:nvSpPr>
          <p:spPr>
            <a:xfrm>
              <a:off x="7033908" y="3356633"/>
              <a:ext cx="101373" cy="110002"/>
            </a:xfrm>
            <a:custGeom>
              <a:avLst/>
              <a:gdLst/>
              <a:ahLst/>
              <a:cxnLst/>
              <a:rect l="0" t="0" r="0" b="0"/>
              <a:pathLst>
                <a:path w="101373" h="110002">
                  <a:moveTo>
                    <a:pt x="9400" y="12833"/>
                  </a:moveTo>
                  <a:lnTo>
                    <a:pt x="84755" y="0"/>
                  </a:lnTo>
                  <a:lnTo>
                    <a:pt x="101373" y="97043"/>
                  </a:lnTo>
                  <a:lnTo>
                    <a:pt x="26019" y="110002"/>
                  </a:lnTo>
                  <a:lnTo>
                    <a:pt x="20672" y="78728"/>
                  </a:lnTo>
                  <a:lnTo>
                    <a:pt x="0" y="64384"/>
                  </a:lnTo>
                  <a:lnTo>
                    <a:pt x="14730" y="4398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1" name="pg412">
              <a:extLst>
                <a:ext uri="{FF2B5EF4-FFF2-40B4-BE49-F238E27FC236}">
                  <a16:creationId xmlns:a16="http://schemas.microsoft.com/office/drawing/2014/main" id="{CBA774AA-5BA5-4293-BC13-18BEEB4CF10A}"/>
                </a:ext>
              </a:extLst>
            </p:cNvPr>
            <p:cNvSpPr/>
            <p:nvPr/>
          </p:nvSpPr>
          <p:spPr>
            <a:xfrm>
              <a:off x="6039028" y="2267723"/>
              <a:ext cx="104051" cy="143877"/>
            </a:xfrm>
            <a:custGeom>
              <a:avLst/>
              <a:gdLst/>
              <a:ahLst/>
              <a:cxnLst/>
              <a:rect l="0" t="0" r="0" b="0"/>
              <a:pathLst>
                <a:path w="104051" h="143877">
                  <a:moveTo>
                    <a:pt x="2123" y="43762"/>
                  </a:moveTo>
                  <a:lnTo>
                    <a:pt x="0" y="3802"/>
                  </a:lnTo>
                  <a:lnTo>
                    <a:pt x="67582" y="0"/>
                  </a:lnTo>
                  <a:lnTo>
                    <a:pt x="69571" y="37358"/>
                  </a:lnTo>
                  <a:lnTo>
                    <a:pt x="98469" y="35822"/>
                  </a:lnTo>
                  <a:lnTo>
                    <a:pt x="104051" y="140587"/>
                  </a:lnTo>
                  <a:lnTo>
                    <a:pt x="42302" y="143877"/>
                  </a:lnTo>
                  <a:lnTo>
                    <a:pt x="36888" y="4192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2" name="pg413">
              <a:extLst>
                <a:ext uri="{FF2B5EF4-FFF2-40B4-BE49-F238E27FC236}">
                  <a16:creationId xmlns:a16="http://schemas.microsoft.com/office/drawing/2014/main" id="{F080F996-E61A-46D8-B093-7E950FA8BE2D}"/>
                </a:ext>
              </a:extLst>
            </p:cNvPr>
            <p:cNvSpPr/>
            <p:nvPr/>
          </p:nvSpPr>
          <p:spPr>
            <a:xfrm>
              <a:off x="6947860" y="2928887"/>
              <a:ext cx="107861" cy="105503"/>
            </a:xfrm>
            <a:custGeom>
              <a:avLst/>
              <a:gdLst/>
              <a:ahLst/>
              <a:cxnLst/>
              <a:rect l="0" t="0" r="0" b="0"/>
              <a:pathLst>
                <a:path w="107861" h="105503">
                  <a:moveTo>
                    <a:pt x="78351" y="29200"/>
                  </a:moveTo>
                  <a:lnTo>
                    <a:pt x="107861" y="53549"/>
                  </a:lnTo>
                  <a:lnTo>
                    <a:pt x="65073" y="105503"/>
                  </a:lnTo>
                  <a:lnTo>
                    <a:pt x="0" y="52038"/>
                  </a:lnTo>
                  <a:lnTo>
                    <a:pt x="20429" y="27286"/>
                  </a:lnTo>
                  <a:lnTo>
                    <a:pt x="17818" y="25045"/>
                  </a:lnTo>
                  <a:lnTo>
                    <a:pt x="20059" y="22342"/>
                  </a:lnTo>
                  <a:lnTo>
                    <a:pt x="22703" y="24516"/>
                  </a:lnTo>
                  <a:lnTo>
                    <a:pt x="42948" y="0"/>
                  </a:lnTo>
                  <a:lnTo>
                    <a:pt x="56083" y="1083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3" name="pg414">
              <a:extLst>
                <a:ext uri="{FF2B5EF4-FFF2-40B4-BE49-F238E27FC236}">
                  <a16:creationId xmlns:a16="http://schemas.microsoft.com/office/drawing/2014/main" id="{FD5B0C44-72AB-4B4F-A25A-5910FA0AE830}"/>
                </a:ext>
              </a:extLst>
            </p:cNvPr>
            <p:cNvSpPr/>
            <p:nvPr/>
          </p:nvSpPr>
          <p:spPr>
            <a:xfrm>
              <a:off x="9187135" y="2842998"/>
              <a:ext cx="89379" cy="119872"/>
            </a:xfrm>
            <a:custGeom>
              <a:avLst/>
              <a:gdLst/>
              <a:ahLst/>
              <a:cxnLst/>
              <a:rect l="0" t="0" r="0" b="0"/>
              <a:pathLst>
                <a:path w="89379" h="119872">
                  <a:moveTo>
                    <a:pt x="2274" y="48848"/>
                  </a:moveTo>
                  <a:lnTo>
                    <a:pt x="2417" y="47086"/>
                  </a:lnTo>
                  <a:lnTo>
                    <a:pt x="5942" y="47380"/>
                  </a:lnTo>
                  <a:lnTo>
                    <a:pt x="9870" y="0"/>
                  </a:lnTo>
                  <a:lnTo>
                    <a:pt x="81775" y="5992"/>
                  </a:lnTo>
                  <a:lnTo>
                    <a:pt x="78846" y="42730"/>
                  </a:lnTo>
                  <a:lnTo>
                    <a:pt x="89379" y="43619"/>
                  </a:lnTo>
                  <a:lnTo>
                    <a:pt x="87340" y="67884"/>
                  </a:lnTo>
                  <a:lnTo>
                    <a:pt x="78980" y="67179"/>
                  </a:lnTo>
                  <a:lnTo>
                    <a:pt x="76748" y="92594"/>
                  </a:lnTo>
                  <a:lnTo>
                    <a:pt x="74658" y="92418"/>
                  </a:lnTo>
                  <a:lnTo>
                    <a:pt x="72425" y="119872"/>
                  </a:lnTo>
                  <a:lnTo>
                    <a:pt x="495" y="113863"/>
                  </a:lnTo>
                  <a:lnTo>
                    <a:pt x="579" y="112897"/>
                  </a:lnTo>
                  <a:lnTo>
                    <a:pt x="3592" y="76605"/>
                  </a:lnTo>
                  <a:lnTo>
                    <a:pt x="0" y="76303"/>
                  </a:lnTo>
                  <a:lnTo>
                    <a:pt x="142" y="74549"/>
                  </a:lnTo>
                  <a:lnTo>
                    <a:pt x="2904" y="74775"/>
                  </a:lnTo>
                  <a:lnTo>
                    <a:pt x="5035" y="4907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4" name="pg415">
              <a:extLst>
                <a:ext uri="{FF2B5EF4-FFF2-40B4-BE49-F238E27FC236}">
                  <a16:creationId xmlns:a16="http://schemas.microsoft.com/office/drawing/2014/main" id="{D9995A93-AFA2-49BF-B34D-2886474A71E2}"/>
                </a:ext>
              </a:extLst>
            </p:cNvPr>
            <p:cNvSpPr/>
            <p:nvPr/>
          </p:nvSpPr>
          <p:spPr>
            <a:xfrm>
              <a:off x="9914119" y="2992508"/>
              <a:ext cx="79836" cy="104739"/>
            </a:xfrm>
            <a:custGeom>
              <a:avLst/>
              <a:gdLst/>
              <a:ahLst/>
              <a:cxnLst/>
              <a:rect l="0" t="0" r="0" b="0"/>
              <a:pathLst>
                <a:path w="79836" h="104739">
                  <a:moveTo>
                    <a:pt x="0" y="98881"/>
                  </a:moveTo>
                  <a:lnTo>
                    <a:pt x="8116" y="0"/>
                  </a:lnTo>
                  <a:lnTo>
                    <a:pt x="79836" y="5892"/>
                  </a:lnTo>
                  <a:lnTo>
                    <a:pt x="71409" y="104739"/>
                  </a:lnTo>
                  <a:lnTo>
                    <a:pt x="63125" y="104059"/>
                  </a:lnTo>
                  <a:lnTo>
                    <a:pt x="8368" y="995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5" name="pg416">
              <a:extLst>
                <a:ext uri="{FF2B5EF4-FFF2-40B4-BE49-F238E27FC236}">
                  <a16:creationId xmlns:a16="http://schemas.microsoft.com/office/drawing/2014/main" id="{34F82072-1EA8-4E73-BA6A-F1BA35668F11}"/>
                </a:ext>
              </a:extLst>
            </p:cNvPr>
            <p:cNvSpPr/>
            <p:nvPr/>
          </p:nvSpPr>
          <p:spPr>
            <a:xfrm>
              <a:off x="5784636" y="3353586"/>
              <a:ext cx="141065" cy="123171"/>
            </a:xfrm>
            <a:custGeom>
              <a:avLst/>
              <a:gdLst/>
              <a:ahLst/>
              <a:cxnLst/>
              <a:rect l="0" t="0" r="0" b="0"/>
              <a:pathLst>
                <a:path w="141065" h="123171">
                  <a:moveTo>
                    <a:pt x="133897" y="29451"/>
                  </a:moveTo>
                  <a:lnTo>
                    <a:pt x="138589" y="48479"/>
                  </a:lnTo>
                  <a:lnTo>
                    <a:pt x="76328" y="62202"/>
                  </a:lnTo>
                  <a:lnTo>
                    <a:pt x="87290" y="106678"/>
                  </a:lnTo>
                  <a:lnTo>
                    <a:pt x="23266" y="123171"/>
                  </a:lnTo>
                  <a:lnTo>
                    <a:pt x="0" y="28763"/>
                  </a:lnTo>
                  <a:lnTo>
                    <a:pt x="64191" y="12950"/>
                  </a:lnTo>
                  <a:lnTo>
                    <a:pt x="64770" y="15317"/>
                  </a:lnTo>
                  <a:lnTo>
                    <a:pt x="134250" y="0"/>
                  </a:lnTo>
                  <a:lnTo>
                    <a:pt x="141065" y="2768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6" name="pg417">
              <a:extLst>
                <a:ext uri="{FF2B5EF4-FFF2-40B4-BE49-F238E27FC236}">
                  <a16:creationId xmlns:a16="http://schemas.microsoft.com/office/drawing/2014/main" id="{D5226021-315E-482A-BEE5-F6B1AEA95EA1}"/>
                </a:ext>
              </a:extLst>
            </p:cNvPr>
            <p:cNvSpPr/>
            <p:nvPr/>
          </p:nvSpPr>
          <p:spPr>
            <a:xfrm>
              <a:off x="6331508" y="2470882"/>
              <a:ext cx="97991" cy="102322"/>
            </a:xfrm>
            <a:custGeom>
              <a:avLst/>
              <a:gdLst/>
              <a:ahLst/>
              <a:cxnLst/>
              <a:rect l="0" t="0" r="0" b="0"/>
              <a:pathLst>
                <a:path w="97991" h="102322">
                  <a:moveTo>
                    <a:pt x="41924" y="102322"/>
                  </a:moveTo>
                  <a:lnTo>
                    <a:pt x="0" y="67498"/>
                  </a:lnTo>
                  <a:lnTo>
                    <a:pt x="56075" y="0"/>
                  </a:lnTo>
                  <a:lnTo>
                    <a:pt x="97991" y="348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7" name="pg418">
              <a:extLst>
                <a:ext uri="{FF2B5EF4-FFF2-40B4-BE49-F238E27FC236}">
                  <a16:creationId xmlns:a16="http://schemas.microsoft.com/office/drawing/2014/main" id="{236CC3BA-7694-4665-9F6C-8C8878FDBF9C}"/>
                </a:ext>
              </a:extLst>
            </p:cNvPr>
            <p:cNvSpPr/>
            <p:nvPr/>
          </p:nvSpPr>
          <p:spPr>
            <a:xfrm>
              <a:off x="7293974" y="4085262"/>
              <a:ext cx="90630" cy="106745"/>
            </a:xfrm>
            <a:custGeom>
              <a:avLst/>
              <a:gdLst/>
              <a:ahLst/>
              <a:cxnLst/>
              <a:rect l="0" t="0" r="0" b="0"/>
              <a:pathLst>
                <a:path w="90630" h="106745">
                  <a:moveTo>
                    <a:pt x="84646" y="0"/>
                  </a:moveTo>
                  <a:lnTo>
                    <a:pt x="88314" y="56083"/>
                  </a:lnTo>
                  <a:lnTo>
                    <a:pt x="87483" y="56134"/>
                  </a:lnTo>
                  <a:lnTo>
                    <a:pt x="90630" y="104278"/>
                  </a:lnTo>
                  <a:lnTo>
                    <a:pt x="52860" y="106745"/>
                  </a:lnTo>
                  <a:lnTo>
                    <a:pt x="49713" y="58610"/>
                  </a:lnTo>
                  <a:lnTo>
                    <a:pt x="3667" y="61623"/>
                  </a:lnTo>
                  <a:lnTo>
                    <a:pt x="0" y="55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8" name="pg419">
              <a:extLst>
                <a:ext uri="{FF2B5EF4-FFF2-40B4-BE49-F238E27FC236}">
                  <a16:creationId xmlns:a16="http://schemas.microsoft.com/office/drawing/2014/main" id="{C428E2AF-9363-4579-A565-D448F7612DF6}"/>
                </a:ext>
              </a:extLst>
            </p:cNvPr>
            <p:cNvSpPr/>
            <p:nvPr/>
          </p:nvSpPr>
          <p:spPr>
            <a:xfrm>
              <a:off x="9022208" y="4823433"/>
              <a:ext cx="56981" cy="85460"/>
            </a:xfrm>
            <a:custGeom>
              <a:avLst/>
              <a:gdLst/>
              <a:ahLst/>
              <a:cxnLst/>
              <a:rect l="0" t="0" r="0" b="0"/>
              <a:pathLst>
                <a:path w="56981" h="85460">
                  <a:moveTo>
                    <a:pt x="2568" y="85460"/>
                  </a:moveTo>
                  <a:lnTo>
                    <a:pt x="0" y="1636"/>
                  </a:lnTo>
                  <a:lnTo>
                    <a:pt x="54489" y="0"/>
                  </a:lnTo>
                  <a:lnTo>
                    <a:pt x="56981" y="838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89" name="pg420">
              <a:extLst>
                <a:ext uri="{FF2B5EF4-FFF2-40B4-BE49-F238E27FC236}">
                  <a16:creationId xmlns:a16="http://schemas.microsoft.com/office/drawing/2014/main" id="{C3A0F6AD-644C-4B64-B337-3AC3E658A171}"/>
                </a:ext>
              </a:extLst>
            </p:cNvPr>
            <p:cNvSpPr/>
            <p:nvPr/>
          </p:nvSpPr>
          <p:spPr>
            <a:xfrm>
              <a:off x="8791409" y="3454163"/>
              <a:ext cx="104538" cy="105662"/>
            </a:xfrm>
            <a:custGeom>
              <a:avLst/>
              <a:gdLst/>
              <a:ahLst/>
              <a:cxnLst/>
              <a:rect l="0" t="0" r="0" b="0"/>
              <a:pathLst>
                <a:path w="104538" h="105662">
                  <a:moveTo>
                    <a:pt x="55093" y="105662"/>
                  </a:moveTo>
                  <a:lnTo>
                    <a:pt x="0" y="45323"/>
                  </a:lnTo>
                  <a:lnTo>
                    <a:pt x="49293" y="0"/>
                  </a:lnTo>
                  <a:lnTo>
                    <a:pt x="104538" y="605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0" name="pg421">
              <a:extLst>
                <a:ext uri="{FF2B5EF4-FFF2-40B4-BE49-F238E27FC236}">
                  <a16:creationId xmlns:a16="http://schemas.microsoft.com/office/drawing/2014/main" id="{EEEF6487-616E-41C2-87E8-3390FE2521A4}"/>
                </a:ext>
              </a:extLst>
            </p:cNvPr>
            <p:cNvSpPr/>
            <p:nvPr/>
          </p:nvSpPr>
          <p:spPr>
            <a:xfrm>
              <a:off x="7357452" y="3763422"/>
              <a:ext cx="129248" cy="139236"/>
            </a:xfrm>
            <a:custGeom>
              <a:avLst/>
              <a:gdLst/>
              <a:ahLst/>
              <a:cxnLst/>
              <a:rect l="0" t="0" r="0" b="0"/>
              <a:pathLst>
                <a:path w="129248" h="139236">
                  <a:moveTo>
                    <a:pt x="0" y="6655"/>
                  </a:moveTo>
                  <a:lnTo>
                    <a:pt x="121895" y="0"/>
                  </a:lnTo>
                  <a:lnTo>
                    <a:pt x="129248" y="135123"/>
                  </a:lnTo>
                  <a:lnTo>
                    <a:pt x="125907" y="135307"/>
                  </a:lnTo>
                  <a:lnTo>
                    <a:pt x="85695" y="137548"/>
                  </a:lnTo>
                  <a:lnTo>
                    <a:pt x="55303" y="139236"/>
                  </a:lnTo>
                  <a:lnTo>
                    <a:pt x="52264" y="83445"/>
                  </a:lnTo>
                  <a:lnTo>
                    <a:pt x="4104" y="8607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1" name="pg422">
              <a:extLst>
                <a:ext uri="{FF2B5EF4-FFF2-40B4-BE49-F238E27FC236}">
                  <a16:creationId xmlns:a16="http://schemas.microsoft.com/office/drawing/2014/main" id="{FBACD480-F311-40BE-9377-F8625E2AA6F7}"/>
                </a:ext>
              </a:extLst>
            </p:cNvPr>
            <p:cNvSpPr/>
            <p:nvPr/>
          </p:nvSpPr>
          <p:spPr>
            <a:xfrm>
              <a:off x="7291380" y="1656114"/>
              <a:ext cx="55521" cy="48571"/>
            </a:xfrm>
            <a:custGeom>
              <a:avLst/>
              <a:gdLst/>
              <a:ahLst/>
              <a:cxnLst/>
              <a:rect l="0" t="0" r="0" b="0"/>
              <a:pathLst>
                <a:path w="55521" h="48571">
                  <a:moveTo>
                    <a:pt x="55521" y="5547"/>
                  </a:moveTo>
                  <a:lnTo>
                    <a:pt x="50796" y="48571"/>
                  </a:lnTo>
                  <a:lnTo>
                    <a:pt x="0" y="44408"/>
                  </a:lnTo>
                  <a:lnTo>
                    <a:pt x="444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2" name="pg423">
              <a:extLst>
                <a:ext uri="{FF2B5EF4-FFF2-40B4-BE49-F238E27FC236}">
                  <a16:creationId xmlns:a16="http://schemas.microsoft.com/office/drawing/2014/main" id="{5211C324-6AB2-463B-9C34-C1808F219410}"/>
                </a:ext>
              </a:extLst>
            </p:cNvPr>
            <p:cNvSpPr/>
            <p:nvPr/>
          </p:nvSpPr>
          <p:spPr>
            <a:xfrm>
              <a:off x="7310735" y="1475608"/>
              <a:ext cx="52382" cy="32011"/>
            </a:xfrm>
            <a:custGeom>
              <a:avLst/>
              <a:gdLst/>
              <a:ahLst/>
              <a:cxnLst/>
              <a:rect l="0" t="0" r="0" b="0"/>
              <a:pathLst>
                <a:path w="52382" h="32011">
                  <a:moveTo>
                    <a:pt x="0" y="27916"/>
                  </a:moveTo>
                  <a:lnTo>
                    <a:pt x="2291" y="0"/>
                  </a:lnTo>
                  <a:lnTo>
                    <a:pt x="52382" y="4095"/>
                  </a:lnTo>
                  <a:lnTo>
                    <a:pt x="50099" y="3201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3" name="pg424">
              <a:extLst>
                <a:ext uri="{FF2B5EF4-FFF2-40B4-BE49-F238E27FC236}">
                  <a16:creationId xmlns:a16="http://schemas.microsoft.com/office/drawing/2014/main" id="{6A2C7B91-96D8-41A2-A566-BF20C0C32CFE}"/>
                </a:ext>
              </a:extLst>
            </p:cNvPr>
            <p:cNvSpPr/>
            <p:nvPr/>
          </p:nvSpPr>
          <p:spPr>
            <a:xfrm>
              <a:off x="7673056" y="2547563"/>
              <a:ext cx="93433" cy="106250"/>
            </a:xfrm>
            <a:custGeom>
              <a:avLst/>
              <a:gdLst/>
              <a:ahLst/>
              <a:cxnLst/>
              <a:rect l="0" t="0" r="0" b="0"/>
              <a:pathLst>
                <a:path w="93433" h="106250">
                  <a:moveTo>
                    <a:pt x="0" y="81901"/>
                  </a:moveTo>
                  <a:lnTo>
                    <a:pt x="32977" y="0"/>
                  </a:lnTo>
                  <a:lnTo>
                    <a:pt x="93433" y="24357"/>
                  </a:lnTo>
                  <a:lnTo>
                    <a:pt x="60465" y="1062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4" name="pg425">
              <a:extLst>
                <a:ext uri="{FF2B5EF4-FFF2-40B4-BE49-F238E27FC236}">
                  <a16:creationId xmlns:a16="http://schemas.microsoft.com/office/drawing/2014/main" id="{E396FC43-F714-47EB-A608-22B1BC6C8A4E}"/>
                </a:ext>
              </a:extLst>
            </p:cNvPr>
            <p:cNvSpPr/>
            <p:nvPr/>
          </p:nvSpPr>
          <p:spPr>
            <a:xfrm>
              <a:off x="7226634" y="2884109"/>
              <a:ext cx="111328" cy="110950"/>
            </a:xfrm>
            <a:custGeom>
              <a:avLst/>
              <a:gdLst/>
              <a:ahLst/>
              <a:cxnLst/>
              <a:rect l="0" t="0" r="0" b="0"/>
              <a:pathLst>
                <a:path w="111328" h="110950">
                  <a:moveTo>
                    <a:pt x="63167" y="110950"/>
                  </a:moveTo>
                  <a:lnTo>
                    <a:pt x="0" y="49595"/>
                  </a:lnTo>
                  <a:lnTo>
                    <a:pt x="48169" y="0"/>
                  </a:lnTo>
                  <a:lnTo>
                    <a:pt x="111328" y="6136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5" name="pg426">
              <a:extLst>
                <a:ext uri="{FF2B5EF4-FFF2-40B4-BE49-F238E27FC236}">
                  <a16:creationId xmlns:a16="http://schemas.microsoft.com/office/drawing/2014/main" id="{648F2454-B059-41AB-93E4-E25ECB22EE4C}"/>
                </a:ext>
              </a:extLst>
            </p:cNvPr>
            <p:cNvSpPr/>
            <p:nvPr/>
          </p:nvSpPr>
          <p:spPr>
            <a:xfrm>
              <a:off x="7788698" y="3777170"/>
              <a:ext cx="79568" cy="96304"/>
            </a:xfrm>
            <a:custGeom>
              <a:avLst/>
              <a:gdLst/>
              <a:ahLst/>
              <a:cxnLst/>
              <a:rect l="0" t="0" r="0" b="0"/>
              <a:pathLst>
                <a:path w="79568" h="96304">
                  <a:moveTo>
                    <a:pt x="7184" y="96304"/>
                  </a:moveTo>
                  <a:lnTo>
                    <a:pt x="5824" y="70495"/>
                  </a:lnTo>
                  <a:lnTo>
                    <a:pt x="1326" y="66441"/>
                  </a:lnTo>
                  <a:lnTo>
                    <a:pt x="0" y="39700"/>
                  </a:lnTo>
                  <a:lnTo>
                    <a:pt x="3970" y="35201"/>
                  </a:lnTo>
                  <a:lnTo>
                    <a:pt x="2635" y="9811"/>
                  </a:lnTo>
                  <a:lnTo>
                    <a:pt x="6840" y="9593"/>
                  </a:lnTo>
                  <a:lnTo>
                    <a:pt x="14797" y="747"/>
                  </a:lnTo>
                  <a:lnTo>
                    <a:pt x="28981" y="0"/>
                  </a:lnTo>
                  <a:lnTo>
                    <a:pt x="37828" y="7956"/>
                  </a:lnTo>
                  <a:lnTo>
                    <a:pt x="75027" y="6001"/>
                  </a:lnTo>
                  <a:lnTo>
                    <a:pt x="75480" y="14621"/>
                  </a:lnTo>
                  <a:lnTo>
                    <a:pt x="79568" y="9251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6" name="pg427">
              <a:extLst>
                <a:ext uri="{FF2B5EF4-FFF2-40B4-BE49-F238E27FC236}">
                  <a16:creationId xmlns:a16="http://schemas.microsoft.com/office/drawing/2014/main" id="{DB433F2B-0130-490F-AA7E-43AF244954B8}"/>
                </a:ext>
              </a:extLst>
            </p:cNvPr>
            <p:cNvSpPr/>
            <p:nvPr/>
          </p:nvSpPr>
          <p:spPr>
            <a:xfrm>
              <a:off x="5914791" y="4918202"/>
              <a:ext cx="131975" cy="115382"/>
            </a:xfrm>
            <a:custGeom>
              <a:avLst/>
              <a:gdLst/>
              <a:ahLst/>
              <a:cxnLst/>
              <a:rect l="0" t="0" r="0" b="0"/>
              <a:pathLst>
                <a:path w="131975" h="115382">
                  <a:moveTo>
                    <a:pt x="129978" y="63730"/>
                  </a:moveTo>
                  <a:lnTo>
                    <a:pt x="124766" y="65333"/>
                  </a:lnTo>
                  <a:lnTo>
                    <a:pt x="131975" y="88742"/>
                  </a:lnTo>
                  <a:lnTo>
                    <a:pt x="45466" y="115382"/>
                  </a:lnTo>
                  <a:lnTo>
                    <a:pt x="33103" y="75220"/>
                  </a:lnTo>
                  <a:lnTo>
                    <a:pt x="15065" y="80776"/>
                  </a:lnTo>
                  <a:lnTo>
                    <a:pt x="0" y="32230"/>
                  </a:lnTo>
                  <a:lnTo>
                    <a:pt x="104647" y="0"/>
                  </a:lnTo>
                  <a:lnTo>
                    <a:pt x="111555" y="22443"/>
                  </a:lnTo>
                  <a:lnTo>
                    <a:pt x="116767" y="2084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7" name="pg428">
              <a:extLst>
                <a:ext uri="{FF2B5EF4-FFF2-40B4-BE49-F238E27FC236}">
                  <a16:creationId xmlns:a16="http://schemas.microsoft.com/office/drawing/2014/main" id="{31AEB9FD-8F46-4C8A-9196-B95686E5306F}"/>
                </a:ext>
              </a:extLst>
            </p:cNvPr>
            <p:cNvSpPr/>
            <p:nvPr/>
          </p:nvSpPr>
          <p:spPr>
            <a:xfrm>
              <a:off x="8656110" y="5280372"/>
              <a:ext cx="78485" cy="121131"/>
            </a:xfrm>
            <a:custGeom>
              <a:avLst/>
              <a:gdLst/>
              <a:ahLst/>
              <a:cxnLst/>
              <a:rect l="0" t="0" r="0" b="0"/>
              <a:pathLst>
                <a:path w="78485" h="121131">
                  <a:moveTo>
                    <a:pt x="65677" y="0"/>
                  </a:moveTo>
                  <a:lnTo>
                    <a:pt x="66340" y="8342"/>
                  </a:lnTo>
                  <a:lnTo>
                    <a:pt x="74859" y="7671"/>
                  </a:lnTo>
                  <a:lnTo>
                    <a:pt x="78485" y="53196"/>
                  </a:lnTo>
                  <a:lnTo>
                    <a:pt x="69957" y="53868"/>
                  </a:lnTo>
                  <a:lnTo>
                    <a:pt x="75228" y="116087"/>
                  </a:lnTo>
                  <a:lnTo>
                    <a:pt x="9845" y="121131"/>
                  </a:lnTo>
                  <a:lnTo>
                    <a:pt x="0" y="475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8" name="pg429">
              <a:extLst>
                <a:ext uri="{FF2B5EF4-FFF2-40B4-BE49-F238E27FC236}">
                  <a16:creationId xmlns:a16="http://schemas.microsoft.com/office/drawing/2014/main" id="{4CD643B7-D8A3-4407-A488-1AD3D9B6306D}"/>
                </a:ext>
              </a:extLst>
            </p:cNvPr>
            <p:cNvSpPr/>
            <p:nvPr/>
          </p:nvSpPr>
          <p:spPr>
            <a:xfrm>
              <a:off x="6962464" y="3813168"/>
              <a:ext cx="106955" cy="137288"/>
            </a:xfrm>
            <a:custGeom>
              <a:avLst/>
              <a:gdLst/>
              <a:ahLst/>
              <a:cxnLst/>
              <a:rect l="0" t="0" r="0" b="0"/>
              <a:pathLst>
                <a:path w="106955" h="137288">
                  <a:moveTo>
                    <a:pt x="0" y="5631"/>
                  </a:moveTo>
                  <a:lnTo>
                    <a:pt x="99653" y="0"/>
                  </a:lnTo>
                  <a:lnTo>
                    <a:pt x="106955" y="132991"/>
                  </a:lnTo>
                  <a:lnTo>
                    <a:pt x="30064" y="137288"/>
                  </a:lnTo>
                  <a:lnTo>
                    <a:pt x="26531" y="72870"/>
                  </a:lnTo>
                  <a:lnTo>
                    <a:pt x="4003" y="7413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599" name="pg430">
              <a:extLst>
                <a:ext uri="{FF2B5EF4-FFF2-40B4-BE49-F238E27FC236}">
                  <a16:creationId xmlns:a16="http://schemas.microsoft.com/office/drawing/2014/main" id="{D2990EC4-B32E-40FE-B1EA-D192400D2AC3}"/>
                </a:ext>
              </a:extLst>
            </p:cNvPr>
            <p:cNvSpPr/>
            <p:nvPr/>
          </p:nvSpPr>
          <p:spPr>
            <a:xfrm>
              <a:off x="7712764" y="1736605"/>
              <a:ext cx="25062" cy="41932"/>
            </a:xfrm>
            <a:custGeom>
              <a:avLst/>
              <a:gdLst/>
              <a:ahLst/>
              <a:cxnLst/>
              <a:rect l="0" t="0" r="0" b="0"/>
              <a:pathLst>
                <a:path w="25062" h="41932">
                  <a:moveTo>
                    <a:pt x="21562" y="41932"/>
                  </a:moveTo>
                  <a:lnTo>
                    <a:pt x="0" y="40052"/>
                  </a:lnTo>
                  <a:lnTo>
                    <a:pt x="2618" y="10130"/>
                  </a:lnTo>
                  <a:lnTo>
                    <a:pt x="3508" y="0"/>
                  </a:lnTo>
                  <a:lnTo>
                    <a:pt x="25062" y="18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0" name="pg431">
              <a:extLst>
                <a:ext uri="{FF2B5EF4-FFF2-40B4-BE49-F238E27FC236}">
                  <a16:creationId xmlns:a16="http://schemas.microsoft.com/office/drawing/2014/main" id="{53A99D83-DF34-4CE2-854C-D75D34C3D8BC}"/>
                </a:ext>
              </a:extLst>
            </p:cNvPr>
            <p:cNvSpPr/>
            <p:nvPr/>
          </p:nvSpPr>
          <p:spPr>
            <a:xfrm>
              <a:off x="8650360" y="4845650"/>
              <a:ext cx="81490" cy="92989"/>
            </a:xfrm>
            <a:custGeom>
              <a:avLst/>
              <a:gdLst/>
              <a:ahLst/>
              <a:cxnLst/>
              <a:rect l="0" t="0" r="0" b="0"/>
              <a:pathLst>
                <a:path w="81490" h="92989">
                  <a:moveTo>
                    <a:pt x="8535" y="61480"/>
                  </a:moveTo>
                  <a:lnTo>
                    <a:pt x="6773" y="2165"/>
                  </a:lnTo>
                  <a:lnTo>
                    <a:pt x="31768" y="1410"/>
                  </a:lnTo>
                  <a:lnTo>
                    <a:pt x="35746" y="5329"/>
                  </a:lnTo>
                  <a:lnTo>
                    <a:pt x="50007" y="4893"/>
                  </a:lnTo>
                  <a:lnTo>
                    <a:pt x="53826" y="747"/>
                  </a:lnTo>
                  <a:lnTo>
                    <a:pt x="78821" y="0"/>
                  </a:lnTo>
                  <a:lnTo>
                    <a:pt x="79752" y="30039"/>
                  </a:lnTo>
                  <a:lnTo>
                    <a:pt x="81490" y="88624"/>
                  </a:lnTo>
                  <a:lnTo>
                    <a:pt x="79543" y="88683"/>
                  </a:lnTo>
                  <a:lnTo>
                    <a:pt x="47615" y="89673"/>
                  </a:lnTo>
                  <a:lnTo>
                    <a:pt x="47707" y="92871"/>
                  </a:lnTo>
                  <a:lnTo>
                    <a:pt x="43686" y="92989"/>
                  </a:lnTo>
                  <a:lnTo>
                    <a:pt x="43586" y="89799"/>
                  </a:lnTo>
                  <a:lnTo>
                    <a:pt x="9467" y="90857"/>
                  </a:lnTo>
                  <a:lnTo>
                    <a:pt x="9417" y="89103"/>
                  </a:lnTo>
                  <a:lnTo>
                    <a:pt x="788" y="89354"/>
                  </a:lnTo>
                  <a:lnTo>
                    <a:pt x="0" y="6183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1" name="pg432">
              <a:extLst>
                <a:ext uri="{FF2B5EF4-FFF2-40B4-BE49-F238E27FC236}">
                  <a16:creationId xmlns:a16="http://schemas.microsoft.com/office/drawing/2014/main" id="{B131F4D3-CC73-471D-9E96-E922CF2AC2F8}"/>
                </a:ext>
              </a:extLst>
            </p:cNvPr>
            <p:cNvSpPr/>
            <p:nvPr/>
          </p:nvSpPr>
          <p:spPr>
            <a:xfrm>
              <a:off x="7408340" y="1478865"/>
              <a:ext cx="44904" cy="39716"/>
            </a:xfrm>
            <a:custGeom>
              <a:avLst/>
              <a:gdLst/>
              <a:ahLst/>
              <a:cxnLst/>
              <a:rect l="0" t="0" r="0" b="0"/>
              <a:pathLst>
                <a:path w="44904" h="39716">
                  <a:moveTo>
                    <a:pt x="0" y="35604"/>
                  </a:moveTo>
                  <a:lnTo>
                    <a:pt x="3541" y="0"/>
                  </a:lnTo>
                  <a:lnTo>
                    <a:pt x="44904" y="4104"/>
                  </a:lnTo>
                  <a:lnTo>
                    <a:pt x="41370" y="39716"/>
                  </a:lnTo>
                  <a:lnTo>
                    <a:pt x="5464" y="361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2" name="pg433">
              <a:extLst>
                <a:ext uri="{FF2B5EF4-FFF2-40B4-BE49-F238E27FC236}">
                  <a16:creationId xmlns:a16="http://schemas.microsoft.com/office/drawing/2014/main" id="{970DD4B3-8540-4BAA-9969-6AE5C0763457}"/>
                </a:ext>
              </a:extLst>
            </p:cNvPr>
            <p:cNvSpPr/>
            <p:nvPr/>
          </p:nvSpPr>
          <p:spPr>
            <a:xfrm>
              <a:off x="6188890" y="2323068"/>
              <a:ext cx="74674" cy="79702"/>
            </a:xfrm>
            <a:custGeom>
              <a:avLst/>
              <a:gdLst/>
              <a:ahLst/>
              <a:cxnLst/>
              <a:rect l="0" t="0" r="0" b="0"/>
              <a:pathLst>
                <a:path w="74674" h="79702">
                  <a:moveTo>
                    <a:pt x="70117" y="0"/>
                  </a:moveTo>
                  <a:lnTo>
                    <a:pt x="74674" y="75463"/>
                  </a:lnTo>
                  <a:lnTo>
                    <a:pt x="4456" y="79702"/>
                  </a:lnTo>
                  <a:lnTo>
                    <a:pt x="0" y="424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3" name="pg434">
              <a:extLst>
                <a:ext uri="{FF2B5EF4-FFF2-40B4-BE49-F238E27FC236}">
                  <a16:creationId xmlns:a16="http://schemas.microsoft.com/office/drawing/2014/main" id="{0580E2D9-4F99-42D3-AC7A-9560F8197B67}"/>
                </a:ext>
              </a:extLst>
            </p:cNvPr>
            <p:cNvSpPr/>
            <p:nvPr/>
          </p:nvSpPr>
          <p:spPr>
            <a:xfrm>
              <a:off x="7915479" y="3788475"/>
              <a:ext cx="66844" cy="78149"/>
            </a:xfrm>
            <a:custGeom>
              <a:avLst/>
              <a:gdLst/>
              <a:ahLst/>
              <a:cxnLst/>
              <a:rect l="0" t="0" r="0" b="0"/>
              <a:pathLst>
                <a:path w="66844" h="78149">
                  <a:moveTo>
                    <a:pt x="66844" y="74943"/>
                  </a:moveTo>
                  <a:lnTo>
                    <a:pt x="3743" y="78149"/>
                  </a:lnTo>
                  <a:lnTo>
                    <a:pt x="0" y="3264"/>
                  </a:lnTo>
                  <a:lnTo>
                    <a:pt x="63134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4" name="pg435">
              <a:extLst>
                <a:ext uri="{FF2B5EF4-FFF2-40B4-BE49-F238E27FC236}">
                  <a16:creationId xmlns:a16="http://schemas.microsoft.com/office/drawing/2014/main" id="{0BC0D426-80CB-4AC3-A1CE-23E2496EFACF}"/>
                </a:ext>
              </a:extLst>
            </p:cNvPr>
            <p:cNvSpPr/>
            <p:nvPr/>
          </p:nvSpPr>
          <p:spPr>
            <a:xfrm>
              <a:off x="6150650" y="2460215"/>
              <a:ext cx="72744" cy="115424"/>
            </a:xfrm>
            <a:custGeom>
              <a:avLst/>
              <a:gdLst/>
              <a:ahLst/>
              <a:cxnLst/>
              <a:rect l="0" t="0" r="0" b="0"/>
              <a:pathLst>
                <a:path w="72744" h="115424">
                  <a:moveTo>
                    <a:pt x="0" y="9769"/>
                  </a:moveTo>
                  <a:lnTo>
                    <a:pt x="53666" y="0"/>
                  </a:lnTo>
                  <a:lnTo>
                    <a:pt x="72744" y="105688"/>
                  </a:lnTo>
                  <a:lnTo>
                    <a:pt x="19245" y="11542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5" name="pg436">
              <a:extLst>
                <a:ext uri="{FF2B5EF4-FFF2-40B4-BE49-F238E27FC236}">
                  <a16:creationId xmlns:a16="http://schemas.microsoft.com/office/drawing/2014/main" id="{6EE454A9-3345-4C24-BE91-E9A84FA1C636}"/>
                </a:ext>
              </a:extLst>
            </p:cNvPr>
            <p:cNvSpPr/>
            <p:nvPr/>
          </p:nvSpPr>
          <p:spPr>
            <a:xfrm>
              <a:off x="7695029" y="1559096"/>
              <a:ext cx="48630" cy="58224"/>
            </a:xfrm>
            <a:custGeom>
              <a:avLst/>
              <a:gdLst/>
              <a:ahLst/>
              <a:cxnLst/>
              <a:rect l="0" t="0" r="0" b="0"/>
              <a:pathLst>
                <a:path w="48630" h="58224">
                  <a:moveTo>
                    <a:pt x="43955" y="58224"/>
                  </a:moveTo>
                  <a:lnTo>
                    <a:pt x="0" y="54455"/>
                  </a:lnTo>
                  <a:lnTo>
                    <a:pt x="4683" y="0"/>
                  </a:lnTo>
                  <a:lnTo>
                    <a:pt x="48630" y="377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6" name="pg437">
              <a:extLst>
                <a:ext uri="{FF2B5EF4-FFF2-40B4-BE49-F238E27FC236}">
                  <a16:creationId xmlns:a16="http://schemas.microsoft.com/office/drawing/2014/main" id="{5018D30A-ACFA-408D-8FB7-3B20499D207C}"/>
                </a:ext>
              </a:extLst>
            </p:cNvPr>
            <p:cNvSpPr/>
            <p:nvPr/>
          </p:nvSpPr>
          <p:spPr>
            <a:xfrm>
              <a:off x="7788388" y="2618017"/>
              <a:ext cx="92351" cy="103640"/>
            </a:xfrm>
            <a:custGeom>
              <a:avLst/>
              <a:gdLst/>
              <a:ahLst/>
              <a:cxnLst/>
              <a:rect l="0" t="0" r="0" b="0"/>
              <a:pathLst>
                <a:path w="92351" h="103640">
                  <a:moveTo>
                    <a:pt x="92351" y="24189"/>
                  </a:moveTo>
                  <a:lnTo>
                    <a:pt x="60599" y="103640"/>
                  </a:lnTo>
                  <a:lnTo>
                    <a:pt x="0" y="79425"/>
                  </a:lnTo>
                  <a:lnTo>
                    <a:pt x="31827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7" name="pg438">
              <a:extLst>
                <a:ext uri="{FF2B5EF4-FFF2-40B4-BE49-F238E27FC236}">
                  <a16:creationId xmlns:a16="http://schemas.microsoft.com/office/drawing/2014/main" id="{C322DBBB-8B01-4CD6-B09F-BEC838B396E8}"/>
                </a:ext>
              </a:extLst>
            </p:cNvPr>
            <p:cNvSpPr/>
            <p:nvPr/>
          </p:nvSpPr>
          <p:spPr>
            <a:xfrm>
              <a:off x="6097000" y="2469984"/>
              <a:ext cx="72895" cy="115424"/>
            </a:xfrm>
            <a:custGeom>
              <a:avLst/>
              <a:gdLst/>
              <a:ahLst/>
              <a:cxnLst/>
              <a:rect l="0" t="0" r="0" b="0"/>
              <a:pathLst>
                <a:path w="72895" h="115424">
                  <a:moveTo>
                    <a:pt x="0" y="9761"/>
                  </a:moveTo>
                  <a:lnTo>
                    <a:pt x="53649" y="0"/>
                  </a:lnTo>
                  <a:lnTo>
                    <a:pt x="72895" y="105654"/>
                  </a:lnTo>
                  <a:lnTo>
                    <a:pt x="19245" y="11542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8" name="pg439">
              <a:extLst>
                <a:ext uri="{FF2B5EF4-FFF2-40B4-BE49-F238E27FC236}">
                  <a16:creationId xmlns:a16="http://schemas.microsoft.com/office/drawing/2014/main" id="{A40E4933-043F-4705-A50A-C47CF2180C4A}"/>
                </a:ext>
              </a:extLst>
            </p:cNvPr>
            <p:cNvSpPr/>
            <p:nvPr/>
          </p:nvSpPr>
          <p:spPr>
            <a:xfrm>
              <a:off x="6298145" y="3861984"/>
              <a:ext cx="78200" cy="92007"/>
            </a:xfrm>
            <a:custGeom>
              <a:avLst/>
              <a:gdLst/>
              <a:ahLst/>
              <a:cxnLst/>
              <a:rect l="0" t="0" r="0" b="0"/>
              <a:pathLst>
                <a:path w="78200" h="92007">
                  <a:moveTo>
                    <a:pt x="4717" y="92007"/>
                  </a:moveTo>
                  <a:lnTo>
                    <a:pt x="0" y="3625"/>
                  </a:lnTo>
                  <a:lnTo>
                    <a:pt x="73474" y="0"/>
                  </a:lnTo>
                  <a:lnTo>
                    <a:pt x="78200" y="883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09" name="pg440">
              <a:extLst>
                <a:ext uri="{FF2B5EF4-FFF2-40B4-BE49-F238E27FC236}">
                  <a16:creationId xmlns:a16="http://schemas.microsoft.com/office/drawing/2014/main" id="{B1BB8504-583A-4FEA-9E6B-3FC0725B73DB}"/>
                </a:ext>
              </a:extLst>
            </p:cNvPr>
            <p:cNvSpPr/>
            <p:nvPr/>
          </p:nvSpPr>
          <p:spPr>
            <a:xfrm>
              <a:off x="8093441" y="5310461"/>
              <a:ext cx="107274" cy="159354"/>
            </a:xfrm>
            <a:custGeom>
              <a:avLst/>
              <a:gdLst/>
              <a:ahLst/>
              <a:cxnLst/>
              <a:rect l="0" t="0" r="0" b="0"/>
              <a:pathLst>
                <a:path w="107274" h="159354">
                  <a:moveTo>
                    <a:pt x="25431" y="79442"/>
                  </a:moveTo>
                  <a:lnTo>
                    <a:pt x="19111" y="5245"/>
                  </a:lnTo>
                  <a:lnTo>
                    <a:pt x="81053" y="0"/>
                  </a:lnTo>
                  <a:lnTo>
                    <a:pt x="87499" y="77713"/>
                  </a:lnTo>
                  <a:lnTo>
                    <a:pt x="101785" y="76487"/>
                  </a:lnTo>
                  <a:lnTo>
                    <a:pt x="107274" y="140385"/>
                  </a:lnTo>
                  <a:lnTo>
                    <a:pt x="92812" y="141628"/>
                  </a:lnTo>
                  <a:lnTo>
                    <a:pt x="93182" y="146026"/>
                  </a:lnTo>
                  <a:lnTo>
                    <a:pt x="90093" y="146277"/>
                  </a:lnTo>
                  <a:lnTo>
                    <a:pt x="90932" y="156400"/>
                  </a:lnTo>
                  <a:lnTo>
                    <a:pt x="55479" y="159354"/>
                  </a:lnTo>
                  <a:lnTo>
                    <a:pt x="54640" y="149232"/>
                  </a:lnTo>
                  <a:lnTo>
                    <a:pt x="37165" y="150692"/>
                  </a:lnTo>
                  <a:lnTo>
                    <a:pt x="30820" y="151221"/>
                  </a:lnTo>
                  <a:lnTo>
                    <a:pt x="30752" y="150214"/>
                  </a:lnTo>
                  <a:lnTo>
                    <a:pt x="5388" y="151993"/>
                  </a:lnTo>
                  <a:lnTo>
                    <a:pt x="0" y="8138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0" name="pg441">
              <a:extLst>
                <a:ext uri="{FF2B5EF4-FFF2-40B4-BE49-F238E27FC236}">
                  <a16:creationId xmlns:a16="http://schemas.microsoft.com/office/drawing/2014/main" id="{FF6C2738-1C68-404E-A612-CA9C4A4147B0}"/>
                </a:ext>
              </a:extLst>
            </p:cNvPr>
            <p:cNvSpPr/>
            <p:nvPr/>
          </p:nvSpPr>
          <p:spPr>
            <a:xfrm>
              <a:off x="7729517" y="2053435"/>
              <a:ext cx="58005" cy="42243"/>
            </a:xfrm>
            <a:custGeom>
              <a:avLst/>
              <a:gdLst/>
              <a:ahLst/>
              <a:cxnLst/>
              <a:rect l="0" t="0" r="0" b="0"/>
              <a:pathLst>
                <a:path w="58005" h="42243">
                  <a:moveTo>
                    <a:pt x="0" y="29057"/>
                  </a:moveTo>
                  <a:lnTo>
                    <a:pt x="5296" y="10877"/>
                  </a:lnTo>
                  <a:lnTo>
                    <a:pt x="28134" y="17105"/>
                  </a:lnTo>
                  <a:lnTo>
                    <a:pt x="32792" y="0"/>
                  </a:lnTo>
                  <a:lnTo>
                    <a:pt x="58005" y="6874"/>
                  </a:lnTo>
                  <a:lnTo>
                    <a:pt x="48345" y="4224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1" name="pg442">
              <a:extLst>
                <a:ext uri="{FF2B5EF4-FFF2-40B4-BE49-F238E27FC236}">
                  <a16:creationId xmlns:a16="http://schemas.microsoft.com/office/drawing/2014/main" id="{72CCC5B4-03B1-41F6-8EEF-54F72542B6A9}"/>
                </a:ext>
              </a:extLst>
            </p:cNvPr>
            <p:cNvSpPr/>
            <p:nvPr/>
          </p:nvSpPr>
          <p:spPr>
            <a:xfrm>
              <a:off x="8206398" y="1760299"/>
              <a:ext cx="61203" cy="85821"/>
            </a:xfrm>
            <a:custGeom>
              <a:avLst/>
              <a:gdLst/>
              <a:ahLst/>
              <a:cxnLst/>
              <a:rect l="0" t="0" r="0" b="0"/>
              <a:pathLst>
                <a:path w="61203" h="85821">
                  <a:moveTo>
                    <a:pt x="61203" y="3525"/>
                  </a:moveTo>
                  <a:lnTo>
                    <a:pt x="56184" y="85821"/>
                  </a:lnTo>
                  <a:lnTo>
                    <a:pt x="10718" y="83051"/>
                  </a:lnTo>
                  <a:lnTo>
                    <a:pt x="12438" y="54833"/>
                  </a:lnTo>
                  <a:lnTo>
                    <a:pt x="0" y="54623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2" name="pg443">
              <a:extLst>
                <a:ext uri="{FF2B5EF4-FFF2-40B4-BE49-F238E27FC236}">
                  <a16:creationId xmlns:a16="http://schemas.microsoft.com/office/drawing/2014/main" id="{50659174-B028-4D87-B020-B866CE602F54}"/>
                </a:ext>
              </a:extLst>
            </p:cNvPr>
            <p:cNvSpPr/>
            <p:nvPr/>
          </p:nvSpPr>
          <p:spPr>
            <a:xfrm>
              <a:off x="6023492" y="5244986"/>
              <a:ext cx="123582" cy="139051"/>
            </a:xfrm>
            <a:custGeom>
              <a:avLst/>
              <a:gdLst/>
              <a:ahLst/>
              <a:cxnLst/>
              <a:rect l="0" t="0" r="0" b="0"/>
              <a:pathLst>
                <a:path w="123582" h="139051">
                  <a:moveTo>
                    <a:pt x="24080" y="35797"/>
                  </a:moveTo>
                  <a:lnTo>
                    <a:pt x="7805" y="40522"/>
                  </a:lnTo>
                  <a:lnTo>
                    <a:pt x="0" y="13605"/>
                  </a:lnTo>
                  <a:lnTo>
                    <a:pt x="46893" y="0"/>
                  </a:lnTo>
                  <a:lnTo>
                    <a:pt x="53926" y="24239"/>
                  </a:lnTo>
                  <a:lnTo>
                    <a:pt x="94206" y="12556"/>
                  </a:lnTo>
                  <a:lnTo>
                    <a:pt x="111957" y="73709"/>
                  </a:lnTo>
                  <a:lnTo>
                    <a:pt x="115986" y="72543"/>
                  </a:lnTo>
                  <a:lnTo>
                    <a:pt x="121484" y="91469"/>
                  </a:lnTo>
                  <a:lnTo>
                    <a:pt x="117455" y="92636"/>
                  </a:lnTo>
                  <a:lnTo>
                    <a:pt x="123582" y="113745"/>
                  </a:lnTo>
                  <a:lnTo>
                    <a:pt x="36410" y="139051"/>
                  </a:lnTo>
                  <a:lnTo>
                    <a:pt x="24709" y="98763"/>
                  </a:lnTo>
                  <a:lnTo>
                    <a:pt x="40984" y="9404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3" name="pg444">
              <a:extLst>
                <a:ext uri="{FF2B5EF4-FFF2-40B4-BE49-F238E27FC236}">
                  <a16:creationId xmlns:a16="http://schemas.microsoft.com/office/drawing/2014/main" id="{3C60CC1B-8F0C-45A1-9E0F-A2E9B4B358E2}"/>
                </a:ext>
              </a:extLst>
            </p:cNvPr>
            <p:cNvSpPr/>
            <p:nvPr/>
          </p:nvSpPr>
          <p:spPr>
            <a:xfrm>
              <a:off x="5995551" y="2498589"/>
              <a:ext cx="71091" cy="104521"/>
            </a:xfrm>
            <a:custGeom>
              <a:avLst/>
              <a:gdLst/>
              <a:ahLst/>
              <a:cxnLst/>
              <a:rect l="0" t="0" r="0" b="0"/>
              <a:pathLst>
                <a:path w="71091" h="104521">
                  <a:moveTo>
                    <a:pt x="0" y="9769"/>
                  </a:moveTo>
                  <a:lnTo>
                    <a:pt x="53809" y="0"/>
                  </a:lnTo>
                  <a:lnTo>
                    <a:pt x="71091" y="94734"/>
                  </a:lnTo>
                  <a:lnTo>
                    <a:pt x="17197" y="10452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4" name="pg445">
              <a:extLst>
                <a:ext uri="{FF2B5EF4-FFF2-40B4-BE49-F238E27FC236}">
                  <a16:creationId xmlns:a16="http://schemas.microsoft.com/office/drawing/2014/main" id="{67BD9C5D-9016-4499-B54A-D9D3A18F4101}"/>
                </a:ext>
              </a:extLst>
            </p:cNvPr>
            <p:cNvSpPr/>
            <p:nvPr/>
          </p:nvSpPr>
          <p:spPr>
            <a:xfrm>
              <a:off x="6619708" y="2398960"/>
              <a:ext cx="88137" cy="107333"/>
            </a:xfrm>
            <a:custGeom>
              <a:avLst/>
              <a:gdLst/>
              <a:ahLst/>
              <a:cxnLst/>
              <a:rect l="0" t="0" r="0" b="0"/>
              <a:pathLst>
                <a:path w="88137" h="107333">
                  <a:moveTo>
                    <a:pt x="0" y="63629"/>
                  </a:moveTo>
                  <a:lnTo>
                    <a:pt x="30492" y="0"/>
                  </a:lnTo>
                  <a:lnTo>
                    <a:pt x="88137" y="27622"/>
                  </a:lnTo>
                  <a:lnTo>
                    <a:pt x="57636" y="91260"/>
                  </a:lnTo>
                  <a:lnTo>
                    <a:pt x="56125" y="90538"/>
                  </a:lnTo>
                  <a:lnTo>
                    <a:pt x="48085" y="107333"/>
                  </a:lnTo>
                  <a:lnTo>
                    <a:pt x="22888" y="95272"/>
                  </a:lnTo>
                  <a:lnTo>
                    <a:pt x="30937" y="784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5" name="pg446">
              <a:extLst>
                <a:ext uri="{FF2B5EF4-FFF2-40B4-BE49-F238E27FC236}">
                  <a16:creationId xmlns:a16="http://schemas.microsoft.com/office/drawing/2014/main" id="{92451BE9-92C9-499C-884D-D63EF24C4494}"/>
                </a:ext>
              </a:extLst>
            </p:cNvPr>
            <p:cNvSpPr/>
            <p:nvPr/>
          </p:nvSpPr>
          <p:spPr>
            <a:xfrm>
              <a:off x="8794918" y="4839490"/>
              <a:ext cx="95120" cy="61631"/>
            </a:xfrm>
            <a:custGeom>
              <a:avLst/>
              <a:gdLst/>
              <a:ahLst/>
              <a:cxnLst/>
              <a:rect l="0" t="0" r="0" b="0"/>
              <a:pathLst>
                <a:path w="95120" h="61631">
                  <a:moveTo>
                    <a:pt x="0" y="2752"/>
                  </a:moveTo>
                  <a:lnTo>
                    <a:pt x="52541" y="1200"/>
                  </a:lnTo>
                  <a:lnTo>
                    <a:pt x="57703" y="6076"/>
                  </a:lnTo>
                  <a:lnTo>
                    <a:pt x="71703" y="5665"/>
                  </a:lnTo>
                  <a:lnTo>
                    <a:pt x="76580" y="495"/>
                  </a:lnTo>
                  <a:lnTo>
                    <a:pt x="93425" y="0"/>
                  </a:lnTo>
                  <a:lnTo>
                    <a:pt x="95120" y="58836"/>
                  </a:lnTo>
                  <a:lnTo>
                    <a:pt x="1787" y="616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6" name="pg447">
              <a:extLst>
                <a:ext uri="{FF2B5EF4-FFF2-40B4-BE49-F238E27FC236}">
                  <a16:creationId xmlns:a16="http://schemas.microsoft.com/office/drawing/2014/main" id="{BC21F1F8-FE2E-4F3B-9370-D6FF900E92DE}"/>
                </a:ext>
              </a:extLst>
            </p:cNvPr>
            <p:cNvSpPr/>
            <p:nvPr/>
          </p:nvSpPr>
          <p:spPr>
            <a:xfrm>
              <a:off x="8133419" y="1930675"/>
              <a:ext cx="39246" cy="57703"/>
            </a:xfrm>
            <a:custGeom>
              <a:avLst/>
              <a:gdLst/>
              <a:ahLst/>
              <a:cxnLst/>
              <a:rect l="0" t="0" r="0" b="0"/>
              <a:pathLst>
                <a:path w="39246" h="57703">
                  <a:moveTo>
                    <a:pt x="35142" y="57703"/>
                  </a:moveTo>
                  <a:lnTo>
                    <a:pt x="18851" y="56486"/>
                  </a:lnTo>
                  <a:lnTo>
                    <a:pt x="20588" y="30022"/>
                  </a:lnTo>
                  <a:lnTo>
                    <a:pt x="0" y="28469"/>
                  </a:lnTo>
                  <a:lnTo>
                    <a:pt x="2131" y="0"/>
                  </a:lnTo>
                  <a:lnTo>
                    <a:pt x="39246" y="277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7" name="pg448">
              <a:extLst>
                <a:ext uri="{FF2B5EF4-FFF2-40B4-BE49-F238E27FC236}">
                  <a16:creationId xmlns:a16="http://schemas.microsoft.com/office/drawing/2014/main" id="{C3B73F60-AAFC-416A-BD56-025E520705B3}"/>
                </a:ext>
              </a:extLst>
            </p:cNvPr>
            <p:cNvSpPr/>
            <p:nvPr/>
          </p:nvSpPr>
          <p:spPr>
            <a:xfrm>
              <a:off x="7864053" y="2954738"/>
              <a:ext cx="125739" cy="122776"/>
            </a:xfrm>
            <a:custGeom>
              <a:avLst/>
              <a:gdLst/>
              <a:ahLst/>
              <a:cxnLst/>
              <a:rect l="0" t="0" r="0" b="0"/>
              <a:pathLst>
                <a:path w="125739" h="122776">
                  <a:moveTo>
                    <a:pt x="0" y="57552"/>
                  </a:moveTo>
                  <a:lnTo>
                    <a:pt x="77293" y="0"/>
                  </a:lnTo>
                  <a:lnTo>
                    <a:pt x="125739" y="65089"/>
                  </a:lnTo>
                  <a:lnTo>
                    <a:pt x="95095" y="87911"/>
                  </a:lnTo>
                  <a:lnTo>
                    <a:pt x="93551" y="85829"/>
                  </a:lnTo>
                  <a:lnTo>
                    <a:pt x="79987" y="95926"/>
                  </a:lnTo>
                  <a:lnTo>
                    <a:pt x="81549" y="98008"/>
                  </a:lnTo>
                  <a:lnTo>
                    <a:pt x="48286" y="12277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8" name="pg449">
              <a:extLst>
                <a:ext uri="{FF2B5EF4-FFF2-40B4-BE49-F238E27FC236}">
                  <a16:creationId xmlns:a16="http://schemas.microsoft.com/office/drawing/2014/main" id="{51E8338B-1AC4-4D2A-A96C-B17AD7A04C70}"/>
                </a:ext>
              </a:extLst>
            </p:cNvPr>
            <p:cNvSpPr/>
            <p:nvPr/>
          </p:nvSpPr>
          <p:spPr>
            <a:xfrm>
              <a:off x="9938787" y="3355987"/>
              <a:ext cx="84218" cy="117044"/>
            </a:xfrm>
            <a:custGeom>
              <a:avLst/>
              <a:gdLst/>
              <a:ahLst/>
              <a:cxnLst/>
              <a:rect l="0" t="0" r="0" b="0"/>
              <a:pathLst>
                <a:path w="84218" h="117044">
                  <a:moveTo>
                    <a:pt x="0" y="110405"/>
                  </a:moveTo>
                  <a:lnTo>
                    <a:pt x="3911" y="50443"/>
                  </a:lnTo>
                  <a:lnTo>
                    <a:pt x="15955" y="51375"/>
                  </a:lnTo>
                  <a:lnTo>
                    <a:pt x="20588" y="0"/>
                  </a:lnTo>
                  <a:lnTo>
                    <a:pt x="84218" y="6286"/>
                  </a:lnTo>
                  <a:lnTo>
                    <a:pt x="77780" y="79215"/>
                  </a:lnTo>
                  <a:lnTo>
                    <a:pt x="74439" y="1170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19" name="pg450">
              <a:extLst>
                <a:ext uri="{FF2B5EF4-FFF2-40B4-BE49-F238E27FC236}">
                  <a16:creationId xmlns:a16="http://schemas.microsoft.com/office/drawing/2014/main" id="{5F2BDC7C-D72A-4FA6-921B-9A16B5BB4BD4}"/>
                </a:ext>
              </a:extLst>
            </p:cNvPr>
            <p:cNvSpPr/>
            <p:nvPr/>
          </p:nvSpPr>
          <p:spPr>
            <a:xfrm>
              <a:off x="6025053" y="3103383"/>
              <a:ext cx="112461" cy="106267"/>
            </a:xfrm>
            <a:custGeom>
              <a:avLst/>
              <a:gdLst/>
              <a:ahLst/>
              <a:cxnLst/>
              <a:rect l="0" t="0" r="0" b="0"/>
              <a:pathLst>
                <a:path w="112461" h="106267">
                  <a:moveTo>
                    <a:pt x="0" y="22074"/>
                  </a:moveTo>
                  <a:lnTo>
                    <a:pt x="92233" y="0"/>
                  </a:lnTo>
                  <a:lnTo>
                    <a:pt x="112461" y="84234"/>
                  </a:lnTo>
                  <a:lnTo>
                    <a:pt x="20278" y="106267"/>
                  </a:lnTo>
                  <a:lnTo>
                    <a:pt x="11826" y="7119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0" name="pg451">
              <a:extLst>
                <a:ext uri="{FF2B5EF4-FFF2-40B4-BE49-F238E27FC236}">
                  <a16:creationId xmlns:a16="http://schemas.microsoft.com/office/drawing/2014/main" id="{07C9E783-A1CD-46FB-B552-064372F44080}"/>
                </a:ext>
              </a:extLst>
            </p:cNvPr>
            <p:cNvSpPr/>
            <p:nvPr/>
          </p:nvSpPr>
          <p:spPr>
            <a:xfrm>
              <a:off x="7012186" y="4467710"/>
              <a:ext cx="93047" cy="76748"/>
            </a:xfrm>
            <a:custGeom>
              <a:avLst/>
              <a:gdLst/>
              <a:ahLst/>
              <a:cxnLst/>
              <a:rect l="0" t="0" r="0" b="0"/>
              <a:pathLst>
                <a:path w="93047" h="76748">
                  <a:moveTo>
                    <a:pt x="11523" y="76748"/>
                  </a:moveTo>
                  <a:lnTo>
                    <a:pt x="1812" y="68850"/>
                  </a:lnTo>
                  <a:lnTo>
                    <a:pt x="0" y="48210"/>
                  </a:lnTo>
                  <a:lnTo>
                    <a:pt x="3894" y="43661"/>
                  </a:lnTo>
                  <a:lnTo>
                    <a:pt x="747" y="7562"/>
                  </a:lnTo>
                  <a:lnTo>
                    <a:pt x="87332" y="0"/>
                  </a:lnTo>
                  <a:lnTo>
                    <a:pt x="93047" y="65433"/>
                  </a:lnTo>
                  <a:lnTo>
                    <a:pt x="35940" y="70444"/>
                  </a:lnTo>
                  <a:lnTo>
                    <a:pt x="32062" y="7490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1" name="pg452">
              <a:extLst>
                <a:ext uri="{FF2B5EF4-FFF2-40B4-BE49-F238E27FC236}">
                  <a16:creationId xmlns:a16="http://schemas.microsoft.com/office/drawing/2014/main" id="{BB3F8D80-9544-44AF-83A1-6387743D4AA3}"/>
                </a:ext>
              </a:extLst>
            </p:cNvPr>
            <p:cNvSpPr/>
            <p:nvPr/>
          </p:nvSpPr>
          <p:spPr>
            <a:xfrm>
              <a:off x="8061094" y="4847824"/>
              <a:ext cx="139202" cy="104722"/>
            </a:xfrm>
            <a:custGeom>
              <a:avLst/>
              <a:gdLst/>
              <a:ahLst/>
              <a:cxnLst/>
              <a:rect l="0" t="0" r="0" b="0"/>
              <a:pathLst>
                <a:path w="139202" h="104722">
                  <a:moveTo>
                    <a:pt x="136860" y="0"/>
                  </a:moveTo>
                  <a:lnTo>
                    <a:pt x="137246" y="16534"/>
                  </a:lnTo>
                  <a:lnTo>
                    <a:pt x="138992" y="92200"/>
                  </a:lnTo>
                  <a:lnTo>
                    <a:pt x="139202" y="101113"/>
                  </a:lnTo>
                  <a:lnTo>
                    <a:pt x="18809" y="103992"/>
                  </a:lnTo>
                  <a:lnTo>
                    <a:pt x="18817" y="104328"/>
                  </a:lnTo>
                  <a:lnTo>
                    <a:pt x="2207" y="104722"/>
                  </a:lnTo>
                  <a:lnTo>
                    <a:pt x="0" y="11246"/>
                  </a:lnTo>
                  <a:lnTo>
                    <a:pt x="42654" y="10239"/>
                  </a:lnTo>
                  <a:lnTo>
                    <a:pt x="42663" y="10575"/>
                  </a:lnTo>
                  <a:lnTo>
                    <a:pt x="70352" y="9937"/>
                  </a:lnTo>
                  <a:lnTo>
                    <a:pt x="70159" y="15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2" name="pg453">
              <a:extLst>
                <a:ext uri="{FF2B5EF4-FFF2-40B4-BE49-F238E27FC236}">
                  <a16:creationId xmlns:a16="http://schemas.microsoft.com/office/drawing/2014/main" id="{3093DA50-AEAD-4F4C-8221-FEF3C17B7B26}"/>
                </a:ext>
              </a:extLst>
            </p:cNvPr>
            <p:cNvSpPr/>
            <p:nvPr/>
          </p:nvSpPr>
          <p:spPr>
            <a:xfrm>
              <a:off x="8967643" y="4825070"/>
              <a:ext cx="57133" cy="85435"/>
            </a:xfrm>
            <a:custGeom>
              <a:avLst/>
              <a:gdLst/>
              <a:ahLst/>
              <a:cxnLst/>
              <a:rect l="0" t="0" r="0" b="0"/>
              <a:pathLst>
                <a:path w="57133" h="85435">
                  <a:moveTo>
                    <a:pt x="0" y="1636"/>
                  </a:moveTo>
                  <a:lnTo>
                    <a:pt x="54564" y="0"/>
                  </a:lnTo>
                  <a:lnTo>
                    <a:pt x="57133" y="83823"/>
                  </a:lnTo>
                  <a:lnTo>
                    <a:pt x="2643" y="8543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3" name="pg454">
              <a:extLst>
                <a:ext uri="{FF2B5EF4-FFF2-40B4-BE49-F238E27FC236}">
                  <a16:creationId xmlns:a16="http://schemas.microsoft.com/office/drawing/2014/main" id="{79EE5C91-C65A-494D-A984-2A991AE29519}"/>
                </a:ext>
              </a:extLst>
            </p:cNvPr>
            <p:cNvSpPr/>
            <p:nvPr/>
          </p:nvSpPr>
          <p:spPr>
            <a:xfrm>
              <a:off x="6068010" y="1601121"/>
              <a:ext cx="122608" cy="128534"/>
            </a:xfrm>
            <a:custGeom>
              <a:avLst/>
              <a:gdLst/>
              <a:ahLst/>
              <a:cxnLst/>
              <a:rect l="0" t="0" r="0" b="0"/>
              <a:pathLst>
                <a:path w="122608" h="128534">
                  <a:moveTo>
                    <a:pt x="79811" y="128534"/>
                  </a:moveTo>
                  <a:lnTo>
                    <a:pt x="54270" y="116599"/>
                  </a:lnTo>
                  <a:lnTo>
                    <a:pt x="0" y="91226"/>
                  </a:lnTo>
                  <a:lnTo>
                    <a:pt x="42797" y="0"/>
                  </a:lnTo>
                  <a:lnTo>
                    <a:pt x="122608" y="3730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4" name="pg455">
              <a:extLst>
                <a:ext uri="{FF2B5EF4-FFF2-40B4-BE49-F238E27FC236}">
                  <a16:creationId xmlns:a16="http://schemas.microsoft.com/office/drawing/2014/main" id="{38DB160E-A5EA-4F1E-8EB3-7793750CE1E1}"/>
                </a:ext>
              </a:extLst>
            </p:cNvPr>
            <p:cNvSpPr/>
            <p:nvPr/>
          </p:nvSpPr>
          <p:spPr>
            <a:xfrm>
              <a:off x="8938199" y="3998022"/>
              <a:ext cx="120493" cy="121803"/>
            </a:xfrm>
            <a:custGeom>
              <a:avLst/>
              <a:gdLst/>
              <a:ahLst/>
              <a:cxnLst/>
              <a:rect l="0" t="0" r="0" b="0"/>
              <a:pathLst>
                <a:path w="120493" h="121803">
                  <a:moveTo>
                    <a:pt x="0" y="51475"/>
                  </a:moveTo>
                  <a:lnTo>
                    <a:pt x="56276" y="0"/>
                  </a:lnTo>
                  <a:lnTo>
                    <a:pt x="120493" y="70251"/>
                  </a:lnTo>
                  <a:lnTo>
                    <a:pt x="64359" y="12180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5" name="pg456">
              <a:extLst>
                <a:ext uri="{FF2B5EF4-FFF2-40B4-BE49-F238E27FC236}">
                  <a16:creationId xmlns:a16="http://schemas.microsoft.com/office/drawing/2014/main" id="{D0C7846B-A8AF-4690-B152-1E461A1B0A49}"/>
                </a:ext>
              </a:extLst>
            </p:cNvPr>
            <p:cNvSpPr/>
            <p:nvPr/>
          </p:nvSpPr>
          <p:spPr>
            <a:xfrm>
              <a:off x="10033035" y="3011174"/>
              <a:ext cx="81792" cy="119998"/>
            </a:xfrm>
            <a:custGeom>
              <a:avLst/>
              <a:gdLst/>
              <a:ahLst/>
              <a:cxnLst/>
              <a:rect l="0" t="0" r="0" b="0"/>
              <a:pathLst>
                <a:path w="81792" h="119998">
                  <a:moveTo>
                    <a:pt x="72333" y="119998"/>
                  </a:moveTo>
                  <a:lnTo>
                    <a:pt x="0" y="114358"/>
                  </a:lnTo>
                  <a:lnTo>
                    <a:pt x="9467" y="0"/>
                  </a:lnTo>
                  <a:lnTo>
                    <a:pt x="81792" y="599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6" name="pg457">
              <a:extLst>
                <a:ext uri="{FF2B5EF4-FFF2-40B4-BE49-F238E27FC236}">
                  <a16:creationId xmlns:a16="http://schemas.microsoft.com/office/drawing/2014/main" id="{2BD2D57D-F9C0-4E40-8B5C-31D62B81660C}"/>
                </a:ext>
              </a:extLst>
            </p:cNvPr>
            <p:cNvSpPr/>
            <p:nvPr/>
          </p:nvSpPr>
          <p:spPr>
            <a:xfrm>
              <a:off x="6289584" y="2436050"/>
              <a:ext cx="97999" cy="102330"/>
            </a:xfrm>
            <a:custGeom>
              <a:avLst/>
              <a:gdLst/>
              <a:ahLst/>
              <a:cxnLst/>
              <a:rect l="0" t="0" r="0" b="0"/>
              <a:pathLst>
                <a:path w="97999" h="102330">
                  <a:moveTo>
                    <a:pt x="41924" y="102330"/>
                  </a:moveTo>
                  <a:lnTo>
                    <a:pt x="0" y="67498"/>
                  </a:lnTo>
                  <a:lnTo>
                    <a:pt x="56075" y="0"/>
                  </a:lnTo>
                  <a:lnTo>
                    <a:pt x="97999" y="348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7" name="pg458">
              <a:extLst>
                <a:ext uri="{FF2B5EF4-FFF2-40B4-BE49-F238E27FC236}">
                  <a16:creationId xmlns:a16="http://schemas.microsoft.com/office/drawing/2014/main" id="{AA4FFD80-D656-45F0-9F53-7783FFF73B63}"/>
                </a:ext>
              </a:extLst>
            </p:cNvPr>
            <p:cNvSpPr/>
            <p:nvPr/>
          </p:nvSpPr>
          <p:spPr>
            <a:xfrm>
              <a:off x="7344988" y="4444494"/>
              <a:ext cx="75396" cy="88775"/>
            </a:xfrm>
            <a:custGeom>
              <a:avLst/>
              <a:gdLst/>
              <a:ahLst/>
              <a:cxnLst/>
              <a:rect l="0" t="0" r="0" b="0"/>
              <a:pathLst>
                <a:path w="75396" h="88775">
                  <a:moveTo>
                    <a:pt x="0" y="32423"/>
                  </a:moveTo>
                  <a:lnTo>
                    <a:pt x="4053" y="31944"/>
                  </a:lnTo>
                  <a:lnTo>
                    <a:pt x="1947" y="5270"/>
                  </a:lnTo>
                  <a:lnTo>
                    <a:pt x="31726" y="2929"/>
                  </a:lnTo>
                  <a:lnTo>
                    <a:pt x="68858" y="0"/>
                  </a:lnTo>
                  <a:lnTo>
                    <a:pt x="75396" y="83647"/>
                  </a:lnTo>
                  <a:lnTo>
                    <a:pt x="8552" y="88775"/>
                  </a:lnTo>
                  <a:lnTo>
                    <a:pt x="6437" y="62093"/>
                  </a:lnTo>
                  <a:lnTo>
                    <a:pt x="2375" y="6261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8" name="pg459">
              <a:extLst>
                <a:ext uri="{FF2B5EF4-FFF2-40B4-BE49-F238E27FC236}">
                  <a16:creationId xmlns:a16="http://schemas.microsoft.com/office/drawing/2014/main" id="{85617D83-8CD4-4139-B743-86BF7682551F}"/>
                </a:ext>
              </a:extLst>
            </p:cNvPr>
            <p:cNvSpPr/>
            <p:nvPr/>
          </p:nvSpPr>
          <p:spPr>
            <a:xfrm>
              <a:off x="7098108" y="3513839"/>
              <a:ext cx="162191" cy="118219"/>
            </a:xfrm>
            <a:custGeom>
              <a:avLst/>
              <a:gdLst/>
              <a:ahLst/>
              <a:cxnLst/>
              <a:rect l="0" t="0" r="0" b="0"/>
              <a:pathLst>
                <a:path w="162191" h="118219">
                  <a:moveTo>
                    <a:pt x="83101" y="118219"/>
                  </a:moveTo>
                  <a:lnTo>
                    <a:pt x="80290" y="101852"/>
                  </a:lnTo>
                  <a:lnTo>
                    <a:pt x="14948" y="113116"/>
                  </a:lnTo>
                  <a:lnTo>
                    <a:pt x="4272" y="51190"/>
                  </a:lnTo>
                  <a:lnTo>
                    <a:pt x="0" y="26371"/>
                  </a:lnTo>
                  <a:lnTo>
                    <a:pt x="10029" y="24642"/>
                  </a:lnTo>
                  <a:lnTo>
                    <a:pt x="152984" y="0"/>
                  </a:lnTo>
                  <a:lnTo>
                    <a:pt x="162191" y="53414"/>
                  </a:lnTo>
                  <a:lnTo>
                    <a:pt x="141510" y="56898"/>
                  </a:lnTo>
                  <a:lnTo>
                    <a:pt x="150071" y="10667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29" name="pg460">
              <a:extLst>
                <a:ext uri="{FF2B5EF4-FFF2-40B4-BE49-F238E27FC236}">
                  <a16:creationId xmlns:a16="http://schemas.microsoft.com/office/drawing/2014/main" id="{CD97F0A3-D947-4C96-98B3-0C9FB5BFFB49}"/>
                </a:ext>
              </a:extLst>
            </p:cNvPr>
            <p:cNvSpPr/>
            <p:nvPr/>
          </p:nvSpPr>
          <p:spPr>
            <a:xfrm>
              <a:off x="7557976" y="2475759"/>
              <a:ext cx="90689" cy="108474"/>
            </a:xfrm>
            <a:custGeom>
              <a:avLst/>
              <a:gdLst/>
              <a:ahLst/>
              <a:cxnLst/>
              <a:rect l="0" t="0" r="0" b="0"/>
              <a:pathLst>
                <a:path w="90689" h="108474">
                  <a:moveTo>
                    <a:pt x="0" y="84134"/>
                  </a:moveTo>
                  <a:lnTo>
                    <a:pt x="47472" y="0"/>
                  </a:lnTo>
                  <a:lnTo>
                    <a:pt x="90689" y="24306"/>
                  </a:lnTo>
                  <a:lnTo>
                    <a:pt x="57317" y="83521"/>
                  </a:lnTo>
                  <a:lnTo>
                    <a:pt x="43250" y="1084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0" name="pg461">
              <a:extLst>
                <a:ext uri="{FF2B5EF4-FFF2-40B4-BE49-F238E27FC236}">
                  <a16:creationId xmlns:a16="http://schemas.microsoft.com/office/drawing/2014/main" id="{36DBD3DD-8792-4DBC-8E01-1CD83F9733DA}"/>
                </a:ext>
              </a:extLst>
            </p:cNvPr>
            <p:cNvSpPr/>
            <p:nvPr/>
          </p:nvSpPr>
          <p:spPr>
            <a:xfrm>
              <a:off x="7860050" y="3369995"/>
              <a:ext cx="124010" cy="160076"/>
            </a:xfrm>
            <a:custGeom>
              <a:avLst/>
              <a:gdLst/>
              <a:ahLst/>
              <a:cxnLst/>
              <a:rect l="0" t="0" r="0" b="0"/>
              <a:pathLst>
                <a:path w="124010" h="160076">
                  <a:moveTo>
                    <a:pt x="51375" y="24374"/>
                  </a:moveTo>
                  <a:lnTo>
                    <a:pt x="72115" y="0"/>
                  </a:lnTo>
                  <a:lnTo>
                    <a:pt x="114517" y="36091"/>
                  </a:lnTo>
                  <a:lnTo>
                    <a:pt x="97773" y="55764"/>
                  </a:lnTo>
                  <a:lnTo>
                    <a:pt x="124010" y="78208"/>
                  </a:lnTo>
                  <a:lnTo>
                    <a:pt x="54589" y="160076"/>
                  </a:lnTo>
                  <a:lnTo>
                    <a:pt x="51417" y="157390"/>
                  </a:lnTo>
                  <a:lnTo>
                    <a:pt x="27009" y="136692"/>
                  </a:lnTo>
                  <a:lnTo>
                    <a:pt x="0" y="113796"/>
                  </a:lnTo>
                  <a:lnTo>
                    <a:pt x="65576" y="3646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1" name="pg462">
              <a:extLst>
                <a:ext uri="{FF2B5EF4-FFF2-40B4-BE49-F238E27FC236}">
                  <a16:creationId xmlns:a16="http://schemas.microsoft.com/office/drawing/2014/main" id="{7EA45BC0-7B69-4724-998A-D084B08BAC56}"/>
                </a:ext>
              </a:extLst>
            </p:cNvPr>
            <p:cNvSpPr/>
            <p:nvPr/>
          </p:nvSpPr>
          <p:spPr>
            <a:xfrm>
              <a:off x="7711119" y="1391373"/>
              <a:ext cx="49688" cy="40262"/>
            </a:xfrm>
            <a:custGeom>
              <a:avLst/>
              <a:gdLst/>
              <a:ahLst/>
              <a:cxnLst/>
              <a:rect l="0" t="0" r="0" b="0"/>
              <a:pathLst>
                <a:path w="49688" h="40262">
                  <a:moveTo>
                    <a:pt x="47203" y="40262"/>
                  </a:moveTo>
                  <a:lnTo>
                    <a:pt x="0" y="37098"/>
                  </a:lnTo>
                  <a:lnTo>
                    <a:pt x="2484" y="0"/>
                  </a:lnTo>
                  <a:lnTo>
                    <a:pt x="49688" y="31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2" name="pg463">
              <a:extLst>
                <a:ext uri="{FF2B5EF4-FFF2-40B4-BE49-F238E27FC236}">
                  <a16:creationId xmlns:a16="http://schemas.microsoft.com/office/drawing/2014/main" id="{A17E9224-702A-4BB2-AFB0-2091CBD60853}"/>
                </a:ext>
              </a:extLst>
            </p:cNvPr>
            <p:cNvSpPr/>
            <p:nvPr/>
          </p:nvSpPr>
          <p:spPr>
            <a:xfrm>
              <a:off x="7733202" y="2874137"/>
              <a:ext cx="101088" cy="96220"/>
            </a:xfrm>
            <a:custGeom>
              <a:avLst/>
              <a:gdLst/>
              <a:ahLst/>
              <a:cxnLst/>
              <a:rect l="0" t="0" r="0" b="0"/>
              <a:pathLst>
                <a:path w="101088" h="96220">
                  <a:moveTo>
                    <a:pt x="34664" y="80650"/>
                  </a:moveTo>
                  <a:lnTo>
                    <a:pt x="39028" y="71300"/>
                  </a:lnTo>
                  <a:lnTo>
                    <a:pt x="4179" y="54992"/>
                  </a:lnTo>
                  <a:lnTo>
                    <a:pt x="0" y="53037"/>
                  </a:lnTo>
                  <a:lnTo>
                    <a:pt x="24449" y="0"/>
                  </a:lnTo>
                  <a:lnTo>
                    <a:pt x="51895" y="12816"/>
                  </a:lnTo>
                  <a:lnTo>
                    <a:pt x="56906" y="2014"/>
                  </a:lnTo>
                  <a:lnTo>
                    <a:pt x="77495" y="11523"/>
                  </a:lnTo>
                  <a:lnTo>
                    <a:pt x="72618" y="22493"/>
                  </a:lnTo>
                  <a:lnTo>
                    <a:pt x="101088" y="35881"/>
                  </a:lnTo>
                  <a:lnTo>
                    <a:pt x="76798" y="88977"/>
                  </a:lnTo>
                  <a:lnTo>
                    <a:pt x="72316" y="86878"/>
                  </a:lnTo>
                  <a:lnTo>
                    <a:pt x="67943" y="9622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3" name="pg464">
              <a:extLst>
                <a:ext uri="{FF2B5EF4-FFF2-40B4-BE49-F238E27FC236}">
                  <a16:creationId xmlns:a16="http://schemas.microsoft.com/office/drawing/2014/main" id="{E679FF3C-FD92-485C-B093-D52352AD250E}"/>
                </a:ext>
              </a:extLst>
            </p:cNvPr>
            <p:cNvSpPr/>
            <p:nvPr/>
          </p:nvSpPr>
          <p:spPr>
            <a:xfrm>
              <a:off x="7800038" y="1412658"/>
              <a:ext cx="42679" cy="46255"/>
            </a:xfrm>
            <a:custGeom>
              <a:avLst/>
              <a:gdLst/>
              <a:ahLst/>
              <a:cxnLst/>
              <a:rect l="0" t="0" r="0" b="0"/>
              <a:pathLst>
                <a:path w="42679" h="46255">
                  <a:moveTo>
                    <a:pt x="0" y="43183"/>
                  </a:moveTo>
                  <a:lnTo>
                    <a:pt x="3390" y="0"/>
                  </a:lnTo>
                  <a:lnTo>
                    <a:pt x="42679" y="3088"/>
                  </a:lnTo>
                  <a:lnTo>
                    <a:pt x="39297" y="462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4" name="pg465">
              <a:extLst>
                <a:ext uri="{FF2B5EF4-FFF2-40B4-BE49-F238E27FC236}">
                  <a16:creationId xmlns:a16="http://schemas.microsoft.com/office/drawing/2014/main" id="{35DA67DC-DD27-4D67-9C9B-F77F301F4D51}"/>
                </a:ext>
              </a:extLst>
            </p:cNvPr>
            <p:cNvSpPr/>
            <p:nvPr/>
          </p:nvSpPr>
          <p:spPr>
            <a:xfrm>
              <a:off x="7401517" y="1284292"/>
              <a:ext cx="51593" cy="72173"/>
            </a:xfrm>
            <a:custGeom>
              <a:avLst/>
              <a:gdLst/>
              <a:ahLst/>
              <a:cxnLst/>
              <a:rect l="0" t="0" r="0" b="0"/>
              <a:pathLst>
                <a:path w="51593" h="72173">
                  <a:moveTo>
                    <a:pt x="51593" y="23870"/>
                  </a:moveTo>
                  <a:lnTo>
                    <a:pt x="47430" y="72173"/>
                  </a:lnTo>
                  <a:lnTo>
                    <a:pt x="13286" y="70503"/>
                  </a:lnTo>
                  <a:lnTo>
                    <a:pt x="15645" y="43728"/>
                  </a:lnTo>
                  <a:lnTo>
                    <a:pt x="0" y="42117"/>
                  </a:lnTo>
                  <a:lnTo>
                    <a:pt x="2182" y="0"/>
                  </a:lnTo>
                  <a:lnTo>
                    <a:pt x="47430" y="3609"/>
                  </a:lnTo>
                  <a:lnTo>
                    <a:pt x="45189" y="2335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5" name="pg466">
              <a:extLst>
                <a:ext uri="{FF2B5EF4-FFF2-40B4-BE49-F238E27FC236}">
                  <a16:creationId xmlns:a16="http://schemas.microsoft.com/office/drawing/2014/main" id="{11CA6C6E-7E19-4F6C-A37C-902DE0FF0C3F}"/>
                </a:ext>
              </a:extLst>
            </p:cNvPr>
            <p:cNvSpPr/>
            <p:nvPr/>
          </p:nvSpPr>
          <p:spPr>
            <a:xfrm>
              <a:off x="9014209" y="1966329"/>
              <a:ext cx="48513" cy="45105"/>
            </a:xfrm>
            <a:custGeom>
              <a:avLst/>
              <a:gdLst/>
              <a:ahLst/>
              <a:cxnLst/>
              <a:rect l="0" t="0" r="0" b="0"/>
              <a:pathLst>
                <a:path w="48513" h="45105">
                  <a:moveTo>
                    <a:pt x="0" y="41966"/>
                  </a:moveTo>
                  <a:lnTo>
                    <a:pt x="2895" y="0"/>
                  </a:lnTo>
                  <a:lnTo>
                    <a:pt x="48513" y="3147"/>
                  </a:lnTo>
                  <a:lnTo>
                    <a:pt x="45617" y="45105"/>
                  </a:lnTo>
                  <a:lnTo>
                    <a:pt x="41571" y="44828"/>
                  </a:lnTo>
                  <a:lnTo>
                    <a:pt x="4943" y="4231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6" name="pg467">
              <a:extLst>
                <a:ext uri="{FF2B5EF4-FFF2-40B4-BE49-F238E27FC236}">
                  <a16:creationId xmlns:a16="http://schemas.microsoft.com/office/drawing/2014/main" id="{497D3FDB-FCA8-43EC-979E-E8D7D8963010}"/>
                </a:ext>
              </a:extLst>
            </p:cNvPr>
            <p:cNvSpPr/>
            <p:nvPr/>
          </p:nvSpPr>
          <p:spPr>
            <a:xfrm>
              <a:off x="7604080" y="4087922"/>
              <a:ext cx="71762" cy="98385"/>
            </a:xfrm>
            <a:custGeom>
              <a:avLst/>
              <a:gdLst/>
              <a:ahLst/>
              <a:cxnLst/>
              <a:rect l="0" t="0" r="0" b="0"/>
              <a:pathLst>
                <a:path w="71762" h="98385">
                  <a:moveTo>
                    <a:pt x="71040" y="67372"/>
                  </a:moveTo>
                  <a:lnTo>
                    <a:pt x="70033" y="67431"/>
                  </a:lnTo>
                  <a:lnTo>
                    <a:pt x="71762" y="96749"/>
                  </a:lnTo>
                  <a:lnTo>
                    <a:pt x="70427" y="96824"/>
                  </a:lnTo>
                  <a:lnTo>
                    <a:pt x="42335" y="98385"/>
                  </a:lnTo>
                  <a:lnTo>
                    <a:pt x="40657" y="68908"/>
                  </a:lnTo>
                  <a:lnTo>
                    <a:pt x="3961" y="70511"/>
                  </a:lnTo>
                  <a:lnTo>
                    <a:pt x="0" y="3164"/>
                  </a:lnTo>
                  <a:lnTo>
                    <a:pt x="67079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7" name="pg468">
              <a:extLst>
                <a:ext uri="{FF2B5EF4-FFF2-40B4-BE49-F238E27FC236}">
                  <a16:creationId xmlns:a16="http://schemas.microsoft.com/office/drawing/2014/main" id="{B689101A-52D8-44A7-9A7A-871DD17ED23A}"/>
                </a:ext>
              </a:extLst>
            </p:cNvPr>
            <p:cNvSpPr/>
            <p:nvPr/>
          </p:nvSpPr>
          <p:spPr>
            <a:xfrm>
              <a:off x="7202974" y="5131492"/>
              <a:ext cx="103337" cy="95507"/>
            </a:xfrm>
            <a:custGeom>
              <a:avLst/>
              <a:gdLst/>
              <a:ahLst/>
              <a:cxnLst/>
              <a:rect l="0" t="0" r="0" b="0"/>
              <a:pathLst>
                <a:path w="103337" h="95507">
                  <a:moveTo>
                    <a:pt x="4641" y="95507"/>
                  </a:moveTo>
                  <a:lnTo>
                    <a:pt x="0" y="5480"/>
                  </a:lnTo>
                  <a:lnTo>
                    <a:pt x="98671" y="0"/>
                  </a:lnTo>
                  <a:lnTo>
                    <a:pt x="103337" y="9016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8" name="pg469">
              <a:extLst>
                <a:ext uri="{FF2B5EF4-FFF2-40B4-BE49-F238E27FC236}">
                  <a16:creationId xmlns:a16="http://schemas.microsoft.com/office/drawing/2014/main" id="{C0146892-925F-4F92-8055-4D298FE6FFB4}"/>
                </a:ext>
              </a:extLst>
            </p:cNvPr>
            <p:cNvSpPr/>
            <p:nvPr/>
          </p:nvSpPr>
          <p:spPr>
            <a:xfrm>
              <a:off x="6422559" y="2958179"/>
              <a:ext cx="118529" cy="144003"/>
            </a:xfrm>
            <a:custGeom>
              <a:avLst/>
              <a:gdLst/>
              <a:ahLst/>
              <a:cxnLst/>
              <a:rect l="0" t="0" r="0" b="0"/>
              <a:pathLst>
                <a:path w="118529" h="144003">
                  <a:moveTo>
                    <a:pt x="39280" y="144003"/>
                  </a:moveTo>
                  <a:lnTo>
                    <a:pt x="31281" y="85997"/>
                  </a:lnTo>
                  <a:lnTo>
                    <a:pt x="28780" y="67884"/>
                  </a:lnTo>
                  <a:lnTo>
                    <a:pt x="7931" y="70780"/>
                  </a:lnTo>
                  <a:lnTo>
                    <a:pt x="0" y="13949"/>
                  </a:lnTo>
                  <a:lnTo>
                    <a:pt x="99963" y="0"/>
                  </a:lnTo>
                  <a:lnTo>
                    <a:pt x="118529" y="13306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39" name="pg470">
              <a:extLst>
                <a:ext uri="{FF2B5EF4-FFF2-40B4-BE49-F238E27FC236}">
                  <a16:creationId xmlns:a16="http://schemas.microsoft.com/office/drawing/2014/main" id="{B289B4BF-7A52-4269-B2AD-2B523976BA94}"/>
                </a:ext>
              </a:extLst>
            </p:cNvPr>
            <p:cNvSpPr/>
            <p:nvPr/>
          </p:nvSpPr>
          <p:spPr>
            <a:xfrm>
              <a:off x="6714049" y="2951993"/>
              <a:ext cx="97680" cy="75816"/>
            </a:xfrm>
            <a:custGeom>
              <a:avLst/>
              <a:gdLst/>
              <a:ahLst/>
              <a:cxnLst/>
              <a:rect l="0" t="0" r="0" b="0"/>
              <a:pathLst>
                <a:path w="97680" h="75816">
                  <a:moveTo>
                    <a:pt x="0" y="13630"/>
                  </a:moveTo>
                  <a:lnTo>
                    <a:pt x="88045" y="0"/>
                  </a:lnTo>
                  <a:lnTo>
                    <a:pt x="97680" y="62353"/>
                  </a:lnTo>
                  <a:lnTo>
                    <a:pt x="75782" y="65702"/>
                  </a:lnTo>
                  <a:lnTo>
                    <a:pt x="69798" y="61262"/>
                  </a:lnTo>
                  <a:lnTo>
                    <a:pt x="59441" y="62848"/>
                  </a:lnTo>
                  <a:lnTo>
                    <a:pt x="55051" y="68866"/>
                  </a:lnTo>
                  <a:lnTo>
                    <a:pt x="9492" y="7581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0" name="pg471">
              <a:extLst>
                <a:ext uri="{FF2B5EF4-FFF2-40B4-BE49-F238E27FC236}">
                  <a16:creationId xmlns:a16="http://schemas.microsoft.com/office/drawing/2014/main" id="{13EE8B9A-A90F-42FE-A650-289470BC4B87}"/>
                </a:ext>
              </a:extLst>
            </p:cNvPr>
            <p:cNvSpPr/>
            <p:nvPr/>
          </p:nvSpPr>
          <p:spPr>
            <a:xfrm>
              <a:off x="8536732" y="5255108"/>
              <a:ext cx="74565" cy="112310"/>
            </a:xfrm>
            <a:custGeom>
              <a:avLst/>
              <a:gdLst/>
              <a:ahLst/>
              <a:cxnLst/>
              <a:rect l="0" t="0" r="0" b="0"/>
              <a:pathLst>
                <a:path w="74565" h="112310">
                  <a:moveTo>
                    <a:pt x="5556" y="112310"/>
                  </a:moveTo>
                  <a:lnTo>
                    <a:pt x="0" y="43149"/>
                  </a:lnTo>
                  <a:lnTo>
                    <a:pt x="8535" y="42520"/>
                  </a:lnTo>
                  <a:lnTo>
                    <a:pt x="5413" y="3550"/>
                  </a:lnTo>
                  <a:lnTo>
                    <a:pt x="51719" y="0"/>
                  </a:lnTo>
                  <a:lnTo>
                    <a:pt x="54799" y="39062"/>
                  </a:lnTo>
                  <a:lnTo>
                    <a:pt x="69101" y="37996"/>
                  </a:lnTo>
                  <a:lnTo>
                    <a:pt x="74565" y="1071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1" name="pg472">
              <a:extLst>
                <a:ext uri="{FF2B5EF4-FFF2-40B4-BE49-F238E27FC236}">
                  <a16:creationId xmlns:a16="http://schemas.microsoft.com/office/drawing/2014/main" id="{26C37C60-E01C-4AB4-B4D5-AE52ECA30F3E}"/>
                </a:ext>
              </a:extLst>
            </p:cNvPr>
            <p:cNvSpPr/>
            <p:nvPr/>
          </p:nvSpPr>
          <p:spPr>
            <a:xfrm>
              <a:off x="7147293" y="4094956"/>
              <a:ext cx="78770" cy="136541"/>
            </a:xfrm>
            <a:custGeom>
              <a:avLst/>
              <a:gdLst/>
              <a:ahLst/>
              <a:cxnLst/>
              <a:rect l="0" t="0" r="0" b="0"/>
              <a:pathLst>
                <a:path w="78770" h="136541">
                  <a:moveTo>
                    <a:pt x="176" y="7050"/>
                  </a:moveTo>
                  <a:lnTo>
                    <a:pt x="0" y="3483"/>
                  </a:lnTo>
                  <a:lnTo>
                    <a:pt x="73684" y="0"/>
                  </a:lnTo>
                  <a:lnTo>
                    <a:pt x="77721" y="75598"/>
                  </a:lnTo>
                  <a:lnTo>
                    <a:pt x="75715" y="75707"/>
                  </a:lnTo>
                  <a:lnTo>
                    <a:pt x="78770" y="132983"/>
                  </a:lnTo>
                  <a:lnTo>
                    <a:pt x="8896" y="136541"/>
                  </a:lnTo>
                  <a:lnTo>
                    <a:pt x="5917" y="79207"/>
                  </a:lnTo>
                  <a:lnTo>
                    <a:pt x="3827" y="79308"/>
                  </a:lnTo>
                  <a:lnTo>
                    <a:pt x="2073" y="4447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2" name="pg473">
              <a:extLst>
                <a:ext uri="{FF2B5EF4-FFF2-40B4-BE49-F238E27FC236}">
                  <a16:creationId xmlns:a16="http://schemas.microsoft.com/office/drawing/2014/main" id="{A883E07C-D6FF-41F9-BB27-72784D7D6547}"/>
                </a:ext>
              </a:extLst>
            </p:cNvPr>
            <p:cNvSpPr/>
            <p:nvPr/>
          </p:nvSpPr>
          <p:spPr>
            <a:xfrm>
              <a:off x="5800214" y="3487770"/>
              <a:ext cx="249238" cy="141518"/>
            </a:xfrm>
            <a:custGeom>
              <a:avLst/>
              <a:gdLst/>
              <a:ahLst/>
              <a:cxnLst/>
              <a:rect l="0" t="0" r="0" b="0"/>
              <a:pathLst>
                <a:path w="249238" h="141518">
                  <a:moveTo>
                    <a:pt x="22175" y="141518"/>
                  </a:moveTo>
                  <a:lnTo>
                    <a:pt x="0" y="37131"/>
                  </a:lnTo>
                  <a:lnTo>
                    <a:pt x="59575" y="24483"/>
                  </a:lnTo>
                  <a:lnTo>
                    <a:pt x="62118" y="36460"/>
                  </a:lnTo>
                  <a:lnTo>
                    <a:pt x="175125" y="12464"/>
                  </a:lnTo>
                  <a:lnTo>
                    <a:pt x="241331" y="0"/>
                  </a:lnTo>
                  <a:lnTo>
                    <a:pt x="249238" y="33850"/>
                  </a:lnTo>
                  <a:lnTo>
                    <a:pt x="183090" y="47900"/>
                  </a:lnTo>
                  <a:lnTo>
                    <a:pt x="195168" y="10476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3" name="pg474">
              <a:extLst>
                <a:ext uri="{FF2B5EF4-FFF2-40B4-BE49-F238E27FC236}">
                  <a16:creationId xmlns:a16="http://schemas.microsoft.com/office/drawing/2014/main" id="{D9FAD079-130D-4AEF-AB36-34F9A9104C5D}"/>
                </a:ext>
              </a:extLst>
            </p:cNvPr>
            <p:cNvSpPr/>
            <p:nvPr/>
          </p:nvSpPr>
          <p:spPr>
            <a:xfrm>
              <a:off x="6394743" y="4160155"/>
              <a:ext cx="121207" cy="82077"/>
            </a:xfrm>
            <a:custGeom>
              <a:avLst/>
              <a:gdLst/>
              <a:ahLst/>
              <a:cxnLst/>
              <a:rect l="0" t="0" r="0" b="0"/>
              <a:pathLst>
                <a:path w="121207" h="82077">
                  <a:moveTo>
                    <a:pt x="0" y="6420"/>
                  </a:moveTo>
                  <a:lnTo>
                    <a:pt x="117060" y="0"/>
                  </a:lnTo>
                  <a:lnTo>
                    <a:pt x="118664" y="29309"/>
                  </a:lnTo>
                  <a:lnTo>
                    <a:pt x="121207" y="75589"/>
                  </a:lnTo>
                  <a:lnTo>
                    <a:pt x="118555" y="75732"/>
                  </a:lnTo>
                  <a:lnTo>
                    <a:pt x="4935" y="82019"/>
                  </a:lnTo>
                  <a:lnTo>
                    <a:pt x="3928" y="8207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4" name="pg475">
              <a:extLst>
                <a:ext uri="{FF2B5EF4-FFF2-40B4-BE49-F238E27FC236}">
                  <a16:creationId xmlns:a16="http://schemas.microsoft.com/office/drawing/2014/main" id="{28F30FFA-6BB2-45A5-A953-21FFAF3D05FE}"/>
                </a:ext>
              </a:extLst>
            </p:cNvPr>
            <p:cNvSpPr/>
            <p:nvPr/>
          </p:nvSpPr>
          <p:spPr>
            <a:xfrm>
              <a:off x="7353860" y="5120026"/>
              <a:ext cx="103405" cy="95406"/>
            </a:xfrm>
            <a:custGeom>
              <a:avLst/>
              <a:gdLst/>
              <a:ahLst/>
              <a:cxnLst/>
              <a:rect l="0" t="0" r="0" b="0"/>
              <a:pathLst>
                <a:path w="103405" h="95406">
                  <a:moveTo>
                    <a:pt x="4876" y="95406"/>
                  </a:moveTo>
                  <a:lnTo>
                    <a:pt x="0" y="5858"/>
                  </a:lnTo>
                  <a:lnTo>
                    <a:pt x="98469" y="0"/>
                  </a:lnTo>
                  <a:lnTo>
                    <a:pt x="103405" y="8990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5" name="pg476">
              <a:extLst>
                <a:ext uri="{FF2B5EF4-FFF2-40B4-BE49-F238E27FC236}">
                  <a16:creationId xmlns:a16="http://schemas.microsoft.com/office/drawing/2014/main" id="{6E2785D2-8887-460A-A5AD-901D2B5047DA}"/>
                </a:ext>
              </a:extLst>
            </p:cNvPr>
            <p:cNvSpPr/>
            <p:nvPr/>
          </p:nvSpPr>
          <p:spPr>
            <a:xfrm>
              <a:off x="9195705" y="5194391"/>
              <a:ext cx="78099" cy="143902"/>
            </a:xfrm>
            <a:custGeom>
              <a:avLst/>
              <a:gdLst/>
              <a:ahLst/>
              <a:cxnLst/>
              <a:rect l="0" t="0" r="0" b="0"/>
              <a:pathLst>
                <a:path w="78099" h="143902">
                  <a:moveTo>
                    <a:pt x="25708" y="2845"/>
                  </a:moveTo>
                  <a:lnTo>
                    <a:pt x="59474" y="0"/>
                  </a:lnTo>
                  <a:lnTo>
                    <a:pt x="62311" y="33514"/>
                  </a:lnTo>
                  <a:lnTo>
                    <a:pt x="69328" y="32918"/>
                  </a:lnTo>
                  <a:lnTo>
                    <a:pt x="78099" y="126587"/>
                  </a:lnTo>
                  <a:lnTo>
                    <a:pt x="76017" y="126755"/>
                  </a:lnTo>
                  <a:lnTo>
                    <a:pt x="77243" y="141745"/>
                  </a:lnTo>
                  <a:lnTo>
                    <a:pt x="48916" y="143902"/>
                  </a:lnTo>
                  <a:lnTo>
                    <a:pt x="47698" y="129071"/>
                  </a:lnTo>
                  <a:lnTo>
                    <a:pt x="14898" y="131766"/>
                  </a:lnTo>
                  <a:lnTo>
                    <a:pt x="11968" y="101608"/>
                  </a:lnTo>
                  <a:lnTo>
                    <a:pt x="2274" y="102557"/>
                  </a:lnTo>
                  <a:lnTo>
                    <a:pt x="0" y="81775"/>
                  </a:lnTo>
                  <a:lnTo>
                    <a:pt x="9946" y="80810"/>
                  </a:lnTo>
                  <a:lnTo>
                    <a:pt x="5808" y="38290"/>
                  </a:lnTo>
                  <a:lnTo>
                    <a:pt x="28545" y="3636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6" name="pg477">
              <a:extLst>
                <a:ext uri="{FF2B5EF4-FFF2-40B4-BE49-F238E27FC236}">
                  <a16:creationId xmlns:a16="http://schemas.microsoft.com/office/drawing/2014/main" id="{AA023704-BD6E-4F3A-A11B-C5E904A8257F}"/>
                </a:ext>
              </a:extLst>
            </p:cNvPr>
            <p:cNvSpPr/>
            <p:nvPr/>
          </p:nvSpPr>
          <p:spPr>
            <a:xfrm>
              <a:off x="6875141" y="4113471"/>
              <a:ext cx="82489" cy="98931"/>
            </a:xfrm>
            <a:custGeom>
              <a:avLst/>
              <a:gdLst/>
              <a:ahLst/>
              <a:cxnLst/>
              <a:rect l="0" t="0" r="0" b="0"/>
              <a:pathLst>
                <a:path w="82489" h="98931">
                  <a:moveTo>
                    <a:pt x="0" y="2971"/>
                  </a:moveTo>
                  <a:lnTo>
                    <a:pt x="37526" y="0"/>
                  </a:lnTo>
                  <a:lnTo>
                    <a:pt x="50141" y="11456"/>
                  </a:lnTo>
                  <a:lnTo>
                    <a:pt x="50258" y="12883"/>
                  </a:lnTo>
                  <a:lnTo>
                    <a:pt x="76370" y="10894"/>
                  </a:lnTo>
                  <a:lnTo>
                    <a:pt x="76764" y="16165"/>
                  </a:lnTo>
                  <a:lnTo>
                    <a:pt x="81246" y="76387"/>
                  </a:lnTo>
                  <a:lnTo>
                    <a:pt x="82489" y="93039"/>
                  </a:lnTo>
                  <a:lnTo>
                    <a:pt x="7310" y="9893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7" name="pg478">
              <a:extLst>
                <a:ext uri="{FF2B5EF4-FFF2-40B4-BE49-F238E27FC236}">
                  <a16:creationId xmlns:a16="http://schemas.microsoft.com/office/drawing/2014/main" id="{35F5C9C3-76CA-4731-A585-5E04819A6A57}"/>
                </a:ext>
              </a:extLst>
            </p:cNvPr>
            <p:cNvSpPr/>
            <p:nvPr/>
          </p:nvSpPr>
          <p:spPr>
            <a:xfrm>
              <a:off x="5910905" y="3628004"/>
              <a:ext cx="239325" cy="127065"/>
            </a:xfrm>
            <a:custGeom>
              <a:avLst/>
              <a:gdLst/>
              <a:ahLst/>
              <a:cxnLst/>
              <a:rect l="0" t="0" r="0" b="0"/>
              <a:pathLst>
                <a:path w="239325" h="127065">
                  <a:moveTo>
                    <a:pt x="0" y="48966"/>
                  </a:moveTo>
                  <a:lnTo>
                    <a:pt x="30005" y="44526"/>
                  </a:lnTo>
                  <a:lnTo>
                    <a:pt x="27823" y="29754"/>
                  </a:lnTo>
                  <a:lnTo>
                    <a:pt x="45575" y="27118"/>
                  </a:lnTo>
                  <a:lnTo>
                    <a:pt x="47808" y="41890"/>
                  </a:lnTo>
                  <a:lnTo>
                    <a:pt x="131799" y="29451"/>
                  </a:lnTo>
                  <a:lnTo>
                    <a:pt x="129642" y="14856"/>
                  </a:lnTo>
                  <a:lnTo>
                    <a:pt x="229975" y="0"/>
                  </a:lnTo>
                  <a:lnTo>
                    <a:pt x="230219" y="1661"/>
                  </a:lnTo>
                  <a:lnTo>
                    <a:pt x="234147" y="28218"/>
                  </a:lnTo>
                  <a:lnTo>
                    <a:pt x="239325" y="63142"/>
                  </a:lnTo>
                  <a:lnTo>
                    <a:pt x="94676" y="84570"/>
                  </a:lnTo>
                  <a:lnTo>
                    <a:pt x="99049" y="114106"/>
                  </a:lnTo>
                  <a:lnTo>
                    <a:pt x="11574" y="1270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8" name="pg479">
              <a:extLst>
                <a:ext uri="{FF2B5EF4-FFF2-40B4-BE49-F238E27FC236}">
                  <a16:creationId xmlns:a16="http://schemas.microsoft.com/office/drawing/2014/main" id="{C63FE7DC-48C7-4A15-8FF2-1206DBE3E7E8}"/>
                </a:ext>
              </a:extLst>
            </p:cNvPr>
            <p:cNvSpPr/>
            <p:nvPr/>
          </p:nvSpPr>
          <p:spPr>
            <a:xfrm>
              <a:off x="8312548" y="3674856"/>
              <a:ext cx="58996" cy="106762"/>
            </a:xfrm>
            <a:custGeom>
              <a:avLst/>
              <a:gdLst/>
              <a:ahLst/>
              <a:cxnLst/>
              <a:rect l="0" t="0" r="0" b="0"/>
              <a:pathLst>
                <a:path w="58996" h="106762">
                  <a:moveTo>
                    <a:pt x="5581" y="106762"/>
                  </a:moveTo>
                  <a:lnTo>
                    <a:pt x="0" y="2887"/>
                  </a:lnTo>
                  <a:lnTo>
                    <a:pt x="53574" y="0"/>
                  </a:lnTo>
                  <a:lnTo>
                    <a:pt x="58996" y="10389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49" name="pg480">
              <a:extLst>
                <a:ext uri="{FF2B5EF4-FFF2-40B4-BE49-F238E27FC236}">
                  <a16:creationId xmlns:a16="http://schemas.microsoft.com/office/drawing/2014/main" id="{E8113B72-8A27-4CFE-A7A9-0886EBC16F29}"/>
                </a:ext>
              </a:extLst>
            </p:cNvPr>
            <p:cNvSpPr/>
            <p:nvPr/>
          </p:nvSpPr>
          <p:spPr>
            <a:xfrm>
              <a:off x="8286000" y="3290494"/>
              <a:ext cx="117908" cy="108533"/>
            </a:xfrm>
            <a:custGeom>
              <a:avLst/>
              <a:gdLst/>
              <a:ahLst/>
              <a:cxnLst/>
              <a:rect l="0" t="0" r="0" b="0"/>
              <a:pathLst>
                <a:path w="117908" h="108533">
                  <a:moveTo>
                    <a:pt x="0" y="39817"/>
                  </a:moveTo>
                  <a:lnTo>
                    <a:pt x="86484" y="0"/>
                  </a:lnTo>
                  <a:lnTo>
                    <a:pt x="117908" y="68959"/>
                  </a:lnTo>
                  <a:lnTo>
                    <a:pt x="31222" y="10853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0" name="pg481">
              <a:extLst>
                <a:ext uri="{FF2B5EF4-FFF2-40B4-BE49-F238E27FC236}">
                  <a16:creationId xmlns:a16="http://schemas.microsoft.com/office/drawing/2014/main" id="{955572BA-C3BE-4C01-B587-0B657CF5892A}"/>
                </a:ext>
              </a:extLst>
            </p:cNvPr>
            <p:cNvSpPr/>
            <p:nvPr/>
          </p:nvSpPr>
          <p:spPr>
            <a:xfrm>
              <a:off x="6186842" y="2794645"/>
              <a:ext cx="108088" cy="94290"/>
            </a:xfrm>
            <a:custGeom>
              <a:avLst/>
              <a:gdLst/>
              <a:ahLst/>
              <a:cxnLst/>
              <a:rect l="0" t="0" r="0" b="0"/>
              <a:pathLst>
                <a:path w="108088" h="94290">
                  <a:moveTo>
                    <a:pt x="108088" y="72064"/>
                  </a:moveTo>
                  <a:lnTo>
                    <a:pt x="17609" y="94290"/>
                  </a:lnTo>
                  <a:lnTo>
                    <a:pt x="0" y="22124"/>
                  </a:lnTo>
                  <a:lnTo>
                    <a:pt x="90345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1" name="pg482">
              <a:extLst>
                <a:ext uri="{FF2B5EF4-FFF2-40B4-BE49-F238E27FC236}">
                  <a16:creationId xmlns:a16="http://schemas.microsoft.com/office/drawing/2014/main" id="{0741F662-3205-48FB-97B0-5A566BC9B157}"/>
                </a:ext>
              </a:extLst>
            </p:cNvPr>
            <p:cNvSpPr/>
            <p:nvPr/>
          </p:nvSpPr>
          <p:spPr>
            <a:xfrm>
              <a:off x="6915042" y="2200384"/>
              <a:ext cx="124598" cy="152018"/>
            </a:xfrm>
            <a:custGeom>
              <a:avLst/>
              <a:gdLst/>
              <a:ahLst/>
              <a:cxnLst/>
              <a:rect l="0" t="0" r="0" b="0"/>
              <a:pathLst>
                <a:path w="124598" h="152018">
                  <a:moveTo>
                    <a:pt x="0" y="119889"/>
                  </a:moveTo>
                  <a:lnTo>
                    <a:pt x="27009" y="63276"/>
                  </a:lnTo>
                  <a:lnTo>
                    <a:pt x="31256" y="65291"/>
                  </a:lnTo>
                  <a:lnTo>
                    <a:pt x="62143" y="0"/>
                  </a:lnTo>
                  <a:lnTo>
                    <a:pt x="115298" y="25515"/>
                  </a:lnTo>
                  <a:lnTo>
                    <a:pt x="124598" y="29980"/>
                  </a:lnTo>
                  <a:lnTo>
                    <a:pt x="111328" y="57091"/>
                  </a:lnTo>
                  <a:lnTo>
                    <a:pt x="93031" y="94550"/>
                  </a:lnTo>
                  <a:lnTo>
                    <a:pt x="95079" y="95523"/>
                  </a:lnTo>
                  <a:lnTo>
                    <a:pt x="68010" y="1520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2" name="pg483">
              <a:extLst>
                <a:ext uri="{FF2B5EF4-FFF2-40B4-BE49-F238E27FC236}">
                  <a16:creationId xmlns:a16="http://schemas.microsoft.com/office/drawing/2014/main" id="{A5D55FE2-3D77-4D9A-A294-CD7D6A006869}"/>
                </a:ext>
              </a:extLst>
            </p:cNvPr>
            <p:cNvSpPr/>
            <p:nvPr/>
          </p:nvSpPr>
          <p:spPr>
            <a:xfrm>
              <a:off x="7490477" y="2772042"/>
              <a:ext cx="88221" cy="112587"/>
            </a:xfrm>
            <a:custGeom>
              <a:avLst/>
              <a:gdLst/>
              <a:ahLst/>
              <a:cxnLst/>
              <a:rect l="0" t="0" r="0" b="0"/>
              <a:pathLst>
                <a:path w="88221" h="112587">
                  <a:moveTo>
                    <a:pt x="45743" y="112587"/>
                  </a:moveTo>
                  <a:lnTo>
                    <a:pt x="0" y="91302"/>
                  </a:lnTo>
                  <a:lnTo>
                    <a:pt x="42570" y="0"/>
                  </a:lnTo>
                  <a:lnTo>
                    <a:pt x="88221" y="2121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3" name="pg484">
              <a:extLst>
                <a:ext uri="{FF2B5EF4-FFF2-40B4-BE49-F238E27FC236}">
                  <a16:creationId xmlns:a16="http://schemas.microsoft.com/office/drawing/2014/main" id="{55B246C0-8348-43F6-8E8D-29819709DABF}"/>
                </a:ext>
              </a:extLst>
            </p:cNvPr>
            <p:cNvSpPr/>
            <p:nvPr/>
          </p:nvSpPr>
          <p:spPr>
            <a:xfrm>
              <a:off x="8230344" y="5332292"/>
              <a:ext cx="95809" cy="119662"/>
            </a:xfrm>
            <a:custGeom>
              <a:avLst/>
              <a:gdLst/>
              <a:ahLst/>
              <a:cxnLst/>
              <a:rect l="0" t="0" r="0" b="0"/>
              <a:pathLst>
                <a:path w="95809" h="119662">
                  <a:moveTo>
                    <a:pt x="46616" y="53859"/>
                  </a:moveTo>
                  <a:lnTo>
                    <a:pt x="42797" y="11893"/>
                  </a:lnTo>
                  <a:lnTo>
                    <a:pt x="62345" y="10113"/>
                  </a:lnTo>
                  <a:lnTo>
                    <a:pt x="61514" y="923"/>
                  </a:lnTo>
                  <a:lnTo>
                    <a:pt x="71695" y="0"/>
                  </a:lnTo>
                  <a:lnTo>
                    <a:pt x="76353" y="51131"/>
                  </a:lnTo>
                  <a:lnTo>
                    <a:pt x="90815" y="49990"/>
                  </a:lnTo>
                  <a:lnTo>
                    <a:pt x="95809" y="113242"/>
                  </a:lnTo>
                  <a:lnTo>
                    <a:pt x="36762" y="118068"/>
                  </a:lnTo>
                  <a:lnTo>
                    <a:pt x="36678" y="117060"/>
                  </a:lnTo>
                  <a:lnTo>
                    <a:pt x="4851" y="119662"/>
                  </a:lnTo>
                  <a:lnTo>
                    <a:pt x="0" y="581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4" name="pg485">
              <a:extLst>
                <a:ext uri="{FF2B5EF4-FFF2-40B4-BE49-F238E27FC236}">
                  <a16:creationId xmlns:a16="http://schemas.microsoft.com/office/drawing/2014/main" id="{DEE43FDC-2334-479E-9185-B3AE0765158D}"/>
                </a:ext>
              </a:extLst>
            </p:cNvPr>
            <p:cNvSpPr/>
            <p:nvPr/>
          </p:nvSpPr>
          <p:spPr>
            <a:xfrm>
              <a:off x="7165531" y="2732534"/>
              <a:ext cx="109246" cy="140150"/>
            </a:xfrm>
            <a:custGeom>
              <a:avLst/>
              <a:gdLst/>
              <a:ahLst/>
              <a:cxnLst/>
              <a:rect l="0" t="0" r="0" b="0"/>
              <a:pathLst>
                <a:path w="109246" h="140150">
                  <a:moveTo>
                    <a:pt x="45927" y="0"/>
                  </a:moveTo>
                  <a:lnTo>
                    <a:pt x="72350" y="22309"/>
                  </a:lnTo>
                  <a:lnTo>
                    <a:pt x="77763" y="15896"/>
                  </a:lnTo>
                  <a:lnTo>
                    <a:pt x="99569" y="34311"/>
                  </a:lnTo>
                  <a:lnTo>
                    <a:pt x="94155" y="40724"/>
                  </a:lnTo>
                  <a:lnTo>
                    <a:pt x="109246" y="53129"/>
                  </a:lnTo>
                  <a:lnTo>
                    <a:pt x="67406" y="104026"/>
                  </a:lnTo>
                  <a:lnTo>
                    <a:pt x="76487" y="111487"/>
                  </a:lnTo>
                  <a:lnTo>
                    <a:pt x="52927" y="140150"/>
                  </a:lnTo>
                  <a:lnTo>
                    <a:pt x="15586" y="109456"/>
                  </a:lnTo>
                  <a:lnTo>
                    <a:pt x="35570" y="85141"/>
                  </a:lnTo>
                  <a:lnTo>
                    <a:pt x="0" y="543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5" name="pg486">
              <a:extLst>
                <a:ext uri="{FF2B5EF4-FFF2-40B4-BE49-F238E27FC236}">
                  <a16:creationId xmlns:a16="http://schemas.microsoft.com/office/drawing/2014/main" id="{AADBB625-FA43-408E-B7ED-73E5321E1536}"/>
                </a:ext>
              </a:extLst>
            </p:cNvPr>
            <p:cNvSpPr/>
            <p:nvPr/>
          </p:nvSpPr>
          <p:spPr>
            <a:xfrm>
              <a:off x="7325977" y="1334534"/>
              <a:ext cx="54405" cy="42746"/>
            </a:xfrm>
            <a:custGeom>
              <a:avLst/>
              <a:gdLst/>
              <a:ahLst/>
              <a:cxnLst/>
              <a:rect l="0" t="0" r="0" b="0"/>
              <a:pathLst>
                <a:path w="54405" h="42746">
                  <a:moveTo>
                    <a:pt x="54405" y="4717"/>
                  </a:moveTo>
                  <a:lnTo>
                    <a:pt x="52180" y="42746"/>
                  </a:lnTo>
                  <a:lnTo>
                    <a:pt x="0" y="38306"/>
                  </a:lnTo>
                  <a:lnTo>
                    <a:pt x="3609" y="0"/>
                  </a:lnTo>
                  <a:lnTo>
                    <a:pt x="52818" y="42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6" name="pg487">
              <a:extLst>
                <a:ext uri="{FF2B5EF4-FFF2-40B4-BE49-F238E27FC236}">
                  <a16:creationId xmlns:a16="http://schemas.microsoft.com/office/drawing/2014/main" id="{CFD15F7D-474D-42A1-AB26-363623BC94E6}"/>
                </a:ext>
              </a:extLst>
            </p:cNvPr>
            <p:cNvSpPr/>
            <p:nvPr/>
          </p:nvSpPr>
          <p:spPr>
            <a:xfrm>
              <a:off x="9695751" y="3354543"/>
              <a:ext cx="136348" cy="123834"/>
            </a:xfrm>
            <a:custGeom>
              <a:avLst/>
              <a:gdLst/>
              <a:ahLst/>
              <a:cxnLst/>
              <a:rect l="0" t="0" r="0" b="0"/>
              <a:pathLst>
                <a:path w="136348" h="123834">
                  <a:moveTo>
                    <a:pt x="134250" y="36812"/>
                  </a:moveTo>
                  <a:lnTo>
                    <a:pt x="127426" y="123834"/>
                  </a:lnTo>
                  <a:lnTo>
                    <a:pt x="69915" y="119327"/>
                  </a:lnTo>
                  <a:lnTo>
                    <a:pt x="71913" y="93887"/>
                  </a:lnTo>
                  <a:lnTo>
                    <a:pt x="60574" y="80802"/>
                  </a:lnTo>
                  <a:lnTo>
                    <a:pt x="0" y="76009"/>
                  </a:lnTo>
                  <a:lnTo>
                    <a:pt x="6017" y="0"/>
                  </a:lnTo>
                  <a:lnTo>
                    <a:pt x="136348" y="1003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7" name="pg488">
              <a:extLst>
                <a:ext uri="{FF2B5EF4-FFF2-40B4-BE49-F238E27FC236}">
                  <a16:creationId xmlns:a16="http://schemas.microsoft.com/office/drawing/2014/main" id="{0F9FB234-1071-4649-A58B-7C9E1F3A2A66}"/>
                </a:ext>
              </a:extLst>
            </p:cNvPr>
            <p:cNvSpPr/>
            <p:nvPr/>
          </p:nvSpPr>
          <p:spPr>
            <a:xfrm>
              <a:off x="9908907" y="5137308"/>
              <a:ext cx="163198" cy="93081"/>
            </a:xfrm>
            <a:custGeom>
              <a:avLst/>
              <a:gdLst/>
              <a:ahLst/>
              <a:cxnLst/>
              <a:rect l="0" t="0" r="0" b="0"/>
              <a:pathLst>
                <a:path w="163198" h="93081">
                  <a:moveTo>
                    <a:pt x="163198" y="74901"/>
                  </a:moveTo>
                  <a:lnTo>
                    <a:pt x="72551" y="85443"/>
                  </a:lnTo>
                  <a:lnTo>
                    <a:pt x="72585" y="85770"/>
                  </a:lnTo>
                  <a:lnTo>
                    <a:pt x="9333" y="93081"/>
                  </a:lnTo>
                  <a:lnTo>
                    <a:pt x="0" y="17743"/>
                  </a:lnTo>
                  <a:lnTo>
                    <a:pt x="112620" y="4826"/>
                  </a:lnTo>
                  <a:lnTo>
                    <a:pt x="154360" y="0"/>
                  </a:lnTo>
                  <a:lnTo>
                    <a:pt x="154704" y="292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8" name="pg489">
              <a:extLst>
                <a:ext uri="{FF2B5EF4-FFF2-40B4-BE49-F238E27FC236}">
                  <a16:creationId xmlns:a16="http://schemas.microsoft.com/office/drawing/2014/main" id="{83681AA2-861E-425F-B7BE-ED1820C2F899}"/>
                </a:ext>
              </a:extLst>
            </p:cNvPr>
            <p:cNvSpPr/>
            <p:nvPr/>
          </p:nvSpPr>
          <p:spPr>
            <a:xfrm>
              <a:off x="8126645" y="3078975"/>
              <a:ext cx="121694" cy="110144"/>
            </a:xfrm>
            <a:custGeom>
              <a:avLst/>
              <a:gdLst/>
              <a:ahLst/>
              <a:cxnLst/>
              <a:rect l="0" t="0" r="0" b="0"/>
              <a:pathLst>
                <a:path w="121694" h="110144">
                  <a:moveTo>
                    <a:pt x="38306" y="34706"/>
                  </a:moveTo>
                  <a:lnTo>
                    <a:pt x="85787" y="1737"/>
                  </a:lnTo>
                  <a:lnTo>
                    <a:pt x="85401" y="1191"/>
                  </a:lnTo>
                  <a:lnTo>
                    <a:pt x="87071" y="0"/>
                  </a:lnTo>
                  <a:lnTo>
                    <a:pt x="121694" y="49310"/>
                  </a:lnTo>
                  <a:lnTo>
                    <a:pt x="120049" y="50460"/>
                  </a:lnTo>
                  <a:lnTo>
                    <a:pt x="119671" y="49914"/>
                  </a:lnTo>
                  <a:lnTo>
                    <a:pt x="35461" y="108449"/>
                  </a:lnTo>
                  <a:lnTo>
                    <a:pt x="35847" y="108986"/>
                  </a:lnTo>
                  <a:lnTo>
                    <a:pt x="34210" y="110144"/>
                  </a:lnTo>
                  <a:lnTo>
                    <a:pt x="26690" y="99535"/>
                  </a:lnTo>
                  <a:lnTo>
                    <a:pt x="1217" y="63604"/>
                  </a:lnTo>
                  <a:lnTo>
                    <a:pt x="0" y="61892"/>
                  </a:lnTo>
                  <a:lnTo>
                    <a:pt x="1645" y="60725"/>
                  </a:lnTo>
                  <a:lnTo>
                    <a:pt x="2031" y="61270"/>
                  </a:lnTo>
                  <a:lnTo>
                    <a:pt x="38902" y="3552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59" name="pg490">
              <a:extLst>
                <a:ext uri="{FF2B5EF4-FFF2-40B4-BE49-F238E27FC236}">
                  <a16:creationId xmlns:a16="http://schemas.microsoft.com/office/drawing/2014/main" id="{41A94395-2047-4C09-BD1F-0F0D1FEC53F4}"/>
                </a:ext>
              </a:extLst>
            </p:cNvPr>
            <p:cNvSpPr/>
            <p:nvPr/>
          </p:nvSpPr>
          <p:spPr>
            <a:xfrm>
              <a:off x="8656101" y="2012114"/>
              <a:ext cx="48152" cy="46112"/>
            </a:xfrm>
            <a:custGeom>
              <a:avLst/>
              <a:gdLst/>
              <a:ahLst/>
              <a:cxnLst/>
              <a:rect l="0" t="0" r="0" b="0"/>
              <a:pathLst>
                <a:path w="48152" h="46112">
                  <a:moveTo>
                    <a:pt x="45097" y="46112"/>
                  </a:moveTo>
                  <a:lnTo>
                    <a:pt x="0" y="42898"/>
                  </a:lnTo>
                  <a:lnTo>
                    <a:pt x="3055" y="0"/>
                  </a:lnTo>
                  <a:lnTo>
                    <a:pt x="48152" y="322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0" name="pg491">
              <a:extLst>
                <a:ext uri="{FF2B5EF4-FFF2-40B4-BE49-F238E27FC236}">
                  <a16:creationId xmlns:a16="http://schemas.microsoft.com/office/drawing/2014/main" id="{2319392E-71F3-46C1-AA94-AD634B127750}"/>
                </a:ext>
              </a:extLst>
            </p:cNvPr>
            <p:cNvSpPr/>
            <p:nvPr/>
          </p:nvSpPr>
          <p:spPr>
            <a:xfrm>
              <a:off x="6812040" y="3847505"/>
              <a:ext cx="56377" cy="120552"/>
            </a:xfrm>
            <a:custGeom>
              <a:avLst/>
              <a:gdLst/>
              <a:ahLst/>
              <a:cxnLst/>
              <a:rect l="0" t="0" r="0" b="0"/>
              <a:pathLst>
                <a:path w="56377" h="120552">
                  <a:moveTo>
                    <a:pt x="50376" y="0"/>
                  </a:moveTo>
                  <a:lnTo>
                    <a:pt x="55949" y="105125"/>
                  </a:lnTo>
                  <a:lnTo>
                    <a:pt x="56377" y="113183"/>
                  </a:lnTo>
                  <a:lnTo>
                    <a:pt x="54774" y="113267"/>
                  </a:lnTo>
                  <a:lnTo>
                    <a:pt x="50493" y="118210"/>
                  </a:lnTo>
                  <a:lnTo>
                    <a:pt x="29754" y="119302"/>
                  </a:lnTo>
                  <a:lnTo>
                    <a:pt x="24097" y="114308"/>
                  </a:lnTo>
                  <a:lnTo>
                    <a:pt x="8141" y="115155"/>
                  </a:lnTo>
                  <a:lnTo>
                    <a:pt x="8426" y="120435"/>
                  </a:lnTo>
                  <a:lnTo>
                    <a:pt x="6244" y="120552"/>
                  </a:lnTo>
                  <a:lnTo>
                    <a:pt x="0" y="267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1" name="pg492">
              <a:extLst>
                <a:ext uri="{FF2B5EF4-FFF2-40B4-BE49-F238E27FC236}">
                  <a16:creationId xmlns:a16="http://schemas.microsoft.com/office/drawing/2014/main" id="{449E5261-9805-4099-B5BD-DBCC6F7A5C59}"/>
                </a:ext>
              </a:extLst>
            </p:cNvPr>
            <p:cNvSpPr/>
            <p:nvPr/>
          </p:nvSpPr>
          <p:spPr>
            <a:xfrm>
              <a:off x="9046053" y="4141295"/>
              <a:ext cx="137330" cy="130154"/>
            </a:xfrm>
            <a:custGeom>
              <a:avLst/>
              <a:gdLst/>
              <a:ahLst/>
              <a:cxnLst/>
              <a:rect l="0" t="0" r="0" b="0"/>
              <a:pathLst>
                <a:path w="137330" h="130154">
                  <a:moveTo>
                    <a:pt x="55706" y="105872"/>
                  </a:moveTo>
                  <a:lnTo>
                    <a:pt x="57057" y="104479"/>
                  </a:lnTo>
                  <a:lnTo>
                    <a:pt x="24953" y="73097"/>
                  </a:lnTo>
                  <a:lnTo>
                    <a:pt x="23593" y="74481"/>
                  </a:lnTo>
                  <a:lnTo>
                    <a:pt x="22275" y="73189"/>
                  </a:lnTo>
                  <a:lnTo>
                    <a:pt x="0" y="51417"/>
                  </a:lnTo>
                  <a:lnTo>
                    <a:pt x="9987" y="41236"/>
                  </a:lnTo>
                  <a:lnTo>
                    <a:pt x="50410" y="0"/>
                  </a:lnTo>
                  <a:lnTo>
                    <a:pt x="89195" y="37904"/>
                  </a:lnTo>
                  <a:lnTo>
                    <a:pt x="94206" y="32775"/>
                  </a:lnTo>
                  <a:lnTo>
                    <a:pt x="116414" y="54472"/>
                  </a:lnTo>
                  <a:lnTo>
                    <a:pt x="134930" y="72568"/>
                  </a:lnTo>
                  <a:lnTo>
                    <a:pt x="137330" y="74918"/>
                  </a:lnTo>
                  <a:lnTo>
                    <a:pt x="83303" y="130154"/>
                  </a:lnTo>
                  <a:lnTo>
                    <a:pt x="58324" y="105721"/>
                  </a:lnTo>
                  <a:lnTo>
                    <a:pt x="56965" y="1071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2" name="pg493">
              <a:extLst>
                <a:ext uri="{FF2B5EF4-FFF2-40B4-BE49-F238E27FC236}">
                  <a16:creationId xmlns:a16="http://schemas.microsoft.com/office/drawing/2014/main" id="{065A855D-1490-4D4A-98B5-572AC4B62CBD}"/>
                </a:ext>
              </a:extLst>
            </p:cNvPr>
            <p:cNvSpPr/>
            <p:nvPr/>
          </p:nvSpPr>
          <p:spPr>
            <a:xfrm>
              <a:off x="8208731" y="1937507"/>
              <a:ext cx="47304" cy="52634"/>
            </a:xfrm>
            <a:custGeom>
              <a:avLst/>
              <a:gdLst/>
              <a:ahLst/>
              <a:cxnLst/>
              <a:rect l="0" t="0" r="0" b="0"/>
              <a:pathLst>
                <a:path w="47304" h="52634">
                  <a:moveTo>
                    <a:pt x="47304" y="2669"/>
                  </a:moveTo>
                  <a:lnTo>
                    <a:pt x="45306" y="52634"/>
                  </a:lnTo>
                  <a:lnTo>
                    <a:pt x="0" y="48966"/>
                  </a:lnTo>
                  <a:lnTo>
                    <a:pt x="433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3" name="pg494">
              <a:extLst>
                <a:ext uri="{FF2B5EF4-FFF2-40B4-BE49-F238E27FC236}">
                  <a16:creationId xmlns:a16="http://schemas.microsoft.com/office/drawing/2014/main" id="{8EBF40E0-E5FB-44B8-A91B-4B1EC728C914}"/>
                </a:ext>
              </a:extLst>
            </p:cNvPr>
            <p:cNvSpPr/>
            <p:nvPr/>
          </p:nvSpPr>
          <p:spPr>
            <a:xfrm>
              <a:off x="9030911" y="1633905"/>
              <a:ext cx="49310" cy="38273"/>
            </a:xfrm>
            <a:custGeom>
              <a:avLst/>
              <a:gdLst/>
              <a:ahLst/>
              <a:cxnLst/>
              <a:rect l="0" t="0" r="0" b="0"/>
              <a:pathLst>
                <a:path w="49310" h="38273">
                  <a:moveTo>
                    <a:pt x="46439" y="38273"/>
                  </a:moveTo>
                  <a:lnTo>
                    <a:pt x="0" y="34395"/>
                  </a:lnTo>
                  <a:lnTo>
                    <a:pt x="2878" y="0"/>
                  </a:lnTo>
                  <a:lnTo>
                    <a:pt x="49310" y="38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4" name="pg495">
              <a:extLst>
                <a:ext uri="{FF2B5EF4-FFF2-40B4-BE49-F238E27FC236}">
                  <a16:creationId xmlns:a16="http://schemas.microsoft.com/office/drawing/2014/main" id="{8D0CAB19-531F-482F-8474-F6C3B8438A03}"/>
                </a:ext>
              </a:extLst>
            </p:cNvPr>
            <p:cNvSpPr/>
            <p:nvPr/>
          </p:nvSpPr>
          <p:spPr>
            <a:xfrm>
              <a:off x="9848022" y="4770480"/>
              <a:ext cx="121652" cy="79064"/>
            </a:xfrm>
            <a:custGeom>
              <a:avLst/>
              <a:gdLst/>
              <a:ahLst/>
              <a:cxnLst/>
              <a:rect l="0" t="0" r="0" b="0"/>
              <a:pathLst>
                <a:path w="121652" h="79064">
                  <a:moveTo>
                    <a:pt x="0" y="14117"/>
                  </a:moveTo>
                  <a:lnTo>
                    <a:pt x="60230" y="6211"/>
                  </a:lnTo>
                  <a:lnTo>
                    <a:pt x="60381" y="7369"/>
                  </a:lnTo>
                  <a:lnTo>
                    <a:pt x="116691" y="0"/>
                  </a:lnTo>
                  <a:lnTo>
                    <a:pt x="121652" y="37845"/>
                  </a:lnTo>
                  <a:lnTo>
                    <a:pt x="65333" y="45222"/>
                  </a:lnTo>
                  <a:lnTo>
                    <a:pt x="68732" y="71166"/>
                  </a:lnTo>
                  <a:lnTo>
                    <a:pt x="8510" y="7906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5" name="pg496">
              <a:extLst>
                <a:ext uri="{FF2B5EF4-FFF2-40B4-BE49-F238E27FC236}">
                  <a16:creationId xmlns:a16="http://schemas.microsoft.com/office/drawing/2014/main" id="{1A8AB4CC-CEBB-4825-BA43-7B6DD3F542FD}"/>
                </a:ext>
              </a:extLst>
            </p:cNvPr>
            <p:cNvSpPr/>
            <p:nvPr/>
          </p:nvSpPr>
          <p:spPr>
            <a:xfrm>
              <a:off x="7314302" y="2422285"/>
              <a:ext cx="115944" cy="126184"/>
            </a:xfrm>
            <a:custGeom>
              <a:avLst/>
              <a:gdLst/>
              <a:ahLst/>
              <a:cxnLst/>
              <a:rect l="0" t="0" r="0" b="0"/>
              <a:pathLst>
                <a:path w="115944" h="126184">
                  <a:moveTo>
                    <a:pt x="48622" y="126184"/>
                  </a:moveTo>
                  <a:lnTo>
                    <a:pt x="0" y="85200"/>
                  </a:lnTo>
                  <a:lnTo>
                    <a:pt x="41957" y="35428"/>
                  </a:lnTo>
                  <a:lnTo>
                    <a:pt x="35545" y="30022"/>
                  </a:lnTo>
                  <a:lnTo>
                    <a:pt x="37005" y="28293"/>
                  </a:lnTo>
                  <a:lnTo>
                    <a:pt x="60851" y="0"/>
                  </a:lnTo>
                  <a:lnTo>
                    <a:pt x="62655" y="1519"/>
                  </a:lnTo>
                  <a:lnTo>
                    <a:pt x="100543" y="33463"/>
                  </a:lnTo>
                  <a:lnTo>
                    <a:pt x="115944" y="4643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6" name="pg497">
              <a:extLst>
                <a:ext uri="{FF2B5EF4-FFF2-40B4-BE49-F238E27FC236}">
                  <a16:creationId xmlns:a16="http://schemas.microsoft.com/office/drawing/2014/main" id="{228AEE28-4D88-4556-A8C1-392C16B6D8AC}"/>
                </a:ext>
              </a:extLst>
            </p:cNvPr>
            <p:cNvSpPr/>
            <p:nvPr/>
          </p:nvSpPr>
          <p:spPr>
            <a:xfrm>
              <a:off x="7645803" y="5075156"/>
              <a:ext cx="83487" cy="115978"/>
            </a:xfrm>
            <a:custGeom>
              <a:avLst/>
              <a:gdLst/>
              <a:ahLst/>
              <a:cxnLst/>
              <a:rect l="0" t="0" r="0" b="0"/>
              <a:pathLst>
                <a:path w="83487" h="115978">
                  <a:moveTo>
                    <a:pt x="2383" y="74481"/>
                  </a:moveTo>
                  <a:lnTo>
                    <a:pt x="21428" y="73852"/>
                  </a:lnTo>
                  <a:lnTo>
                    <a:pt x="20546" y="47077"/>
                  </a:lnTo>
                  <a:lnTo>
                    <a:pt x="1494" y="47707"/>
                  </a:lnTo>
                  <a:lnTo>
                    <a:pt x="1191" y="38491"/>
                  </a:lnTo>
                  <a:lnTo>
                    <a:pt x="0" y="2685"/>
                  </a:lnTo>
                  <a:lnTo>
                    <a:pt x="79652" y="0"/>
                  </a:lnTo>
                  <a:lnTo>
                    <a:pt x="83487" y="113275"/>
                  </a:lnTo>
                  <a:lnTo>
                    <a:pt x="3760" y="11597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7" name="pg498">
              <a:extLst>
                <a:ext uri="{FF2B5EF4-FFF2-40B4-BE49-F238E27FC236}">
                  <a16:creationId xmlns:a16="http://schemas.microsoft.com/office/drawing/2014/main" id="{07EF3D4E-6BF3-4B0C-BC82-6E7CA36ADEBE}"/>
                </a:ext>
              </a:extLst>
            </p:cNvPr>
            <p:cNvSpPr/>
            <p:nvPr/>
          </p:nvSpPr>
          <p:spPr>
            <a:xfrm>
              <a:off x="8096690" y="4417686"/>
              <a:ext cx="79081" cy="110371"/>
            </a:xfrm>
            <a:custGeom>
              <a:avLst/>
              <a:gdLst/>
              <a:ahLst/>
              <a:cxnLst/>
              <a:rect l="0" t="0" r="0" b="0"/>
              <a:pathLst>
                <a:path w="79081" h="110371">
                  <a:moveTo>
                    <a:pt x="3541" y="73726"/>
                  </a:moveTo>
                  <a:lnTo>
                    <a:pt x="0" y="16954"/>
                  </a:lnTo>
                  <a:lnTo>
                    <a:pt x="8535" y="16425"/>
                  </a:lnTo>
                  <a:lnTo>
                    <a:pt x="7982" y="6597"/>
                  </a:lnTo>
                  <a:lnTo>
                    <a:pt x="7830" y="3919"/>
                  </a:lnTo>
                  <a:lnTo>
                    <a:pt x="72643" y="0"/>
                  </a:lnTo>
                  <a:lnTo>
                    <a:pt x="79081" y="106325"/>
                  </a:lnTo>
                  <a:lnTo>
                    <a:pt x="14411" y="110371"/>
                  </a:lnTo>
                  <a:lnTo>
                    <a:pt x="12086" y="7319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8" name="pg499">
              <a:extLst>
                <a:ext uri="{FF2B5EF4-FFF2-40B4-BE49-F238E27FC236}">
                  <a16:creationId xmlns:a16="http://schemas.microsoft.com/office/drawing/2014/main" id="{CA3037CE-9EF8-48FA-97A8-42DFAA13B622}"/>
                </a:ext>
              </a:extLst>
            </p:cNvPr>
            <p:cNvSpPr/>
            <p:nvPr/>
          </p:nvSpPr>
          <p:spPr>
            <a:xfrm>
              <a:off x="6150197" y="1838793"/>
              <a:ext cx="101231" cy="95574"/>
            </a:xfrm>
            <a:custGeom>
              <a:avLst/>
              <a:gdLst/>
              <a:ahLst/>
              <a:cxnLst/>
              <a:rect l="0" t="0" r="0" b="0"/>
              <a:pathLst>
                <a:path w="101231" h="95574">
                  <a:moveTo>
                    <a:pt x="0" y="59894"/>
                  </a:moveTo>
                  <a:lnTo>
                    <a:pt x="29997" y="0"/>
                  </a:lnTo>
                  <a:lnTo>
                    <a:pt x="101231" y="35461"/>
                  </a:lnTo>
                  <a:lnTo>
                    <a:pt x="71107" y="9557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69" name="pg500">
              <a:extLst>
                <a:ext uri="{FF2B5EF4-FFF2-40B4-BE49-F238E27FC236}">
                  <a16:creationId xmlns:a16="http://schemas.microsoft.com/office/drawing/2014/main" id="{6C3CC741-4B54-40B5-9F7F-222FA60837E0}"/>
                </a:ext>
              </a:extLst>
            </p:cNvPr>
            <p:cNvSpPr/>
            <p:nvPr/>
          </p:nvSpPr>
          <p:spPr>
            <a:xfrm>
              <a:off x="8400870" y="3394923"/>
              <a:ext cx="113317" cy="109624"/>
            </a:xfrm>
            <a:custGeom>
              <a:avLst/>
              <a:gdLst/>
              <a:ahLst/>
              <a:cxnLst/>
              <a:rect l="0" t="0" r="0" b="0"/>
              <a:pathLst>
                <a:path w="113317" h="109624">
                  <a:moveTo>
                    <a:pt x="35772" y="109624"/>
                  </a:moveTo>
                  <a:lnTo>
                    <a:pt x="0" y="69739"/>
                  </a:lnTo>
                  <a:lnTo>
                    <a:pt x="77478" y="0"/>
                  </a:lnTo>
                  <a:lnTo>
                    <a:pt x="113317" y="3996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0" name="pg501">
              <a:extLst>
                <a:ext uri="{FF2B5EF4-FFF2-40B4-BE49-F238E27FC236}">
                  <a16:creationId xmlns:a16="http://schemas.microsoft.com/office/drawing/2014/main" id="{ED756064-CB65-4B12-908B-F9487B8778ED}"/>
                </a:ext>
              </a:extLst>
            </p:cNvPr>
            <p:cNvSpPr/>
            <p:nvPr/>
          </p:nvSpPr>
          <p:spPr>
            <a:xfrm>
              <a:off x="9955976" y="5408772"/>
              <a:ext cx="99905" cy="115466"/>
            </a:xfrm>
            <a:custGeom>
              <a:avLst/>
              <a:gdLst/>
              <a:ahLst/>
              <a:cxnLst/>
              <a:rect l="0" t="0" r="0" b="0"/>
              <a:pathLst>
                <a:path w="99905" h="115466">
                  <a:moveTo>
                    <a:pt x="17416" y="62932"/>
                  </a:moveTo>
                  <a:lnTo>
                    <a:pt x="11440" y="8569"/>
                  </a:lnTo>
                  <a:lnTo>
                    <a:pt x="17516" y="7889"/>
                  </a:lnTo>
                  <a:lnTo>
                    <a:pt x="41026" y="5270"/>
                  </a:lnTo>
                  <a:lnTo>
                    <a:pt x="88188" y="0"/>
                  </a:lnTo>
                  <a:lnTo>
                    <a:pt x="88439" y="2274"/>
                  </a:lnTo>
                  <a:lnTo>
                    <a:pt x="99905" y="104831"/>
                  </a:lnTo>
                  <a:lnTo>
                    <a:pt x="5808" y="115466"/>
                  </a:lnTo>
                  <a:lnTo>
                    <a:pt x="0" y="649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1" name="pg502">
              <a:extLst>
                <a:ext uri="{FF2B5EF4-FFF2-40B4-BE49-F238E27FC236}">
                  <a16:creationId xmlns:a16="http://schemas.microsoft.com/office/drawing/2014/main" id="{7675E182-249F-4913-8978-4DD29BBCA949}"/>
                </a:ext>
              </a:extLst>
            </p:cNvPr>
            <p:cNvSpPr/>
            <p:nvPr/>
          </p:nvSpPr>
          <p:spPr>
            <a:xfrm>
              <a:off x="9565487" y="4906309"/>
              <a:ext cx="174470" cy="91520"/>
            </a:xfrm>
            <a:custGeom>
              <a:avLst/>
              <a:gdLst/>
              <a:ahLst/>
              <a:cxnLst/>
              <a:rect l="0" t="0" r="0" b="0"/>
              <a:pathLst>
                <a:path w="174470" h="91520">
                  <a:moveTo>
                    <a:pt x="174470" y="64754"/>
                  </a:moveTo>
                  <a:lnTo>
                    <a:pt x="114702" y="72098"/>
                  </a:lnTo>
                  <a:lnTo>
                    <a:pt x="115466" y="78342"/>
                  </a:lnTo>
                  <a:lnTo>
                    <a:pt x="8351" y="91520"/>
                  </a:lnTo>
                  <a:lnTo>
                    <a:pt x="0" y="24164"/>
                  </a:lnTo>
                  <a:lnTo>
                    <a:pt x="104722" y="11221"/>
                  </a:lnTo>
                  <a:lnTo>
                    <a:pt x="104353" y="7889"/>
                  </a:lnTo>
                  <a:lnTo>
                    <a:pt x="167160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2" name="pg503">
              <a:extLst>
                <a:ext uri="{FF2B5EF4-FFF2-40B4-BE49-F238E27FC236}">
                  <a16:creationId xmlns:a16="http://schemas.microsoft.com/office/drawing/2014/main" id="{001A1EF3-6B4A-4E51-ADD1-D12EFA7B1866}"/>
                </a:ext>
              </a:extLst>
            </p:cNvPr>
            <p:cNvSpPr/>
            <p:nvPr/>
          </p:nvSpPr>
          <p:spPr>
            <a:xfrm>
              <a:off x="7886421" y="2675175"/>
              <a:ext cx="132001" cy="138908"/>
            </a:xfrm>
            <a:custGeom>
              <a:avLst/>
              <a:gdLst/>
              <a:ahLst/>
              <a:cxnLst/>
              <a:rect l="0" t="0" r="0" b="0"/>
              <a:pathLst>
                <a:path w="132001" h="138908">
                  <a:moveTo>
                    <a:pt x="59860" y="81733"/>
                  </a:moveTo>
                  <a:lnTo>
                    <a:pt x="0" y="57821"/>
                  </a:lnTo>
                  <a:lnTo>
                    <a:pt x="23098" y="0"/>
                  </a:lnTo>
                  <a:lnTo>
                    <a:pt x="87189" y="25607"/>
                  </a:lnTo>
                  <a:lnTo>
                    <a:pt x="77923" y="48848"/>
                  </a:lnTo>
                  <a:lnTo>
                    <a:pt x="132001" y="70419"/>
                  </a:lnTo>
                  <a:lnTo>
                    <a:pt x="104672" y="138908"/>
                  </a:lnTo>
                  <a:lnTo>
                    <a:pt x="46330" y="1156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3" name="pg504">
              <a:extLst>
                <a:ext uri="{FF2B5EF4-FFF2-40B4-BE49-F238E27FC236}">
                  <a16:creationId xmlns:a16="http://schemas.microsoft.com/office/drawing/2014/main" id="{72C67AE9-A440-4C3A-B327-16841CA0219D}"/>
                </a:ext>
              </a:extLst>
            </p:cNvPr>
            <p:cNvSpPr/>
            <p:nvPr/>
          </p:nvSpPr>
          <p:spPr>
            <a:xfrm>
              <a:off x="8977236" y="2131425"/>
              <a:ext cx="52038" cy="36015"/>
            </a:xfrm>
            <a:custGeom>
              <a:avLst/>
              <a:gdLst/>
              <a:ahLst/>
              <a:cxnLst/>
              <a:rect l="0" t="0" r="0" b="0"/>
              <a:pathLst>
                <a:path w="52038" h="36015">
                  <a:moveTo>
                    <a:pt x="167" y="30064"/>
                  </a:moveTo>
                  <a:lnTo>
                    <a:pt x="2383" y="1074"/>
                  </a:lnTo>
                  <a:lnTo>
                    <a:pt x="2467" y="0"/>
                  </a:lnTo>
                  <a:lnTo>
                    <a:pt x="52038" y="3785"/>
                  </a:lnTo>
                  <a:lnTo>
                    <a:pt x="49570" y="36015"/>
                  </a:lnTo>
                  <a:lnTo>
                    <a:pt x="0" y="3223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4" name="pg505">
              <a:extLst>
                <a:ext uri="{FF2B5EF4-FFF2-40B4-BE49-F238E27FC236}">
                  <a16:creationId xmlns:a16="http://schemas.microsoft.com/office/drawing/2014/main" id="{B9351808-F4A6-4D78-960C-58277E7984FC}"/>
                </a:ext>
              </a:extLst>
            </p:cNvPr>
            <p:cNvSpPr/>
            <p:nvPr/>
          </p:nvSpPr>
          <p:spPr>
            <a:xfrm>
              <a:off x="7053976" y="4590016"/>
              <a:ext cx="77209" cy="92888"/>
            </a:xfrm>
            <a:custGeom>
              <a:avLst/>
              <a:gdLst/>
              <a:ahLst/>
              <a:cxnLst/>
              <a:rect l="0" t="0" r="0" b="0"/>
              <a:pathLst>
                <a:path w="77209" h="92888">
                  <a:moveTo>
                    <a:pt x="4691" y="92888"/>
                  </a:moveTo>
                  <a:lnTo>
                    <a:pt x="0" y="3936"/>
                  </a:lnTo>
                  <a:lnTo>
                    <a:pt x="72517" y="0"/>
                  </a:lnTo>
                  <a:lnTo>
                    <a:pt x="77209" y="8905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5" name="pg506">
              <a:extLst>
                <a:ext uri="{FF2B5EF4-FFF2-40B4-BE49-F238E27FC236}">
                  <a16:creationId xmlns:a16="http://schemas.microsoft.com/office/drawing/2014/main" id="{A8C251F3-9932-4E93-AB47-2FC4317E3ABC}"/>
                </a:ext>
              </a:extLst>
            </p:cNvPr>
            <p:cNvSpPr/>
            <p:nvPr/>
          </p:nvSpPr>
          <p:spPr>
            <a:xfrm>
              <a:off x="8374255" y="5245900"/>
              <a:ext cx="85065" cy="119956"/>
            </a:xfrm>
            <a:custGeom>
              <a:avLst/>
              <a:gdLst/>
              <a:ahLst/>
              <a:cxnLst/>
              <a:rect l="0" t="0" r="0" b="0"/>
              <a:pathLst>
                <a:path w="85065" h="119956">
                  <a:moveTo>
                    <a:pt x="6353" y="31273"/>
                  </a:moveTo>
                  <a:lnTo>
                    <a:pt x="4104" y="5782"/>
                  </a:lnTo>
                  <a:lnTo>
                    <a:pt x="6529" y="5581"/>
                  </a:lnTo>
                  <a:lnTo>
                    <a:pt x="73390" y="0"/>
                  </a:lnTo>
                  <a:lnTo>
                    <a:pt x="73885" y="5673"/>
                  </a:lnTo>
                  <a:lnTo>
                    <a:pt x="75606" y="25230"/>
                  </a:lnTo>
                  <a:lnTo>
                    <a:pt x="77268" y="25087"/>
                  </a:lnTo>
                  <a:lnTo>
                    <a:pt x="85065" y="113334"/>
                  </a:lnTo>
                  <a:lnTo>
                    <a:pt x="7788" y="119956"/>
                  </a:lnTo>
                  <a:lnTo>
                    <a:pt x="0" y="3181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6" name="pg507">
              <a:extLst>
                <a:ext uri="{FF2B5EF4-FFF2-40B4-BE49-F238E27FC236}">
                  <a16:creationId xmlns:a16="http://schemas.microsoft.com/office/drawing/2014/main" id="{AB64935D-BB00-45B2-97A9-4453BCEC84E9}"/>
                </a:ext>
              </a:extLst>
            </p:cNvPr>
            <p:cNvSpPr/>
            <p:nvPr/>
          </p:nvSpPr>
          <p:spPr>
            <a:xfrm>
              <a:off x="7733588" y="4090650"/>
              <a:ext cx="96489" cy="87701"/>
            </a:xfrm>
            <a:custGeom>
              <a:avLst/>
              <a:gdLst/>
              <a:ahLst/>
              <a:cxnLst/>
              <a:rect l="0" t="0" r="0" b="0"/>
              <a:pathLst>
                <a:path w="96489" h="87701">
                  <a:moveTo>
                    <a:pt x="0" y="7881"/>
                  </a:moveTo>
                  <a:lnTo>
                    <a:pt x="30341" y="6101"/>
                  </a:lnTo>
                  <a:lnTo>
                    <a:pt x="30089" y="1838"/>
                  </a:lnTo>
                  <a:lnTo>
                    <a:pt x="61354" y="0"/>
                  </a:lnTo>
                  <a:lnTo>
                    <a:pt x="61606" y="4263"/>
                  </a:lnTo>
                  <a:lnTo>
                    <a:pt x="91939" y="2484"/>
                  </a:lnTo>
                  <a:lnTo>
                    <a:pt x="93425" y="28621"/>
                  </a:lnTo>
                  <a:lnTo>
                    <a:pt x="96489" y="82304"/>
                  </a:lnTo>
                  <a:lnTo>
                    <a:pt x="93643" y="82472"/>
                  </a:lnTo>
                  <a:lnTo>
                    <a:pt x="4549" y="8770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7" name="pg508">
              <a:extLst>
                <a:ext uri="{FF2B5EF4-FFF2-40B4-BE49-F238E27FC236}">
                  <a16:creationId xmlns:a16="http://schemas.microsoft.com/office/drawing/2014/main" id="{A4A887CC-D4B1-4439-8A0D-02FCB9D5C296}"/>
                </a:ext>
              </a:extLst>
            </p:cNvPr>
            <p:cNvSpPr/>
            <p:nvPr/>
          </p:nvSpPr>
          <p:spPr>
            <a:xfrm>
              <a:off x="8652366" y="3300457"/>
              <a:ext cx="141242" cy="145447"/>
            </a:xfrm>
            <a:custGeom>
              <a:avLst/>
              <a:gdLst/>
              <a:ahLst/>
              <a:cxnLst/>
              <a:rect l="0" t="0" r="0" b="0"/>
              <a:pathLst>
                <a:path w="141242" h="145447">
                  <a:moveTo>
                    <a:pt x="57250" y="121694"/>
                  </a:moveTo>
                  <a:lnTo>
                    <a:pt x="43393" y="106527"/>
                  </a:lnTo>
                  <a:lnTo>
                    <a:pt x="43023" y="106863"/>
                  </a:lnTo>
                  <a:lnTo>
                    <a:pt x="42234" y="105998"/>
                  </a:lnTo>
                  <a:lnTo>
                    <a:pt x="49545" y="99317"/>
                  </a:lnTo>
                  <a:lnTo>
                    <a:pt x="31323" y="79375"/>
                  </a:lnTo>
                  <a:lnTo>
                    <a:pt x="0" y="45122"/>
                  </a:lnTo>
                  <a:lnTo>
                    <a:pt x="49579" y="0"/>
                  </a:lnTo>
                  <a:lnTo>
                    <a:pt x="80793" y="34177"/>
                  </a:lnTo>
                  <a:lnTo>
                    <a:pt x="141242" y="100324"/>
                  </a:lnTo>
                  <a:lnTo>
                    <a:pt x="91696" y="145447"/>
                  </a:lnTo>
                  <a:lnTo>
                    <a:pt x="64980" y="116221"/>
                  </a:lnTo>
                  <a:lnTo>
                    <a:pt x="57670" y="122894"/>
                  </a:lnTo>
                  <a:lnTo>
                    <a:pt x="56881" y="12202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8" name="pg509">
              <a:extLst>
                <a:ext uri="{FF2B5EF4-FFF2-40B4-BE49-F238E27FC236}">
                  <a16:creationId xmlns:a16="http://schemas.microsoft.com/office/drawing/2014/main" id="{2408CCC9-E1FA-47B3-924E-1D0A066E84F0}"/>
                </a:ext>
              </a:extLst>
            </p:cNvPr>
            <p:cNvSpPr/>
            <p:nvPr/>
          </p:nvSpPr>
          <p:spPr>
            <a:xfrm>
              <a:off x="8250740" y="1345949"/>
              <a:ext cx="62840" cy="36812"/>
            </a:xfrm>
            <a:custGeom>
              <a:avLst/>
              <a:gdLst/>
              <a:ahLst/>
              <a:cxnLst/>
              <a:rect l="0" t="0" r="0" b="0"/>
              <a:pathLst>
                <a:path w="62840" h="36812">
                  <a:moveTo>
                    <a:pt x="0" y="31928"/>
                  </a:moveTo>
                  <a:lnTo>
                    <a:pt x="2585" y="0"/>
                  </a:lnTo>
                  <a:lnTo>
                    <a:pt x="24919" y="1812"/>
                  </a:lnTo>
                  <a:lnTo>
                    <a:pt x="62840" y="4893"/>
                  </a:lnTo>
                  <a:lnTo>
                    <a:pt x="60255" y="3681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79" name="pg510">
              <a:extLst>
                <a:ext uri="{FF2B5EF4-FFF2-40B4-BE49-F238E27FC236}">
                  <a16:creationId xmlns:a16="http://schemas.microsoft.com/office/drawing/2014/main" id="{D30C1B19-BDA1-4EC1-B917-F6CB53890ADE}"/>
                </a:ext>
              </a:extLst>
            </p:cNvPr>
            <p:cNvSpPr/>
            <p:nvPr/>
          </p:nvSpPr>
          <p:spPr>
            <a:xfrm>
              <a:off x="7601906" y="3162161"/>
              <a:ext cx="132194" cy="134602"/>
            </a:xfrm>
            <a:custGeom>
              <a:avLst/>
              <a:gdLst/>
              <a:ahLst/>
              <a:cxnLst/>
              <a:rect l="0" t="0" r="0" b="0"/>
              <a:pathLst>
                <a:path w="132194" h="134602">
                  <a:moveTo>
                    <a:pt x="73667" y="134602"/>
                  </a:moveTo>
                  <a:lnTo>
                    <a:pt x="71888" y="132957"/>
                  </a:lnTo>
                  <a:lnTo>
                    <a:pt x="75136" y="129457"/>
                  </a:lnTo>
                  <a:lnTo>
                    <a:pt x="84419" y="119495"/>
                  </a:lnTo>
                  <a:lnTo>
                    <a:pt x="59558" y="96338"/>
                  </a:lnTo>
                  <a:lnTo>
                    <a:pt x="50292" y="106309"/>
                  </a:lnTo>
                  <a:lnTo>
                    <a:pt x="47161" y="109666"/>
                  </a:lnTo>
                  <a:lnTo>
                    <a:pt x="41513" y="104412"/>
                  </a:lnTo>
                  <a:lnTo>
                    <a:pt x="44710" y="100979"/>
                  </a:lnTo>
                  <a:lnTo>
                    <a:pt x="0" y="59374"/>
                  </a:lnTo>
                  <a:lnTo>
                    <a:pt x="55059" y="0"/>
                  </a:lnTo>
                  <a:lnTo>
                    <a:pt x="132194" y="7177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0" name="pg511">
              <a:extLst>
                <a:ext uri="{FF2B5EF4-FFF2-40B4-BE49-F238E27FC236}">
                  <a16:creationId xmlns:a16="http://schemas.microsoft.com/office/drawing/2014/main" id="{2BD2AA80-FA7F-4287-BA15-F08045F4D9A8}"/>
                </a:ext>
              </a:extLst>
            </p:cNvPr>
            <p:cNvSpPr/>
            <p:nvPr/>
          </p:nvSpPr>
          <p:spPr>
            <a:xfrm>
              <a:off x="9600236" y="5042405"/>
              <a:ext cx="115969" cy="90756"/>
            </a:xfrm>
            <a:custGeom>
              <a:avLst/>
              <a:gdLst/>
              <a:ahLst/>
              <a:cxnLst/>
              <a:rect l="0" t="0" r="0" b="0"/>
              <a:pathLst>
                <a:path w="115969" h="90756">
                  <a:moveTo>
                    <a:pt x="101894" y="55303"/>
                  </a:moveTo>
                  <a:lnTo>
                    <a:pt x="104932" y="81389"/>
                  </a:lnTo>
                  <a:lnTo>
                    <a:pt x="17760" y="90756"/>
                  </a:lnTo>
                  <a:lnTo>
                    <a:pt x="17516" y="88423"/>
                  </a:lnTo>
                  <a:lnTo>
                    <a:pt x="29107" y="87180"/>
                  </a:lnTo>
                  <a:lnTo>
                    <a:pt x="23694" y="36720"/>
                  </a:lnTo>
                  <a:lnTo>
                    <a:pt x="3013" y="38928"/>
                  </a:lnTo>
                  <a:lnTo>
                    <a:pt x="0" y="10273"/>
                  </a:lnTo>
                  <a:lnTo>
                    <a:pt x="95439" y="0"/>
                  </a:lnTo>
                  <a:lnTo>
                    <a:pt x="97143" y="14587"/>
                  </a:lnTo>
                  <a:lnTo>
                    <a:pt x="111303" y="12934"/>
                  </a:lnTo>
                  <a:lnTo>
                    <a:pt x="115969" y="5366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1" name="pg512">
              <a:extLst>
                <a:ext uri="{FF2B5EF4-FFF2-40B4-BE49-F238E27FC236}">
                  <a16:creationId xmlns:a16="http://schemas.microsoft.com/office/drawing/2014/main" id="{95EFB7E8-1D29-4EF1-B90A-EA83A7E555F4}"/>
                </a:ext>
              </a:extLst>
            </p:cNvPr>
            <p:cNvSpPr/>
            <p:nvPr/>
          </p:nvSpPr>
          <p:spPr>
            <a:xfrm>
              <a:off x="7807969" y="5384037"/>
              <a:ext cx="82388" cy="99384"/>
            </a:xfrm>
            <a:custGeom>
              <a:avLst/>
              <a:gdLst/>
              <a:ahLst/>
              <a:cxnLst/>
              <a:rect l="0" t="0" r="0" b="0"/>
              <a:pathLst>
                <a:path w="82388" h="99384">
                  <a:moveTo>
                    <a:pt x="17264" y="31969"/>
                  </a:moveTo>
                  <a:lnTo>
                    <a:pt x="24793" y="31315"/>
                  </a:lnTo>
                  <a:lnTo>
                    <a:pt x="22191" y="4423"/>
                  </a:lnTo>
                  <a:lnTo>
                    <a:pt x="73323" y="0"/>
                  </a:lnTo>
                  <a:lnTo>
                    <a:pt x="75908" y="26892"/>
                  </a:lnTo>
                  <a:lnTo>
                    <a:pt x="76748" y="26816"/>
                  </a:lnTo>
                  <a:lnTo>
                    <a:pt x="82388" y="94508"/>
                  </a:lnTo>
                  <a:lnTo>
                    <a:pt x="23459" y="99384"/>
                  </a:lnTo>
                  <a:lnTo>
                    <a:pt x="20664" y="68975"/>
                  </a:lnTo>
                  <a:lnTo>
                    <a:pt x="1980" y="70696"/>
                  </a:lnTo>
                  <a:lnTo>
                    <a:pt x="0" y="50242"/>
                  </a:lnTo>
                  <a:lnTo>
                    <a:pt x="18784" y="4852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2" name="pg513">
              <a:extLst>
                <a:ext uri="{FF2B5EF4-FFF2-40B4-BE49-F238E27FC236}">
                  <a16:creationId xmlns:a16="http://schemas.microsoft.com/office/drawing/2014/main" id="{0072325F-4DEF-491C-BFBB-19FC2D4D596C}"/>
                </a:ext>
              </a:extLst>
            </p:cNvPr>
            <p:cNvSpPr/>
            <p:nvPr/>
          </p:nvSpPr>
          <p:spPr>
            <a:xfrm>
              <a:off x="8436642" y="3434884"/>
              <a:ext cx="113267" cy="109532"/>
            </a:xfrm>
            <a:custGeom>
              <a:avLst/>
              <a:gdLst/>
              <a:ahLst/>
              <a:cxnLst/>
              <a:rect l="0" t="0" r="0" b="0"/>
              <a:pathLst>
                <a:path w="113267" h="109532">
                  <a:moveTo>
                    <a:pt x="0" y="69664"/>
                  </a:moveTo>
                  <a:lnTo>
                    <a:pt x="77545" y="0"/>
                  </a:lnTo>
                  <a:lnTo>
                    <a:pt x="113267" y="39834"/>
                  </a:lnTo>
                  <a:lnTo>
                    <a:pt x="35755" y="1095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3" name="pg514">
              <a:extLst>
                <a:ext uri="{FF2B5EF4-FFF2-40B4-BE49-F238E27FC236}">
                  <a16:creationId xmlns:a16="http://schemas.microsoft.com/office/drawing/2014/main" id="{B68A4972-B932-4100-8DC9-6425E5141E49}"/>
                </a:ext>
              </a:extLst>
            </p:cNvPr>
            <p:cNvSpPr/>
            <p:nvPr/>
          </p:nvSpPr>
          <p:spPr>
            <a:xfrm>
              <a:off x="7875762" y="2091204"/>
              <a:ext cx="47589" cy="40489"/>
            </a:xfrm>
            <a:custGeom>
              <a:avLst/>
              <a:gdLst/>
              <a:ahLst/>
              <a:cxnLst/>
              <a:rect l="0" t="0" r="0" b="0"/>
              <a:pathLst>
                <a:path w="47589" h="40489">
                  <a:moveTo>
                    <a:pt x="0" y="31827"/>
                  </a:moveTo>
                  <a:lnTo>
                    <a:pt x="6748" y="0"/>
                  </a:lnTo>
                  <a:lnTo>
                    <a:pt x="47589" y="8653"/>
                  </a:lnTo>
                  <a:lnTo>
                    <a:pt x="40841" y="4048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4" name="pg515">
              <a:extLst>
                <a:ext uri="{FF2B5EF4-FFF2-40B4-BE49-F238E27FC236}">
                  <a16:creationId xmlns:a16="http://schemas.microsoft.com/office/drawing/2014/main" id="{C249970D-A473-4649-99B9-1D8C5FE3BC1A}"/>
                </a:ext>
              </a:extLst>
            </p:cNvPr>
            <p:cNvSpPr/>
            <p:nvPr/>
          </p:nvSpPr>
          <p:spPr>
            <a:xfrm>
              <a:off x="6529909" y="3596672"/>
              <a:ext cx="81960" cy="92124"/>
            </a:xfrm>
            <a:custGeom>
              <a:avLst/>
              <a:gdLst/>
              <a:ahLst/>
              <a:cxnLst/>
              <a:rect l="0" t="0" r="0" b="0"/>
              <a:pathLst>
                <a:path w="81960" h="92124">
                  <a:moveTo>
                    <a:pt x="0" y="8762"/>
                  </a:moveTo>
                  <a:lnTo>
                    <a:pt x="71695" y="0"/>
                  </a:lnTo>
                  <a:lnTo>
                    <a:pt x="81960" y="83286"/>
                  </a:lnTo>
                  <a:lnTo>
                    <a:pt x="10189" y="9212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5" name="pg516">
              <a:extLst>
                <a:ext uri="{FF2B5EF4-FFF2-40B4-BE49-F238E27FC236}">
                  <a16:creationId xmlns:a16="http://schemas.microsoft.com/office/drawing/2014/main" id="{C81FD57A-F78F-443C-9368-8962BD54C56F}"/>
                </a:ext>
              </a:extLst>
            </p:cNvPr>
            <p:cNvSpPr/>
            <p:nvPr/>
          </p:nvSpPr>
          <p:spPr>
            <a:xfrm>
              <a:off x="8161100" y="1610396"/>
              <a:ext cx="57527" cy="60020"/>
            </a:xfrm>
            <a:custGeom>
              <a:avLst/>
              <a:gdLst/>
              <a:ahLst/>
              <a:cxnLst/>
              <a:rect l="0" t="0" r="0" b="0"/>
              <a:pathLst>
                <a:path w="57527" h="60020">
                  <a:moveTo>
                    <a:pt x="4666" y="0"/>
                  </a:moveTo>
                  <a:lnTo>
                    <a:pt x="57527" y="4557"/>
                  </a:lnTo>
                  <a:lnTo>
                    <a:pt x="52248" y="60020"/>
                  </a:lnTo>
                  <a:lnTo>
                    <a:pt x="28805" y="57787"/>
                  </a:lnTo>
                  <a:lnTo>
                    <a:pt x="29376" y="51769"/>
                  </a:lnTo>
                  <a:lnTo>
                    <a:pt x="0" y="4896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6" name="pg517">
              <a:extLst>
                <a:ext uri="{FF2B5EF4-FFF2-40B4-BE49-F238E27FC236}">
                  <a16:creationId xmlns:a16="http://schemas.microsoft.com/office/drawing/2014/main" id="{F9053448-8DEC-4607-AD46-4B9BADDC4634}"/>
                </a:ext>
              </a:extLst>
            </p:cNvPr>
            <p:cNvSpPr/>
            <p:nvPr/>
          </p:nvSpPr>
          <p:spPr>
            <a:xfrm>
              <a:off x="6527525" y="1947579"/>
              <a:ext cx="177148" cy="225821"/>
            </a:xfrm>
            <a:custGeom>
              <a:avLst/>
              <a:gdLst/>
              <a:ahLst/>
              <a:cxnLst/>
              <a:rect l="0" t="0" r="0" b="0"/>
              <a:pathLst>
                <a:path w="177148" h="225821">
                  <a:moveTo>
                    <a:pt x="0" y="174126"/>
                  </a:moveTo>
                  <a:lnTo>
                    <a:pt x="13764" y="146395"/>
                  </a:lnTo>
                  <a:lnTo>
                    <a:pt x="14881" y="144146"/>
                  </a:lnTo>
                  <a:lnTo>
                    <a:pt x="28226" y="150843"/>
                  </a:lnTo>
                  <a:lnTo>
                    <a:pt x="33044" y="141166"/>
                  </a:lnTo>
                  <a:lnTo>
                    <a:pt x="35360" y="142341"/>
                  </a:lnTo>
                  <a:lnTo>
                    <a:pt x="46179" y="121014"/>
                  </a:lnTo>
                  <a:lnTo>
                    <a:pt x="53666" y="106250"/>
                  </a:lnTo>
                  <a:lnTo>
                    <a:pt x="64401" y="85091"/>
                  </a:lnTo>
                  <a:lnTo>
                    <a:pt x="57703" y="81792"/>
                  </a:lnTo>
                  <a:lnTo>
                    <a:pt x="96186" y="0"/>
                  </a:lnTo>
                  <a:lnTo>
                    <a:pt x="138447" y="20143"/>
                  </a:lnTo>
                  <a:lnTo>
                    <a:pt x="143634" y="9232"/>
                  </a:lnTo>
                  <a:lnTo>
                    <a:pt x="177148" y="25003"/>
                  </a:lnTo>
                  <a:lnTo>
                    <a:pt x="171877" y="36065"/>
                  </a:lnTo>
                  <a:lnTo>
                    <a:pt x="172783" y="36502"/>
                  </a:lnTo>
                  <a:lnTo>
                    <a:pt x="134510" y="118387"/>
                  </a:lnTo>
                  <a:lnTo>
                    <a:pt x="134191" y="119075"/>
                  </a:lnTo>
                  <a:lnTo>
                    <a:pt x="112998" y="109104"/>
                  </a:lnTo>
                  <a:lnTo>
                    <a:pt x="94197" y="99821"/>
                  </a:lnTo>
                  <a:lnTo>
                    <a:pt x="83303" y="121291"/>
                  </a:lnTo>
                  <a:lnTo>
                    <a:pt x="76454" y="134938"/>
                  </a:lnTo>
                  <a:lnTo>
                    <a:pt x="97873" y="145682"/>
                  </a:lnTo>
                  <a:lnTo>
                    <a:pt x="86585" y="168285"/>
                  </a:lnTo>
                  <a:lnTo>
                    <a:pt x="88977" y="169502"/>
                  </a:lnTo>
                  <a:lnTo>
                    <a:pt x="60943" y="225821"/>
                  </a:lnTo>
                  <a:lnTo>
                    <a:pt x="4700" y="197535"/>
                  </a:lnTo>
                  <a:lnTo>
                    <a:pt x="13068" y="18071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7" name="pg518">
              <a:extLst>
                <a:ext uri="{FF2B5EF4-FFF2-40B4-BE49-F238E27FC236}">
                  <a16:creationId xmlns:a16="http://schemas.microsoft.com/office/drawing/2014/main" id="{5E4C0D89-A561-4FE3-87B3-12D572F1FF87}"/>
                </a:ext>
              </a:extLst>
            </p:cNvPr>
            <p:cNvSpPr/>
            <p:nvPr/>
          </p:nvSpPr>
          <p:spPr>
            <a:xfrm>
              <a:off x="7805821" y="1251583"/>
              <a:ext cx="42058" cy="47690"/>
            </a:xfrm>
            <a:custGeom>
              <a:avLst/>
              <a:gdLst/>
              <a:ahLst/>
              <a:cxnLst/>
              <a:rect l="0" t="0" r="0" b="0"/>
              <a:pathLst>
                <a:path w="42058" h="47690">
                  <a:moveTo>
                    <a:pt x="13169" y="46037"/>
                  </a:moveTo>
                  <a:lnTo>
                    <a:pt x="14218" y="32515"/>
                  </a:lnTo>
                  <a:lnTo>
                    <a:pt x="0" y="31407"/>
                  </a:lnTo>
                  <a:lnTo>
                    <a:pt x="2434" y="0"/>
                  </a:lnTo>
                  <a:lnTo>
                    <a:pt x="42058" y="3071"/>
                  </a:lnTo>
                  <a:lnTo>
                    <a:pt x="39515" y="36040"/>
                  </a:lnTo>
                  <a:lnTo>
                    <a:pt x="35478" y="35730"/>
                  </a:lnTo>
                  <a:lnTo>
                    <a:pt x="34546" y="4769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8" name="pg519">
              <a:extLst>
                <a:ext uri="{FF2B5EF4-FFF2-40B4-BE49-F238E27FC236}">
                  <a16:creationId xmlns:a16="http://schemas.microsoft.com/office/drawing/2014/main" id="{C073B9E0-8D94-4C71-ACCE-201B4380FD64}"/>
                </a:ext>
              </a:extLst>
            </p:cNvPr>
            <p:cNvSpPr/>
            <p:nvPr/>
          </p:nvSpPr>
          <p:spPr>
            <a:xfrm>
              <a:off x="7175494" y="3152123"/>
              <a:ext cx="155015" cy="99569"/>
            </a:xfrm>
            <a:custGeom>
              <a:avLst/>
              <a:gdLst/>
              <a:ahLst/>
              <a:cxnLst/>
              <a:rect l="0" t="0" r="0" b="0"/>
              <a:pathLst>
                <a:path w="155015" h="99569">
                  <a:moveTo>
                    <a:pt x="101449" y="73776"/>
                  </a:moveTo>
                  <a:lnTo>
                    <a:pt x="11314" y="87650"/>
                  </a:lnTo>
                  <a:lnTo>
                    <a:pt x="0" y="14193"/>
                  </a:lnTo>
                  <a:lnTo>
                    <a:pt x="92191" y="0"/>
                  </a:lnTo>
                  <a:lnTo>
                    <a:pt x="96959" y="30937"/>
                  </a:lnTo>
                  <a:lnTo>
                    <a:pt x="121861" y="27177"/>
                  </a:lnTo>
                  <a:lnTo>
                    <a:pt x="148871" y="51694"/>
                  </a:lnTo>
                  <a:lnTo>
                    <a:pt x="155015" y="91990"/>
                  </a:lnTo>
                  <a:lnTo>
                    <a:pt x="105369" y="9956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89" name="pg520">
              <a:extLst>
                <a:ext uri="{FF2B5EF4-FFF2-40B4-BE49-F238E27FC236}">
                  <a16:creationId xmlns:a16="http://schemas.microsoft.com/office/drawing/2014/main" id="{A6EEE6C7-4EC0-4DE7-A551-DBB14A67B7C3}"/>
                </a:ext>
              </a:extLst>
            </p:cNvPr>
            <p:cNvSpPr/>
            <p:nvPr/>
          </p:nvSpPr>
          <p:spPr>
            <a:xfrm>
              <a:off x="9524906" y="4791530"/>
              <a:ext cx="127921" cy="87046"/>
            </a:xfrm>
            <a:custGeom>
              <a:avLst/>
              <a:gdLst/>
              <a:ahLst/>
              <a:cxnLst/>
              <a:rect l="0" t="0" r="0" b="0"/>
              <a:pathLst>
                <a:path w="127921" h="87046">
                  <a:moveTo>
                    <a:pt x="58366" y="2811"/>
                  </a:moveTo>
                  <a:lnTo>
                    <a:pt x="83085" y="0"/>
                  </a:lnTo>
                  <a:lnTo>
                    <a:pt x="84704" y="14721"/>
                  </a:lnTo>
                  <a:lnTo>
                    <a:pt x="120930" y="10726"/>
                  </a:lnTo>
                  <a:lnTo>
                    <a:pt x="124463" y="42579"/>
                  </a:lnTo>
                  <a:lnTo>
                    <a:pt x="127250" y="67633"/>
                  </a:lnTo>
                  <a:lnTo>
                    <a:pt x="127921" y="73701"/>
                  </a:lnTo>
                  <a:lnTo>
                    <a:pt x="29561" y="84385"/>
                  </a:lnTo>
                  <a:lnTo>
                    <a:pt x="8838" y="86836"/>
                  </a:lnTo>
                  <a:lnTo>
                    <a:pt x="6840" y="87046"/>
                  </a:lnTo>
                  <a:lnTo>
                    <a:pt x="6764" y="86375"/>
                  </a:lnTo>
                  <a:lnTo>
                    <a:pt x="0" y="24071"/>
                  </a:lnTo>
                  <a:lnTo>
                    <a:pt x="59986" y="174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0" name="pg521">
              <a:extLst>
                <a:ext uri="{FF2B5EF4-FFF2-40B4-BE49-F238E27FC236}">
                  <a16:creationId xmlns:a16="http://schemas.microsoft.com/office/drawing/2014/main" id="{DA01C3B9-4BD4-48A1-BC75-54521A2883CD}"/>
                </a:ext>
              </a:extLst>
            </p:cNvPr>
            <p:cNvSpPr/>
            <p:nvPr/>
          </p:nvSpPr>
          <p:spPr>
            <a:xfrm>
              <a:off x="6898508" y="2562461"/>
              <a:ext cx="144204" cy="128450"/>
            </a:xfrm>
            <a:custGeom>
              <a:avLst/>
              <a:gdLst/>
              <a:ahLst/>
              <a:cxnLst/>
              <a:rect l="0" t="0" r="0" b="0"/>
              <a:pathLst>
                <a:path w="144204" h="128450">
                  <a:moveTo>
                    <a:pt x="0" y="80617"/>
                  </a:moveTo>
                  <a:lnTo>
                    <a:pt x="60221" y="0"/>
                  </a:lnTo>
                  <a:lnTo>
                    <a:pt x="144204" y="62915"/>
                  </a:lnTo>
                  <a:lnTo>
                    <a:pt x="95255" y="128450"/>
                  </a:lnTo>
                  <a:lnTo>
                    <a:pt x="92233" y="126184"/>
                  </a:lnTo>
                  <a:lnTo>
                    <a:pt x="44895" y="90731"/>
                  </a:lnTo>
                  <a:lnTo>
                    <a:pt x="33606" y="1058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1" name="pg522">
              <a:extLst>
                <a:ext uri="{FF2B5EF4-FFF2-40B4-BE49-F238E27FC236}">
                  <a16:creationId xmlns:a16="http://schemas.microsoft.com/office/drawing/2014/main" id="{7311AC70-4859-4529-9F90-BAC4F8924CC9}"/>
                </a:ext>
              </a:extLst>
            </p:cNvPr>
            <p:cNvSpPr/>
            <p:nvPr/>
          </p:nvSpPr>
          <p:spPr>
            <a:xfrm>
              <a:off x="7783184" y="4439483"/>
              <a:ext cx="69034" cy="86249"/>
            </a:xfrm>
            <a:custGeom>
              <a:avLst/>
              <a:gdLst/>
              <a:ahLst/>
              <a:cxnLst/>
              <a:rect l="0" t="0" r="0" b="0"/>
              <a:pathLst>
                <a:path w="69034" h="86249">
                  <a:moveTo>
                    <a:pt x="4893" y="86249"/>
                  </a:moveTo>
                  <a:lnTo>
                    <a:pt x="0" y="3793"/>
                  </a:lnTo>
                  <a:lnTo>
                    <a:pt x="64149" y="0"/>
                  </a:lnTo>
                  <a:lnTo>
                    <a:pt x="69034" y="8244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2" name="pg523">
              <a:extLst>
                <a:ext uri="{FF2B5EF4-FFF2-40B4-BE49-F238E27FC236}">
                  <a16:creationId xmlns:a16="http://schemas.microsoft.com/office/drawing/2014/main" id="{9A5DBFD7-F47D-4DFE-A094-AC5FC48FEC3F}"/>
                </a:ext>
              </a:extLst>
            </p:cNvPr>
            <p:cNvSpPr/>
            <p:nvPr/>
          </p:nvSpPr>
          <p:spPr>
            <a:xfrm>
              <a:off x="9858497" y="4510171"/>
              <a:ext cx="132789" cy="74523"/>
            </a:xfrm>
            <a:custGeom>
              <a:avLst/>
              <a:gdLst/>
              <a:ahLst/>
              <a:cxnLst/>
              <a:rect l="0" t="0" r="0" b="0"/>
              <a:pathLst>
                <a:path w="132789" h="74523">
                  <a:moveTo>
                    <a:pt x="129457" y="74523"/>
                  </a:moveTo>
                  <a:lnTo>
                    <a:pt x="64930" y="71368"/>
                  </a:lnTo>
                  <a:lnTo>
                    <a:pt x="12573" y="68808"/>
                  </a:lnTo>
                  <a:lnTo>
                    <a:pt x="0" y="68195"/>
                  </a:lnTo>
                  <a:lnTo>
                    <a:pt x="3256" y="0"/>
                  </a:lnTo>
                  <a:lnTo>
                    <a:pt x="132789" y="633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3" name="pg524">
              <a:extLst>
                <a:ext uri="{FF2B5EF4-FFF2-40B4-BE49-F238E27FC236}">
                  <a16:creationId xmlns:a16="http://schemas.microsoft.com/office/drawing/2014/main" id="{6F0E04B4-DBF9-4845-B286-160B14218B05}"/>
                </a:ext>
              </a:extLst>
            </p:cNvPr>
            <p:cNvSpPr/>
            <p:nvPr/>
          </p:nvSpPr>
          <p:spPr>
            <a:xfrm>
              <a:off x="6673627" y="3239690"/>
              <a:ext cx="97471" cy="85787"/>
            </a:xfrm>
            <a:custGeom>
              <a:avLst/>
              <a:gdLst/>
              <a:ahLst/>
              <a:cxnLst/>
              <a:rect l="0" t="0" r="0" b="0"/>
              <a:pathLst>
                <a:path w="97471" h="85787">
                  <a:moveTo>
                    <a:pt x="57821" y="0"/>
                  </a:moveTo>
                  <a:lnTo>
                    <a:pt x="59029" y="7226"/>
                  </a:lnTo>
                  <a:lnTo>
                    <a:pt x="86971" y="2929"/>
                  </a:lnTo>
                  <a:lnTo>
                    <a:pt x="97471" y="71384"/>
                  </a:lnTo>
                  <a:lnTo>
                    <a:pt x="70545" y="75514"/>
                  </a:lnTo>
                  <a:lnTo>
                    <a:pt x="65433" y="82573"/>
                  </a:lnTo>
                  <a:lnTo>
                    <a:pt x="44383" y="85787"/>
                  </a:lnTo>
                  <a:lnTo>
                    <a:pt x="37467" y="80575"/>
                  </a:lnTo>
                  <a:lnTo>
                    <a:pt x="10533" y="84696"/>
                  </a:lnTo>
                  <a:lnTo>
                    <a:pt x="0" y="16333"/>
                  </a:lnTo>
                  <a:lnTo>
                    <a:pt x="27949" y="12027"/>
                  </a:lnTo>
                  <a:lnTo>
                    <a:pt x="26850" y="4784"/>
                  </a:lnTo>
                  <a:lnTo>
                    <a:pt x="33967" y="3684"/>
                  </a:lnTo>
                  <a:lnTo>
                    <a:pt x="50703" y="109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4" name="pg525">
              <a:extLst>
                <a:ext uri="{FF2B5EF4-FFF2-40B4-BE49-F238E27FC236}">
                  <a16:creationId xmlns:a16="http://schemas.microsoft.com/office/drawing/2014/main" id="{1D8E97A7-9EDF-432A-8609-E291527965A7}"/>
                </a:ext>
              </a:extLst>
            </p:cNvPr>
            <p:cNvSpPr/>
            <p:nvPr/>
          </p:nvSpPr>
          <p:spPr>
            <a:xfrm>
              <a:off x="8642773" y="3664733"/>
              <a:ext cx="113309" cy="109465"/>
            </a:xfrm>
            <a:custGeom>
              <a:avLst/>
              <a:gdLst/>
              <a:ahLst/>
              <a:cxnLst/>
              <a:rect l="0" t="0" r="0" b="0"/>
              <a:pathLst>
                <a:path w="113309" h="109465">
                  <a:moveTo>
                    <a:pt x="0" y="69630"/>
                  </a:moveTo>
                  <a:lnTo>
                    <a:pt x="24290" y="47824"/>
                  </a:lnTo>
                  <a:lnTo>
                    <a:pt x="77537" y="0"/>
                  </a:lnTo>
                  <a:lnTo>
                    <a:pt x="113309" y="39834"/>
                  </a:lnTo>
                  <a:lnTo>
                    <a:pt x="35763" y="109465"/>
                  </a:lnTo>
                  <a:lnTo>
                    <a:pt x="1678" y="7150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5" name="pg526">
              <a:extLst>
                <a:ext uri="{FF2B5EF4-FFF2-40B4-BE49-F238E27FC236}">
                  <a16:creationId xmlns:a16="http://schemas.microsoft.com/office/drawing/2014/main" id="{05E98A2D-C47E-4235-9003-22FF7735A6D4}"/>
                </a:ext>
              </a:extLst>
            </p:cNvPr>
            <p:cNvSpPr/>
            <p:nvPr/>
          </p:nvSpPr>
          <p:spPr>
            <a:xfrm>
              <a:off x="8521154" y="3529174"/>
              <a:ext cx="113401" cy="109532"/>
            </a:xfrm>
            <a:custGeom>
              <a:avLst/>
              <a:gdLst/>
              <a:ahLst/>
              <a:cxnLst/>
              <a:rect l="0" t="0" r="0" b="0"/>
              <a:pathLst>
                <a:path w="113401" h="109532">
                  <a:moveTo>
                    <a:pt x="0" y="69714"/>
                  </a:moveTo>
                  <a:lnTo>
                    <a:pt x="77637" y="0"/>
                  </a:lnTo>
                  <a:lnTo>
                    <a:pt x="113401" y="39809"/>
                  </a:lnTo>
                  <a:lnTo>
                    <a:pt x="35755" y="10953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6" name="pg527">
              <a:extLst>
                <a:ext uri="{FF2B5EF4-FFF2-40B4-BE49-F238E27FC236}">
                  <a16:creationId xmlns:a16="http://schemas.microsoft.com/office/drawing/2014/main" id="{96AD8A45-7C76-4B37-A9A3-0A39AFE72BB2}"/>
                </a:ext>
              </a:extLst>
            </p:cNvPr>
            <p:cNvSpPr/>
            <p:nvPr/>
          </p:nvSpPr>
          <p:spPr>
            <a:xfrm>
              <a:off x="6439832" y="4806311"/>
              <a:ext cx="398403" cy="219828"/>
            </a:xfrm>
            <a:custGeom>
              <a:avLst/>
              <a:gdLst/>
              <a:ahLst/>
              <a:cxnLst/>
              <a:rect l="0" t="0" r="0" b="0"/>
              <a:pathLst>
                <a:path w="398403" h="219828">
                  <a:moveTo>
                    <a:pt x="39280" y="159035"/>
                  </a:moveTo>
                  <a:lnTo>
                    <a:pt x="17768" y="86509"/>
                  </a:lnTo>
                  <a:lnTo>
                    <a:pt x="17206" y="86677"/>
                  </a:lnTo>
                  <a:lnTo>
                    <a:pt x="16047" y="82472"/>
                  </a:lnTo>
                  <a:lnTo>
                    <a:pt x="16526" y="82329"/>
                  </a:lnTo>
                  <a:lnTo>
                    <a:pt x="1997" y="33338"/>
                  </a:lnTo>
                  <a:lnTo>
                    <a:pt x="1519" y="33480"/>
                  </a:lnTo>
                  <a:lnTo>
                    <a:pt x="0" y="28344"/>
                  </a:lnTo>
                  <a:lnTo>
                    <a:pt x="5069" y="26850"/>
                  </a:lnTo>
                  <a:lnTo>
                    <a:pt x="5161" y="27169"/>
                  </a:lnTo>
                  <a:lnTo>
                    <a:pt x="74674" y="6630"/>
                  </a:lnTo>
                  <a:lnTo>
                    <a:pt x="74582" y="6303"/>
                  </a:lnTo>
                  <a:lnTo>
                    <a:pt x="79652" y="4809"/>
                  </a:lnTo>
                  <a:lnTo>
                    <a:pt x="81171" y="9954"/>
                  </a:lnTo>
                  <a:lnTo>
                    <a:pt x="80919" y="10029"/>
                  </a:lnTo>
                  <a:lnTo>
                    <a:pt x="90412" y="41605"/>
                  </a:lnTo>
                  <a:lnTo>
                    <a:pt x="118202" y="33262"/>
                  </a:lnTo>
                  <a:lnTo>
                    <a:pt x="115625" y="24667"/>
                  </a:lnTo>
                  <a:lnTo>
                    <a:pt x="168956" y="8342"/>
                  </a:lnTo>
                  <a:lnTo>
                    <a:pt x="179129" y="42335"/>
                  </a:lnTo>
                  <a:lnTo>
                    <a:pt x="173354" y="44064"/>
                  </a:lnTo>
                  <a:lnTo>
                    <a:pt x="176837" y="55714"/>
                  </a:lnTo>
                  <a:lnTo>
                    <a:pt x="203520" y="47715"/>
                  </a:lnTo>
                  <a:lnTo>
                    <a:pt x="204795" y="51979"/>
                  </a:lnTo>
                  <a:lnTo>
                    <a:pt x="231142" y="44089"/>
                  </a:lnTo>
                  <a:lnTo>
                    <a:pt x="229933" y="40086"/>
                  </a:lnTo>
                  <a:lnTo>
                    <a:pt x="346524" y="4968"/>
                  </a:lnTo>
                  <a:lnTo>
                    <a:pt x="349101" y="4196"/>
                  </a:lnTo>
                  <a:lnTo>
                    <a:pt x="363034" y="0"/>
                  </a:lnTo>
                  <a:lnTo>
                    <a:pt x="364142" y="3701"/>
                  </a:lnTo>
                  <a:lnTo>
                    <a:pt x="355463" y="6286"/>
                  </a:lnTo>
                  <a:lnTo>
                    <a:pt x="388616" y="116985"/>
                  </a:lnTo>
                  <a:lnTo>
                    <a:pt x="397295" y="114391"/>
                  </a:lnTo>
                  <a:lnTo>
                    <a:pt x="398403" y="118093"/>
                  </a:lnTo>
                  <a:lnTo>
                    <a:pt x="265428" y="157902"/>
                  </a:lnTo>
                  <a:lnTo>
                    <a:pt x="264228" y="153890"/>
                  </a:lnTo>
                  <a:lnTo>
                    <a:pt x="244219" y="159883"/>
                  </a:lnTo>
                  <a:lnTo>
                    <a:pt x="245520" y="164222"/>
                  </a:lnTo>
                  <a:lnTo>
                    <a:pt x="57317" y="219828"/>
                  </a:lnTo>
                  <a:lnTo>
                    <a:pt x="52550" y="203763"/>
                  </a:lnTo>
                  <a:lnTo>
                    <a:pt x="26363" y="211535"/>
                  </a:lnTo>
                  <a:lnTo>
                    <a:pt x="18330" y="200204"/>
                  </a:lnTo>
                  <a:lnTo>
                    <a:pt x="12438" y="180623"/>
                  </a:lnTo>
                  <a:lnTo>
                    <a:pt x="12934" y="166849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7" name="pg528">
              <a:extLst>
                <a:ext uri="{FF2B5EF4-FFF2-40B4-BE49-F238E27FC236}">
                  <a16:creationId xmlns:a16="http://schemas.microsoft.com/office/drawing/2014/main" id="{DC7D2F53-BF0F-4608-8D5D-31B019043F1F}"/>
                </a:ext>
              </a:extLst>
            </p:cNvPr>
            <p:cNvSpPr/>
            <p:nvPr/>
          </p:nvSpPr>
          <p:spPr>
            <a:xfrm>
              <a:off x="6534080" y="4852373"/>
              <a:ext cx="66080" cy="82757"/>
            </a:xfrm>
            <a:custGeom>
              <a:avLst/>
              <a:gdLst/>
              <a:ahLst/>
              <a:cxnLst/>
              <a:rect l="0" t="0" r="0" b="0"/>
              <a:pathLst>
                <a:path w="66080" h="82757">
                  <a:moveTo>
                    <a:pt x="21914" y="82757"/>
                  </a:moveTo>
                  <a:lnTo>
                    <a:pt x="57561" y="72232"/>
                  </a:lnTo>
                  <a:lnTo>
                    <a:pt x="42612" y="21629"/>
                  </a:lnTo>
                  <a:lnTo>
                    <a:pt x="66080" y="14595"/>
                  </a:lnTo>
                  <a:lnTo>
                    <a:pt x="62613" y="3029"/>
                  </a:lnTo>
                  <a:lnTo>
                    <a:pt x="31516" y="12363"/>
                  </a:lnTo>
                  <a:lnTo>
                    <a:pt x="27806" y="0"/>
                  </a:lnTo>
                  <a:lnTo>
                    <a:pt x="0" y="8342"/>
                  </a:lnTo>
                  <a:lnTo>
                    <a:pt x="4977" y="24894"/>
                  </a:lnTo>
                  <a:lnTo>
                    <a:pt x="5296" y="24802"/>
                  </a:lnTo>
                  <a:lnTo>
                    <a:pt x="6529" y="28898"/>
                  </a:lnTo>
                  <a:lnTo>
                    <a:pt x="14386" y="42419"/>
                  </a:lnTo>
                  <a:lnTo>
                    <a:pt x="19329" y="55496"/>
                  </a:lnTo>
                  <a:lnTo>
                    <a:pt x="21805" y="6884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8" name="pg529">
              <a:extLst>
                <a:ext uri="{FF2B5EF4-FFF2-40B4-BE49-F238E27FC236}">
                  <a16:creationId xmlns:a16="http://schemas.microsoft.com/office/drawing/2014/main" id="{07AB86CF-1486-41FC-BE9C-32CAAF34670F}"/>
                </a:ext>
              </a:extLst>
            </p:cNvPr>
            <p:cNvSpPr/>
            <p:nvPr/>
          </p:nvSpPr>
          <p:spPr>
            <a:xfrm>
              <a:off x="8619859" y="4349918"/>
              <a:ext cx="91713" cy="128979"/>
            </a:xfrm>
            <a:custGeom>
              <a:avLst/>
              <a:gdLst/>
              <a:ahLst/>
              <a:cxnLst/>
              <a:rect l="0" t="0" r="0" b="0"/>
              <a:pathLst>
                <a:path w="91713" h="128979">
                  <a:moveTo>
                    <a:pt x="3416" y="83622"/>
                  </a:moveTo>
                  <a:lnTo>
                    <a:pt x="4263" y="83580"/>
                  </a:lnTo>
                  <a:lnTo>
                    <a:pt x="2694" y="54514"/>
                  </a:lnTo>
                  <a:lnTo>
                    <a:pt x="0" y="4582"/>
                  </a:lnTo>
                  <a:lnTo>
                    <a:pt x="75791" y="0"/>
                  </a:lnTo>
                  <a:lnTo>
                    <a:pt x="78435" y="45852"/>
                  </a:lnTo>
                  <a:lnTo>
                    <a:pt x="86736" y="45374"/>
                  </a:lnTo>
                  <a:lnTo>
                    <a:pt x="91713" y="123750"/>
                  </a:lnTo>
                  <a:lnTo>
                    <a:pt x="88565" y="124060"/>
                  </a:lnTo>
                  <a:lnTo>
                    <a:pt x="23450" y="127989"/>
                  </a:lnTo>
                  <a:lnTo>
                    <a:pt x="21125" y="128081"/>
                  </a:lnTo>
                  <a:lnTo>
                    <a:pt x="6991" y="128979"/>
                  </a:lnTo>
                  <a:lnTo>
                    <a:pt x="4515" y="87734"/>
                  </a:lnTo>
                  <a:lnTo>
                    <a:pt x="3634" y="8777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699" name="pg530">
              <a:extLst>
                <a:ext uri="{FF2B5EF4-FFF2-40B4-BE49-F238E27FC236}">
                  <a16:creationId xmlns:a16="http://schemas.microsoft.com/office/drawing/2014/main" id="{DF833E61-6AC7-4F8E-8C0D-AC9BDE42FDC0}"/>
                </a:ext>
              </a:extLst>
            </p:cNvPr>
            <p:cNvSpPr/>
            <p:nvPr/>
          </p:nvSpPr>
          <p:spPr>
            <a:xfrm>
              <a:off x="8809228" y="5248007"/>
              <a:ext cx="87608" cy="107660"/>
            </a:xfrm>
            <a:custGeom>
              <a:avLst/>
              <a:gdLst/>
              <a:ahLst/>
              <a:cxnLst/>
              <a:rect l="0" t="0" r="0" b="0"/>
              <a:pathLst>
                <a:path w="87608" h="107660">
                  <a:moveTo>
                    <a:pt x="33531" y="4918"/>
                  </a:moveTo>
                  <a:lnTo>
                    <a:pt x="33203" y="654"/>
                  </a:lnTo>
                  <a:lnTo>
                    <a:pt x="41563" y="0"/>
                  </a:lnTo>
                  <a:lnTo>
                    <a:pt x="41890" y="4263"/>
                  </a:lnTo>
                  <a:lnTo>
                    <a:pt x="79358" y="1326"/>
                  </a:lnTo>
                  <a:lnTo>
                    <a:pt x="87608" y="102381"/>
                  </a:lnTo>
                  <a:lnTo>
                    <a:pt x="20362" y="107660"/>
                  </a:lnTo>
                  <a:lnTo>
                    <a:pt x="15233" y="47245"/>
                  </a:lnTo>
                  <a:lnTo>
                    <a:pt x="3189" y="48185"/>
                  </a:lnTo>
                  <a:lnTo>
                    <a:pt x="0" y="755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0" name="pg531">
              <a:extLst>
                <a:ext uri="{FF2B5EF4-FFF2-40B4-BE49-F238E27FC236}">
                  <a16:creationId xmlns:a16="http://schemas.microsoft.com/office/drawing/2014/main" id="{546DFB90-E203-4005-9A4B-C4B8AF4233E8}"/>
                </a:ext>
              </a:extLst>
            </p:cNvPr>
            <p:cNvSpPr/>
            <p:nvPr/>
          </p:nvSpPr>
          <p:spPr>
            <a:xfrm>
              <a:off x="5888663" y="1536753"/>
              <a:ext cx="106460" cy="147184"/>
            </a:xfrm>
            <a:custGeom>
              <a:avLst/>
              <a:gdLst/>
              <a:ahLst/>
              <a:cxnLst/>
              <a:rect l="0" t="0" r="0" b="0"/>
              <a:pathLst>
                <a:path w="106460" h="147184">
                  <a:moveTo>
                    <a:pt x="81204" y="21856"/>
                  </a:moveTo>
                  <a:lnTo>
                    <a:pt x="88725" y="25364"/>
                  </a:lnTo>
                  <a:lnTo>
                    <a:pt x="66995" y="70688"/>
                  </a:lnTo>
                  <a:lnTo>
                    <a:pt x="106460" y="89086"/>
                  </a:lnTo>
                  <a:lnTo>
                    <a:pt x="79383" y="147184"/>
                  </a:lnTo>
                  <a:lnTo>
                    <a:pt x="0" y="110186"/>
                  </a:lnTo>
                  <a:lnTo>
                    <a:pt x="26699" y="51895"/>
                  </a:lnTo>
                  <a:lnTo>
                    <a:pt x="29896" y="53389"/>
                  </a:lnTo>
                  <a:lnTo>
                    <a:pt x="54950" y="0"/>
                  </a:lnTo>
                  <a:lnTo>
                    <a:pt x="84864" y="1403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1" name="pg532">
              <a:extLst>
                <a:ext uri="{FF2B5EF4-FFF2-40B4-BE49-F238E27FC236}">
                  <a16:creationId xmlns:a16="http://schemas.microsoft.com/office/drawing/2014/main" id="{82B2D002-FD8A-4D72-B0A5-B83D7B54099E}"/>
                </a:ext>
              </a:extLst>
            </p:cNvPr>
            <p:cNvSpPr/>
            <p:nvPr/>
          </p:nvSpPr>
          <p:spPr>
            <a:xfrm>
              <a:off x="7599539" y="4420556"/>
              <a:ext cx="102095" cy="81792"/>
            </a:xfrm>
            <a:custGeom>
              <a:avLst/>
              <a:gdLst/>
              <a:ahLst/>
              <a:cxnLst/>
              <a:rect l="0" t="0" r="0" b="0"/>
              <a:pathLst>
                <a:path w="102095" h="81792">
                  <a:moveTo>
                    <a:pt x="41479" y="3105"/>
                  </a:moveTo>
                  <a:lnTo>
                    <a:pt x="97941" y="0"/>
                  </a:lnTo>
                  <a:lnTo>
                    <a:pt x="97966" y="419"/>
                  </a:lnTo>
                  <a:lnTo>
                    <a:pt x="98830" y="16509"/>
                  </a:lnTo>
                  <a:lnTo>
                    <a:pt x="99233" y="23987"/>
                  </a:lnTo>
                  <a:lnTo>
                    <a:pt x="101718" y="70234"/>
                  </a:lnTo>
                  <a:lnTo>
                    <a:pt x="102095" y="77276"/>
                  </a:lnTo>
                  <a:lnTo>
                    <a:pt x="20118" y="81792"/>
                  </a:lnTo>
                  <a:lnTo>
                    <a:pt x="18901" y="59692"/>
                  </a:lnTo>
                  <a:lnTo>
                    <a:pt x="2627" y="60616"/>
                  </a:lnTo>
                  <a:lnTo>
                    <a:pt x="2123" y="60641"/>
                  </a:lnTo>
                  <a:lnTo>
                    <a:pt x="0" y="21940"/>
                  </a:lnTo>
                  <a:lnTo>
                    <a:pt x="42386" y="196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2" name="pg533">
              <a:extLst>
                <a:ext uri="{FF2B5EF4-FFF2-40B4-BE49-F238E27FC236}">
                  <a16:creationId xmlns:a16="http://schemas.microsoft.com/office/drawing/2014/main" id="{AE9DD651-CA08-4E1F-8F15-43952DBD91B0}"/>
                </a:ext>
              </a:extLst>
            </p:cNvPr>
            <p:cNvSpPr/>
            <p:nvPr/>
          </p:nvSpPr>
          <p:spPr>
            <a:xfrm>
              <a:off x="7782118" y="1571526"/>
              <a:ext cx="51408" cy="58266"/>
            </a:xfrm>
            <a:custGeom>
              <a:avLst/>
              <a:gdLst/>
              <a:ahLst/>
              <a:cxnLst/>
              <a:rect l="0" t="0" r="0" b="0"/>
              <a:pathLst>
                <a:path w="51408" h="58266">
                  <a:moveTo>
                    <a:pt x="45701" y="58266"/>
                  </a:moveTo>
                  <a:lnTo>
                    <a:pt x="0" y="53381"/>
                  </a:lnTo>
                  <a:lnTo>
                    <a:pt x="5715" y="0"/>
                  </a:lnTo>
                  <a:lnTo>
                    <a:pt x="51408" y="489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3" name="pg534">
              <a:extLst>
                <a:ext uri="{FF2B5EF4-FFF2-40B4-BE49-F238E27FC236}">
                  <a16:creationId xmlns:a16="http://schemas.microsoft.com/office/drawing/2014/main" id="{0679EDA9-E133-470D-A050-8C80B5660CF5}"/>
                </a:ext>
              </a:extLst>
            </p:cNvPr>
            <p:cNvSpPr/>
            <p:nvPr/>
          </p:nvSpPr>
          <p:spPr>
            <a:xfrm>
              <a:off x="6719093" y="2458276"/>
              <a:ext cx="162409" cy="119864"/>
            </a:xfrm>
            <a:custGeom>
              <a:avLst/>
              <a:gdLst/>
              <a:ahLst/>
              <a:cxnLst/>
              <a:rect l="0" t="0" r="0" b="0"/>
              <a:pathLst>
                <a:path w="162409" h="119864">
                  <a:moveTo>
                    <a:pt x="0" y="80407"/>
                  </a:moveTo>
                  <a:lnTo>
                    <a:pt x="54808" y="0"/>
                  </a:lnTo>
                  <a:lnTo>
                    <a:pt x="101105" y="31567"/>
                  </a:lnTo>
                  <a:lnTo>
                    <a:pt x="104697" y="26304"/>
                  </a:lnTo>
                  <a:lnTo>
                    <a:pt x="131170" y="44425"/>
                  </a:lnTo>
                  <a:lnTo>
                    <a:pt x="162409" y="65828"/>
                  </a:lnTo>
                  <a:lnTo>
                    <a:pt x="125781" y="119864"/>
                  </a:lnTo>
                  <a:lnTo>
                    <a:pt x="118160" y="114652"/>
                  </a:lnTo>
                  <a:lnTo>
                    <a:pt x="75531" y="85451"/>
                  </a:lnTo>
                  <a:lnTo>
                    <a:pt x="58794" y="109893"/>
                  </a:lnTo>
                  <a:lnTo>
                    <a:pt x="53868" y="11708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4" name="pg535">
              <a:extLst>
                <a:ext uri="{FF2B5EF4-FFF2-40B4-BE49-F238E27FC236}">
                  <a16:creationId xmlns:a16="http://schemas.microsoft.com/office/drawing/2014/main" id="{233AAEB6-DAFA-4BF1-A62B-368A3E94F4A1}"/>
                </a:ext>
              </a:extLst>
            </p:cNvPr>
            <p:cNvSpPr/>
            <p:nvPr/>
          </p:nvSpPr>
          <p:spPr>
            <a:xfrm>
              <a:off x="6429567" y="2512320"/>
              <a:ext cx="103405" cy="108877"/>
            </a:xfrm>
            <a:custGeom>
              <a:avLst/>
              <a:gdLst/>
              <a:ahLst/>
              <a:cxnLst/>
              <a:rect l="0" t="0" r="0" b="0"/>
              <a:pathLst>
                <a:path w="103405" h="108877">
                  <a:moveTo>
                    <a:pt x="61455" y="0"/>
                  </a:moveTo>
                  <a:lnTo>
                    <a:pt x="103405" y="34790"/>
                  </a:lnTo>
                  <a:lnTo>
                    <a:pt x="41957" y="108877"/>
                  </a:lnTo>
                  <a:lnTo>
                    <a:pt x="0" y="74087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5" name="pg536">
              <a:extLst>
                <a:ext uri="{FF2B5EF4-FFF2-40B4-BE49-F238E27FC236}">
                  <a16:creationId xmlns:a16="http://schemas.microsoft.com/office/drawing/2014/main" id="{86EDF07D-5916-4CD7-9087-4B63ACB66AAA}"/>
                </a:ext>
              </a:extLst>
            </p:cNvPr>
            <p:cNvSpPr/>
            <p:nvPr/>
          </p:nvSpPr>
          <p:spPr>
            <a:xfrm>
              <a:off x="6344501" y="5117399"/>
              <a:ext cx="344569" cy="257430"/>
            </a:xfrm>
            <a:custGeom>
              <a:avLst/>
              <a:gdLst/>
              <a:ahLst/>
              <a:cxnLst/>
              <a:rect l="0" t="0" r="0" b="0"/>
              <a:pathLst>
                <a:path w="344569" h="257430">
                  <a:moveTo>
                    <a:pt x="238763" y="165431"/>
                  </a:moveTo>
                  <a:lnTo>
                    <a:pt x="233156" y="147855"/>
                  </a:lnTo>
                  <a:lnTo>
                    <a:pt x="265034" y="137658"/>
                  </a:lnTo>
                  <a:lnTo>
                    <a:pt x="270649" y="155233"/>
                  </a:lnTo>
                  <a:lnTo>
                    <a:pt x="332826" y="135366"/>
                  </a:lnTo>
                  <a:lnTo>
                    <a:pt x="344569" y="172129"/>
                  </a:lnTo>
                  <a:lnTo>
                    <a:pt x="320320" y="180312"/>
                  </a:lnTo>
                  <a:lnTo>
                    <a:pt x="326683" y="199331"/>
                  </a:lnTo>
                  <a:lnTo>
                    <a:pt x="189864" y="242825"/>
                  </a:lnTo>
                  <a:lnTo>
                    <a:pt x="189704" y="242171"/>
                  </a:lnTo>
                  <a:lnTo>
                    <a:pt x="143877" y="248868"/>
                  </a:lnTo>
                  <a:lnTo>
                    <a:pt x="140394" y="237168"/>
                  </a:lnTo>
                  <a:lnTo>
                    <a:pt x="136449" y="237235"/>
                  </a:lnTo>
                  <a:lnTo>
                    <a:pt x="136147" y="236279"/>
                  </a:lnTo>
                  <a:lnTo>
                    <a:pt x="131430" y="237773"/>
                  </a:lnTo>
                  <a:lnTo>
                    <a:pt x="69412" y="257430"/>
                  </a:lnTo>
                  <a:lnTo>
                    <a:pt x="0" y="42772"/>
                  </a:lnTo>
                  <a:lnTo>
                    <a:pt x="131060" y="0"/>
                  </a:lnTo>
                  <a:lnTo>
                    <a:pt x="155728" y="82564"/>
                  </a:lnTo>
                  <a:lnTo>
                    <a:pt x="187539" y="181806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6" name="pg537">
              <a:extLst>
                <a:ext uri="{FF2B5EF4-FFF2-40B4-BE49-F238E27FC236}">
                  <a16:creationId xmlns:a16="http://schemas.microsoft.com/office/drawing/2014/main" id="{6089FB3D-311B-4332-878D-B1B732F2083B}"/>
                </a:ext>
              </a:extLst>
            </p:cNvPr>
            <p:cNvSpPr/>
            <p:nvPr/>
          </p:nvSpPr>
          <p:spPr>
            <a:xfrm>
              <a:off x="8697640" y="1537760"/>
              <a:ext cx="47732" cy="53272"/>
            </a:xfrm>
            <a:custGeom>
              <a:avLst/>
              <a:gdLst/>
              <a:ahLst/>
              <a:cxnLst/>
              <a:rect l="0" t="0" r="0" b="0"/>
              <a:pathLst>
                <a:path w="47732" h="53272">
                  <a:moveTo>
                    <a:pt x="44643" y="53272"/>
                  </a:moveTo>
                  <a:lnTo>
                    <a:pt x="0" y="50552"/>
                  </a:lnTo>
                  <a:lnTo>
                    <a:pt x="3088" y="0"/>
                  </a:lnTo>
                  <a:lnTo>
                    <a:pt x="47732" y="271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7" name="pg538">
              <a:extLst>
                <a:ext uri="{FF2B5EF4-FFF2-40B4-BE49-F238E27FC236}">
                  <a16:creationId xmlns:a16="http://schemas.microsoft.com/office/drawing/2014/main" id="{75C19BB6-5FDF-42C5-BCB8-2F0FB9EB3080}"/>
                </a:ext>
              </a:extLst>
            </p:cNvPr>
            <p:cNvSpPr/>
            <p:nvPr/>
          </p:nvSpPr>
          <p:spPr>
            <a:xfrm>
              <a:off x="8595729" y="1810768"/>
              <a:ext cx="41311" cy="42864"/>
            </a:xfrm>
            <a:custGeom>
              <a:avLst/>
              <a:gdLst/>
              <a:ahLst/>
              <a:cxnLst/>
              <a:rect l="0" t="0" r="0" b="0"/>
              <a:pathLst>
                <a:path w="41311" h="42864">
                  <a:moveTo>
                    <a:pt x="41311" y="3332"/>
                  </a:moveTo>
                  <a:lnTo>
                    <a:pt x="37752" y="42864"/>
                  </a:lnTo>
                  <a:lnTo>
                    <a:pt x="0" y="39750"/>
                  </a:lnTo>
                  <a:lnTo>
                    <a:pt x="3558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8" name="pg539">
              <a:extLst>
                <a:ext uri="{FF2B5EF4-FFF2-40B4-BE49-F238E27FC236}">
                  <a16:creationId xmlns:a16="http://schemas.microsoft.com/office/drawing/2014/main" id="{E7E5C8EE-7D90-483E-9AA0-C0B11EA41872}"/>
                </a:ext>
              </a:extLst>
            </p:cNvPr>
            <p:cNvSpPr/>
            <p:nvPr/>
          </p:nvSpPr>
          <p:spPr>
            <a:xfrm>
              <a:off x="7039271" y="2646000"/>
              <a:ext cx="140134" cy="143256"/>
            </a:xfrm>
            <a:custGeom>
              <a:avLst/>
              <a:gdLst/>
              <a:ahLst/>
              <a:cxnLst/>
              <a:rect l="0" t="0" r="0" b="0"/>
              <a:pathLst>
                <a:path w="140134" h="143256">
                  <a:moveTo>
                    <a:pt x="32314" y="70772"/>
                  </a:moveTo>
                  <a:lnTo>
                    <a:pt x="23761" y="64292"/>
                  </a:lnTo>
                  <a:lnTo>
                    <a:pt x="50577" y="29133"/>
                  </a:lnTo>
                  <a:lnTo>
                    <a:pt x="61354" y="32440"/>
                  </a:lnTo>
                  <a:lnTo>
                    <a:pt x="85921" y="0"/>
                  </a:lnTo>
                  <a:lnTo>
                    <a:pt x="140134" y="41227"/>
                  </a:lnTo>
                  <a:lnTo>
                    <a:pt x="68220" y="136172"/>
                  </a:lnTo>
                  <a:lnTo>
                    <a:pt x="50032" y="122390"/>
                  </a:lnTo>
                  <a:lnTo>
                    <a:pt x="34236" y="143256"/>
                  </a:lnTo>
                  <a:lnTo>
                    <a:pt x="0" y="117337"/>
                  </a:lnTo>
                  <a:lnTo>
                    <a:pt x="15796" y="96472"/>
                  </a:lnTo>
                  <a:lnTo>
                    <a:pt x="13924" y="95053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09" name="pg540">
              <a:extLst>
                <a:ext uri="{FF2B5EF4-FFF2-40B4-BE49-F238E27FC236}">
                  <a16:creationId xmlns:a16="http://schemas.microsoft.com/office/drawing/2014/main" id="{979CC8A3-CD62-4DBA-A14C-2D2F64DDEF42}"/>
                </a:ext>
              </a:extLst>
            </p:cNvPr>
            <p:cNvSpPr/>
            <p:nvPr/>
          </p:nvSpPr>
          <p:spPr>
            <a:xfrm>
              <a:off x="6742796" y="4133649"/>
              <a:ext cx="90773" cy="109725"/>
            </a:xfrm>
            <a:custGeom>
              <a:avLst/>
              <a:gdLst/>
              <a:ahLst/>
              <a:cxnLst/>
              <a:rect l="0" t="0" r="0" b="0"/>
              <a:pathLst>
                <a:path w="90773" h="109725">
                  <a:moveTo>
                    <a:pt x="83907" y="0"/>
                  </a:moveTo>
                  <a:lnTo>
                    <a:pt x="90773" y="103984"/>
                  </a:lnTo>
                  <a:lnTo>
                    <a:pt x="6731" y="109725"/>
                  </a:lnTo>
                  <a:lnTo>
                    <a:pt x="0" y="552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0" name="pg541">
              <a:extLst>
                <a:ext uri="{FF2B5EF4-FFF2-40B4-BE49-F238E27FC236}">
                  <a16:creationId xmlns:a16="http://schemas.microsoft.com/office/drawing/2014/main" id="{FB9EF607-7348-435E-8D52-81467740605B}"/>
                </a:ext>
              </a:extLst>
            </p:cNvPr>
            <p:cNvSpPr/>
            <p:nvPr/>
          </p:nvSpPr>
          <p:spPr>
            <a:xfrm>
              <a:off x="8678537" y="3704568"/>
              <a:ext cx="113317" cy="109465"/>
            </a:xfrm>
            <a:custGeom>
              <a:avLst/>
              <a:gdLst/>
              <a:ahLst/>
              <a:cxnLst/>
              <a:rect l="0" t="0" r="0" b="0"/>
              <a:pathLst>
                <a:path w="113317" h="109465">
                  <a:moveTo>
                    <a:pt x="0" y="69630"/>
                  </a:moveTo>
                  <a:lnTo>
                    <a:pt x="77545" y="0"/>
                  </a:lnTo>
                  <a:lnTo>
                    <a:pt x="113317" y="39826"/>
                  </a:lnTo>
                  <a:lnTo>
                    <a:pt x="108986" y="43720"/>
                  </a:lnTo>
                  <a:lnTo>
                    <a:pt x="69865" y="78846"/>
                  </a:lnTo>
                  <a:lnTo>
                    <a:pt x="56763" y="90622"/>
                  </a:lnTo>
                  <a:lnTo>
                    <a:pt x="35772" y="10946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1" name="pg542">
              <a:extLst>
                <a:ext uri="{FF2B5EF4-FFF2-40B4-BE49-F238E27FC236}">
                  <a16:creationId xmlns:a16="http://schemas.microsoft.com/office/drawing/2014/main" id="{C6BC7F4D-4BCF-458D-9B46-48E0710401CC}"/>
                </a:ext>
              </a:extLst>
            </p:cNvPr>
            <p:cNvSpPr/>
            <p:nvPr/>
          </p:nvSpPr>
          <p:spPr>
            <a:xfrm>
              <a:off x="9669195" y="5488894"/>
              <a:ext cx="46314" cy="117522"/>
            </a:xfrm>
            <a:custGeom>
              <a:avLst/>
              <a:gdLst/>
              <a:ahLst/>
              <a:cxnLst/>
              <a:rect l="0" t="0" r="0" b="0"/>
              <a:pathLst>
                <a:path w="46314" h="117522">
                  <a:moveTo>
                    <a:pt x="0" y="2937"/>
                  </a:moveTo>
                  <a:lnTo>
                    <a:pt x="37157" y="0"/>
                  </a:lnTo>
                  <a:lnTo>
                    <a:pt x="46314" y="115516"/>
                  </a:lnTo>
                  <a:lnTo>
                    <a:pt x="21050" y="117522"/>
                  </a:lnTo>
                  <a:lnTo>
                    <a:pt x="17340" y="70939"/>
                  </a:lnTo>
                  <a:lnTo>
                    <a:pt x="5380" y="7188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2" name="pg543">
              <a:extLst>
                <a:ext uri="{FF2B5EF4-FFF2-40B4-BE49-F238E27FC236}">
                  <a16:creationId xmlns:a16="http://schemas.microsoft.com/office/drawing/2014/main" id="{EAC70135-BD35-49D3-A451-F18F5792AC12}"/>
                </a:ext>
              </a:extLst>
            </p:cNvPr>
            <p:cNvSpPr/>
            <p:nvPr/>
          </p:nvSpPr>
          <p:spPr>
            <a:xfrm>
              <a:off x="8675011" y="1815544"/>
              <a:ext cx="48622" cy="80013"/>
            </a:xfrm>
            <a:custGeom>
              <a:avLst/>
              <a:gdLst/>
              <a:ahLst/>
              <a:cxnLst/>
              <a:rect l="0" t="0" r="0" b="0"/>
              <a:pathLst>
                <a:path w="48622" h="80013">
                  <a:moveTo>
                    <a:pt x="4666" y="0"/>
                  </a:moveTo>
                  <a:lnTo>
                    <a:pt x="48622" y="2878"/>
                  </a:lnTo>
                  <a:lnTo>
                    <a:pt x="45365" y="57158"/>
                  </a:lnTo>
                  <a:lnTo>
                    <a:pt x="39465" y="56805"/>
                  </a:lnTo>
                  <a:lnTo>
                    <a:pt x="38071" y="80013"/>
                  </a:lnTo>
                  <a:lnTo>
                    <a:pt x="0" y="77721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3" name="pg544">
              <a:extLst>
                <a:ext uri="{FF2B5EF4-FFF2-40B4-BE49-F238E27FC236}">
                  <a16:creationId xmlns:a16="http://schemas.microsoft.com/office/drawing/2014/main" id="{C52DA24C-8897-49F8-91CF-A92B80AF1329}"/>
                </a:ext>
              </a:extLst>
            </p:cNvPr>
            <p:cNvSpPr/>
            <p:nvPr/>
          </p:nvSpPr>
          <p:spPr>
            <a:xfrm>
              <a:off x="7674902" y="5318015"/>
              <a:ext cx="81851" cy="177828"/>
            </a:xfrm>
            <a:custGeom>
              <a:avLst/>
              <a:gdLst/>
              <a:ahLst/>
              <a:cxnLst/>
              <a:rect l="0" t="0" r="0" b="0"/>
              <a:pathLst>
                <a:path w="81851" h="177828">
                  <a:moveTo>
                    <a:pt x="8695" y="91570"/>
                  </a:moveTo>
                  <a:lnTo>
                    <a:pt x="2123" y="2660"/>
                  </a:lnTo>
                  <a:lnTo>
                    <a:pt x="35914" y="0"/>
                  </a:lnTo>
                  <a:lnTo>
                    <a:pt x="41983" y="88842"/>
                  </a:lnTo>
                  <a:lnTo>
                    <a:pt x="74842" y="86156"/>
                  </a:lnTo>
                  <a:lnTo>
                    <a:pt x="81851" y="171885"/>
                  </a:lnTo>
                  <a:lnTo>
                    <a:pt x="6613" y="177828"/>
                  </a:lnTo>
                  <a:lnTo>
                    <a:pt x="0" y="9224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4" name="pg545">
              <a:extLst>
                <a:ext uri="{FF2B5EF4-FFF2-40B4-BE49-F238E27FC236}">
                  <a16:creationId xmlns:a16="http://schemas.microsoft.com/office/drawing/2014/main" id="{DE6F720A-643B-414F-B8D1-DDB99274EDDE}"/>
                </a:ext>
              </a:extLst>
            </p:cNvPr>
            <p:cNvSpPr/>
            <p:nvPr/>
          </p:nvSpPr>
          <p:spPr>
            <a:xfrm>
              <a:off x="6194069" y="4681746"/>
              <a:ext cx="138455" cy="128425"/>
            </a:xfrm>
            <a:custGeom>
              <a:avLst/>
              <a:gdLst/>
              <a:ahLst/>
              <a:cxnLst/>
              <a:rect l="0" t="0" r="0" b="0"/>
              <a:pathLst>
                <a:path w="138455" h="128425">
                  <a:moveTo>
                    <a:pt x="7486" y="64216"/>
                  </a:moveTo>
                  <a:lnTo>
                    <a:pt x="8930" y="63788"/>
                  </a:lnTo>
                  <a:lnTo>
                    <a:pt x="0" y="33455"/>
                  </a:lnTo>
                  <a:lnTo>
                    <a:pt x="64619" y="14310"/>
                  </a:lnTo>
                  <a:lnTo>
                    <a:pt x="64930" y="15359"/>
                  </a:lnTo>
                  <a:lnTo>
                    <a:pt x="126797" y="0"/>
                  </a:lnTo>
                  <a:lnTo>
                    <a:pt x="129969" y="12262"/>
                  </a:lnTo>
                  <a:lnTo>
                    <a:pt x="138455" y="45021"/>
                  </a:lnTo>
                  <a:lnTo>
                    <a:pt x="103531" y="53683"/>
                  </a:lnTo>
                  <a:lnTo>
                    <a:pt x="112763" y="86215"/>
                  </a:lnTo>
                  <a:lnTo>
                    <a:pt x="87751" y="93031"/>
                  </a:lnTo>
                  <a:lnTo>
                    <a:pt x="90706" y="103094"/>
                  </a:lnTo>
                  <a:lnTo>
                    <a:pt x="89094" y="103573"/>
                  </a:lnTo>
                  <a:lnTo>
                    <a:pt x="93887" y="119654"/>
                  </a:lnTo>
                  <a:lnTo>
                    <a:pt x="64401" y="128425"/>
                  </a:lnTo>
                  <a:lnTo>
                    <a:pt x="59617" y="112343"/>
                  </a:lnTo>
                  <a:lnTo>
                    <a:pt x="26161" y="122306"/>
                  </a:lnTo>
                  <a:lnTo>
                    <a:pt x="17281" y="92124"/>
                  </a:lnTo>
                  <a:lnTo>
                    <a:pt x="15838" y="92544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5" name="pg546">
              <a:extLst>
                <a:ext uri="{FF2B5EF4-FFF2-40B4-BE49-F238E27FC236}">
                  <a16:creationId xmlns:a16="http://schemas.microsoft.com/office/drawing/2014/main" id="{1634C77D-11A3-44D0-BC40-BC0B5A910B54}"/>
                </a:ext>
              </a:extLst>
            </p:cNvPr>
            <p:cNvSpPr/>
            <p:nvPr/>
          </p:nvSpPr>
          <p:spPr>
            <a:xfrm>
              <a:off x="6745540" y="3415638"/>
              <a:ext cx="80264" cy="96254"/>
            </a:xfrm>
            <a:custGeom>
              <a:avLst/>
              <a:gdLst/>
              <a:ahLst/>
              <a:cxnLst/>
              <a:rect l="0" t="0" r="0" b="0"/>
              <a:pathLst>
                <a:path w="80264" h="96254">
                  <a:moveTo>
                    <a:pt x="4356" y="39238"/>
                  </a:moveTo>
                  <a:lnTo>
                    <a:pt x="0" y="10206"/>
                  </a:lnTo>
                  <a:lnTo>
                    <a:pt x="67230" y="0"/>
                  </a:lnTo>
                  <a:lnTo>
                    <a:pt x="80264" y="86106"/>
                  </a:lnTo>
                  <a:lnTo>
                    <a:pt x="12908" y="96254"/>
                  </a:lnTo>
                  <a:lnTo>
                    <a:pt x="8535" y="67129"/>
                  </a:lnTo>
                  <a:lnTo>
                    <a:pt x="4884" y="67674"/>
                  </a:lnTo>
                  <a:lnTo>
                    <a:pt x="705" y="3979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6" name="pg547">
              <a:extLst>
                <a:ext uri="{FF2B5EF4-FFF2-40B4-BE49-F238E27FC236}">
                  <a16:creationId xmlns:a16="http://schemas.microsoft.com/office/drawing/2014/main" id="{1B746928-5C2B-4CD6-B67D-42BF3D98402A}"/>
                </a:ext>
              </a:extLst>
            </p:cNvPr>
            <p:cNvSpPr/>
            <p:nvPr/>
          </p:nvSpPr>
          <p:spPr>
            <a:xfrm>
              <a:off x="7205584" y="2318167"/>
              <a:ext cx="111210" cy="165188"/>
            </a:xfrm>
            <a:custGeom>
              <a:avLst/>
              <a:gdLst/>
              <a:ahLst/>
              <a:cxnLst/>
              <a:rect l="0" t="0" r="0" b="0"/>
              <a:pathLst>
                <a:path w="111210" h="165188">
                  <a:moveTo>
                    <a:pt x="79366" y="104219"/>
                  </a:moveTo>
                  <a:lnTo>
                    <a:pt x="84083" y="106426"/>
                  </a:lnTo>
                  <a:lnTo>
                    <a:pt x="56604" y="165188"/>
                  </a:lnTo>
                  <a:lnTo>
                    <a:pt x="0" y="138606"/>
                  </a:lnTo>
                  <a:lnTo>
                    <a:pt x="13999" y="108667"/>
                  </a:lnTo>
                  <a:lnTo>
                    <a:pt x="23375" y="88607"/>
                  </a:lnTo>
                  <a:lnTo>
                    <a:pt x="27429" y="79937"/>
                  </a:lnTo>
                  <a:lnTo>
                    <a:pt x="32750" y="82421"/>
                  </a:lnTo>
                  <a:lnTo>
                    <a:pt x="51794" y="41353"/>
                  </a:lnTo>
                  <a:lnTo>
                    <a:pt x="27857" y="27722"/>
                  </a:lnTo>
                  <a:lnTo>
                    <a:pt x="41001" y="0"/>
                  </a:lnTo>
                  <a:lnTo>
                    <a:pt x="67775" y="12866"/>
                  </a:lnTo>
                  <a:lnTo>
                    <a:pt x="66827" y="14352"/>
                  </a:lnTo>
                  <a:lnTo>
                    <a:pt x="73743" y="17583"/>
                  </a:lnTo>
                  <a:lnTo>
                    <a:pt x="111210" y="3510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7" name="pg548">
              <a:extLst>
                <a:ext uri="{FF2B5EF4-FFF2-40B4-BE49-F238E27FC236}">
                  <a16:creationId xmlns:a16="http://schemas.microsoft.com/office/drawing/2014/main" id="{9B6B0E0C-7BF7-4792-A92B-D5D82E220F55}"/>
                </a:ext>
              </a:extLst>
            </p:cNvPr>
            <p:cNvSpPr/>
            <p:nvPr/>
          </p:nvSpPr>
          <p:spPr>
            <a:xfrm>
              <a:off x="9016626" y="1462237"/>
              <a:ext cx="46272" cy="48588"/>
            </a:xfrm>
            <a:custGeom>
              <a:avLst/>
              <a:gdLst/>
              <a:ahLst/>
              <a:cxnLst/>
              <a:rect l="0" t="0" r="0" b="0"/>
              <a:pathLst>
                <a:path w="46272" h="48588">
                  <a:moveTo>
                    <a:pt x="0" y="45340"/>
                  </a:moveTo>
                  <a:lnTo>
                    <a:pt x="3432" y="0"/>
                  </a:lnTo>
                  <a:lnTo>
                    <a:pt x="46272" y="3248"/>
                  </a:lnTo>
                  <a:lnTo>
                    <a:pt x="42839" y="48588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8" name="pg549">
              <a:extLst>
                <a:ext uri="{FF2B5EF4-FFF2-40B4-BE49-F238E27FC236}">
                  <a16:creationId xmlns:a16="http://schemas.microsoft.com/office/drawing/2014/main" id="{B2F3FBDD-E175-4B2B-8E68-2DFAE39D613D}"/>
                </a:ext>
              </a:extLst>
            </p:cNvPr>
            <p:cNvSpPr/>
            <p:nvPr/>
          </p:nvSpPr>
          <p:spPr>
            <a:xfrm>
              <a:off x="9479842" y="3974873"/>
              <a:ext cx="94491" cy="110102"/>
            </a:xfrm>
            <a:custGeom>
              <a:avLst/>
              <a:gdLst/>
              <a:ahLst/>
              <a:cxnLst/>
              <a:rect l="0" t="0" r="0" b="0"/>
              <a:pathLst>
                <a:path w="94491" h="110102">
                  <a:moveTo>
                    <a:pt x="0" y="13823"/>
                  </a:moveTo>
                  <a:lnTo>
                    <a:pt x="32549" y="13227"/>
                  </a:lnTo>
                  <a:lnTo>
                    <a:pt x="32255" y="562"/>
                  </a:lnTo>
                  <a:lnTo>
                    <a:pt x="56654" y="0"/>
                  </a:lnTo>
                  <a:lnTo>
                    <a:pt x="56939" y="12321"/>
                  </a:lnTo>
                  <a:lnTo>
                    <a:pt x="93005" y="11481"/>
                  </a:lnTo>
                  <a:lnTo>
                    <a:pt x="94491" y="82035"/>
                  </a:lnTo>
                  <a:lnTo>
                    <a:pt x="48613" y="83101"/>
                  </a:lnTo>
                  <a:lnTo>
                    <a:pt x="49218" y="109011"/>
                  </a:lnTo>
                  <a:lnTo>
                    <a:pt x="2249" y="110102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19" name="pg550">
              <a:extLst>
                <a:ext uri="{FF2B5EF4-FFF2-40B4-BE49-F238E27FC236}">
                  <a16:creationId xmlns:a16="http://schemas.microsoft.com/office/drawing/2014/main" id="{1A1303BD-A8A9-41B3-A6BB-32806B51CAC4}"/>
                </a:ext>
              </a:extLst>
            </p:cNvPr>
            <p:cNvSpPr/>
            <p:nvPr/>
          </p:nvSpPr>
          <p:spPr>
            <a:xfrm>
              <a:off x="5740462" y="3157385"/>
              <a:ext cx="185315" cy="169057"/>
            </a:xfrm>
            <a:custGeom>
              <a:avLst/>
              <a:gdLst/>
              <a:ahLst/>
              <a:cxnLst/>
              <a:rect l="0" t="0" r="0" b="0"/>
              <a:pathLst>
                <a:path w="185315" h="169057">
                  <a:moveTo>
                    <a:pt x="83001" y="60389"/>
                  </a:moveTo>
                  <a:lnTo>
                    <a:pt x="83353" y="61598"/>
                  </a:lnTo>
                  <a:lnTo>
                    <a:pt x="139907" y="44836"/>
                  </a:lnTo>
                  <a:lnTo>
                    <a:pt x="139999" y="45155"/>
                  </a:lnTo>
                  <a:lnTo>
                    <a:pt x="172263" y="35545"/>
                  </a:lnTo>
                  <a:lnTo>
                    <a:pt x="185315" y="79400"/>
                  </a:lnTo>
                  <a:lnTo>
                    <a:pt x="153059" y="89010"/>
                  </a:lnTo>
                  <a:lnTo>
                    <a:pt x="153152" y="89329"/>
                  </a:lnTo>
                  <a:lnTo>
                    <a:pt x="96724" y="106183"/>
                  </a:lnTo>
                  <a:lnTo>
                    <a:pt x="109683" y="149593"/>
                  </a:lnTo>
                  <a:lnTo>
                    <a:pt x="44492" y="169057"/>
                  </a:lnTo>
                  <a:lnTo>
                    <a:pt x="35428" y="138757"/>
                  </a:lnTo>
                  <a:lnTo>
                    <a:pt x="33984" y="139185"/>
                  </a:lnTo>
                  <a:lnTo>
                    <a:pt x="25414" y="110489"/>
                  </a:lnTo>
                  <a:lnTo>
                    <a:pt x="26942" y="110027"/>
                  </a:lnTo>
                  <a:lnTo>
                    <a:pt x="17886" y="79736"/>
                  </a:lnTo>
                  <a:lnTo>
                    <a:pt x="0" y="19111"/>
                  </a:lnTo>
                  <a:lnTo>
                    <a:pt x="65341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20" name="pg551">
              <a:extLst>
                <a:ext uri="{FF2B5EF4-FFF2-40B4-BE49-F238E27FC236}">
                  <a16:creationId xmlns:a16="http://schemas.microsoft.com/office/drawing/2014/main" id="{FEA88A93-4D8B-428A-B087-A18ACA7814E0}"/>
                </a:ext>
              </a:extLst>
            </p:cNvPr>
            <p:cNvSpPr/>
            <p:nvPr/>
          </p:nvSpPr>
          <p:spPr>
            <a:xfrm>
              <a:off x="9323627" y="5260354"/>
              <a:ext cx="70537" cy="106015"/>
            </a:xfrm>
            <a:custGeom>
              <a:avLst/>
              <a:gdLst/>
              <a:ahLst/>
              <a:cxnLst/>
              <a:rect l="0" t="0" r="0" b="0"/>
              <a:pathLst>
                <a:path w="70537" h="106015">
                  <a:moveTo>
                    <a:pt x="7990" y="106015"/>
                  </a:moveTo>
                  <a:lnTo>
                    <a:pt x="0" y="4834"/>
                  </a:lnTo>
                  <a:lnTo>
                    <a:pt x="62605" y="0"/>
                  </a:lnTo>
                  <a:lnTo>
                    <a:pt x="70537" y="10115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21" name="pg552">
              <a:extLst>
                <a:ext uri="{FF2B5EF4-FFF2-40B4-BE49-F238E27FC236}">
                  <a16:creationId xmlns:a16="http://schemas.microsoft.com/office/drawing/2014/main" id="{51DD9993-7EDF-4E2E-B9CD-F4B1FB80C170}"/>
                </a:ext>
              </a:extLst>
            </p:cNvPr>
            <p:cNvSpPr/>
            <p:nvPr/>
          </p:nvSpPr>
          <p:spPr>
            <a:xfrm>
              <a:off x="8617081" y="1541680"/>
              <a:ext cx="35134" cy="45625"/>
            </a:xfrm>
            <a:custGeom>
              <a:avLst/>
              <a:gdLst/>
              <a:ahLst/>
              <a:cxnLst/>
              <a:rect l="0" t="0" r="0" b="0"/>
              <a:pathLst>
                <a:path w="35134" h="45625">
                  <a:moveTo>
                    <a:pt x="0" y="44106"/>
                  </a:moveTo>
                  <a:lnTo>
                    <a:pt x="2014" y="0"/>
                  </a:lnTo>
                  <a:lnTo>
                    <a:pt x="35134" y="1510"/>
                  </a:lnTo>
                  <a:lnTo>
                    <a:pt x="33111" y="45625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22" name="pg553">
              <a:extLst>
                <a:ext uri="{FF2B5EF4-FFF2-40B4-BE49-F238E27FC236}">
                  <a16:creationId xmlns:a16="http://schemas.microsoft.com/office/drawing/2014/main" id="{709C7BE6-98F5-41C7-92E8-6AD5FA9E59E5}"/>
                </a:ext>
              </a:extLst>
            </p:cNvPr>
            <p:cNvSpPr/>
            <p:nvPr/>
          </p:nvSpPr>
          <p:spPr>
            <a:xfrm>
              <a:off x="6464206" y="3452006"/>
              <a:ext cx="92174" cy="92225"/>
            </a:xfrm>
            <a:custGeom>
              <a:avLst/>
              <a:gdLst/>
              <a:ahLst/>
              <a:cxnLst/>
              <a:rect l="0" t="0" r="0" b="0"/>
              <a:pathLst>
                <a:path w="92174" h="92225">
                  <a:moveTo>
                    <a:pt x="92174" y="83076"/>
                  </a:moveTo>
                  <a:lnTo>
                    <a:pt x="9131" y="92225"/>
                  </a:lnTo>
                  <a:lnTo>
                    <a:pt x="0" y="9123"/>
                  </a:lnTo>
                  <a:lnTo>
                    <a:pt x="83026" y="0"/>
                  </a:lnTo>
                  <a:close/>
                </a:path>
              </a:pathLst>
            </a:custGeom>
            <a:solidFill>
              <a:srgbClr val="00B0F0"/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0A22C97A-276D-4410-8D2C-6EDF41752552}"/>
              </a:ext>
            </a:extLst>
          </p:cNvPr>
          <p:cNvSpPr txBox="1"/>
          <p:nvPr/>
        </p:nvSpPr>
        <p:spPr>
          <a:xfrm>
            <a:off x="5271313" y="1126703"/>
            <a:ext cx="5451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&lt;POLYGON ((467762.33 5895659.417, 467753.374 5895658.922, 467752.945 5895666...&gt;</a:t>
            </a:r>
            <a:endParaRPr lang="de-DE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CFCBA8D-236D-4CEA-9E4E-C3719EF379B3}"/>
              </a:ext>
            </a:extLst>
          </p:cNvPr>
          <p:cNvSpPr/>
          <p:nvPr/>
        </p:nvSpPr>
        <p:spPr>
          <a:xfrm>
            <a:off x="3976369" y="2573093"/>
            <a:ext cx="292102" cy="31694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38" name="Gerader Verbinder 2337">
            <a:extLst>
              <a:ext uri="{FF2B5EF4-FFF2-40B4-BE49-F238E27FC236}">
                <a16:creationId xmlns:a16="http://schemas.microsoft.com/office/drawing/2014/main" id="{10F83B04-A32F-4239-91FC-45FDFA3F188F}"/>
              </a:ext>
            </a:extLst>
          </p:cNvPr>
          <p:cNvCxnSpPr/>
          <p:nvPr/>
        </p:nvCxnSpPr>
        <p:spPr>
          <a:xfrm flipV="1">
            <a:off x="4267200" y="1767840"/>
            <a:ext cx="1592580" cy="93726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76" name="Textfeld 875">
            <a:extLst>
              <a:ext uri="{FF2B5EF4-FFF2-40B4-BE49-F238E27FC236}">
                <a16:creationId xmlns:a16="http://schemas.microsoft.com/office/drawing/2014/main" id="{F3BDAFC2-050F-428C-AA54-542BD9692E27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Detection</a:t>
            </a:r>
            <a:endParaRPr lang="de-DE" sz="2400" u="sng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2065FAE-D4AB-4638-B155-0149F95238F9}"/>
              </a:ext>
            </a:extLst>
          </p:cNvPr>
          <p:cNvGrpSpPr/>
          <p:nvPr/>
        </p:nvGrpSpPr>
        <p:grpSpPr>
          <a:xfrm>
            <a:off x="624938" y="1278899"/>
            <a:ext cx="6282911" cy="4488786"/>
            <a:chOff x="624938" y="1278899"/>
            <a:chExt cx="6282911" cy="4488786"/>
          </a:xfrm>
        </p:grpSpPr>
        <p:sp>
          <p:nvSpPr>
            <p:cNvPr id="874" name="Textfeld 873">
              <a:extLst>
                <a:ext uri="{FF2B5EF4-FFF2-40B4-BE49-F238E27FC236}">
                  <a16:creationId xmlns:a16="http://schemas.microsoft.com/office/drawing/2014/main" id="{A266932C-25F4-4FBB-8FA7-DD7FE51A1676}"/>
                </a:ext>
              </a:extLst>
            </p:cNvPr>
            <p:cNvSpPr txBox="1"/>
            <p:nvPr/>
          </p:nvSpPr>
          <p:spPr>
            <a:xfrm>
              <a:off x="2025457" y="1725330"/>
              <a:ext cx="48823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60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dop10rgb_32_4675_58955_05_hb_2025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75E34E97-90D7-4CF6-BC09-F797C1FA24AB}"/>
                </a:ext>
              </a:extLst>
            </p:cNvPr>
            <p:cNvGrpSpPr/>
            <p:nvPr/>
          </p:nvGrpSpPr>
          <p:grpSpPr>
            <a:xfrm>
              <a:off x="624938" y="1278899"/>
              <a:ext cx="5303324" cy="4488786"/>
              <a:chOff x="-66577" y="169084"/>
              <a:chExt cx="8008228" cy="6778247"/>
            </a:xfrm>
          </p:grpSpPr>
          <p:sp>
            <p:nvSpPr>
              <p:cNvPr id="14" name="rc5">
                <a:extLst>
                  <a:ext uri="{FF2B5EF4-FFF2-40B4-BE49-F238E27FC236}">
                    <a16:creationId xmlns:a16="http://schemas.microsoft.com/office/drawing/2014/main" id="{3335F43C-C088-4423-8830-FCDB1A27BF2A}"/>
                  </a:ext>
                </a:extLst>
              </p:cNvPr>
              <p:cNvSpPr/>
              <p:nvPr/>
            </p:nvSpPr>
            <p:spPr>
              <a:xfrm>
                <a:off x="-66577" y="307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rc6">
                <a:extLst>
                  <a:ext uri="{FF2B5EF4-FFF2-40B4-BE49-F238E27FC236}">
                    <a16:creationId xmlns:a16="http://schemas.microsoft.com/office/drawing/2014/main" id="{14CB3A3F-1FB9-4E5F-ACF5-821E6E63496B}"/>
                  </a:ext>
                </a:extLst>
              </p:cNvPr>
              <p:cNvSpPr/>
              <p:nvPr/>
            </p:nvSpPr>
            <p:spPr>
              <a:xfrm>
                <a:off x="-66577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rc7">
                <a:extLst>
                  <a:ext uri="{FF2B5EF4-FFF2-40B4-BE49-F238E27FC236}">
                    <a16:creationId xmlns:a16="http://schemas.microsoft.com/office/drawing/2014/main" id="{12D82D21-D15F-4039-B227-9228E8D6633A}"/>
                  </a:ext>
                </a:extLst>
              </p:cNvPr>
              <p:cNvSpPr/>
              <p:nvPr/>
            </p:nvSpPr>
            <p:spPr>
              <a:xfrm>
                <a:off x="49308" y="446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rc8">
                <a:extLst>
                  <a:ext uri="{FF2B5EF4-FFF2-40B4-BE49-F238E27FC236}">
                    <a16:creationId xmlns:a16="http://schemas.microsoft.com/office/drawing/2014/main" id="{14EEC162-70C5-44F6-AFE1-AA73B3E007F2}"/>
                  </a:ext>
                </a:extLst>
              </p:cNvPr>
              <p:cNvSpPr/>
              <p:nvPr/>
            </p:nvSpPr>
            <p:spPr>
              <a:xfrm>
                <a:off x="49308" y="307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rc9">
                <a:extLst>
                  <a:ext uri="{FF2B5EF4-FFF2-40B4-BE49-F238E27FC236}">
                    <a16:creationId xmlns:a16="http://schemas.microsoft.com/office/drawing/2014/main" id="{1E72F00A-F12D-4E5B-AE8D-3B4D8DA2F705}"/>
                  </a:ext>
                </a:extLst>
              </p:cNvPr>
              <p:cNvSpPr/>
              <p:nvPr/>
            </p:nvSpPr>
            <p:spPr>
              <a:xfrm>
                <a:off x="49308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rc10">
                <a:extLst>
                  <a:ext uri="{FF2B5EF4-FFF2-40B4-BE49-F238E27FC236}">
                    <a16:creationId xmlns:a16="http://schemas.microsoft.com/office/drawing/2014/main" id="{E728F253-6883-44C8-A772-32A58589BADC}"/>
                  </a:ext>
                </a:extLst>
              </p:cNvPr>
              <p:cNvSpPr/>
              <p:nvPr/>
            </p:nvSpPr>
            <p:spPr>
              <a:xfrm>
                <a:off x="165193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rc11">
                <a:extLst>
                  <a:ext uri="{FF2B5EF4-FFF2-40B4-BE49-F238E27FC236}">
                    <a16:creationId xmlns:a16="http://schemas.microsoft.com/office/drawing/2014/main" id="{E2B407EC-3D83-42BE-9C41-5FA44D8EC978}"/>
                  </a:ext>
                </a:extLst>
              </p:cNvPr>
              <p:cNvSpPr/>
              <p:nvPr/>
            </p:nvSpPr>
            <p:spPr>
              <a:xfrm>
                <a:off x="165193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rc12">
                <a:extLst>
                  <a:ext uri="{FF2B5EF4-FFF2-40B4-BE49-F238E27FC236}">
                    <a16:creationId xmlns:a16="http://schemas.microsoft.com/office/drawing/2014/main" id="{69BAAB06-BE3F-47F2-B3FC-8C1FBB930B54}"/>
                  </a:ext>
                </a:extLst>
              </p:cNvPr>
              <p:cNvSpPr/>
              <p:nvPr/>
            </p:nvSpPr>
            <p:spPr>
              <a:xfrm>
                <a:off x="165193" y="446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rc13">
                <a:extLst>
                  <a:ext uri="{FF2B5EF4-FFF2-40B4-BE49-F238E27FC236}">
                    <a16:creationId xmlns:a16="http://schemas.microsoft.com/office/drawing/2014/main" id="{E964863C-431D-401D-BA9D-B758EB000D7C}"/>
                  </a:ext>
                </a:extLst>
              </p:cNvPr>
              <p:cNvSpPr/>
              <p:nvPr/>
            </p:nvSpPr>
            <p:spPr>
              <a:xfrm>
                <a:off x="165193" y="307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rc14">
                <a:extLst>
                  <a:ext uri="{FF2B5EF4-FFF2-40B4-BE49-F238E27FC236}">
                    <a16:creationId xmlns:a16="http://schemas.microsoft.com/office/drawing/2014/main" id="{87788162-B533-439C-81DB-95CE55833C96}"/>
                  </a:ext>
                </a:extLst>
              </p:cNvPr>
              <p:cNvSpPr/>
              <p:nvPr/>
            </p:nvSpPr>
            <p:spPr>
              <a:xfrm>
                <a:off x="165193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rc15">
                <a:extLst>
                  <a:ext uri="{FF2B5EF4-FFF2-40B4-BE49-F238E27FC236}">
                    <a16:creationId xmlns:a16="http://schemas.microsoft.com/office/drawing/2014/main" id="{63069039-4878-4A80-8CEB-06F9C49465A7}"/>
                  </a:ext>
                </a:extLst>
              </p:cNvPr>
              <p:cNvSpPr/>
              <p:nvPr/>
            </p:nvSpPr>
            <p:spPr>
              <a:xfrm>
                <a:off x="281077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rc16">
                <a:extLst>
                  <a:ext uri="{FF2B5EF4-FFF2-40B4-BE49-F238E27FC236}">
                    <a16:creationId xmlns:a16="http://schemas.microsoft.com/office/drawing/2014/main" id="{9E28BEE1-7E95-4617-80AC-C1AFC74392BF}"/>
                  </a:ext>
                </a:extLst>
              </p:cNvPr>
              <p:cNvSpPr/>
              <p:nvPr/>
            </p:nvSpPr>
            <p:spPr>
              <a:xfrm>
                <a:off x="281077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rc17">
                <a:extLst>
                  <a:ext uri="{FF2B5EF4-FFF2-40B4-BE49-F238E27FC236}">
                    <a16:creationId xmlns:a16="http://schemas.microsoft.com/office/drawing/2014/main" id="{66C73B53-0A9F-40EB-98C8-B48BC0CC90D5}"/>
                  </a:ext>
                </a:extLst>
              </p:cNvPr>
              <p:cNvSpPr/>
              <p:nvPr/>
            </p:nvSpPr>
            <p:spPr>
              <a:xfrm>
                <a:off x="281077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rc18">
                <a:extLst>
                  <a:ext uri="{FF2B5EF4-FFF2-40B4-BE49-F238E27FC236}">
                    <a16:creationId xmlns:a16="http://schemas.microsoft.com/office/drawing/2014/main" id="{EC9FB7E4-41D8-4302-BAEF-FE6C11C09A2E}"/>
                  </a:ext>
                </a:extLst>
              </p:cNvPr>
              <p:cNvSpPr/>
              <p:nvPr/>
            </p:nvSpPr>
            <p:spPr>
              <a:xfrm>
                <a:off x="281077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rc19">
                <a:extLst>
                  <a:ext uri="{FF2B5EF4-FFF2-40B4-BE49-F238E27FC236}">
                    <a16:creationId xmlns:a16="http://schemas.microsoft.com/office/drawing/2014/main" id="{FC4C19A5-3FDB-4E0B-B032-FCAC45839F96}"/>
                  </a:ext>
                </a:extLst>
              </p:cNvPr>
              <p:cNvSpPr/>
              <p:nvPr/>
            </p:nvSpPr>
            <p:spPr>
              <a:xfrm>
                <a:off x="281077" y="446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rc20">
                <a:extLst>
                  <a:ext uri="{FF2B5EF4-FFF2-40B4-BE49-F238E27FC236}">
                    <a16:creationId xmlns:a16="http://schemas.microsoft.com/office/drawing/2014/main" id="{323DE5A0-023F-4C30-B28D-F92AE01E85B4}"/>
                  </a:ext>
                </a:extLst>
              </p:cNvPr>
              <p:cNvSpPr/>
              <p:nvPr/>
            </p:nvSpPr>
            <p:spPr>
              <a:xfrm>
                <a:off x="281077" y="307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rc21">
                <a:extLst>
                  <a:ext uri="{FF2B5EF4-FFF2-40B4-BE49-F238E27FC236}">
                    <a16:creationId xmlns:a16="http://schemas.microsoft.com/office/drawing/2014/main" id="{9C8D07BC-D151-4FFF-81CE-9EA8CBE58F60}"/>
                  </a:ext>
                </a:extLst>
              </p:cNvPr>
              <p:cNvSpPr/>
              <p:nvPr/>
            </p:nvSpPr>
            <p:spPr>
              <a:xfrm>
                <a:off x="281077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rc22">
                <a:extLst>
                  <a:ext uri="{FF2B5EF4-FFF2-40B4-BE49-F238E27FC236}">
                    <a16:creationId xmlns:a16="http://schemas.microsoft.com/office/drawing/2014/main" id="{32999B2F-CE88-4423-A24F-13B420D43998}"/>
                  </a:ext>
                </a:extLst>
              </p:cNvPr>
              <p:cNvSpPr/>
              <p:nvPr/>
            </p:nvSpPr>
            <p:spPr>
              <a:xfrm>
                <a:off x="396962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rc23">
                <a:extLst>
                  <a:ext uri="{FF2B5EF4-FFF2-40B4-BE49-F238E27FC236}">
                    <a16:creationId xmlns:a16="http://schemas.microsoft.com/office/drawing/2014/main" id="{3A659DDE-40AD-4470-B43D-D1354E8F40D9}"/>
                  </a:ext>
                </a:extLst>
              </p:cNvPr>
              <p:cNvSpPr/>
              <p:nvPr/>
            </p:nvSpPr>
            <p:spPr>
              <a:xfrm>
                <a:off x="396962" y="1000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rc24">
                <a:extLst>
                  <a:ext uri="{FF2B5EF4-FFF2-40B4-BE49-F238E27FC236}">
                    <a16:creationId xmlns:a16="http://schemas.microsoft.com/office/drawing/2014/main" id="{76A7A55D-90B8-4A07-8257-3560EB9B755B}"/>
                  </a:ext>
                </a:extLst>
              </p:cNvPr>
              <p:cNvSpPr/>
              <p:nvPr/>
            </p:nvSpPr>
            <p:spPr>
              <a:xfrm>
                <a:off x="396962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rc25">
                <a:extLst>
                  <a:ext uri="{FF2B5EF4-FFF2-40B4-BE49-F238E27FC236}">
                    <a16:creationId xmlns:a16="http://schemas.microsoft.com/office/drawing/2014/main" id="{7E7C2EC3-FBC1-4F2B-946E-3E11222C80C1}"/>
                  </a:ext>
                </a:extLst>
              </p:cNvPr>
              <p:cNvSpPr/>
              <p:nvPr/>
            </p:nvSpPr>
            <p:spPr>
              <a:xfrm>
                <a:off x="396962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rc26">
                <a:extLst>
                  <a:ext uri="{FF2B5EF4-FFF2-40B4-BE49-F238E27FC236}">
                    <a16:creationId xmlns:a16="http://schemas.microsoft.com/office/drawing/2014/main" id="{259CA3B8-F228-450D-BF73-A49D52723238}"/>
                  </a:ext>
                </a:extLst>
              </p:cNvPr>
              <p:cNvSpPr/>
              <p:nvPr/>
            </p:nvSpPr>
            <p:spPr>
              <a:xfrm>
                <a:off x="396962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rc27">
                <a:extLst>
                  <a:ext uri="{FF2B5EF4-FFF2-40B4-BE49-F238E27FC236}">
                    <a16:creationId xmlns:a16="http://schemas.microsoft.com/office/drawing/2014/main" id="{76FD92EE-7A5A-4F46-9932-FFF4863BA52F}"/>
                  </a:ext>
                </a:extLst>
              </p:cNvPr>
              <p:cNvSpPr/>
              <p:nvPr/>
            </p:nvSpPr>
            <p:spPr>
              <a:xfrm>
                <a:off x="396962" y="446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rc28">
                <a:extLst>
                  <a:ext uri="{FF2B5EF4-FFF2-40B4-BE49-F238E27FC236}">
                    <a16:creationId xmlns:a16="http://schemas.microsoft.com/office/drawing/2014/main" id="{6285D6FC-62D7-4484-952C-7B43DD0F7A38}"/>
                  </a:ext>
                </a:extLst>
              </p:cNvPr>
              <p:cNvSpPr/>
              <p:nvPr/>
            </p:nvSpPr>
            <p:spPr>
              <a:xfrm>
                <a:off x="396962" y="307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rc29">
                <a:extLst>
                  <a:ext uri="{FF2B5EF4-FFF2-40B4-BE49-F238E27FC236}">
                    <a16:creationId xmlns:a16="http://schemas.microsoft.com/office/drawing/2014/main" id="{52483A4D-EA4E-4AFF-A026-9CADD27FCC6D}"/>
                  </a:ext>
                </a:extLst>
              </p:cNvPr>
              <p:cNvSpPr/>
              <p:nvPr/>
            </p:nvSpPr>
            <p:spPr>
              <a:xfrm>
                <a:off x="396962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rc30">
                <a:extLst>
                  <a:ext uri="{FF2B5EF4-FFF2-40B4-BE49-F238E27FC236}">
                    <a16:creationId xmlns:a16="http://schemas.microsoft.com/office/drawing/2014/main" id="{2FF1AD57-624E-4FCD-9ED4-FBE466555B0E}"/>
                  </a:ext>
                </a:extLst>
              </p:cNvPr>
              <p:cNvSpPr/>
              <p:nvPr/>
            </p:nvSpPr>
            <p:spPr>
              <a:xfrm>
                <a:off x="512847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rc31">
                <a:extLst>
                  <a:ext uri="{FF2B5EF4-FFF2-40B4-BE49-F238E27FC236}">
                    <a16:creationId xmlns:a16="http://schemas.microsoft.com/office/drawing/2014/main" id="{774DA724-EBA9-44CA-B3DF-6F0B16EEAE4D}"/>
                  </a:ext>
                </a:extLst>
              </p:cNvPr>
              <p:cNvSpPr/>
              <p:nvPr/>
            </p:nvSpPr>
            <p:spPr>
              <a:xfrm>
                <a:off x="512847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rc32">
                <a:extLst>
                  <a:ext uri="{FF2B5EF4-FFF2-40B4-BE49-F238E27FC236}">
                    <a16:creationId xmlns:a16="http://schemas.microsoft.com/office/drawing/2014/main" id="{88673535-48BF-46DF-8862-D4C641D2BD66}"/>
                  </a:ext>
                </a:extLst>
              </p:cNvPr>
              <p:cNvSpPr/>
              <p:nvPr/>
            </p:nvSpPr>
            <p:spPr>
              <a:xfrm>
                <a:off x="512847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rc33">
                <a:extLst>
                  <a:ext uri="{FF2B5EF4-FFF2-40B4-BE49-F238E27FC236}">
                    <a16:creationId xmlns:a16="http://schemas.microsoft.com/office/drawing/2014/main" id="{50E8B421-2FB1-45FE-8984-03E4208DF0C0}"/>
                  </a:ext>
                </a:extLst>
              </p:cNvPr>
              <p:cNvSpPr/>
              <p:nvPr/>
            </p:nvSpPr>
            <p:spPr>
              <a:xfrm>
                <a:off x="512847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rc34">
                <a:extLst>
                  <a:ext uri="{FF2B5EF4-FFF2-40B4-BE49-F238E27FC236}">
                    <a16:creationId xmlns:a16="http://schemas.microsoft.com/office/drawing/2014/main" id="{9F9244AE-121B-4BCF-9A2B-9521414801E0}"/>
                  </a:ext>
                </a:extLst>
              </p:cNvPr>
              <p:cNvSpPr/>
              <p:nvPr/>
            </p:nvSpPr>
            <p:spPr>
              <a:xfrm>
                <a:off x="512847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rc35">
                <a:extLst>
                  <a:ext uri="{FF2B5EF4-FFF2-40B4-BE49-F238E27FC236}">
                    <a16:creationId xmlns:a16="http://schemas.microsoft.com/office/drawing/2014/main" id="{7C1FEACF-91BB-4920-A281-2900517DD602}"/>
                  </a:ext>
                </a:extLst>
              </p:cNvPr>
              <p:cNvSpPr/>
              <p:nvPr/>
            </p:nvSpPr>
            <p:spPr>
              <a:xfrm>
                <a:off x="512847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rc36">
                <a:extLst>
                  <a:ext uri="{FF2B5EF4-FFF2-40B4-BE49-F238E27FC236}">
                    <a16:creationId xmlns:a16="http://schemas.microsoft.com/office/drawing/2014/main" id="{F97E3DEB-7230-4760-83B5-87F690DDD4FC}"/>
                  </a:ext>
                </a:extLst>
              </p:cNvPr>
              <p:cNvSpPr/>
              <p:nvPr/>
            </p:nvSpPr>
            <p:spPr>
              <a:xfrm>
                <a:off x="512847" y="446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rc37">
                <a:extLst>
                  <a:ext uri="{FF2B5EF4-FFF2-40B4-BE49-F238E27FC236}">
                    <a16:creationId xmlns:a16="http://schemas.microsoft.com/office/drawing/2014/main" id="{134C1C35-AF36-48FD-BA83-C19B97FDF8AC}"/>
                  </a:ext>
                </a:extLst>
              </p:cNvPr>
              <p:cNvSpPr/>
              <p:nvPr/>
            </p:nvSpPr>
            <p:spPr>
              <a:xfrm>
                <a:off x="512847" y="307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rc38">
                <a:extLst>
                  <a:ext uri="{FF2B5EF4-FFF2-40B4-BE49-F238E27FC236}">
                    <a16:creationId xmlns:a16="http://schemas.microsoft.com/office/drawing/2014/main" id="{054EEDCF-2C54-4194-9975-DC7140E861AC}"/>
                  </a:ext>
                </a:extLst>
              </p:cNvPr>
              <p:cNvSpPr/>
              <p:nvPr/>
            </p:nvSpPr>
            <p:spPr>
              <a:xfrm>
                <a:off x="512847" y="169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rc39">
                <a:extLst>
                  <a:ext uri="{FF2B5EF4-FFF2-40B4-BE49-F238E27FC236}">
                    <a16:creationId xmlns:a16="http://schemas.microsoft.com/office/drawing/2014/main" id="{12466F4C-5DB8-450C-A898-F779045944EE}"/>
                  </a:ext>
                </a:extLst>
              </p:cNvPr>
              <p:cNvSpPr/>
              <p:nvPr/>
            </p:nvSpPr>
            <p:spPr>
              <a:xfrm>
                <a:off x="628732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rc40">
                <a:extLst>
                  <a:ext uri="{FF2B5EF4-FFF2-40B4-BE49-F238E27FC236}">
                    <a16:creationId xmlns:a16="http://schemas.microsoft.com/office/drawing/2014/main" id="{7C4A5598-B152-49D2-A7A5-B63EC14B7844}"/>
                  </a:ext>
                </a:extLst>
              </p:cNvPr>
              <p:cNvSpPr/>
              <p:nvPr/>
            </p:nvSpPr>
            <p:spPr>
              <a:xfrm>
                <a:off x="628732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rc41">
                <a:extLst>
                  <a:ext uri="{FF2B5EF4-FFF2-40B4-BE49-F238E27FC236}">
                    <a16:creationId xmlns:a16="http://schemas.microsoft.com/office/drawing/2014/main" id="{579B6709-8D23-4AC6-A44D-502B87A6EB2A}"/>
                  </a:ext>
                </a:extLst>
              </p:cNvPr>
              <p:cNvSpPr/>
              <p:nvPr/>
            </p:nvSpPr>
            <p:spPr>
              <a:xfrm>
                <a:off x="628732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rc42">
                <a:extLst>
                  <a:ext uri="{FF2B5EF4-FFF2-40B4-BE49-F238E27FC236}">
                    <a16:creationId xmlns:a16="http://schemas.microsoft.com/office/drawing/2014/main" id="{2EEEF090-87A8-4111-AE58-C8E4EBF79578}"/>
                  </a:ext>
                </a:extLst>
              </p:cNvPr>
              <p:cNvSpPr/>
              <p:nvPr/>
            </p:nvSpPr>
            <p:spPr>
              <a:xfrm>
                <a:off x="628732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rc43">
                <a:extLst>
                  <a:ext uri="{FF2B5EF4-FFF2-40B4-BE49-F238E27FC236}">
                    <a16:creationId xmlns:a16="http://schemas.microsoft.com/office/drawing/2014/main" id="{E897ED5A-3C1A-419D-9CC1-E983F0E8A540}"/>
                  </a:ext>
                </a:extLst>
              </p:cNvPr>
              <p:cNvSpPr/>
              <p:nvPr/>
            </p:nvSpPr>
            <p:spPr>
              <a:xfrm>
                <a:off x="628732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rc44">
                <a:extLst>
                  <a:ext uri="{FF2B5EF4-FFF2-40B4-BE49-F238E27FC236}">
                    <a16:creationId xmlns:a16="http://schemas.microsoft.com/office/drawing/2014/main" id="{F4BE1571-F334-4762-A46E-BD4EA77A65F2}"/>
                  </a:ext>
                </a:extLst>
              </p:cNvPr>
              <p:cNvSpPr/>
              <p:nvPr/>
            </p:nvSpPr>
            <p:spPr>
              <a:xfrm>
                <a:off x="628732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rc45">
                <a:extLst>
                  <a:ext uri="{FF2B5EF4-FFF2-40B4-BE49-F238E27FC236}">
                    <a16:creationId xmlns:a16="http://schemas.microsoft.com/office/drawing/2014/main" id="{8D0498CB-B623-4E1C-AD78-92560D91F5F1}"/>
                  </a:ext>
                </a:extLst>
              </p:cNvPr>
              <p:cNvSpPr/>
              <p:nvPr/>
            </p:nvSpPr>
            <p:spPr>
              <a:xfrm>
                <a:off x="628732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rc46">
                <a:extLst>
                  <a:ext uri="{FF2B5EF4-FFF2-40B4-BE49-F238E27FC236}">
                    <a16:creationId xmlns:a16="http://schemas.microsoft.com/office/drawing/2014/main" id="{B6F0386B-E326-4177-8D6C-1722FE4BE194}"/>
                  </a:ext>
                </a:extLst>
              </p:cNvPr>
              <p:cNvSpPr/>
              <p:nvPr/>
            </p:nvSpPr>
            <p:spPr>
              <a:xfrm>
                <a:off x="628732" y="446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rc47">
                <a:extLst>
                  <a:ext uri="{FF2B5EF4-FFF2-40B4-BE49-F238E27FC236}">
                    <a16:creationId xmlns:a16="http://schemas.microsoft.com/office/drawing/2014/main" id="{15C6D179-897F-42FF-A7DA-A460C9AFA661}"/>
                  </a:ext>
                </a:extLst>
              </p:cNvPr>
              <p:cNvSpPr/>
              <p:nvPr/>
            </p:nvSpPr>
            <p:spPr>
              <a:xfrm>
                <a:off x="628732" y="307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rc48">
                <a:extLst>
                  <a:ext uri="{FF2B5EF4-FFF2-40B4-BE49-F238E27FC236}">
                    <a16:creationId xmlns:a16="http://schemas.microsoft.com/office/drawing/2014/main" id="{9D984AE7-32BA-482B-AEF0-AC5D2EB7556E}"/>
                  </a:ext>
                </a:extLst>
              </p:cNvPr>
              <p:cNvSpPr/>
              <p:nvPr/>
            </p:nvSpPr>
            <p:spPr>
              <a:xfrm>
                <a:off x="628732" y="169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rc49">
                <a:extLst>
                  <a:ext uri="{FF2B5EF4-FFF2-40B4-BE49-F238E27FC236}">
                    <a16:creationId xmlns:a16="http://schemas.microsoft.com/office/drawing/2014/main" id="{46E44F1B-3750-449F-9264-6475BCF01BC1}"/>
                  </a:ext>
                </a:extLst>
              </p:cNvPr>
              <p:cNvSpPr/>
              <p:nvPr/>
            </p:nvSpPr>
            <p:spPr>
              <a:xfrm>
                <a:off x="744616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rc50">
                <a:extLst>
                  <a:ext uri="{FF2B5EF4-FFF2-40B4-BE49-F238E27FC236}">
                    <a16:creationId xmlns:a16="http://schemas.microsoft.com/office/drawing/2014/main" id="{959751B8-23F9-4404-A459-7F2BBC7ECDBC}"/>
                  </a:ext>
                </a:extLst>
              </p:cNvPr>
              <p:cNvSpPr/>
              <p:nvPr/>
            </p:nvSpPr>
            <p:spPr>
              <a:xfrm>
                <a:off x="744616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rc51">
                <a:extLst>
                  <a:ext uri="{FF2B5EF4-FFF2-40B4-BE49-F238E27FC236}">
                    <a16:creationId xmlns:a16="http://schemas.microsoft.com/office/drawing/2014/main" id="{1AA70AC3-BA7A-4FCC-9A01-EE2B23E99B63}"/>
                  </a:ext>
                </a:extLst>
              </p:cNvPr>
              <p:cNvSpPr/>
              <p:nvPr/>
            </p:nvSpPr>
            <p:spPr>
              <a:xfrm>
                <a:off x="744616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rc52">
                <a:extLst>
                  <a:ext uri="{FF2B5EF4-FFF2-40B4-BE49-F238E27FC236}">
                    <a16:creationId xmlns:a16="http://schemas.microsoft.com/office/drawing/2014/main" id="{DD2FBC3E-992C-425B-8D76-032194787F63}"/>
                  </a:ext>
                </a:extLst>
              </p:cNvPr>
              <p:cNvSpPr/>
              <p:nvPr/>
            </p:nvSpPr>
            <p:spPr>
              <a:xfrm>
                <a:off x="744616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rc53">
                <a:extLst>
                  <a:ext uri="{FF2B5EF4-FFF2-40B4-BE49-F238E27FC236}">
                    <a16:creationId xmlns:a16="http://schemas.microsoft.com/office/drawing/2014/main" id="{3B0130D3-738F-48E6-9846-B119DAAC61B7}"/>
                  </a:ext>
                </a:extLst>
              </p:cNvPr>
              <p:cNvSpPr/>
              <p:nvPr/>
            </p:nvSpPr>
            <p:spPr>
              <a:xfrm>
                <a:off x="744616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rc54">
                <a:extLst>
                  <a:ext uri="{FF2B5EF4-FFF2-40B4-BE49-F238E27FC236}">
                    <a16:creationId xmlns:a16="http://schemas.microsoft.com/office/drawing/2014/main" id="{DDF5192E-FA43-40D9-AC27-66C458321688}"/>
                  </a:ext>
                </a:extLst>
              </p:cNvPr>
              <p:cNvSpPr/>
              <p:nvPr/>
            </p:nvSpPr>
            <p:spPr>
              <a:xfrm>
                <a:off x="744616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rc55">
                <a:extLst>
                  <a:ext uri="{FF2B5EF4-FFF2-40B4-BE49-F238E27FC236}">
                    <a16:creationId xmlns:a16="http://schemas.microsoft.com/office/drawing/2014/main" id="{F1B91DB6-1D3B-42DD-91D8-0C158A144657}"/>
                  </a:ext>
                </a:extLst>
              </p:cNvPr>
              <p:cNvSpPr/>
              <p:nvPr/>
            </p:nvSpPr>
            <p:spPr>
              <a:xfrm>
                <a:off x="744616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rc56">
                <a:extLst>
                  <a:ext uri="{FF2B5EF4-FFF2-40B4-BE49-F238E27FC236}">
                    <a16:creationId xmlns:a16="http://schemas.microsoft.com/office/drawing/2014/main" id="{D313F69F-7C9D-435E-A5A8-08A6A8FB1EB4}"/>
                  </a:ext>
                </a:extLst>
              </p:cNvPr>
              <p:cNvSpPr/>
              <p:nvPr/>
            </p:nvSpPr>
            <p:spPr>
              <a:xfrm>
                <a:off x="744616" y="446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rc57">
                <a:extLst>
                  <a:ext uri="{FF2B5EF4-FFF2-40B4-BE49-F238E27FC236}">
                    <a16:creationId xmlns:a16="http://schemas.microsoft.com/office/drawing/2014/main" id="{7AA23BE2-4E21-445D-A5DA-F19C8D088E4E}"/>
                  </a:ext>
                </a:extLst>
              </p:cNvPr>
              <p:cNvSpPr/>
              <p:nvPr/>
            </p:nvSpPr>
            <p:spPr>
              <a:xfrm>
                <a:off x="860501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rc58">
                <a:extLst>
                  <a:ext uri="{FF2B5EF4-FFF2-40B4-BE49-F238E27FC236}">
                    <a16:creationId xmlns:a16="http://schemas.microsoft.com/office/drawing/2014/main" id="{F1B50450-7BBE-4636-9403-8EC6F7504AE0}"/>
                  </a:ext>
                </a:extLst>
              </p:cNvPr>
              <p:cNvSpPr/>
              <p:nvPr/>
            </p:nvSpPr>
            <p:spPr>
              <a:xfrm>
                <a:off x="860501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rc59">
                <a:extLst>
                  <a:ext uri="{FF2B5EF4-FFF2-40B4-BE49-F238E27FC236}">
                    <a16:creationId xmlns:a16="http://schemas.microsoft.com/office/drawing/2014/main" id="{A50040BB-EC1D-495D-BBE4-4CDB756FEC26}"/>
                  </a:ext>
                </a:extLst>
              </p:cNvPr>
              <p:cNvSpPr/>
              <p:nvPr/>
            </p:nvSpPr>
            <p:spPr>
              <a:xfrm>
                <a:off x="860501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rc60">
                <a:extLst>
                  <a:ext uri="{FF2B5EF4-FFF2-40B4-BE49-F238E27FC236}">
                    <a16:creationId xmlns:a16="http://schemas.microsoft.com/office/drawing/2014/main" id="{103C72EB-259C-46A3-B60F-A57F6402636B}"/>
                  </a:ext>
                </a:extLst>
              </p:cNvPr>
              <p:cNvSpPr/>
              <p:nvPr/>
            </p:nvSpPr>
            <p:spPr>
              <a:xfrm>
                <a:off x="860501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rc61">
                <a:extLst>
                  <a:ext uri="{FF2B5EF4-FFF2-40B4-BE49-F238E27FC236}">
                    <a16:creationId xmlns:a16="http://schemas.microsoft.com/office/drawing/2014/main" id="{00078075-E607-4819-BA17-83456409E4C3}"/>
                  </a:ext>
                </a:extLst>
              </p:cNvPr>
              <p:cNvSpPr/>
              <p:nvPr/>
            </p:nvSpPr>
            <p:spPr>
              <a:xfrm>
                <a:off x="860501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rc62">
                <a:extLst>
                  <a:ext uri="{FF2B5EF4-FFF2-40B4-BE49-F238E27FC236}">
                    <a16:creationId xmlns:a16="http://schemas.microsoft.com/office/drawing/2014/main" id="{B179FB72-9BF7-431C-AC8B-17752FB2B979}"/>
                  </a:ext>
                </a:extLst>
              </p:cNvPr>
              <p:cNvSpPr/>
              <p:nvPr/>
            </p:nvSpPr>
            <p:spPr>
              <a:xfrm>
                <a:off x="860501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rc63">
                <a:extLst>
                  <a:ext uri="{FF2B5EF4-FFF2-40B4-BE49-F238E27FC236}">
                    <a16:creationId xmlns:a16="http://schemas.microsoft.com/office/drawing/2014/main" id="{65067E56-B0A9-4A95-8BF8-719679643EEC}"/>
                  </a:ext>
                </a:extLst>
              </p:cNvPr>
              <p:cNvSpPr/>
              <p:nvPr/>
            </p:nvSpPr>
            <p:spPr>
              <a:xfrm>
                <a:off x="860501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" name="rc64">
                <a:extLst>
                  <a:ext uri="{FF2B5EF4-FFF2-40B4-BE49-F238E27FC236}">
                    <a16:creationId xmlns:a16="http://schemas.microsoft.com/office/drawing/2014/main" id="{14CA9B76-9CAE-4EDF-B6EC-72E9DDAC7DCC}"/>
                  </a:ext>
                </a:extLst>
              </p:cNvPr>
              <p:cNvSpPr/>
              <p:nvPr/>
            </p:nvSpPr>
            <p:spPr>
              <a:xfrm>
                <a:off x="860501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rc65">
                <a:extLst>
                  <a:ext uri="{FF2B5EF4-FFF2-40B4-BE49-F238E27FC236}">
                    <a16:creationId xmlns:a16="http://schemas.microsoft.com/office/drawing/2014/main" id="{01C0C82D-AC3D-45E4-8302-4ACC12955AB4}"/>
                  </a:ext>
                </a:extLst>
              </p:cNvPr>
              <p:cNvSpPr/>
              <p:nvPr/>
            </p:nvSpPr>
            <p:spPr>
              <a:xfrm>
                <a:off x="976386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rc66">
                <a:extLst>
                  <a:ext uri="{FF2B5EF4-FFF2-40B4-BE49-F238E27FC236}">
                    <a16:creationId xmlns:a16="http://schemas.microsoft.com/office/drawing/2014/main" id="{2773D285-62FA-4402-808A-62E0021F4794}"/>
                  </a:ext>
                </a:extLst>
              </p:cNvPr>
              <p:cNvSpPr/>
              <p:nvPr/>
            </p:nvSpPr>
            <p:spPr>
              <a:xfrm>
                <a:off x="976386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rc67">
                <a:extLst>
                  <a:ext uri="{FF2B5EF4-FFF2-40B4-BE49-F238E27FC236}">
                    <a16:creationId xmlns:a16="http://schemas.microsoft.com/office/drawing/2014/main" id="{F303680E-49D4-4FB3-A4F3-F1E206F15D6A}"/>
                  </a:ext>
                </a:extLst>
              </p:cNvPr>
              <p:cNvSpPr/>
              <p:nvPr/>
            </p:nvSpPr>
            <p:spPr>
              <a:xfrm>
                <a:off x="976386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rc68">
                <a:extLst>
                  <a:ext uri="{FF2B5EF4-FFF2-40B4-BE49-F238E27FC236}">
                    <a16:creationId xmlns:a16="http://schemas.microsoft.com/office/drawing/2014/main" id="{54FBAB99-8BB7-4FCD-B40C-E745212FE7CE}"/>
                  </a:ext>
                </a:extLst>
              </p:cNvPr>
              <p:cNvSpPr/>
              <p:nvPr/>
            </p:nvSpPr>
            <p:spPr>
              <a:xfrm>
                <a:off x="976386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rc69">
                <a:extLst>
                  <a:ext uri="{FF2B5EF4-FFF2-40B4-BE49-F238E27FC236}">
                    <a16:creationId xmlns:a16="http://schemas.microsoft.com/office/drawing/2014/main" id="{25EAA307-0898-4577-828F-642F90B25732}"/>
                  </a:ext>
                </a:extLst>
              </p:cNvPr>
              <p:cNvSpPr/>
              <p:nvPr/>
            </p:nvSpPr>
            <p:spPr>
              <a:xfrm>
                <a:off x="976386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rc70">
                <a:extLst>
                  <a:ext uri="{FF2B5EF4-FFF2-40B4-BE49-F238E27FC236}">
                    <a16:creationId xmlns:a16="http://schemas.microsoft.com/office/drawing/2014/main" id="{2BB49DCE-05E1-4092-A03A-C577A3F222C0}"/>
                  </a:ext>
                </a:extLst>
              </p:cNvPr>
              <p:cNvSpPr/>
              <p:nvPr/>
            </p:nvSpPr>
            <p:spPr>
              <a:xfrm>
                <a:off x="976386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rc71">
                <a:extLst>
                  <a:ext uri="{FF2B5EF4-FFF2-40B4-BE49-F238E27FC236}">
                    <a16:creationId xmlns:a16="http://schemas.microsoft.com/office/drawing/2014/main" id="{C10A57DB-6FDC-4053-B1FD-167600FB5EF5}"/>
                  </a:ext>
                </a:extLst>
              </p:cNvPr>
              <p:cNvSpPr/>
              <p:nvPr/>
            </p:nvSpPr>
            <p:spPr>
              <a:xfrm>
                <a:off x="976386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rc72">
                <a:extLst>
                  <a:ext uri="{FF2B5EF4-FFF2-40B4-BE49-F238E27FC236}">
                    <a16:creationId xmlns:a16="http://schemas.microsoft.com/office/drawing/2014/main" id="{C7FB665B-1654-4A40-B573-F9563E0A29C8}"/>
                  </a:ext>
                </a:extLst>
              </p:cNvPr>
              <p:cNvSpPr/>
              <p:nvPr/>
            </p:nvSpPr>
            <p:spPr>
              <a:xfrm>
                <a:off x="976386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rc73">
                <a:extLst>
                  <a:ext uri="{FF2B5EF4-FFF2-40B4-BE49-F238E27FC236}">
                    <a16:creationId xmlns:a16="http://schemas.microsoft.com/office/drawing/2014/main" id="{6C4E77B3-8366-435C-AB7D-3B6ECA74FFFD}"/>
                  </a:ext>
                </a:extLst>
              </p:cNvPr>
              <p:cNvSpPr/>
              <p:nvPr/>
            </p:nvSpPr>
            <p:spPr>
              <a:xfrm>
                <a:off x="1092271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rc74">
                <a:extLst>
                  <a:ext uri="{FF2B5EF4-FFF2-40B4-BE49-F238E27FC236}">
                    <a16:creationId xmlns:a16="http://schemas.microsoft.com/office/drawing/2014/main" id="{0F3625AA-0ECB-4BCC-AC50-61DD08EEC563}"/>
                  </a:ext>
                </a:extLst>
              </p:cNvPr>
              <p:cNvSpPr/>
              <p:nvPr/>
            </p:nvSpPr>
            <p:spPr>
              <a:xfrm>
                <a:off x="1092271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rc75">
                <a:extLst>
                  <a:ext uri="{FF2B5EF4-FFF2-40B4-BE49-F238E27FC236}">
                    <a16:creationId xmlns:a16="http://schemas.microsoft.com/office/drawing/2014/main" id="{88222D32-F42F-4277-804D-BDD0E60AFB11}"/>
                  </a:ext>
                </a:extLst>
              </p:cNvPr>
              <p:cNvSpPr/>
              <p:nvPr/>
            </p:nvSpPr>
            <p:spPr>
              <a:xfrm>
                <a:off x="1092271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rc76">
                <a:extLst>
                  <a:ext uri="{FF2B5EF4-FFF2-40B4-BE49-F238E27FC236}">
                    <a16:creationId xmlns:a16="http://schemas.microsoft.com/office/drawing/2014/main" id="{02C6F6A2-6376-47A0-87F2-C18738B048DB}"/>
                  </a:ext>
                </a:extLst>
              </p:cNvPr>
              <p:cNvSpPr/>
              <p:nvPr/>
            </p:nvSpPr>
            <p:spPr>
              <a:xfrm>
                <a:off x="1092271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rc77">
                <a:extLst>
                  <a:ext uri="{FF2B5EF4-FFF2-40B4-BE49-F238E27FC236}">
                    <a16:creationId xmlns:a16="http://schemas.microsoft.com/office/drawing/2014/main" id="{59840A6C-D78C-4B49-858F-890CF8EE2E03}"/>
                  </a:ext>
                </a:extLst>
              </p:cNvPr>
              <p:cNvSpPr/>
              <p:nvPr/>
            </p:nvSpPr>
            <p:spPr>
              <a:xfrm>
                <a:off x="1092271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rc78">
                <a:extLst>
                  <a:ext uri="{FF2B5EF4-FFF2-40B4-BE49-F238E27FC236}">
                    <a16:creationId xmlns:a16="http://schemas.microsoft.com/office/drawing/2014/main" id="{3BDF0324-B924-42B5-A90C-A0ED0CEE5480}"/>
                  </a:ext>
                </a:extLst>
              </p:cNvPr>
              <p:cNvSpPr/>
              <p:nvPr/>
            </p:nvSpPr>
            <p:spPr>
              <a:xfrm>
                <a:off x="1092271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rc79">
                <a:extLst>
                  <a:ext uri="{FF2B5EF4-FFF2-40B4-BE49-F238E27FC236}">
                    <a16:creationId xmlns:a16="http://schemas.microsoft.com/office/drawing/2014/main" id="{BEA25C47-DD84-4781-8C9E-3317635B2AC3}"/>
                  </a:ext>
                </a:extLst>
              </p:cNvPr>
              <p:cNvSpPr/>
              <p:nvPr/>
            </p:nvSpPr>
            <p:spPr>
              <a:xfrm>
                <a:off x="1092271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" name="rc80">
                <a:extLst>
                  <a:ext uri="{FF2B5EF4-FFF2-40B4-BE49-F238E27FC236}">
                    <a16:creationId xmlns:a16="http://schemas.microsoft.com/office/drawing/2014/main" id="{5D1E300A-0B62-4DE3-9301-FDFB1CDD587C}"/>
                  </a:ext>
                </a:extLst>
              </p:cNvPr>
              <p:cNvSpPr/>
              <p:nvPr/>
            </p:nvSpPr>
            <p:spPr>
              <a:xfrm>
                <a:off x="1092271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" name="rc81">
                <a:extLst>
                  <a:ext uri="{FF2B5EF4-FFF2-40B4-BE49-F238E27FC236}">
                    <a16:creationId xmlns:a16="http://schemas.microsoft.com/office/drawing/2014/main" id="{3246FB78-713B-4EBF-87CD-5DA7AE62E148}"/>
                  </a:ext>
                </a:extLst>
              </p:cNvPr>
              <p:cNvSpPr/>
              <p:nvPr/>
            </p:nvSpPr>
            <p:spPr>
              <a:xfrm>
                <a:off x="1208155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rc82">
                <a:extLst>
                  <a:ext uri="{FF2B5EF4-FFF2-40B4-BE49-F238E27FC236}">
                    <a16:creationId xmlns:a16="http://schemas.microsoft.com/office/drawing/2014/main" id="{CCBB46FF-E4AA-4C67-A113-8B56C03B77A7}"/>
                  </a:ext>
                </a:extLst>
              </p:cNvPr>
              <p:cNvSpPr/>
              <p:nvPr/>
            </p:nvSpPr>
            <p:spPr>
              <a:xfrm>
                <a:off x="1208155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" name="rc83">
                <a:extLst>
                  <a:ext uri="{FF2B5EF4-FFF2-40B4-BE49-F238E27FC236}">
                    <a16:creationId xmlns:a16="http://schemas.microsoft.com/office/drawing/2014/main" id="{6457F6C9-D360-452B-9424-DBF5D9D93468}"/>
                  </a:ext>
                </a:extLst>
              </p:cNvPr>
              <p:cNvSpPr/>
              <p:nvPr/>
            </p:nvSpPr>
            <p:spPr>
              <a:xfrm>
                <a:off x="1208155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" name="rc84">
                <a:extLst>
                  <a:ext uri="{FF2B5EF4-FFF2-40B4-BE49-F238E27FC236}">
                    <a16:creationId xmlns:a16="http://schemas.microsoft.com/office/drawing/2014/main" id="{7D395966-56C2-4DB3-88EB-EDB9680E75DF}"/>
                  </a:ext>
                </a:extLst>
              </p:cNvPr>
              <p:cNvSpPr/>
              <p:nvPr/>
            </p:nvSpPr>
            <p:spPr>
              <a:xfrm>
                <a:off x="1208155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" name="rc85">
                <a:extLst>
                  <a:ext uri="{FF2B5EF4-FFF2-40B4-BE49-F238E27FC236}">
                    <a16:creationId xmlns:a16="http://schemas.microsoft.com/office/drawing/2014/main" id="{94AA2577-E6C2-4BD3-A05D-92722BF465F8}"/>
                  </a:ext>
                </a:extLst>
              </p:cNvPr>
              <p:cNvSpPr/>
              <p:nvPr/>
            </p:nvSpPr>
            <p:spPr>
              <a:xfrm>
                <a:off x="1208155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" name="rc86">
                <a:extLst>
                  <a:ext uri="{FF2B5EF4-FFF2-40B4-BE49-F238E27FC236}">
                    <a16:creationId xmlns:a16="http://schemas.microsoft.com/office/drawing/2014/main" id="{8D835FBE-F820-407B-AE82-E3EB57AFAA2C}"/>
                  </a:ext>
                </a:extLst>
              </p:cNvPr>
              <p:cNvSpPr/>
              <p:nvPr/>
            </p:nvSpPr>
            <p:spPr>
              <a:xfrm>
                <a:off x="1208155" y="1000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" name="rc87">
                <a:extLst>
                  <a:ext uri="{FF2B5EF4-FFF2-40B4-BE49-F238E27FC236}">
                    <a16:creationId xmlns:a16="http://schemas.microsoft.com/office/drawing/2014/main" id="{76DFCFC0-D0EF-4152-A72B-D5B451AD140B}"/>
                  </a:ext>
                </a:extLst>
              </p:cNvPr>
              <p:cNvSpPr/>
              <p:nvPr/>
            </p:nvSpPr>
            <p:spPr>
              <a:xfrm>
                <a:off x="1208155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" name="rc88">
                <a:extLst>
                  <a:ext uri="{FF2B5EF4-FFF2-40B4-BE49-F238E27FC236}">
                    <a16:creationId xmlns:a16="http://schemas.microsoft.com/office/drawing/2014/main" id="{44FA8D55-8FB7-4CA2-AF9B-7E497B54754F}"/>
                  </a:ext>
                </a:extLst>
              </p:cNvPr>
              <p:cNvSpPr/>
              <p:nvPr/>
            </p:nvSpPr>
            <p:spPr>
              <a:xfrm>
                <a:off x="1208155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" name="rc89">
                <a:extLst>
                  <a:ext uri="{FF2B5EF4-FFF2-40B4-BE49-F238E27FC236}">
                    <a16:creationId xmlns:a16="http://schemas.microsoft.com/office/drawing/2014/main" id="{87AF54E1-6009-47D0-A5EE-27F1F8997C2E}"/>
                  </a:ext>
                </a:extLst>
              </p:cNvPr>
              <p:cNvSpPr/>
              <p:nvPr/>
            </p:nvSpPr>
            <p:spPr>
              <a:xfrm>
                <a:off x="1208155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rc90">
                <a:extLst>
                  <a:ext uri="{FF2B5EF4-FFF2-40B4-BE49-F238E27FC236}">
                    <a16:creationId xmlns:a16="http://schemas.microsoft.com/office/drawing/2014/main" id="{D4D2A2C6-4F08-4165-B4AD-F1C74DC25DBD}"/>
                  </a:ext>
                </a:extLst>
              </p:cNvPr>
              <p:cNvSpPr/>
              <p:nvPr/>
            </p:nvSpPr>
            <p:spPr>
              <a:xfrm>
                <a:off x="1324040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" name="rc91">
                <a:extLst>
                  <a:ext uri="{FF2B5EF4-FFF2-40B4-BE49-F238E27FC236}">
                    <a16:creationId xmlns:a16="http://schemas.microsoft.com/office/drawing/2014/main" id="{1486C478-18C9-410F-970E-B707ECC57E7E}"/>
                  </a:ext>
                </a:extLst>
              </p:cNvPr>
              <p:cNvSpPr/>
              <p:nvPr/>
            </p:nvSpPr>
            <p:spPr>
              <a:xfrm>
                <a:off x="1324040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" name="rc92">
                <a:extLst>
                  <a:ext uri="{FF2B5EF4-FFF2-40B4-BE49-F238E27FC236}">
                    <a16:creationId xmlns:a16="http://schemas.microsoft.com/office/drawing/2014/main" id="{0687D553-C49B-40F8-9699-86A3089CFC32}"/>
                  </a:ext>
                </a:extLst>
              </p:cNvPr>
              <p:cNvSpPr/>
              <p:nvPr/>
            </p:nvSpPr>
            <p:spPr>
              <a:xfrm>
                <a:off x="1324040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" name="rc93">
                <a:extLst>
                  <a:ext uri="{FF2B5EF4-FFF2-40B4-BE49-F238E27FC236}">
                    <a16:creationId xmlns:a16="http://schemas.microsoft.com/office/drawing/2014/main" id="{14B76AB5-94CD-4872-8888-923C08C58522}"/>
                  </a:ext>
                </a:extLst>
              </p:cNvPr>
              <p:cNvSpPr/>
              <p:nvPr/>
            </p:nvSpPr>
            <p:spPr>
              <a:xfrm>
                <a:off x="1324040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" name="rc94">
                <a:extLst>
                  <a:ext uri="{FF2B5EF4-FFF2-40B4-BE49-F238E27FC236}">
                    <a16:creationId xmlns:a16="http://schemas.microsoft.com/office/drawing/2014/main" id="{1894B046-6377-4B94-A7E2-9DAE4C7D95D7}"/>
                  </a:ext>
                </a:extLst>
              </p:cNvPr>
              <p:cNvSpPr/>
              <p:nvPr/>
            </p:nvSpPr>
            <p:spPr>
              <a:xfrm>
                <a:off x="1324040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" name="rc95">
                <a:extLst>
                  <a:ext uri="{FF2B5EF4-FFF2-40B4-BE49-F238E27FC236}">
                    <a16:creationId xmlns:a16="http://schemas.microsoft.com/office/drawing/2014/main" id="{EECEC307-C424-4419-83B0-E904014A8120}"/>
                  </a:ext>
                </a:extLst>
              </p:cNvPr>
              <p:cNvSpPr/>
              <p:nvPr/>
            </p:nvSpPr>
            <p:spPr>
              <a:xfrm>
                <a:off x="1324040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" name="rc96">
                <a:extLst>
                  <a:ext uri="{FF2B5EF4-FFF2-40B4-BE49-F238E27FC236}">
                    <a16:creationId xmlns:a16="http://schemas.microsoft.com/office/drawing/2014/main" id="{7E60BAFC-DCD1-4DED-9666-70BDC7101472}"/>
                  </a:ext>
                </a:extLst>
              </p:cNvPr>
              <p:cNvSpPr/>
              <p:nvPr/>
            </p:nvSpPr>
            <p:spPr>
              <a:xfrm>
                <a:off x="1324040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" name="rc97">
                <a:extLst>
                  <a:ext uri="{FF2B5EF4-FFF2-40B4-BE49-F238E27FC236}">
                    <a16:creationId xmlns:a16="http://schemas.microsoft.com/office/drawing/2014/main" id="{86FC459A-9CCB-44B1-9F7A-D5DF19E30278}"/>
                  </a:ext>
                </a:extLst>
              </p:cNvPr>
              <p:cNvSpPr/>
              <p:nvPr/>
            </p:nvSpPr>
            <p:spPr>
              <a:xfrm>
                <a:off x="1324040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" name="rc98">
                <a:extLst>
                  <a:ext uri="{FF2B5EF4-FFF2-40B4-BE49-F238E27FC236}">
                    <a16:creationId xmlns:a16="http://schemas.microsoft.com/office/drawing/2014/main" id="{E06DCC74-70A3-43FF-B81E-1757A6FE5488}"/>
                  </a:ext>
                </a:extLst>
              </p:cNvPr>
              <p:cNvSpPr/>
              <p:nvPr/>
            </p:nvSpPr>
            <p:spPr>
              <a:xfrm>
                <a:off x="1324040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" name="rc99">
                <a:extLst>
                  <a:ext uri="{FF2B5EF4-FFF2-40B4-BE49-F238E27FC236}">
                    <a16:creationId xmlns:a16="http://schemas.microsoft.com/office/drawing/2014/main" id="{8959E3BD-2E70-4E9D-BB75-343850F3AABB}"/>
                  </a:ext>
                </a:extLst>
              </p:cNvPr>
              <p:cNvSpPr/>
              <p:nvPr/>
            </p:nvSpPr>
            <p:spPr>
              <a:xfrm>
                <a:off x="1324040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" name="rc100">
                <a:extLst>
                  <a:ext uri="{FF2B5EF4-FFF2-40B4-BE49-F238E27FC236}">
                    <a16:creationId xmlns:a16="http://schemas.microsoft.com/office/drawing/2014/main" id="{19418E4E-8678-403E-B4C9-63E9E5D1D0BA}"/>
                  </a:ext>
                </a:extLst>
              </p:cNvPr>
              <p:cNvSpPr/>
              <p:nvPr/>
            </p:nvSpPr>
            <p:spPr>
              <a:xfrm>
                <a:off x="1439925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" name="rc101">
                <a:extLst>
                  <a:ext uri="{FF2B5EF4-FFF2-40B4-BE49-F238E27FC236}">
                    <a16:creationId xmlns:a16="http://schemas.microsoft.com/office/drawing/2014/main" id="{401F2DFD-6D79-4A88-964F-0F396A7593C9}"/>
                  </a:ext>
                </a:extLst>
              </p:cNvPr>
              <p:cNvSpPr/>
              <p:nvPr/>
            </p:nvSpPr>
            <p:spPr>
              <a:xfrm>
                <a:off x="1439925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" name="rc102">
                <a:extLst>
                  <a:ext uri="{FF2B5EF4-FFF2-40B4-BE49-F238E27FC236}">
                    <a16:creationId xmlns:a16="http://schemas.microsoft.com/office/drawing/2014/main" id="{2B7F3E52-373B-40CF-841D-CF3BF5DA3EB6}"/>
                  </a:ext>
                </a:extLst>
              </p:cNvPr>
              <p:cNvSpPr/>
              <p:nvPr/>
            </p:nvSpPr>
            <p:spPr>
              <a:xfrm>
                <a:off x="1439925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" name="rc103">
                <a:extLst>
                  <a:ext uri="{FF2B5EF4-FFF2-40B4-BE49-F238E27FC236}">
                    <a16:creationId xmlns:a16="http://schemas.microsoft.com/office/drawing/2014/main" id="{62F328EF-A4ED-4FE8-98BA-9806189F2D56}"/>
                  </a:ext>
                </a:extLst>
              </p:cNvPr>
              <p:cNvSpPr/>
              <p:nvPr/>
            </p:nvSpPr>
            <p:spPr>
              <a:xfrm>
                <a:off x="1439925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" name="rc104">
                <a:extLst>
                  <a:ext uri="{FF2B5EF4-FFF2-40B4-BE49-F238E27FC236}">
                    <a16:creationId xmlns:a16="http://schemas.microsoft.com/office/drawing/2014/main" id="{FED17652-D7A7-4ACE-B609-A7D027065C2B}"/>
                  </a:ext>
                </a:extLst>
              </p:cNvPr>
              <p:cNvSpPr/>
              <p:nvPr/>
            </p:nvSpPr>
            <p:spPr>
              <a:xfrm>
                <a:off x="1439925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" name="rc105">
                <a:extLst>
                  <a:ext uri="{FF2B5EF4-FFF2-40B4-BE49-F238E27FC236}">
                    <a16:creationId xmlns:a16="http://schemas.microsoft.com/office/drawing/2014/main" id="{68B83066-5DBE-42B7-A09E-A7A1EDFEDBE8}"/>
                  </a:ext>
                </a:extLst>
              </p:cNvPr>
              <p:cNvSpPr/>
              <p:nvPr/>
            </p:nvSpPr>
            <p:spPr>
              <a:xfrm>
                <a:off x="1439925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" name="rc106">
                <a:extLst>
                  <a:ext uri="{FF2B5EF4-FFF2-40B4-BE49-F238E27FC236}">
                    <a16:creationId xmlns:a16="http://schemas.microsoft.com/office/drawing/2014/main" id="{F3BB7BA3-AE6E-4298-9062-F03D4A8001BA}"/>
                  </a:ext>
                </a:extLst>
              </p:cNvPr>
              <p:cNvSpPr/>
              <p:nvPr/>
            </p:nvSpPr>
            <p:spPr>
              <a:xfrm>
                <a:off x="1439925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" name="rc107">
                <a:extLst>
                  <a:ext uri="{FF2B5EF4-FFF2-40B4-BE49-F238E27FC236}">
                    <a16:creationId xmlns:a16="http://schemas.microsoft.com/office/drawing/2014/main" id="{5D3CB7BB-2109-4320-8C99-14118D6C8665}"/>
                  </a:ext>
                </a:extLst>
              </p:cNvPr>
              <p:cNvSpPr/>
              <p:nvPr/>
            </p:nvSpPr>
            <p:spPr>
              <a:xfrm>
                <a:off x="1439925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" name="rc108">
                <a:extLst>
                  <a:ext uri="{FF2B5EF4-FFF2-40B4-BE49-F238E27FC236}">
                    <a16:creationId xmlns:a16="http://schemas.microsoft.com/office/drawing/2014/main" id="{F8FC9383-10C7-42BD-A136-7FC699C358CA}"/>
                  </a:ext>
                </a:extLst>
              </p:cNvPr>
              <p:cNvSpPr/>
              <p:nvPr/>
            </p:nvSpPr>
            <p:spPr>
              <a:xfrm>
                <a:off x="1439925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" name="rc109">
                <a:extLst>
                  <a:ext uri="{FF2B5EF4-FFF2-40B4-BE49-F238E27FC236}">
                    <a16:creationId xmlns:a16="http://schemas.microsoft.com/office/drawing/2014/main" id="{43B8C5F2-6BE6-4760-9DD8-61CB3347DBEF}"/>
                  </a:ext>
                </a:extLst>
              </p:cNvPr>
              <p:cNvSpPr/>
              <p:nvPr/>
            </p:nvSpPr>
            <p:spPr>
              <a:xfrm>
                <a:off x="1439925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" name="rc110">
                <a:extLst>
                  <a:ext uri="{FF2B5EF4-FFF2-40B4-BE49-F238E27FC236}">
                    <a16:creationId xmlns:a16="http://schemas.microsoft.com/office/drawing/2014/main" id="{4BD84BCE-C626-45E1-A0A0-DB2EC7B0C614}"/>
                  </a:ext>
                </a:extLst>
              </p:cNvPr>
              <p:cNvSpPr/>
              <p:nvPr/>
            </p:nvSpPr>
            <p:spPr>
              <a:xfrm>
                <a:off x="1439925" y="446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" name="rc111">
                <a:extLst>
                  <a:ext uri="{FF2B5EF4-FFF2-40B4-BE49-F238E27FC236}">
                    <a16:creationId xmlns:a16="http://schemas.microsoft.com/office/drawing/2014/main" id="{D4F570C4-0E64-4E8A-ADCF-9E7884392D11}"/>
                  </a:ext>
                </a:extLst>
              </p:cNvPr>
              <p:cNvSpPr/>
              <p:nvPr/>
            </p:nvSpPr>
            <p:spPr>
              <a:xfrm>
                <a:off x="1555810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" name="rc112">
                <a:extLst>
                  <a:ext uri="{FF2B5EF4-FFF2-40B4-BE49-F238E27FC236}">
                    <a16:creationId xmlns:a16="http://schemas.microsoft.com/office/drawing/2014/main" id="{A58960FD-AFFD-433A-A7CA-743B45304555}"/>
                  </a:ext>
                </a:extLst>
              </p:cNvPr>
              <p:cNvSpPr/>
              <p:nvPr/>
            </p:nvSpPr>
            <p:spPr>
              <a:xfrm>
                <a:off x="1555810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" name="rc113">
                <a:extLst>
                  <a:ext uri="{FF2B5EF4-FFF2-40B4-BE49-F238E27FC236}">
                    <a16:creationId xmlns:a16="http://schemas.microsoft.com/office/drawing/2014/main" id="{3318B41C-5A11-4409-A045-95889BEA8C7B}"/>
                  </a:ext>
                </a:extLst>
              </p:cNvPr>
              <p:cNvSpPr/>
              <p:nvPr/>
            </p:nvSpPr>
            <p:spPr>
              <a:xfrm>
                <a:off x="1555810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" name="rc114">
                <a:extLst>
                  <a:ext uri="{FF2B5EF4-FFF2-40B4-BE49-F238E27FC236}">
                    <a16:creationId xmlns:a16="http://schemas.microsoft.com/office/drawing/2014/main" id="{951DE1CB-F285-4EFE-8F35-FB30217FBA70}"/>
                  </a:ext>
                </a:extLst>
              </p:cNvPr>
              <p:cNvSpPr/>
              <p:nvPr/>
            </p:nvSpPr>
            <p:spPr>
              <a:xfrm>
                <a:off x="1555810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" name="rc115">
                <a:extLst>
                  <a:ext uri="{FF2B5EF4-FFF2-40B4-BE49-F238E27FC236}">
                    <a16:creationId xmlns:a16="http://schemas.microsoft.com/office/drawing/2014/main" id="{53617DD6-B2C8-40A9-8AF6-009A46E8698E}"/>
                  </a:ext>
                </a:extLst>
              </p:cNvPr>
              <p:cNvSpPr/>
              <p:nvPr/>
            </p:nvSpPr>
            <p:spPr>
              <a:xfrm>
                <a:off x="1555810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" name="rc116">
                <a:extLst>
                  <a:ext uri="{FF2B5EF4-FFF2-40B4-BE49-F238E27FC236}">
                    <a16:creationId xmlns:a16="http://schemas.microsoft.com/office/drawing/2014/main" id="{31FCE54B-3181-41AB-A9B5-FD31D5B0A556}"/>
                  </a:ext>
                </a:extLst>
              </p:cNvPr>
              <p:cNvSpPr/>
              <p:nvPr/>
            </p:nvSpPr>
            <p:spPr>
              <a:xfrm>
                <a:off x="1555810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" name="rc117">
                <a:extLst>
                  <a:ext uri="{FF2B5EF4-FFF2-40B4-BE49-F238E27FC236}">
                    <a16:creationId xmlns:a16="http://schemas.microsoft.com/office/drawing/2014/main" id="{75113351-90A0-43FD-B2CD-F47B8CD99380}"/>
                  </a:ext>
                </a:extLst>
              </p:cNvPr>
              <p:cNvSpPr/>
              <p:nvPr/>
            </p:nvSpPr>
            <p:spPr>
              <a:xfrm>
                <a:off x="1555810" y="1000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" name="rc118">
                <a:extLst>
                  <a:ext uri="{FF2B5EF4-FFF2-40B4-BE49-F238E27FC236}">
                    <a16:creationId xmlns:a16="http://schemas.microsoft.com/office/drawing/2014/main" id="{5F937E5A-08F6-4E3D-A540-0AB9948878CB}"/>
                  </a:ext>
                </a:extLst>
              </p:cNvPr>
              <p:cNvSpPr/>
              <p:nvPr/>
            </p:nvSpPr>
            <p:spPr>
              <a:xfrm>
                <a:off x="1555810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" name="rc119">
                <a:extLst>
                  <a:ext uri="{FF2B5EF4-FFF2-40B4-BE49-F238E27FC236}">
                    <a16:creationId xmlns:a16="http://schemas.microsoft.com/office/drawing/2014/main" id="{850A60A1-4C8B-44BF-BD3C-08A36B85F5E8}"/>
                  </a:ext>
                </a:extLst>
              </p:cNvPr>
              <p:cNvSpPr/>
              <p:nvPr/>
            </p:nvSpPr>
            <p:spPr>
              <a:xfrm>
                <a:off x="1555810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" name="rc120">
                <a:extLst>
                  <a:ext uri="{FF2B5EF4-FFF2-40B4-BE49-F238E27FC236}">
                    <a16:creationId xmlns:a16="http://schemas.microsoft.com/office/drawing/2014/main" id="{91D46C79-2FC4-41A8-956D-D056E17B904E}"/>
                  </a:ext>
                </a:extLst>
              </p:cNvPr>
              <p:cNvSpPr/>
              <p:nvPr/>
            </p:nvSpPr>
            <p:spPr>
              <a:xfrm>
                <a:off x="1555810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" name="rc121">
                <a:extLst>
                  <a:ext uri="{FF2B5EF4-FFF2-40B4-BE49-F238E27FC236}">
                    <a16:creationId xmlns:a16="http://schemas.microsoft.com/office/drawing/2014/main" id="{D7E3690F-275F-424A-856A-B241C0D750E5}"/>
                  </a:ext>
                </a:extLst>
              </p:cNvPr>
              <p:cNvSpPr/>
              <p:nvPr/>
            </p:nvSpPr>
            <p:spPr>
              <a:xfrm>
                <a:off x="1671694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" name="rc122">
                <a:extLst>
                  <a:ext uri="{FF2B5EF4-FFF2-40B4-BE49-F238E27FC236}">
                    <a16:creationId xmlns:a16="http://schemas.microsoft.com/office/drawing/2014/main" id="{7C54A062-8EE8-47CE-B0DE-91488014A639}"/>
                  </a:ext>
                </a:extLst>
              </p:cNvPr>
              <p:cNvSpPr/>
              <p:nvPr/>
            </p:nvSpPr>
            <p:spPr>
              <a:xfrm>
                <a:off x="1671694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" name="rc123">
                <a:extLst>
                  <a:ext uri="{FF2B5EF4-FFF2-40B4-BE49-F238E27FC236}">
                    <a16:creationId xmlns:a16="http://schemas.microsoft.com/office/drawing/2014/main" id="{BBCB0546-5D17-40F0-B35F-87A60DF499ED}"/>
                  </a:ext>
                </a:extLst>
              </p:cNvPr>
              <p:cNvSpPr/>
              <p:nvPr/>
            </p:nvSpPr>
            <p:spPr>
              <a:xfrm>
                <a:off x="1671694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" name="rc124">
                <a:extLst>
                  <a:ext uri="{FF2B5EF4-FFF2-40B4-BE49-F238E27FC236}">
                    <a16:creationId xmlns:a16="http://schemas.microsoft.com/office/drawing/2014/main" id="{B3BA8A3A-26A1-4986-8BCD-056E7F304612}"/>
                  </a:ext>
                </a:extLst>
              </p:cNvPr>
              <p:cNvSpPr/>
              <p:nvPr/>
            </p:nvSpPr>
            <p:spPr>
              <a:xfrm>
                <a:off x="1671694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" name="rc125">
                <a:extLst>
                  <a:ext uri="{FF2B5EF4-FFF2-40B4-BE49-F238E27FC236}">
                    <a16:creationId xmlns:a16="http://schemas.microsoft.com/office/drawing/2014/main" id="{7ED3C7CB-F6A0-4CE8-8679-4E35EBC56D6E}"/>
                  </a:ext>
                </a:extLst>
              </p:cNvPr>
              <p:cNvSpPr/>
              <p:nvPr/>
            </p:nvSpPr>
            <p:spPr>
              <a:xfrm>
                <a:off x="1671694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" name="rc126">
                <a:extLst>
                  <a:ext uri="{FF2B5EF4-FFF2-40B4-BE49-F238E27FC236}">
                    <a16:creationId xmlns:a16="http://schemas.microsoft.com/office/drawing/2014/main" id="{BA6735A2-6419-4976-9758-08D598E9A5A1}"/>
                  </a:ext>
                </a:extLst>
              </p:cNvPr>
              <p:cNvSpPr/>
              <p:nvPr/>
            </p:nvSpPr>
            <p:spPr>
              <a:xfrm>
                <a:off x="1671694" y="1000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" name="rc127">
                <a:extLst>
                  <a:ext uri="{FF2B5EF4-FFF2-40B4-BE49-F238E27FC236}">
                    <a16:creationId xmlns:a16="http://schemas.microsoft.com/office/drawing/2014/main" id="{F1C817A6-6776-4019-83F2-18FCDD68D67B}"/>
                  </a:ext>
                </a:extLst>
              </p:cNvPr>
              <p:cNvSpPr/>
              <p:nvPr/>
            </p:nvSpPr>
            <p:spPr>
              <a:xfrm>
                <a:off x="1671694" y="861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" name="rc128">
                <a:extLst>
                  <a:ext uri="{FF2B5EF4-FFF2-40B4-BE49-F238E27FC236}">
                    <a16:creationId xmlns:a16="http://schemas.microsoft.com/office/drawing/2014/main" id="{8406B39C-EFBD-4077-8AAC-CB146673B3AF}"/>
                  </a:ext>
                </a:extLst>
              </p:cNvPr>
              <p:cNvSpPr/>
              <p:nvPr/>
            </p:nvSpPr>
            <p:spPr>
              <a:xfrm>
                <a:off x="1671694" y="723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" name="rc129">
                <a:extLst>
                  <a:ext uri="{FF2B5EF4-FFF2-40B4-BE49-F238E27FC236}">
                    <a16:creationId xmlns:a16="http://schemas.microsoft.com/office/drawing/2014/main" id="{DB57FB50-1879-4B08-AFBF-64FA9ABA9F7C}"/>
                  </a:ext>
                </a:extLst>
              </p:cNvPr>
              <p:cNvSpPr/>
              <p:nvPr/>
            </p:nvSpPr>
            <p:spPr>
              <a:xfrm>
                <a:off x="1671694" y="584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" name="rc130">
                <a:extLst>
                  <a:ext uri="{FF2B5EF4-FFF2-40B4-BE49-F238E27FC236}">
                    <a16:creationId xmlns:a16="http://schemas.microsoft.com/office/drawing/2014/main" id="{D5308BDF-73A4-41DE-A64C-DD80301B4773}"/>
                  </a:ext>
                </a:extLst>
              </p:cNvPr>
              <p:cNvSpPr/>
              <p:nvPr/>
            </p:nvSpPr>
            <p:spPr>
              <a:xfrm>
                <a:off x="1787579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" name="rc131">
                <a:extLst>
                  <a:ext uri="{FF2B5EF4-FFF2-40B4-BE49-F238E27FC236}">
                    <a16:creationId xmlns:a16="http://schemas.microsoft.com/office/drawing/2014/main" id="{644DA413-A4EC-498D-A0EB-29A98B6CBAFB}"/>
                  </a:ext>
                </a:extLst>
              </p:cNvPr>
              <p:cNvSpPr/>
              <p:nvPr/>
            </p:nvSpPr>
            <p:spPr>
              <a:xfrm>
                <a:off x="1787579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" name="rc132">
                <a:extLst>
                  <a:ext uri="{FF2B5EF4-FFF2-40B4-BE49-F238E27FC236}">
                    <a16:creationId xmlns:a16="http://schemas.microsoft.com/office/drawing/2014/main" id="{62BBCE97-FD9F-401C-8A67-92B89A2684D7}"/>
                  </a:ext>
                </a:extLst>
              </p:cNvPr>
              <p:cNvSpPr/>
              <p:nvPr/>
            </p:nvSpPr>
            <p:spPr>
              <a:xfrm>
                <a:off x="1787579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" name="rc133">
                <a:extLst>
                  <a:ext uri="{FF2B5EF4-FFF2-40B4-BE49-F238E27FC236}">
                    <a16:creationId xmlns:a16="http://schemas.microsoft.com/office/drawing/2014/main" id="{A2AC0242-433C-458E-B1E9-F41B4658D787}"/>
                  </a:ext>
                </a:extLst>
              </p:cNvPr>
              <p:cNvSpPr/>
              <p:nvPr/>
            </p:nvSpPr>
            <p:spPr>
              <a:xfrm>
                <a:off x="1787579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" name="rc134">
                <a:extLst>
                  <a:ext uri="{FF2B5EF4-FFF2-40B4-BE49-F238E27FC236}">
                    <a16:creationId xmlns:a16="http://schemas.microsoft.com/office/drawing/2014/main" id="{1AED8985-B939-4828-AC3D-3E361D5CB4FF}"/>
                  </a:ext>
                </a:extLst>
              </p:cNvPr>
              <p:cNvSpPr/>
              <p:nvPr/>
            </p:nvSpPr>
            <p:spPr>
              <a:xfrm>
                <a:off x="1787579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" name="rc135">
                <a:extLst>
                  <a:ext uri="{FF2B5EF4-FFF2-40B4-BE49-F238E27FC236}">
                    <a16:creationId xmlns:a16="http://schemas.microsoft.com/office/drawing/2014/main" id="{6F5AA734-DB30-45CC-A67D-66611B654ABF}"/>
                  </a:ext>
                </a:extLst>
              </p:cNvPr>
              <p:cNvSpPr/>
              <p:nvPr/>
            </p:nvSpPr>
            <p:spPr>
              <a:xfrm>
                <a:off x="1787579" y="861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5" name="rc136">
                <a:extLst>
                  <a:ext uri="{FF2B5EF4-FFF2-40B4-BE49-F238E27FC236}">
                    <a16:creationId xmlns:a16="http://schemas.microsoft.com/office/drawing/2014/main" id="{04BE1A61-DAB3-4955-9B67-DBE7326F8931}"/>
                  </a:ext>
                </a:extLst>
              </p:cNvPr>
              <p:cNvSpPr/>
              <p:nvPr/>
            </p:nvSpPr>
            <p:spPr>
              <a:xfrm>
                <a:off x="1787579" y="723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6" name="rc137">
                <a:extLst>
                  <a:ext uri="{FF2B5EF4-FFF2-40B4-BE49-F238E27FC236}">
                    <a16:creationId xmlns:a16="http://schemas.microsoft.com/office/drawing/2014/main" id="{BEC5188D-17C7-49FD-BA2D-2605D89D8AFC}"/>
                  </a:ext>
                </a:extLst>
              </p:cNvPr>
              <p:cNvSpPr/>
              <p:nvPr/>
            </p:nvSpPr>
            <p:spPr>
              <a:xfrm>
                <a:off x="1787579" y="584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7" name="rc138">
                <a:extLst>
                  <a:ext uri="{FF2B5EF4-FFF2-40B4-BE49-F238E27FC236}">
                    <a16:creationId xmlns:a16="http://schemas.microsoft.com/office/drawing/2014/main" id="{0069E3E8-A8DC-4D58-868A-CAD1F6819846}"/>
                  </a:ext>
                </a:extLst>
              </p:cNvPr>
              <p:cNvSpPr/>
              <p:nvPr/>
            </p:nvSpPr>
            <p:spPr>
              <a:xfrm>
                <a:off x="1903464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8" name="rc139">
                <a:extLst>
                  <a:ext uri="{FF2B5EF4-FFF2-40B4-BE49-F238E27FC236}">
                    <a16:creationId xmlns:a16="http://schemas.microsoft.com/office/drawing/2014/main" id="{D3AA2718-C48F-4A56-90B6-6F57CAC368D9}"/>
                  </a:ext>
                </a:extLst>
              </p:cNvPr>
              <p:cNvSpPr/>
              <p:nvPr/>
            </p:nvSpPr>
            <p:spPr>
              <a:xfrm>
                <a:off x="1903464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9" name="rc140">
                <a:extLst>
                  <a:ext uri="{FF2B5EF4-FFF2-40B4-BE49-F238E27FC236}">
                    <a16:creationId xmlns:a16="http://schemas.microsoft.com/office/drawing/2014/main" id="{CD596F30-EDCD-47A7-BA48-BFD149269A84}"/>
                  </a:ext>
                </a:extLst>
              </p:cNvPr>
              <p:cNvSpPr/>
              <p:nvPr/>
            </p:nvSpPr>
            <p:spPr>
              <a:xfrm>
                <a:off x="1903464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0" name="rc141">
                <a:extLst>
                  <a:ext uri="{FF2B5EF4-FFF2-40B4-BE49-F238E27FC236}">
                    <a16:creationId xmlns:a16="http://schemas.microsoft.com/office/drawing/2014/main" id="{D612CA4B-84E0-4E56-A15B-2BE6E55A6933}"/>
                  </a:ext>
                </a:extLst>
              </p:cNvPr>
              <p:cNvSpPr/>
              <p:nvPr/>
            </p:nvSpPr>
            <p:spPr>
              <a:xfrm>
                <a:off x="1903464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1" name="rc142">
                <a:extLst>
                  <a:ext uri="{FF2B5EF4-FFF2-40B4-BE49-F238E27FC236}">
                    <a16:creationId xmlns:a16="http://schemas.microsoft.com/office/drawing/2014/main" id="{649F3C00-1C12-4C91-A77A-48B2FDE6258E}"/>
                  </a:ext>
                </a:extLst>
              </p:cNvPr>
              <p:cNvSpPr/>
              <p:nvPr/>
            </p:nvSpPr>
            <p:spPr>
              <a:xfrm>
                <a:off x="1903464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2" name="rc143">
                <a:extLst>
                  <a:ext uri="{FF2B5EF4-FFF2-40B4-BE49-F238E27FC236}">
                    <a16:creationId xmlns:a16="http://schemas.microsoft.com/office/drawing/2014/main" id="{F048D5E5-7A9B-4D8C-9E06-10E71CFE3BF1}"/>
                  </a:ext>
                </a:extLst>
              </p:cNvPr>
              <p:cNvSpPr/>
              <p:nvPr/>
            </p:nvSpPr>
            <p:spPr>
              <a:xfrm>
                <a:off x="1903464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3" name="rc144">
                <a:extLst>
                  <a:ext uri="{FF2B5EF4-FFF2-40B4-BE49-F238E27FC236}">
                    <a16:creationId xmlns:a16="http://schemas.microsoft.com/office/drawing/2014/main" id="{83B0A0EF-4939-4707-A40A-3D4C4AD91936}"/>
                  </a:ext>
                </a:extLst>
              </p:cNvPr>
              <p:cNvSpPr/>
              <p:nvPr/>
            </p:nvSpPr>
            <p:spPr>
              <a:xfrm>
                <a:off x="2019349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4" name="rc145">
                <a:extLst>
                  <a:ext uri="{FF2B5EF4-FFF2-40B4-BE49-F238E27FC236}">
                    <a16:creationId xmlns:a16="http://schemas.microsoft.com/office/drawing/2014/main" id="{F26E05A5-22A5-4BA5-9202-16085F786F9C}"/>
                  </a:ext>
                </a:extLst>
              </p:cNvPr>
              <p:cNvSpPr/>
              <p:nvPr/>
            </p:nvSpPr>
            <p:spPr>
              <a:xfrm>
                <a:off x="2019349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5" name="rc146">
                <a:extLst>
                  <a:ext uri="{FF2B5EF4-FFF2-40B4-BE49-F238E27FC236}">
                    <a16:creationId xmlns:a16="http://schemas.microsoft.com/office/drawing/2014/main" id="{363596ED-B8B9-41FC-B7B4-64B81EA4446B}"/>
                  </a:ext>
                </a:extLst>
              </p:cNvPr>
              <p:cNvSpPr/>
              <p:nvPr/>
            </p:nvSpPr>
            <p:spPr>
              <a:xfrm>
                <a:off x="2019349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6" name="rc147">
                <a:extLst>
                  <a:ext uri="{FF2B5EF4-FFF2-40B4-BE49-F238E27FC236}">
                    <a16:creationId xmlns:a16="http://schemas.microsoft.com/office/drawing/2014/main" id="{24894F35-9E19-438E-9868-B924B029CF53}"/>
                  </a:ext>
                </a:extLst>
              </p:cNvPr>
              <p:cNvSpPr/>
              <p:nvPr/>
            </p:nvSpPr>
            <p:spPr>
              <a:xfrm>
                <a:off x="2019349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7" name="rc148">
                <a:extLst>
                  <a:ext uri="{FF2B5EF4-FFF2-40B4-BE49-F238E27FC236}">
                    <a16:creationId xmlns:a16="http://schemas.microsoft.com/office/drawing/2014/main" id="{C19F6B19-BB67-4B31-A4C6-6E3B042A8EE5}"/>
                  </a:ext>
                </a:extLst>
              </p:cNvPr>
              <p:cNvSpPr/>
              <p:nvPr/>
            </p:nvSpPr>
            <p:spPr>
              <a:xfrm>
                <a:off x="2019349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8" name="rc149">
                <a:extLst>
                  <a:ext uri="{FF2B5EF4-FFF2-40B4-BE49-F238E27FC236}">
                    <a16:creationId xmlns:a16="http://schemas.microsoft.com/office/drawing/2014/main" id="{409F6580-6986-4DB1-911D-FF2BE9311465}"/>
                  </a:ext>
                </a:extLst>
              </p:cNvPr>
              <p:cNvSpPr/>
              <p:nvPr/>
            </p:nvSpPr>
            <p:spPr>
              <a:xfrm>
                <a:off x="2019349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9" name="rc150">
                <a:extLst>
                  <a:ext uri="{FF2B5EF4-FFF2-40B4-BE49-F238E27FC236}">
                    <a16:creationId xmlns:a16="http://schemas.microsoft.com/office/drawing/2014/main" id="{2C722382-6E79-4BD6-BC0A-0A87CD268674}"/>
                  </a:ext>
                </a:extLst>
              </p:cNvPr>
              <p:cNvSpPr/>
              <p:nvPr/>
            </p:nvSpPr>
            <p:spPr>
              <a:xfrm>
                <a:off x="2019349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0" name="rc151">
                <a:extLst>
                  <a:ext uri="{FF2B5EF4-FFF2-40B4-BE49-F238E27FC236}">
                    <a16:creationId xmlns:a16="http://schemas.microsoft.com/office/drawing/2014/main" id="{A80A7045-2985-4E4C-9FEA-98F19DABD02E}"/>
                  </a:ext>
                </a:extLst>
              </p:cNvPr>
              <p:cNvSpPr/>
              <p:nvPr/>
            </p:nvSpPr>
            <p:spPr>
              <a:xfrm>
                <a:off x="2135233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1" name="rc152">
                <a:extLst>
                  <a:ext uri="{FF2B5EF4-FFF2-40B4-BE49-F238E27FC236}">
                    <a16:creationId xmlns:a16="http://schemas.microsoft.com/office/drawing/2014/main" id="{25B0DF8F-69E6-4EF5-AD3F-DF4F460BC726}"/>
                  </a:ext>
                </a:extLst>
              </p:cNvPr>
              <p:cNvSpPr/>
              <p:nvPr/>
            </p:nvSpPr>
            <p:spPr>
              <a:xfrm>
                <a:off x="2135233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2" name="rc153">
                <a:extLst>
                  <a:ext uri="{FF2B5EF4-FFF2-40B4-BE49-F238E27FC236}">
                    <a16:creationId xmlns:a16="http://schemas.microsoft.com/office/drawing/2014/main" id="{211A8D0E-B90D-4931-8209-CB3EE5C60652}"/>
                  </a:ext>
                </a:extLst>
              </p:cNvPr>
              <p:cNvSpPr/>
              <p:nvPr/>
            </p:nvSpPr>
            <p:spPr>
              <a:xfrm>
                <a:off x="2135233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3" name="rc154">
                <a:extLst>
                  <a:ext uri="{FF2B5EF4-FFF2-40B4-BE49-F238E27FC236}">
                    <a16:creationId xmlns:a16="http://schemas.microsoft.com/office/drawing/2014/main" id="{62095B3F-23C9-430B-8566-222D3EBDD81E}"/>
                  </a:ext>
                </a:extLst>
              </p:cNvPr>
              <p:cNvSpPr/>
              <p:nvPr/>
            </p:nvSpPr>
            <p:spPr>
              <a:xfrm>
                <a:off x="2135233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4" name="rc155">
                <a:extLst>
                  <a:ext uri="{FF2B5EF4-FFF2-40B4-BE49-F238E27FC236}">
                    <a16:creationId xmlns:a16="http://schemas.microsoft.com/office/drawing/2014/main" id="{A332CE08-DA71-4F8D-893B-9058BDB2B8FF}"/>
                  </a:ext>
                </a:extLst>
              </p:cNvPr>
              <p:cNvSpPr/>
              <p:nvPr/>
            </p:nvSpPr>
            <p:spPr>
              <a:xfrm>
                <a:off x="2135233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5" name="rc156">
                <a:extLst>
                  <a:ext uri="{FF2B5EF4-FFF2-40B4-BE49-F238E27FC236}">
                    <a16:creationId xmlns:a16="http://schemas.microsoft.com/office/drawing/2014/main" id="{4BAE2469-F5C7-41EE-A8B3-A301EEEB9253}"/>
                  </a:ext>
                </a:extLst>
              </p:cNvPr>
              <p:cNvSpPr/>
              <p:nvPr/>
            </p:nvSpPr>
            <p:spPr>
              <a:xfrm>
                <a:off x="2135233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6" name="rc157">
                <a:extLst>
                  <a:ext uri="{FF2B5EF4-FFF2-40B4-BE49-F238E27FC236}">
                    <a16:creationId xmlns:a16="http://schemas.microsoft.com/office/drawing/2014/main" id="{EA99A8D3-573D-47A6-B413-AA5985E78457}"/>
                  </a:ext>
                </a:extLst>
              </p:cNvPr>
              <p:cNvSpPr/>
              <p:nvPr/>
            </p:nvSpPr>
            <p:spPr>
              <a:xfrm>
                <a:off x="2135233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7" name="rc158">
                <a:extLst>
                  <a:ext uri="{FF2B5EF4-FFF2-40B4-BE49-F238E27FC236}">
                    <a16:creationId xmlns:a16="http://schemas.microsoft.com/office/drawing/2014/main" id="{BBC813B3-3177-4665-9597-3D9B97209B03}"/>
                  </a:ext>
                </a:extLst>
              </p:cNvPr>
              <p:cNvSpPr/>
              <p:nvPr/>
            </p:nvSpPr>
            <p:spPr>
              <a:xfrm>
                <a:off x="2135233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8" name="rc159">
                <a:extLst>
                  <a:ext uri="{FF2B5EF4-FFF2-40B4-BE49-F238E27FC236}">
                    <a16:creationId xmlns:a16="http://schemas.microsoft.com/office/drawing/2014/main" id="{AC6F6CAC-CA7F-4E22-B123-6098CF298B69}"/>
                  </a:ext>
                </a:extLst>
              </p:cNvPr>
              <p:cNvSpPr/>
              <p:nvPr/>
            </p:nvSpPr>
            <p:spPr>
              <a:xfrm>
                <a:off x="2135233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9" name="rc160">
                <a:extLst>
                  <a:ext uri="{FF2B5EF4-FFF2-40B4-BE49-F238E27FC236}">
                    <a16:creationId xmlns:a16="http://schemas.microsoft.com/office/drawing/2014/main" id="{83DE1A94-EAC7-4700-98F3-03B872DD04A3}"/>
                  </a:ext>
                </a:extLst>
              </p:cNvPr>
              <p:cNvSpPr/>
              <p:nvPr/>
            </p:nvSpPr>
            <p:spPr>
              <a:xfrm>
                <a:off x="2135233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0" name="rc161">
                <a:extLst>
                  <a:ext uri="{FF2B5EF4-FFF2-40B4-BE49-F238E27FC236}">
                    <a16:creationId xmlns:a16="http://schemas.microsoft.com/office/drawing/2014/main" id="{01CFBECF-14F5-4605-A81B-756B5A00E9FB}"/>
                  </a:ext>
                </a:extLst>
              </p:cNvPr>
              <p:cNvSpPr/>
              <p:nvPr/>
            </p:nvSpPr>
            <p:spPr>
              <a:xfrm>
                <a:off x="2135233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1" name="rc162">
                <a:extLst>
                  <a:ext uri="{FF2B5EF4-FFF2-40B4-BE49-F238E27FC236}">
                    <a16:creationId xmlns:a16="http://schemas.microsoft.com/office/drawing/2014/main" id="{0D03D7CF-2C62-40DC-9CA9-1521A908BD8D}"/>
                  </a:ext>
                </a:extLst>
              </p:cNvPr>
              <p:cNvSpPr/>
              <p:nvPr/>
            </p:nvSpPr>
            <p:spPr>
              <a:xfrm>
                <a:off x="2135233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2" name="rc163">
                <a:extLst>
                  <a:ext uri="{FF2B5EF4-FFF2-40B4-BE49-F238E27FC236}">
                    <a16:creationId xmlns:a16="http://schemas.microsoft.com/office/drawing/2014/main" id="{EB628871-50D0-4F29-8B04-E42763157003}"/>
                  </a:ext>
                </a:extLst>
              </p:cNvPr>
              <p:cNvSpPr/>
              <p:nvPr/>
            </p:nvSpPr>
            <p:spPr>
              <a:xfrm>
                <a:off x="2251118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3" name="rc164">
                <a:extLst>
                  <a:ext uri="{FF2B5EF4-FFF2-40B4-BE49-F238E27FC236}">
                    <a16:creationId xmlns:a16="http://schemas.microsoft.com/office/drawing/2014/main" id="{DE8AD63F-AC1C-4064-8BB5-309F91FF9DEE}"/>
                  </a:ext>
                </a:extLst>
              </p:cNvPr>
              <p:cNvSpPr/>
              <p:nvPr/>
            </p:nvSpPr>
            <p:spPr>
              <a:xfrm>
                <a:off x="2251118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4" name="rc165">
                <a:extLst>
                  <a:ext uri="{FF2B5EF4-FFF2-40B4-BE49-F238E27FC236}">
                    <a16:creationId xmlns:a16="http://schemas.microsoft.com/office/drawing/2014/main" id="{F60D4ED2-C335-4568-A3BE-15C28E7A4C34}"/>
                  </a:ext>
                </a:extLst>
              </p:cNvPr>
              <p:cNvSpPr/>
              <p:nvPr/>
            </p:nvSpPr>
            <p:spPr>
              <a:xfrm>
                <a:off x="2251118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5" name="rc166">
                <a:extLst>
                  <a:ext uri="{FF2B5EF4-FFF2-40B4-BE49-F238E27FC236}">
                    <a16:creationId xmlns:a16="http://schemas.microsoft.com/office/drawing/2014/main" id="{CDDD83EB-39B3-4154-A1FC-58CE1ED0EB9E}"/>
                  </a:ext>
                </a:extLst>
              </p:cNvPr>
              <p:cNvSpPr/>
              <p:nvPr/>
            </p:nvSpPr>
            <p:spPr>
              <a:xfrm>
                <a:off x="2251118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6" name="rc167">
                <a:extLst>
                  <a:ext uri="{FF2B5EF4-FFF2-40B4-BE49-F238E27FC236}">
                    <a16:creationId xmlns:a16="http://schemas.microsoft.com/office/drawing/2014/main" id="{27E22816-D161-47AF-9A9D-6F4445B9A0B7}"/>
                  </a:ext>
                </a:extLst>
              </p:cNvPr>
              <p:cNvSpPr/>
              <p:nvPr/>
            </p:nvSpPr>
            <p:spPr>
              <a:xfrm>
                <a:off x="2251118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7" name="rc168">
                <a:extLst>
                  <a:ext uri="{FF2B5EF4-FFF2-40B4-BE49-F238E27FC236}">
                    <a16:creationId xmlns:a16="http://schemas.microsoft.com/office/drawing/2014/main" id="{E232C6BF-2D33-438E-A358-EB7FEA186964}"/>
                  </a:ext>
                </a:extLst>
              </p:cNvPr>
              <p:cNvSpPr/>
              <p:nvPr/>
            </p:nvSpPr>
            <p:spPr>
              <a:xfrm>
                <a:off x="2251118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8" name="rc169">
                <a:extLst>
                  <a:ext uri="{FF2B5EF4-FFF2-40B4-BE49-F238E27FC236}">
                    <a16:creationId xmlns:a16="http://schemas.microsoft.com/office/drawing/2014/main" id="{B4E8D9CC-6EF6-4980-9288-B29A60E6B7B9}"/>
                  </a:ext>
                </a:extLst>
              </p:cNvPr>
              <p:cNvSpPr/>
              <p:nvPr/>
            </p:nvSpPr>
            <p:spPr>
              <a:xfrm>
                <a:off x="2251118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9" name="rc170">
                <a:extLst>
                  <a:ext uri="{FF2B5EF4-FFF2-40B4-BE49-F238E27FC236}">
                    <a16:creationId xmlns:a16="http://schemas.microsoft.com/office/drawing/2014/main" id="{4B9DD36E-2442-454B-9533-E68A8EB34044}"/>
                  </a:ext>
                </a:extLst>
              </p:cNvPr>
              <p:cNvSpPr/>
              <p:nvPr/>
            </p:nvSpPr>
            <p:spPr>
              <a:xfrm>
                <a:off x="2251118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0" name="rc171">
                <a:extLst>
                  <a:ext uri="{FF2B5EF4-FFF2-40B4-BE49-F238E27FC236}">
                    <a16:creationId xmlns:a16="http://schemas.microsoft.com/office/drawing/2014/main" id="{AB67A9D2-4C4E-45EB-A568-E072178A201D}"/>
                  </a:ext>
                </a:extLst>
              </p:cNvPr>
              <p:cNvSpPr/>
              <p:nvPr/>
            </p:nvSpPr>
            <p:spPr>
              <a:xfrm>
                <a:off x="2251118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1" name="rc172">
                <a:extLst>
                  <a:ext uri="{FF2B5EF4-FFF2-40B4-BE49-F238E27FC236}">
                    <a16:creationId xmlns:a16="http://schemas.microsoft.com/office/drawing/2014/main" id="{C125FA08-11CF-47AC-B938-25D50CE628EA}"/>
                  </a:ext>
                </a:extLst>
              </p:cNvPr>
              <p:cNvSpPr/>
              <p:nvPr/>
            </p:nvSpPr>
            <p:spPr>
              <a:xfrm>
                <a:off x="2251118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2" name="rc173">
                <a:extLst>
                  <a:ext uri="{FF2B5EF4-FFF2-40B4-BE49-F238E27FC236}">
                    <a16:creationId xmlns:a16="http://schemas.microsoft.com/office/drawing/2014/main" id="{2BF0764F-F299-42D1-BFA2-7719334410C6}"/>
                  </a:ext>
                </a:extLst>
              </p:cNvPr>
              <p:cNvSpPr/>
              <p:nvPr/>
            </p:nvSpPr>
            <p:spPr>
              <a:xfrm>
                <a:off x="2251118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3" name="rc174">
                <a:extLst>
                  <a:ext uri="{FF2B5EF4-FFF2-40B4-BE49-F238E27FC236}">
                    <a16:creationId xmlns:a16="http://schemas.microsoft.com/office/drawing/2014/main" id="{90952678-BCB1-46EE-A36A-D1AA85AF263F}"/>
                  </a:ext>
                </a:extLst>
              </p:cNvPr>
              <p:cNvSpPr/>
              <p:nvPr/>
            </p:nvSpPr>
            <p:spPr>
              <a:xfrm>
                <a:off x="2251118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4" name="rc175">
                <a:extLst>
                  <a:ext uri="{FF2B5EF4-FFF2-40B4-BE49-F238E27FC236}">
                    <a16:creationId xmlns:a16="http://schemas.microsoft.com/office/drawing/2014/main" id="{8F9B17B2-C77D-4219-A6C0-34D33EEC12AA}"/>
                  </a:ext>
                </a:extLst>
              </p:cNvPr>
              <p:cNvSpPr/>
              <p:nvPr/>
            </p:nvSpPr>
            <p:spPr>
              <a:xfrm>
                <a:off x="2251118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5" name="rc176">
                <a:extLst>
                  <a:ext uri="{FF2B5EF4-FFF2-40B4-BE49-F238E27FC236}">
                    <a16:creationId xmlns:a16="http://schemas.microsoft.com/office/drawing/2014/main" id="{2F5D032C-308D-449C-B9AE-7124909A3E75}"/>
                  </a:ext>
                </a:extLst>
              </p:cNvPr>
              <p:cNvSpPr/>
              <p:nvPr/>
            </p:nvSpPr>
            <p:spPr>
              <a:xfrm>
                <a:off x="2251118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6" name="rc177">
                <a:extLst>
                  <a:ext uri="{FF2B5EF4-FFF2-40B4-BE49-F238E27FC236}">
                    <a16:creationId xmlns:a16="http://schemas.microsoft.com/office/drawing/2014/main" id="{CC91BFBC-879B-44DF-850B-FC2E2A099801}"/>
                  </a:ext>
                </a:extLst>
              </p:cNvPr>
              <p:cNvSpPr/>
              <p:nvPr/>
            </p:nvSpPr>
            <p:spPr>
              <a:xfrm>
                <a:off x="2251118" y="1138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7" name="rc178">
                <a:extLst>
                  <a:ext uri="{FF2B5EF4-FFF2-40B4-BE49-F238E27FC236}">
                    <a16:creationId xmlns:a16="http://schemas.microsoft.com/office/drawing/2014/main" id="{CB37915B-9398-47F7-AB2B-EABF82175F0D}"/>
                  </a:ext>
                </a:extLst>
              </p:cNvPr>
              <p:cNvSpPr/>
              <p:nvPr/>
            </p:nvSpPr>
            <p:spPr>
              <a:xfrm>
                <a:off x="2367003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8" name="rc179">
                <a:extLst>
                  <a:ext uri="{FF2B5EF4-FFF2-40B4-BE49-F238E27FC236}">
                    <a16:creationId xmlns:a16="http://schemas.microsoft.com/office/drawing/2014/main" id="{7508F3F3-88C9-48E1-AC9F-27117EA88D8D}"/>
                  </a:ext>
                </a:extLst>
              </p:cNvPr>
              <p:cNvSpPr/>
              <p:nvPr/>
            </p:nvSpPr>
            <p:spPr>
              <a:xfrm>
                <a:off x="2367003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9" name="rc180">
                <a:extLst>
                  <a:ext uri="{FF2B5EF4-FFF2-40B4-BE49-F238E27FC236}">
                    <a16:creationId xmlns:a16="http://schemas.microsoft.com/office/drawing/2014/main" id="{A5C9DA4C-BF45-40FC-99E0-F201AEC9280E}"/>
                  </a:ext>
                </a:extLst>
              </p:cNvPr>
              <p:cNvSpPr/>
              <p:nvPr/>
            </p:nvSpPr>
            <p:spPr>
              <a:xfrm>
                <a:off x="2367003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0" name="rc181">
                <a:extLst>
                  <a:ext uri="{FF2B5EF4-FFF2-40B4-BE49-F238E27FC236}">
                    <a16:creationId xmlns:a16="http://schemas.microsoft.com/office/drawing/2014/main" id="{B2693C7E-E07C-4A59-9409-3DAA016EFEE9}"/>
                  </a:ext>
                </a:extLst>
              </p:cNvPr>
              <p:cNvSpPr/>
              <p:nvPr/>
            </p:nvSpPr>
            <p:spPr>
              <a:xfrm>
                <a:off x="2367003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1" name="rc182">
                <a:extLst>
                  <a:ext uri="{FF2B5EF4-FFF2-40B4-BE49-F238E27FC236}">
                    <a16:creationId xmlns:a16="http://schemas.microsoft.com/office/drawing/2014/main" id="{AF9631E3-A47D-4B7E-9662-0D3AAB440B81}"/>
                  </a:ext>
                </a:extLst>
              </p:cNvPr>
              <p:cNvSpPr/>
              <p:nvPr/>
            </p:nvSpPr>
            <p:spPr>
              <a:xfrm>
                <a:off x="2367003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2" name="rc183">
                <a:extLst>
                  <a:ext uri="{FF2B5EF4-FFF2-40B4-BE49-F238E27FC236}">
                    <a16:creationId xmlns:a16="http://schemas.microsoft.com/office/drawing/2014/main" id="{D98AFD3C-8985-449C-866D-167A478C2FDB}"/>
                  </a:ext>
                </a:extLst>
              </p:cNvPr>
              <p:cNvSpPr/>
              <p:nvPr/>
            </p:nvSpPr>
            <p:spPr>
              <a:xfrm>
                <a:off x="2367003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3" name="rc184">
                <a:extLst>
                  <a:ext uri="{FF2B5EF4-FFF2-40B4-BE49-F238E27FC236}">
                    <a16:creationId xmlns:a16="http://schemas.microsoft.com/office/drawing/2014/main" id="{A1B7DD18-0646-467E-8C6E-3F28AD499632}"/>
                  </a:ext>
                </a:extLst>
              </p:cNvPr>
              <p:cNvSpPr/>
              <p:nvPr/>
            </p:nvSpPr>
            <p:spPr>
              <a:xfrm>
                <a:off x="2367003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4" name="rc185">
                <a:extLst>
                  <a:ext uri="{FF2B5EF4-FFF2-40B4-BE49-F238E27FC236}">
                    <a16:creationId xmlns:a16="http://schemas.microsoft.com/office/drawing/2014/main" id="{B9DC33EF-8B80-4357-AEE2-F1D2E4828D55}"/>
                  </a:ext>
                </a:extLst>
              </p:cNvPr>
              <p:cNvSpPr/>
              <p:nvPr/>
            </p:nvSpPr>
            <p:spPr>
              <a:xfrm>
                <a:off x="2367003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5" name="rc186">
                <a:extLst>
                  <a:ext uri="{FF2B5EF4-FFF2-40B4-BE49-F238E27FC236}">
                    <a16:creationId xmlns:a16="http://schemas.microsoft.com/office/drawing/2014/main" id="{EE71F195-1C33-43FA-8D18-99088AB6424B}"/>
                  </a:ext>
                </a:extLst>
              </p:cNvPr>
              <p:cNvSpPr/>
              <p:nvPr/>
            </p:nvSpPr>
            <p:spPr>
              <a:xfrm>
                <a:off x="2367003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6" name="rc187">
                <a:extLst>
                  <a:ext uri="{FF2B5EF4-FFF2-40B4-BE49-F238E27FC236}">
                    <a16:creationId xmlns:a16="http://schemas.microsoft.com/office/drawing/2014/main" id="{A63CFC7D-385A-49C5-914B-1F3B9A23CC46}"/>
                  </a:ext>
                </a:extLst>
              </p:cNvPr>
              <p:cNvSpPr/>
              <p:nvPr/>
            </p:nvSpPr>
            <p:spPr>
              <a:xfrm>
                <a:off x="2367003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7" name="rc188">
                <a:extLst>
                  <a:ext uri="{FF2B5EF4-FFF2-40B4-BE49-F238E27FC236}">
                    <a16:creationId xmlns:a16="http://schemas.microsoft.com/office/drawing/2014/main" id="{06888D9B-016A-4937-9326-D40C0EC300D2}"/>
                  </a:ext>
                </a:extLst>
              </p:cNvPr>
              <p:cNvSpPr/>
              <p:nvPr/>
            </p:nvSpPr>
            <p:spPr>
              <a:xfrm>
                <a:off x="2367003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8" name="rc189">
                <a:extLst>
                  <a:ext uri="{FF2B5EF4-FFF2-40B4-BE49-F238E27FC236}">
                    <a16:creationId xmlns:a16="http://schemas.microsoft.com/office/drawing/2014/main" id="{E28595FA-1797-4B6A-883D-2B9109BA7C36}"/>
                  </a:ext>
                </a:extLst>
              </p:cNvPr>
              <p:cNvSpPr/>
              <p:nvPr/>
            </p:nvSpPr>
            <p:spPr>
              <a:xfrm>
                <a:off x="2367003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9" name="rc190">
                <a:extLst>
                  <a:ext uri="{FF2B5EF4-FFF2-40B4-BE49-F238E27FC236}">
                    <a16:creationId xmlns:a16="http://schemas.microsoft.com/office/drawing/2014/main" id="{BEE41B36-60D1-42E2-B94E-634CADE70AA4}"/>
                  </a:ext>
                </a:extLst>
              </p:cNvPr>
              <p:cNvSpPr/>
              <p:nvPr/>
            </p:nvSpPr>
            <p:spPr>
              <a:xfrm>
                <a:off x="2367003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0" name="rc191">
                <a:extLst>
                  <a:ext uri="{FF2B5EF4-FFF2-40B4-BE49-F238E27FC236}">
                    <a16:creationId xmlns:a16="http://schemas.microsoft.com/office/drawing/2014/main" id="{78B1B422-EF4A-4538-A4CB-F4B675F5F5E0}"/>
                  </a:ext>
                </a:extLst>
              </p:cNvPr>
              <p:cNvSpPr/>
              <p:nvPr/>
            </p:nvSpPr>
            <p:spPr>
              <a:xfrm>
                <a:off x="2367003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1" name="rc192">
                <a:extLst>
                  <a:ext uri="{FF2B5EF4-FFF2-40B4-BE49-F238E27FC236}">
                    <a16:creationId xmlns:a16="http://schemas.microsoft.com/office/drawing/2014/main" id="{152C77E4-B375-4771-8D4E-45AC1FA9F14F}"/>
                  </a:ext>
                </a:extLst>
              </p:cNvPr>
              <p:cNvSpPr/>
              <p:nvPr/>
            </p:nvSpPr>
            <p:spPr>
              <a:xfrm>
                <a:off x="2367003" y="1277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2" name="rc193">
                <a:extLst>
                  <a:ext uri="{FF2B5EF4-FFF2-40B4-BE49-F238E27FC236}">
                    <a16:creationId xmlns:a16="http://schemas.microsoft.com/office/drawing/2014/main" id="{F3B8B66B-3F2A-4826-940B-BAE1ECF1D327}"/>
                  </a:ext>
                </a:extLst>
              </p:cNvPr>
              <p:cNvSpPr/>
              <p:nvPr/>
            </p:nvSpPr>
            <p:spPr>
              <a:xfrm>
                <a:off x="2367003" y="1138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3" name="rc194">
                <a:extLst>
                  <a:ext uri="{FF2B5EF4-FFF2-40B4-BE49-F238E27FC236}">
                    <a16:creationId xmlns:a16="http://schemas.microsoft.com/office/drawing/2014/main" id="{64281921-8140-4E5C-8AE0-77DFF02DA150}"/>
                  </a:ext>
                </a:extLst>
              </p:cNvPr>
              <p:cNvSpPr/>
              <p:nvPr/>
            </p:nvSpPr>
            <p:spPr>
              <a:xfrm>
                <a:off x="2482888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4" name="rc195">
                <a:extLst>
                  <a:ext uri="{FF2B5EF4-FFF2-40B4-BE49-F238E27FC236}">
                    <a16:creationId xmlns:a16="http://schemas.microsoft.com/office/drawing/2014/main" id="{B556EC01-F148-4E71-ABDC-6DA21D997D05}"/>
                  </a:ext>
                </a:extLst>
              </p:cNvPr>
              <p:cNvSpPr/>
              <p:nvPr/>
            </p:nvSpPr>
            <p:spPr>
              <a:xfrm>
                <a:off x="2482888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5" name="rc196">
                <a:extLst>
                  <a:ext uri="{FF2B5EF4-FFF2-40B4-BE49-F238E27FC236}">
                    <a16:creationId xmlns:a16="http://schemas.microsoft.com/office/drawing/2014/main" id="{BC8C6EF8-AFBB-4DE0-94F9-02611CC42E66}"/>
                  </a:ext>
                </a:extLst>
              </p:cNvPr>
              <p:cNvSpPr/>
              <p:nvPr/>
            </p:nvSpPr>
            <p:spPr>
              <a:xfrm>
                <a:off x="2482888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6" name="rc197">
                <a:extLst>
                  <a:ext uri="{FF2B5EF4-FFF2-40B4-BE49-F238E27FC236}">
                    <a16:creationId xmlns:a16="http://schemas.microsoft.com/office/drawing/2014/main" id="{5769FFAE-37B6-4F50-ABAC-8AD532385432}"/>
                  </a:ext>
                </a:extLst>
              </p:cNvPr>
              <p:cNvSpPr/>
              <p:nvPr/>
            </p:nvSpPr>
            <p:spPr>
              <a:xfrm>
                <a:off x="2482888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7" name="rc198">
                <a:extLst>
                  <a:ext uri="{FF2B5EF4-FFF2-40B4-BE49-F238E27FC236}">
                    <a16:creationId xmlns:a16="http://schemas.microsoft.com/office/drawing/2014/main" id="{218B8194-E546-4593-94A9-B3C0CC96D6D1}"/>
                  </a:ext>
                </a:extLst>
              </p:cNvPr>
              <p:cNvSpPr/>
              <p:nvPr/>
            </p:nvSpPr>
            <p:spPr>
              <a:xfrm>
                <a:off x="2482888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8" name="rc199">
                <a:extLst>
                  <a:ext uri="{FF2B5EF4-FFF2-40B4-BE49-F238E27FC236}">
                    <a16:creationId xmlns:a16="http://schemas.microsoft.com/office/drawing/2014/main" id="{A7AD4352-F0A1-47C6-9FF8-729B4E03388E}"/>
                  </a:ext>
                </a:extLst>
              </p:cNvPr>
              <p:cNvSpPr/>
              <p:nvPr/>
            </p:nvSpPr>
            <p:spPr>
              <a:xfrm>
                <a:off x="2482888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9" name="rc200">
                <a:extLst>
                  <a:ext uri="{FF2B5EF4-FFF2-40B4-BE49-F238E27FC236}">
                    <a16:creationId xmlns:a16="http://schemas.microsoft.com/office/drawing/2014/main" id="{7C2A2D26-603F-41BE-A2FE-BE5E47829DCE}"/>
                  </a:ext>
                </a:extLst>
              </p:cNvPr>
              <p:cNvSpPr/>
              <p:nvPr/>
            </p:nvSpPr>
            <p:spPr>
              <a:xfrm>
                <a:off x="2482888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0" name="rc201">
                <a:extLst>
                  <a:ext uri="{FF2B5EF4-FFF2-40B4-BE49-F238E27FC236}">
                    <a16:creationId xmlns:a16="http://schemas.microsoft.com/office/drawing/2014/main" id="{662C43C3-C0F6-48AA-9E6E-17C0FA155C97}"/>
                  </a:ext>
                </a:extLst>
              </p:cNvPr>
              <p:cNvSpPr/>
              <p:nvPr/>
            </p:nvSpPr>
            <p:spPr>
              <a:xfrm>
                <a:off x="2482888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1" name="rc202">
                <a:extLst>
                  <a:ext uri="{FF2B5EF4-FFF2-40B4-BE49-F238E27FC236}">
                    <a16:creationId xmlns:a16="http://schemas.microsoft.com/office/drawing/2014/main" id="{35103377-9A14-4EEA-A91B-4FCAAC677CAD}"/>
                  </a:ext>
                </a:extLst>
              </p:cNvPr>
              <p:cNvSpPr/>
              <p:nvPr/>
            </p:nvSpPr>
            <p:spPr>
              <a:xfrm>
                <a:off x="2482888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2" name="rc203">
                <a:extLst>
                  <a:ext uri="{FF2B5EF4-FFF2-40B4-BE49-F238E27FC236}">
                    <a16:creationId xmlns:a16="http://schemas.microsoft.com/office/drawing/2014/main" id="{F0DBEB56-1A28-44DB-B7BD-79175285FABD}"/>
                  </a:ext>
                </a:extLst>
              </p:cNvPr>
              <p:cNvSpPr/>
              <p:nvPr/>
            </p:nvSpPr>
            <p:spPr>
              <a:xfrm>
                <a:off x="2482888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3" name="rc204">
                <a:extLst>
                  <a:ext uri="{FF2B5EF4-FFF2-40B4-BE49-F238E27FC236}">
                    <a16:creationId xmlns:a16="http://schemas.microsoft.com/office/drawing/2014/main" id="{A1EBBD2C-8584-4734-8928-4F52662CB263}"/>
                  </a:ext>
                </a:extLst>
              </p:cNvPr>
              <p:cNvSpPr/>
              <p:nvPr/>
            </p:nvSpPr>
            <p:spPr>
              <a:xfrm>
                <a:off x="2482888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4" name="rc205">
                <a:extLst>
                  <a:ext uri="{FF2B5EF4-FFF2-40B4-BE49-F238E27FC236}">
                    <a16:creationId xmlns:a16="http://schemas.microsoft.com/office/drawing/2014/main" id="{A0832F53-DF30-47E7-AB94-26A177AB5A46}"/>
                  </a:ext>
                </a:extLst>
              </p:cNvPr>
              <p:cNvSpPr/>
              <p:nvPr/>
            </p:nvSpPr>
            <p:spPr>
              <a:xfrm>
                <a:off x="2482888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5" name="rc206">
                <a:extLst>
                  <a:ext uri="{FF2B5EF4-FFF2-40B4-BE49-F238E27FC236}">
                    <a16:creationId xmlns:a16="http://schemas.microsoft.com/office/drawing/2014/main" id="{713E83E5-87BE-4EF5-B406-8C30F5BE5773}"/>
                  </a:ext>
                </a:extLst>
              </p:cNvPr>
              <p:cNvSpPr/>
              <p:nvPr/>
            </p:nvSpPr>
            <p:spPr>
              <a:xfrm>
                <a:off x="2482888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6" name="rc207">
                <a:extLst>
                  <a:ext uri="{FF2B5EF4-FFF2-40B4-BE49-F238E27FC236}">
                    <a16:creationId xmlns:a16="http://schemas.microsoft.com/office/drawing/2014/main" id="{36DF98CC-C9FF-42CA-8D5F-A289D7A6904C}"/>
                  </a:ext>
                </a:extLst>
              </p:cNvPr>
              <p:cNvSpPr/>
              <p:nvPr/>
            </p:nvSpPr>
            <p:spPr>
              <a:xfrm>
                <a:off x="2482888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7" name="rc208">
                <a:extLst>
                  <a:ext uri="{FF2B5EF4-FFF2-40B4-BE49-F238E27FC236}">
                    <a16:creationId xmlns:a16="http://schemas.microsoft.com/office/drawing/2014/main" id="{209EE86E-5CEE-41A5-A07A-8BC4742C6110}"/>
                  </a:ext>
                </a:extLst>
              </p:cNvPr>
              <p:cNvSpPr/>
              <p:nvPr/>
            </p:nvSpPr>
            <p:spPr>
              <a:xfrm>
                <a:off x="2482888" y="1415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8" name="rc209">
                <a:extLst>
                  <a:ext uri="{FF2B5EF4-FFF2-40B4-BE49-F238E27FC236}">
                    <a16:creationId xmlns:a16="http://schemas.microsoft.com/office/drawing/2014/main" id="{A9F8CB6B-DABE-4AE7-A6F3-02A8C487FA84}"/>
                  </a:ext>
                </a:extLst>
              </p:cNvPr>
              <p:cNvSpPr/>
              <p:nvPr/>
            </p:nvSpPr>
            <p:spPr>
              <a:xfrm>
                <a:off x="2482888" y="1277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9" name="rc210">
                <a:extLst>
                  <a:ext uri="{FF2B5EF4-FFF2-40B4-BE49-F238E27FC236}">
                    <a16:creationId xmlns:a16="http://schemas.microsoft.com/office/drawing/2014/main" id="{349255D2-F2B4-4FBD-AF3D-6E6DCD0BC8D8}"/>
                  </a:ext>
                </a:extLst>
              </p:cNvPr>
              <p:cNvSpPr/>
              <p:nvPr/>
            </p:nvSpPr>
            <p:spPr>
              <a:xfrm>
                <a:off x="2598772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0" name="rc211">
                <a:extLst>
                  <a:ext uri="{FF2B5EF4-FFF2-40B4-BE49-F238E27FC236}">
                    <a16:creationId xmlns:a16="http://schemas.microsoft.com/office/drawing/2014/main" id="{D6A69831-E3D9-4EAE-8B85-9E9E49D820A5}"/>
                  </a:ext>
                </a:extLst>
              </p:cNvPr>
              <p:cNvSpPr/>
              <p:nvPr/>
            </p:nvSpPr>
            <p:spPr>
              <a:xfrm>
                <a:off x="2598772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1" name="rc212">
                <a:extLst>
                  <a:ext uri="{FF2B5EF4-FFF2-40B4-BE49-F238E27FC236}">
                    <a16:creationId xmlns:a16="http://schemas.microsoft.com/office/drawing/2014/main" id="{ECAF99F1-CF51-4547-AC75-36D1C66810A0}"/>
                  </a:ext>
                </a:extLst>
              </p:cNvPr>
              <p:cNvSpPr/>
              <p:nvPr/>
            </p:nvSpPr>
            <p:spPr>
              <a:xfrm>
                <a:off x="2598772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2" name="rc213">
                <a:extLst>
                  <a:ext uri="{FF2B5EF4-FFF2-40B4-BE49-F238E27FC236}">
                    <a16:creationId xmlns:a16="http://schemas.microsoft.com/office/drawing/2014/main" id="{CF01CB9A-8198-495A-861D-85AD9326BF35}"/>
                  </a:ext>
                </a:extLst>
              </p:cNvPr>
              <p:cNvSpPr/>
              <p:nvPr/>
            </p:nvSpPr>
            <p:spPr>
              <a:xfrm>
                <a:off x="2598772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3" name="rc214">
                <a:extLst>
                  <a:ext uri="{FF2B5EF4-FFF2-40B4-BE49-F238E27FC236}">
                    <a16:creationId xmlns:a16="http://schemas.microsoft.com/office/drawing/2014/main" id="{8754D165-3015-4F40-8283-0FB6CCB6C951}"/>
                  </a:ext>
                </a:extLst>
              </p:cNvPr>
              <p:cNvSpPr/>
              <p:nvPr/>
            </p:nvSpPr>
            <p:spPr>
              <a:xfrm>
                <a:off x="2598772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4" name="rc215">
                <a:extLst>
                  <a:ext uri="{FF2B5EF4-FFF2-40B4-BE49-F238E27FC236}">
                    <a16:creationId xmlns:a16="http://schemas.microsoft.com/office/drawing/2014/main" id="{128B94F6-100C-47E9-9F8C-21CF291631E1}"/>
                  </a:ext>
                </a:extLst>
              </p:cNvPr>
              <p:cNvSpPr/>
              <p:nvPr/>
            </p:nvSpPr>
            <p:spPr>
              <a:xfrm>
                <a:off x="2598772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5" name="rc216">
                <a:extLst>
                  <a:ext uri="{FF2B5EF4-FFF2-40B4-BE49-F238E27FC236}">
                    <a16:creationId xmlns:a16="http://schemas.microsoft.com/office/drawing/2014/main" id="{6966F473-4E82-4BF7-8630-A4309772913C}"/>
                  </a:ext>
                </a:extLst>
              </p:cNvPr>
              <p:cNvSpPr/>
              <p:nvPr/>
            </p:nvSpPr>
            <p:spPr>
              <a:xfrm>
                <a:off x="2598772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6" name="rc217">
                <a:extLst>
                  <a:ext uri="{FF2B5EF4-FFF2-40B4-BE49-F238E27FC236}">
                    <a16:creationId xmlns:a16="http://schemas.microsoft.com/office/drawing/2014/main" id="{6866931E-54F7-4B18-8A5D-B1FDBB04709F}"/>
                  </a:ext>
                </a:extLst>
              </p:cNvPr>
              <p:cNvSpPr/>
              <p:nvPr/>
            </p:nvSpPr>
            <p:spPr>
              <a:xfrm>
                <a:off x="2598772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7" name="rc218">
                <a:extLst>
                  <a:ext uri="{FF2B5EF4-FFF2-40B4-BE49-F238E27FC236}">
                    <a16:creationId xmlns:a16="http://schemas.microsoft.com/office/drawing/2014/main" id="{E7BEDE27-0D01-4567-9DC4-B89006E71632}"/>
                  </a:ext>
                </a:extLst>
              </p:cNvPr>
              <p:cNvSpPr/>
              <p:nvPr/>
            </p:nvSpPr>
            <p:spPr>
              <a:xfrm>
                <a:off x="2598772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8" name="rc219">
                <a:extLst>
                  <a:ext uri="{FF2B5EF4-FFF2-40B4-BE49-F238E27FC236}">
                    <a16:creationId xmlns:a16="http://schemas.microsoft.com/office/drawing/2014/main" id="{74716747-3BF2-40E6-BB11-296ACCD68FA9}"/>
                  </a:ext>
                </a:extLst>
              </p:cNvPr>
              <p:cNvSpPr/>
              <p:nvPr/>
            </p:nvSpPr>
            <p:spPr>
              <a:xfrm>
                <a:off x="2598772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9" name="rc220">
                <a:extLst>
                  <a:ext uri="{FF2B5EF4-FFF2-40B4-BE49-F238E27FC236}">
                    <a16:creationId xmlns:a16="http://schemas.microsoft.com/office/drawing/2014/main" id="{2A3F23EA-9A46-494A-9946-1132EBB86C61}"/>
                  </a:ext>
                </a:extLst>
              </p:cNvPr>
              <p:cNvSpPr/>
              <p:nvPr/>
            </p:nvSpPr>
            <p:spPr>
              <a:xfrm>
                <a:off x="2598772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0" name="rc221">
                <a:extLst>
                  <a:ext uri="{FF2B5EF4-FFF2-40B4-BE49-F238E27FC236}">
                    <a16:creationId xmlns:a16="http://schemas.microsoft.com/office/drawing/2014/main" id="{AF60FEC9-B2E9-4D38-B54C-B2B30DB16831}"/>
                  </a:ext>
                </a:extLst>
              </p:cNvPr>
              <p:cNvSpPr/>
              <p:nvPr/>
            </p:nvSpPr>
            <p:spPr>
              <a:xfrm>
                <a:off x="2598772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1" name="rc222">
                <a:extLst>
                  <a:ext uri="{FF2B5EF4-FFF2-40B4-BE49-F238E27FC236}">
                    <a16:creationId xmlns:a16="http://schemas.microsoft.com/office/drawing/2014/main" id="{A15F3852-D0A9-4F88-B6DB-F227F2F1FBA9}"/>
                  </a:ext>
                </a:extLst>
              </p:cNvPr>
              <p:cNvSpPr/>
              <p:nvPr/>
            </p:nvSpPr>
            <p:spPr>
              <a:xfrm>
                <a:off x="2598772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2" name="rc223">
                <a:extLst>
                  <a:ext uri="{FF2B5EF4-FFF2-40B4-BE49-F238E27FC236}">
                    <a16:creationId xmlns:a16="http://schemas.microsoft.com/office/drawing/2014/main" id="{3696A826-5A1E-4CEA-8055-21D6F0126A09}"/>
                  </a:ext>
                </a:extLst>
              </p:cNvPr>
              <p:cNvSpPr/>
              <p:nvPr/>
            </p:nvSpPr>
            <p:spPr>
              <a:xfrm>
                <a:off x="2598772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3" name="rc224">
                <a:extLst>
                  <a:ext uri="{FF2B5EF4-FFF2-40B4-BE49-F238E27FC236}">
                    <a16:creationId xmlns:a16="http://schemas.microsoft.com/office/drawing/2014/main" id="{FC6F56CB-B339-4E0E-9B87-40B8EA258335}"/>
                  </a:ext>
                </a:extLst>
              </p:cNvPr>
              <p:cNvSpPr/>
              <p:nvPr/>
            </p:nvSpPr>
            <p:spPr>
              <a:xfrm>
                <a:off x="2598772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4" name="rc225">
                <a:extLst>
                  <a:ext uri="{FF2B5EF4-FFF2-40B4-BE49-F238E27FC236}">
                    <a16:creationId xmlns:a16="http://schemas.microsoft.com/office/drawing/2014/main" id="{A195CF57-ADC3-45DF-9BD2-954508B4D207}"/>
                  </a:ext>
                </a:extLst>
              </p:cNvPr>
              <p:cNvSpPr/>
              <p:nvPr/>
            </p:nvSpPr>
            <p:spPr>
              <a:xfrm>
                <a:off x="2598772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5" name="rc226">
                <a:extLst>
                  <a:ext uri="{FF2B5EF4-FFF2-40B4-BE49-F238E27FC236}">
                    <a16:creationId xmlns:a16="http://schemas.microsoft.com/office/drawing/2014/main" id="{F4AE1FFA-3B22-4B36-8A48-C893148386E5}"/>
                  </a:ext>
                </a:extLst>
              </p:cNvPr>
              <p:cNvSpPr/>
              <p:nvPr/>
            </p:nvSpPr>
            <p:spPr>
              <a:xfrm>
                <a:off x="2598772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6" name="rc227">
                <a:extLst>
                  <a:ext uri="{FF2B5EF4-FFF2-40B4-BE49-F238E27FC236}">
                    <a16:creationId xmlns:a16="http://schemas.microsoft.com/office/drawing/2014/main" id="{435976DD-D705-4844-8983-0D2169395709}"/>
                  </a:ext>
                </a:extLst>
              </p:cNvPr>
              <p:cNvSpPr/>
              <p:nvPr/>
            </p:nvSpPr>
            <p:spPr>
              <a:xfrm>
                <a:off x="2598772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7" name="rc228">
                <a:extLst>
                  <a:ext uri="{FF2B5EF4-FFF2-40B4-BE49-F238E27FC236}">
                    <a16:creationId xmlns:a16="http://schemas.microsoft.com/office/drawing/2014/main" id="{97D7E249-3376-4BDF-B3C2-2C25D88D5C1F}"/>
                  </a:ext>
                </a:extLst>
              </p:cNvPr>
              <p:cNvSpPr/>
              <p:nvPr/>
            </p:nvSpPr>
            <p:spPr>
              <a:xfrm>
                <a:off x="2598772" y="1415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8" name="rc229">
                <a:extLst>
                  <a:ext uri="{FF2B5EF4-FFF2-40B4-BE49-F238E27FC236}">
                    <a16:creationId xmlns:a16="http://schemas.microsoft.com/office/drawing/2014/main" id="{957DE7D7-49E2-4D0B-94C9-8494AFB0A5CF}"/>
                  </a:ext>
                </a:extLst>
              </p:cNvPr>
              <p:cNvSpPr/>
              <p:nvPr/>
            </p:nvSpPr>
            <p:spPr>
              <a:xfrm>
                <a:off x="2714657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9" name="rc230">
                <a:extLst>
                  <a:ext uri="{FF2B5EF4-FFF2-40B4-BE49-F238E27FC236}">
                    <a16:creationId xmlns:a16="http://schemas.microsoft.com/office/drawing/2014/main" id="{6594D2FC-CFB6-4B5F-9562-03DD8289A31F}"/>
                  </a:ext>
                </a:extLst>
              </p:cNvPr>
              <p:cNvSpPr/>
              <p:nvPr/>
            </p:nvSpPr>
            <p:spPr>
              <a:xfrm>
                <a:off x="2714657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0" name="rc231">
                <a:extLst>
                  <a:ext uri="{FF2B5EF4-FFF2-40B4-BE49-F238E27FC236}">
                    <a16:creationId xmlns:a16="http://schemas.microsoft.com/office/drawing/2014/main" id="{F9E3CA2A-B4C9-4581-9920-95D3185C1D10}"/>
                  </a:ext>
                </a:extLst>
              </p:cNvPr>
              <p:cNvSpPr/>
              <p:nvPr/>
            </p:nvSpPr>
            <p:spPr>
              <a:xfrm>
                <a:off x="2714657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1" name="rc232">
                <a:extLst>
                  <a:ext uri="{FF2B5EF4-FFF2-40B4-BE49-F238E27FC236}">
                    <a16:creationId xmlns:a16="http://schemas.microsoft.com/office/drawing/2014/main" id="{702725AB-9F8B-4341-A1D2-A840781D8410}"/>
                  </a:ext>
                </a:extLst>
              </p:cNvPr>
              <p:cNvSpPr/>
              <p:nvPr/>
            </p:nvSpPr>
            <p:spPr>
              <a:xfrm>
                <a:off x="2714657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2" name="rc233">
                <a:extLst>
                  <a:ext uri="{FF2B5EF4-FFF2-40B4-BE49-F238E27FC236}">
                    <a16:creationId xmlns:a16="http://schemas.microsoft.com/office/drawing/2014/main" id="{51B96BC6-8605-4A43-BE39-CBAF549F12D2}"/>
                  </a:ext>
                </a:extLst>
              </p:cNvPr>
              <p:cNvSpPr/>
              <p:nvPr/>
            </p:nvSpPr>
            <p:spPr>
              <a:xfrm>
                <a:off x="2714657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3" name="rc234">
                <a:extLst>
                  <a:ext uri="{FF2B5EF4-FFF2-40B4-BE49-F238E27FC236}">
                    <a16:creationId xmlns:a16="http://schemas.microsoft.com/office/drawing/2014/main" id="{B75D0F0E-72EF-45FE-9A9B-D7001C0CBE9E}"/>
                  </a:ext>
                </a:extLst>
              </p:cNvPr>
              <p:cNvSpPr/>
              <p:nvPr/>
            </p:nvSpPr>
            <p:spPr>
              <a:xfrm>
                <a:off x="271465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4" name="rc235">
                <a:extLst>
                  <a:ext uri="{FF2B5EF4-FFF2-40B4-BE49-F238E27FC236}">
                    <a16:creationId xmlns:a16="http://schemas.microsoft.com/office/drawing/2014/main" id="{44319DC6-A5AD-4EC9-8B73-6B4ACC74C1CF}"/>
                  </a:ext>
                </a:extLst>
              </p:cNvPr>
              <p:cNvSpPr/>
              <p:nvPr/>
            </p:nvSpPr>
            <p:spPr>
              <a:xfrm>
                <a:off x="2714657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5" name="rc236">
                <a:extLst>
                  <a:ext uri="{FF2B5EF4-FFF2-40B4-BE49-F238E27FC236}">
                    <a16:creationId xmlns:a16="http://schemas.microsoft.com/office/drawing/2014/main" id="{931026CD-5F1D-40A4-831F-FF05FA4A28E8}"/>
                  </a:ext>
                </a:extLst>
              </p:cNvPr>
              <p:cNvSpPr/>
              <p:nvPr/>
            </p:nvSpPr>
            <p:spPr>
              <a:xfrm>
                <a:off x="2714657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6" name="rc237">
                <a:extLst>
                  <a:ext uri="{FF2B5EF4-FFF2-40B4-BE49-F238E27FC236}">
                    <a16:creationId xmlns:a16="http://schemas.microsoft.com/office/drawing/2014/main" id="{A59DB851-7362-4D42-959B-1E3623BD8A90}"/>
                  </a:ext>
                </a:extLst>
              </p:cNvPr>
              <p:cNvSpPr/>
              <p:nvPr/>
            </p:nvSpPr>
            <p:spPr>
              <a:xfrm>
                <a:off x="2714657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7" name="rc238">
                <a:extLst>
                  <a:ext uri="{FF2B5EF4-FFF2-40B4-BE49-F238E27FC236}">
                    <a16:creationId xmlns:a16="http://schemas.microsoft.com/office/drawing/2014/main" id="{A10BF632-9520-477E-B1D7-70DC47E0B694}"/>
                  </a:ext>
                </a:extLst>
              </p:cNvPr>
              <p:cNvSpPr/>
              <p:nvPr/>
            </p:nvSpPr>
            <p:spPr>
              <a:xfrm>
                <a:off x="2714657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8" name="rc239">
                <a:extLst>
                  <a:ext uri="{FF2B5EF4-FFF2-40B4-BE49-F238E27FC236}">
                    <a16:creationId xmlns:a16="http://schemas.microsoft.com/office/drawing/2014/main" id="{AB57E982-33C5-417D-B4B9-C3880CD2F2A2}"/>
                  </a:ext>
                </a:extLst>
              </p:cNvPr>
              <p:cNvSpPr/>
              <p:nvPr/>
            </p:nvSpPr>
            <p:spPr>
              <a:xfrm>
                <a:off x="2714657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9" name="rc240">
                <a:extLst>
                  <a:ext uri="{FF2B5EF4-FFF2-40B4-BE49-F238E27FC236}">
                    <a16:creationId xmlns:a16="http://schemas.microsoft.com/office/drawing/2014/main" id="{E6A03A9E-5ECE-4203-BC13-57A54DC94796}"/>
                  </a:ext>
                </a:extLst>
              </p:cNvPr>
              <p:cNvSpPr/>
              <p:nvPr/>
            </p:nvSpPr>
            <p:spPr>
              <a:xfrm>
                <a:off x="2714657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0" name="rc241">
                <a:extLst>
                  <a:ext uri="{FF2B5EF4-FFF2-40B4-BE49-F238E27FC236}">
                    <a16:creationId xmlns:a16="http://schemas.microsoft.com/office/drawing/2014/main" id="{7FB01A41-1164-44E7-B4D9-1F73FF7FFD5D}"/>
                  </a:ext>
                </a:extLst>
              </p:cNvPr>
              <p:cNvSpPr/>
              <p:nvPr/>
            </p:nvSpPr>
            <p:spPr>
              <a:xfrm>
                <a:off x="2714657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1" name="rc242">
                <a:extLst>
                  <a:ext uri="{FF2B5EF4-FFF2-40B4-BE49-F238E27FC236}">
                    <a16:creationId xmlns:a16="http://schemas.microsoft.com/office/drawing/2014/main" id="{6763C014-A2FC-4152-AA10-3AF8549A0C50}"/>
                  </a:ext>
                </a:extLst>
              </p:cNvPr>
              <p:cNvSpPr/>
              <p:nvPr/>
            </p:nvSpPr>
            <p:spPr>
              <a:xfrm>
                <a:off x="2714657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2" name="rc243">
                <a:extLst>
                  <a:ext uri="{FF2B5EF4-FFF2-40B4-BE49-F238E27FC236}">
                    <a16:creationId xmlns:a16="http://schemas.microsoft.com/office/drawing/2014/main" id="{99B1C3CA-B636-4E81-B612-1F9A559E65F0}"/>
                  </a:ext>
                </a:extLst>
              </p:cNvPr>
              <p:cNvSpPr/>
              <p:nvPr/>
            </p:nvSpPr>
            <p:spPr>
              <a:xfrm>
                <a:off x="2714657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3" name="rc244">
                <a:extLst>
                  <a:ext uri="{FF2B5EF4-FFF2-40B4-BE49-F238E27FC236}">
                    <a16:creationId xmlns:a16="http://schemas.microsoft.com/office/drawing/2014/main" id="{17E37848-B304-4E3D-A0CA-0DF4A66BE7C4}"/>
                  </a:ext>
                </a:extLst>
              </p:cNvPr>
              <p:cNvSpPr/>
              <p:nvPr/>
            </p:nvSpPr>
            <p:spPr>
              <a:xfrm>
                <a:off x="2714657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4" name="rc245">
                <a:extLst>
                  <a:ext uri="{FF2B5EF4-FFF2-40B4-BE49-F238E27FC236}">
                    <a16:creationId xmlns:a16="http://schemas.microsoft.com/office/drawing/2014/main" id="{C49B2645-E0C8-4B79-8852-324FDC0D93D2}"/>
                  </a:ext>
                </a:extLst>
              </p:cNvPr>
              <p:cNvSpPr/>
              <p:nvPr/>
            </p:nvSpPr>
            <p:spPr>
              <a:xfrm>
                <a:off x="2714657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5" name="rc246">
                <a:extLst>
                  <a:ext uri="{FF2B5EF4-FFF2-40B4-BE49-F238E27FC236}">
                    <a16:creationId xmlns:a16="http://schemas.microsoft.com/office/drawing/2014/main" id="{87ED3754-BF02-40B2-98A0-83CE38586BB5}"/>
                  </a:ext>
                </a:extLst>
              </p:cNvPr>
              <p:cNvSpPr/>
              <p:nvPr/>
            </p:nvSpPr>
            <p:spPr>
              <a:xfrm>
                <a:off x="2714657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6" name="rc247">
                <a:extLst>
                  <a:ext uri="{FF2B5EF4-FFF2-40B4-BE49-F238E27FC236}">
                    <a16:creationId xmlns:a16="http://schemas.microsoft.com/office/drawing/2014/main" id="{1EE3B59D-0634-46C7-9951-4851FE47BF50}"/>
                  </a:ext>
                </a:extLst>
              </p:cNvPr>
              <p:cNvSpPr/>
              <p:nvPr/>
            </p:nvSpPr>
            <p:spPr>
              <a:xfrm>
                <a:off x="2830542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7" name="rc248">
                <a:extLst>
                  <a:ext uri="{FF2B5EF4-FFF2-40B4-BE49-F238E27FC236}">
                    <a16:creationId xmlns:a16="http://schemas.microsoft.com/office/drawing/2014/main" id="{CCE5FC09-FC42-44AB-89B1-69872281350F}"/>
                  </a:ext>
                </a:extLst>
              </p:cNvPr>
              <p:cNvSpPr/>
              <p:nvPr/>
            </p:nvSpPr>
            <p:spPr>
              <a:xfrm>
                <a:off x="2830542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8" name="rc249">
                <a:extLst>
                  <a:ext uri="{FF2B5EF4-FFF2-40B4-BE49-F238E27FC236}">
                    <a16:creationId xmlns:a16="http://schemas.microsoft.com/office/drawing/2014/main" id="{A50045CE-568D-4BD3-822E-7244F7510594}"/>
                  </a:ext>
                </a:extLst>
              </p:cNvPr>
              <p:cNvSpPr/>
              <p:nvPr/>
            </p:nvSpPr>
            <p:spPr>
              <a:xfrm>
                <a:off x="2830542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9" name="rc250">
                <a:extLst>
                  <a:ext uri="{FF2B5EF4-FFF2-40B4-BE49-F238E27FC236}">
                    <a16:creationId xmlns:a16="http://schemas.microsoft.com/office/drawing/2014/main" id="{DD30DFA6-ACA3-4C84-BCB0-A01DB2F7884D}"/>
                  </a:ext>
                </a:extLst>
              </p:cNvPr>
              <p:cNvSpPr/>
              <p:nvPr/>
            </p:nvSpPr>
            <p:spPr>
              <a:xfrm>
                <a:off x="2830542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0" name="rc251">
                <a:extLst>
                  <a:ext uri="{FF2B5EF4-FFF2-40B4-BE49-F238E27FC236}">
                    <a16:creationId xmlns:a16="http://schemas.microsoft.com/office/drawing/2014/main" id="{8AE5DD46-F473-413B-8C9B-01D2261F1B59}"/>
                  </a:ext>
                </a:extLst>
              </p:cNvPr>
              <p:cNvSpPr/>
              <p:nvPr/>
            </p:nvSpPr>
            <p:spPr>
              <a:xfrm>
                <a:off x="2830542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1" name="rc252">
                <a:extLst>
                  <a:ext uri="{FF2B5EF4-FFF2-40B4-BE49-F238E27FC236}">
                    <a16:creationId xmlns:a16="http://schemas.microsoft.com/office/drawing/2014/main" id="{80B90F72-E75A-4549-BD56-8245DA2EBB1D}"/>
                  </a:ext>
                </a:extLst>
              </p:cNvPr>
              <p:cNvSpPr/>
              <p:nvPr/>
            </p:nvSpPr>
            <p:spPr>
              <a:xfrm>
                <a:off x="2830542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2" name="rc253">
                <a:extLst>
                  <a:ext uri="{FF2B5EF4-FFF2-40B4-BE49-F238E27FC236}">
                    <a16:creationId xmlns:a16="http://schemas.microsoft.com/office/drawing/2014/main" id="{F9AC5378-684A-482F-89E0-E40BA58B9EC0}"/>
                  </a:ext>
                </a:extLst>
              </p:cNvPr>
              <p:cNvSpPr/>
              <p:nvPr/>
            </p:nvSpPr>
            <p:spPr>
              <a:xfrm>
                <a:off x="2830542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3" name="rc254">
                <a:extLst>
                  <a:ext uri="{FF2B5EF4-FFF2-40B4-BE49-F238E27FC236}">
                    <a16:creationId xmlns:a16="http://schemas.microsoft.com/office/drawing/2014/main" id="{9D8C3892-BED3-41AA-A5FC-E895BA322E00}"/>
                  </a:ext>
                </a:extLst>
              </p:cNvPr>
              <p:cNvSpPr/>
              <p:nvPr/>
            </p:nvSpPr>
            <p:spPr>
              <a:xfrm>
                <a:off x="2830542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4" name="rc255">
                <a:extLst>
                  <a:ext uri="{FF2B5EF4-FFF2-40B4-BE49-F238E27FC236}">
                    <a16:creationId xmlns:a16="http://schemas.microsoft.com/office/drawing/2014/main" id="{D4FDE17C-3A23-4A87-9E66-A10D727C333A}"/>
                  </a:ext>
                </a:extLst>
              </p:cNvPr>
              <p:cNvSpPr/>
              <p:nvPr/>
            </p:nvSpPr>
            <p:spPr>
              <a:xfrm>
                <a:off x="2830542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5" name="rc256">
                <a:extLst>
                  <a:ext uri="{FF2B5EF4-FFF2-40B4-BE49-F238E27FC236}">
                    <a16:creationId xmlns:a16="http://schemas.microsoft.com/office/drawing/2014/main" id="{65288138-EAA8-4335-92F0-DB802A4793A0}"/>
                  </a:ext>
                </a:extLst>
              </p:cNvPr>
              <p:cNvSpPr/>
              <p:nvPr/>
            </p:nvSpPr>
            <p:spPr>
              <a:xfrm>
                <a:off x="2830542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6" name="rc257">
                <a:extLst>
                  <a:ext uri="{FF2B5EF4-FFF2-40B4-BE49-F238E27FC236}">
                    <a16:creationId xmlns:a16="http://schemas.microsoft.com/office/drawing/2014/main" id="{06AB0262-7B31-49A7-B8DA-0C620059291D}"/>
                  </a:ext>
                </a:extLst>
              </p:cNvPr>
              <p:cNvSpPr/>
              <p:nvPr/>
            </p:nvSpPr>
            <p:spPr>
              <a:xfrm>
                <a:off x="2830542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7" name="rc258">
                <a:extLst>
                  <a:ext uri="{FF2B5EF4-FFF2-40B4-BE49-F238E27FC236}">
                    <a16:creationId xmlns:a16="http://schemas.microsoft.com/office/drawing/2014/main" id="{15178E10-14E1-4A14-AAF6-130AFF2E2A20}"/>
                  </a:ext>
                </a:extLst>
              </p:cNvPr>
              <p:cNvSpPr/>
              <p:nvPr/>
            </p:nvSpPr>
            <p:spPr>
              <a:xfrm>
                <a:off x="2830542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8" name="rc259">
                <a:extLst>
                  <a:ext uri="{FF2B5EF4-FFF2-40B4-BE49-F238E27FC236}">
                    <a16:creationId xmlns:a16="http://schemas.microsoft.com/office/drawing/2014/main" id="{5AB7701E-3ED1-498A-8124-E41D30AC56F4}"/>
                  </a:ext>
                </a:extLst>
              </p:cNvPr>
              <p:cNvSpPr/>
              <p:nvPr/>
            </p:nvSpPr>
            <p:spPr>
              <a:xfrm>
                <a:off x="2830542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9" name="rc260">
                <a:extLst>
                  <a:ext uri="{FF2B5EF4-FFF2-40B4-BE49-F238E27FC236}">
                    <a16:creationId xmlns:a16="http://schemas.microsoft.com/office/drawing/2014/main" id="{7E222A19-BB35-4032-AF85-0BD6E0F24D8A}"/>
                  </a:ext>
                </a:extLst>
              </p:cNvPr>
              <p:cNvSpPr/>
              <p:nvPr/>
            </p:nvSpPr>
            <p:spPr>
              <a:xfrm>
                <a:off x="2830542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0" name="rc261">
                <a:extLst>
                  <a:ext uri="{FF2B5EF4-FFF2-40B4-BE49-F238E27FC236}">
                    <a16:creationId xmlns:a16="http://schemas.microsoft.com/office/drawing/2014/main" id="{FC5714C9-F3A2-4B8A-AA23-C4A1D016D195}"/>
                  </a:ext>
                </a:extLst>
              </p:cNvPr>
              <p:cNvSpPr/>
              <p:nvPr/>
            </p:nvSpPr>
            <p:spPr>
              <a:xfrm>
                <a:off x="2830542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1" name="rc262">
                <a:extLst>
                  <a:ext uri="{FF2B5EF4-FFF2-40B4-BE49-F238E27FC236}">
                    <a16:creationId xmlns:a16="http://schemas.microsoft.com/office/drawing/2014/main" id="{DDD93CFC-4FBE-46EA-92DF-8CB5B72CAC53}"/>
                  </a:ext>
                </a:extLst>
              </p:cNvPr>
              <p:cNvSpPr/>
              <p:nvPr/>
            </p:nvSpPr>
            <p:spPr>
              <a:xfrm>
                <a:off x="2830542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2" name="rc263">
                <a:extLst>
                  <a:ext uri="{FF2B5EF4-FFF2-40B4-BE49-F238E27FC236}">
                    <a16:creationId xmlns:a16="http://schemas.microsoft.com/office/drawing/2014/main" id="{071A8862-C5A6-4C93-9FF7-DE235535C5C9}"/>
                  </a:ext>
                </a:extLst>
              </p:cNvPr>
              <p:cNvSpPr/>
              <p:nvPr/>
            </p:nvSpPr>
            <p:spPr>
              <a:xfrm>
                <a:off x="2830542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3" name="rc264">
                <a:extLst>
                  <a:ext uri="{FF2B5EF4-FFF2-40B4-BE49-F238E27FC236}">
                    <a16:creationId xmlns:a16="http://schemas.microsoft.com/office/drawing/2014/main" id="{E046E39E-CE35-4379-B90E-BF860953F645}"/>
                  </a:ext>
                </a:extLst>
              </p:cNvPr>
              <p:cNvSpPr/>
              <p:nvPr/>
            </p:nvSpPr>
            <p:spPr>
              <a:xfrm>
                <a:off x="2830542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4" name="rc265">
                <a:extLst>
                  <a:ext uri="{FF2B5EF4-FFF2-40B4-BE49-F238E27FC236}">
                    <a16:creationId xmlns:a16="http://schemas.microsoft.com/office/drawing/2014/main" id="{B92466EB-6609-4679-8BD7-7CE9465F932F}"/>
                  </a:ext>
                </a:extLst>
              </p:cNvPr>
              <p:cNvSpPr/>
              <p:nvPr/>
            </p:nvSpPr>
            <p:spPr>
              <a:xfrm>
                <a:off x="2830542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5" name="rc266">
                <a:extLst>
                  <a:ext uri="{FF2B5EF4-FFF2-40B4-BE49-F238E27FC236}">
                    <a16:creationId xmlns:a16="http://schemas.microsoft.com/office/drawing/2014/main" id="{EB8B5E2E-4D3A-4B6F-9012-20761E70BAB4}"/>
                  </a:ext>
                </a:extLst>
              </p:cNvPr>
              <p:cNvSpPr/>
              <p:nvPr/>
            </p:nvSpPr>
            <p:spPr>
              <a:xfrm>
                <a:off x="2830542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6" name="rc267">
                <a:extLst>
                  <a:ext uri="{FF2B5EF4-FFF2-40B4-BE49-F238E27FC236}">
                    <a16:creationId xmlns:a16="http://schemas.microsoft.com/office/drawing/2014/main" id="{C4F02738-49FE-4BBF-9D6C-D9073E26F886}"/>
                  </a:ext>
                </a:extLst>
              </p:cNvPr>
              <p:cNvSpPr/>
              <p:nvPr/>
            </p:nvSpPr>
            <p:spPr>
              <a:xfrm>
                <a:off x="2830542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7" name="rc268">
                <a:extLst>
                  <a:ext uri="{FF2B5EF4-FFF2-40B4-BE49-F238E27FC236}">
                    <a16:creationId xmlns:a16="http://schemas.microsoft.com/office/drawing/2014/main" id="{56CEF25D-85A3-4C69-B64C-E1401177EDA9}"/>
                  </a:ext>
                </a:extLst>
              </p:cNvPr>
              <p:cNvSpPr/>
              <p:nvPr/>
            </p:nvSpPr>
            <p:spPr>
              <a:xfrm>
                <a:off x="2946427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8" name="rc269">
                <a:extLst>
                  <a:ext uri="{FF2B5EF4-FFF2-40B4-BE49-F238E27FC236}">
                    <a16:creationId xmlns:a16="http://schemas.microsoft.com/office/drawing/2014/main" id="{7D57613E-C5F6-4AFE-90F3-D8D4011D9022}"/>
                  </a:ext>
                </a:extLst>
              </p:cNvPr>
              <p:cNvSpPr/>
              <p:nvPr/>
            </p:nvSpPr>
            <p:spPr>
              <a:xfrm>
                <a:off x="2946427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9" name="rc270">
                <a:extLst>
                  <a:ext uri="{FF2B5EF4-FFF2-40B4-BE49-F238E27FC236}">
                    <a16:creationId xmlns:a16="http://schemas.microsoft.com/office/drawing/2014/main" id="{9CDE69D0-34AD-4E7F-80DE-863AD4C131B2}"/>
                  </a:ext>
                </a:extLst>
              </p:cNvPr>
              <p:cNvSpPr/>
              <p:nvPr/>
            </p:nvSpPr>
            <p:spPr>
              <a:xfrm>
                <a:off x="2946427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0" name="rc271">
                <a:extLst>
                  <a:ext uri="{FF2B5EF4-FFF2-40B4-BE49-F238E27FC236}">
                    <a16:creationId xmlns:a16="http://schemas.microsoft.com/office/drawing/2014/main" id="{F1D933AB-25AC-4C13-AD6C-C48337784139}"/>
                  </a:ext>
                </a:extLst>
              </p:cNvPr>
              <p:cNvSpPr/>
              <p:nvPr/>
            </p:nvSpPr>
            <p:spPr>
              <a:xfrm>
                <a:off x="2946427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1" name="rc272">
                <a:extLst>
                  <a:ext uri="{FF2B5EF4-FFF2-40B4-BE49-F238E27FC236}">
                    <a16:creationId xmlns:a16="http://schemas.microsoft.com/office/drawing/2014/main" id="{E3693339-9DC9-4505-946E-D61537F23393}"/>
                  </a:ext>
                </a:extLst>
              </p:cNvPr>
              <p:cNvSpPr/>
              <p:nvPr/>
            </p:nvSpPr>
            <p:spPr>
              <a:xfrm>
                <a:off x="2946427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2" name="rc273">
                <a:extLst>
                  <a:ext uri="{FF2B5EF4-FFF2-40B4-BE49-F238E27FC236}">
                    <a16:creationId xmlns:a16="http://schemas.microsoft.com/office/drawing/2014/main" id="{0228DF06-C4BC-4C69-9CCF-50BD9D8A85AD}"/>
                  </a:ext>
                </a:extLst>
              </p:cNvPr>
              <p:cNvSpPr/>
              <p:nvPr/>
            </p:nvSpPr>
            <p:spPr>
              <a:xfrm>
                <a:off x="2946427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3" name="rc274">
                <a:extLst>
                  <a:ext uri="{FF2B5EF4-FFF2-40B4-BE49-F238E27FC236}">
                    <a16:creationId xmlns:a16="http://schemas.microsoft.com/office/drawing/2014/main" id="{7B08F19B-AEB7-4E1C-900B-044D7ADD91C8}"/>
                  </a:ext>
                </a:extLst>
              </p:cNvPr>
              <p:cNvSpPr/>
              <p:nvPr/>
            </p:nvSpPr>
            <p:spPr>
              <a:xfrm>
                <a:off x="2946427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4" name="rc275">
                <a:extLst>
                  <a:ext uri="{FF2B5EF4-FFF2-40B4-BE49-F238E27FC236}">
                    <a16:creationId xmlns:a16="http://schemas.microsoft.com/office/drawing/2014/main" id="{9BE3B565-7795-4537-BE48-29A243759D56}"/>
                  </a:ext>
                </a:extLst>
              </p:cNvPr>
              <p:cNvSpPr/>
              <p:nvPr/>
            </p:nvSpPr>
            <p:spPr>
              <a:xfrm>
                <a:off x="2946427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5" name="rc276">
                <a:extLst>
                  <a:ext uri="{FF2B5EF4-FFF2-40B4-BE49-F238E27FC236}">
                    <a16:creationId xmlns:a16="http://schemas.microsoft.com/office/drawing/2014/main" id="{F6D693BD-D030-41C3-8736-C66F10497060}"/>
                  </a:ext>
                </a:extLst>
              </p:cNvPr>
              <p:cNvSpPr/>
              <p:nvPr/>
            </p:nvSpPr>
            <p:spPr>
              <a:xfrm>
                <a:off x="2946427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6" name="rc277">
                <a:extLst>
                  <a:ext uri="{FF2B5EF4-FFF2-40B4-BE49-F238E27FC236}">
                    <a16:creationId xmlns:a16="http://schemas.microsoft.com/office/drawing/2014/main" id="{3440B9BF-2842-4419-8062-51D725F06239}"/>
                  </a:ext>
                </a:extLst>
              </p:cNvPr>
              <p:cNvSpPr/>
              <p:nvPr/>
            </p:nvSpPr>
            <p:spPr>
              <a:xfrm>
                <a:off x="2946427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7" name="rc278">
                <a:extLst>
                  <a:ext uri="{FF2B5EF4-FFF2-40B4-BE49-F238E27FC236}">
                    <a16:creationId xmlns:a16="http://schemas.microsoft.com/office/drawing/2014/main" id="{09FFE984-FCDB-4108-8370-C087AFD5ECB2}"/>
                  </a:ext>
                </a:extLst>
              </p:cNvPr>
              <p:cNvSpPr/>
              <p:nvPr/>
            </p:nvSpPr>
            <p:spPr>
              <a:xfrm>
                <a:off x="294642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8" name="rc279">
                <a:extLst>
                  <a:ext uri="{FF2B5EF4-FFF2-40B4-BE49-F238E27FC236}">
                    <a16:creationId xmlns:a16="http://schemas.microsoft.com/office/drawing/2014/main" id="{1AC4F4CA-8204-4E86-BCF7-CEB0263DF225}"/>
                  </a:ext>
                </a:extLst>
              </p:cNvPr>
              <p:cNvSpPr/>
              <p:nvPr/>
            </p:nvSpPr>
            <p:spPr>
              <a:xfrm>
                <a:off x="2946427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9" name="rc280">
                <a:extLst>
                  <a:ext uri="{FF2B5EF4-FFF2-40B4-BE49-F238E27FC236}">
                    <a16:creationId xmlns:a16="http://schemas.microsoft.com/office/drawing/2014/main" id="{44E98711-9864-4C4D-95AE-FF85E3DF6541}"/>
                  </a:ext>
                </a:extLst>
              </p:cNvPr>
              <p:cNvSpPr/>
              <p:nvPr/>
            </p:nvSpPr>
            <p:spPr>
              <a:xfrm>
                <a:off x="2946427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0" name="rc281">
                <a:extLst>
                  <a:ext uri="{FF2B5EF4-FFF2-40B4-BE49-F238E27FC236}">
                    <a16:creationId xmlns:a16="http://schemas.microsoft.com/office/drawing/2014/main" id="{C320FFBB-471D-4373-B31B-76CA011EC7E6}"/>
                  </a:ext>
                </a:extLst>
              </p:cNvPr>
              <p:cNvSpPr/>
              <p:nvPr/>
            </p:nvSpPr>
            <p:spPr>
              <a:xfrm>
                <a:off x="2946427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1" name="rc282">
                <a:extLst>
                  <a:ext uri="{FF2B5EF4-FFF2-40B4-BE49-F238E27FC236}">
                    <a16:creationId xmlns:a16="http://schemas.microsoft.com/office/drawing/2014/main" id="{B7F50012-0F50-42CD-B62F-573A875644DD}"/>
                  </a:ext>
                </a:extLst>
              </p:cNvPr>
              <p:cNvSpPr/>
              <p:nvPr/>
            </p:nvSpPr>
            <p:spPr>
              <a:xfrm>
                <a:off x="2946427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2" name="rc283">
                <a:extLst>
                  <a:ext uri="{FF2B5EF4-FFF2-40B4-BE49-F238E27FC236}">
                    <a16:creationId xmlns:a16="http://schemas.microsoft.com/office/drawing/2014/main" id="{8408D120-E9D2-4DBE-BE42-7D460D51A275}"/>
                  </a:ext>
                </a:extLst>
              </p:cNvPr>
              <p:cNvSpPr/>
              <p:nvPr/>
            </p:nvSpPr>
            <p:spPr>
              <a:xfrm>
                <a:off x="2946427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3" name="rc284">
                <a:extLst>
                  <a:ext uri="{FF2B5EF4-FFF2-40B4-BE49-F238E27FC236}">
                    <a16:creationId xmlns:a16="http://schemas.microsoft.com/office/drawing/2014/main" id="{5392F2B5-A03C-4928-B874-C2AC30F0714D}"/>
                  </a:ext>
                </a:extLst>
              </p:cNvPr>
              <p:cNvSpPr/>
              <p:nvPr/>
            </p:nvSpPr>
            <p:spPr>
              <a:xfrm>
                <a:off x="2946427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4" name="rc285">
                <a:extLst>
                  <a:ext uri="{FF2B5EF4-FFF2-40B4-BE49-F238E27FC236}">
                    <a16:creationId xmlns:a16="http://schemas.microsoft.com/office/drawing/2014/main" id="{7FE6A8A3-C691-4398-A196-4A13D832500A}"/>
                  </a:ext>
                </a:extLst>
              </p:cNvPr>
              <p:cNvSpPr/>
              <p:nvPr/>
            </p:nvSpPr>
            <p:spPr>
              <a:xfrm>
                <a:off x="2946427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5" name="rc286">
                <a:extLst>
                  <a:ext uri="{FF2B5EF4-FFF2-40B4-BE49-F238E27FC236}">
                    <a16:creationId xmlns:a16="http://schemas.microsoft.com/office/drawing/2014/main" id="{FDFE8CDF-3E14-4186-99AB-566F08D40037}"/>
                  </a:ext>
                </a:extLst>
              </p:cNvPr>
              <p:cNvSpPr/>
              <p:nvPr/>
            </p:nvSpPr>
            <p:spPr>
              <a:xfrm>
                <a:off x="2946427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6" name="rc287">
                <a:extLst>
                  <a:ext uri="{FF2B5EF4-FFF2-40B4-BE49-F238E27FC236}">
                    <a16:creationId xmlns:a16="http://schemas.microsoft.com/office/drawing/2014/main" id="{646ECED6-2F34-4612-B2E8-18C29F38E8B2}"/>
                  </a:ext>
                </a:extLst>
              </p:cNvPr>
              <p:cNvSpPr/>
              <p:nvPr/>
            </p:nvSpPr>
            <p:spPr>
              <a:xfrm>
                <a:off x="2946427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7" name="rc288">
                <a:extLst>
                  <a:ext uri="{FF2B5EF4-FFF2-40B4-BE49-F238E27FC236}">
                    <a16:creationId xmlns:a16="http://schemas.microsoft.com/office/drawing/2014/main" id="{477EA371-218A-4497-BA2B-D670675777E3}"/>
                  </a:ext>
                </a:extLst>
              </p:cNvPr>
              <p:cNvSpPr/>
              <p:nvPr/>
            </p:nvSpPr>
            <p:spPr>
              <a:xfrm>
                <a:off x="2946427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8" name="rc289">
                <a:extLst>
                  <a:ext uri="{FF2B5EF4-FFF2-40B4-BE49-F238E27FC236}">
                    <a16:creationId xmlns:a16="http://schemas.microsoft.com/office/drawing/2014/main" id="{22F7C302-53CB-4BF2-AE8B-A801E7F0BFF7}"/>
                  </a:ext>
                </a:extLst>
              </p:cNvPr>
              <p:cNvSpPr/>
              <p:nvPr/>
            </p:nvSpPr>
            <p:spPr>
              <a:xfrm>
                <a:off x="2946427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9" name="rc290">
                <a:extLst>
                  <a:ext uri="{FF2B5EF4-FFF2-40B4-BE49-F238E27FC236}">
                    <a16:creationId xmlns:a16="http://schemas.microsoft.com/office/drawing/2014/main" id="{B87072E3-386B-4F1E-8573-0E568D278CDC}"/>
                  </a:ext>
                </a:extLst>
              </p:cNvPr>
              <p:cNvSpPr/>
              <p:nvPr/>
            </p:nvSpPr>
            <p:spPr>
              <a:xfrm>
                <a:off x="3062311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0" name="rc291">
                <a:extLst>
                  <a:ext uri="{FF2B5EF4-FFF2-40B4-BE49-F238E27FC236}">
                    <a16:creationId xmlns:a16="http://schemas.microsoft.com/office/drawing/2014/main" id="{95F1B45A-A333-4657-83E5-4FD099D991EB}"/>
                  </a:ext>
                </a:extLst>
              </p:cNvPr>
              <p:cNvSpPr/>
              <p:nvPr/>
            </p:nvSpPr>
            <p:spPr>
              <a:xfrm>
                <a:off x="3062311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1" name="rc292">
                <a:extLst>
                  <a:ext uri="{FF2B5EF4-FFF2-40B4-BE49-F238E27FC236}">
                    <a16:creationId xmlns:a16="http://schemas.microsoft.com/office/drawing/2014/main" id="{3F58F03A-A378-47CE-BC1B-FA21C421334A}"/>
                  </a:ext>
                </a:extLst>
              </p:cNvPr>
              <p:cNvSpPr/>
              <p:nvPr/>
            </p:nvSpPr>
            <p:spPr>
              <a:xfrm>
                <a:off x="3062311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2" name="rc293">
                <a:extLst>
                  <a:ext uri="{FF2B5EF4-FFF2-40B4-BE49-F238E27FC236}">
                    <a16:creationId xmlns:a16="http://schemas.microsoft.com/office/drawing/2014/main" id="{4108076A-98B0-4F81-9FE5-34D8D20A9EDF}"/>
                  </a:ext>
                </a:extLst>
              </p:cNvPr>
              <p:cNvSpPr/>
              <p:nvPr/>
            </p:nvSpPr>
            <p:spPr>
              <a:xfrm>
                <a:off x="3062311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3" name="rc294">
                <a:extLst>
                  <a:ext uri="{FF2B5EF4-FFF2-40B4-BE49-F238E27FC236}">
                    <a16:creationId xmlns:a16="http://schemas.microsoft.com/office/drawing/2014/main" id="{CD4F4222-1310-428F-9758-6DA54DFFF617}"/>
                  </a:ext>
                </a:extLst>
              </p:cNvPr>
              <p:cNvSpPr/>
              <p:nvPr/>
            </p:nvSpPr>
            <p:spPr>
              <a:xfrm>
                <a:off x="3062311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4" name="rc295">
                <a:extLst>
                  <a:ext uri="{FF2B5EF4-FFF2-40B4-BE49-F238E27FC236}">
                    <a16:creationId xmlns:a16="http://schemas.microsoft.com/office/drawing/2014/main" id="{6938B3D3-E6D7-45DF-AC90-3D954997FBC6}"/>
                  </a:ext>
                </a:extLst>
              </p:cNvPr>
              <p:cNvSpPr/>
              <p:nvPr/>
            </p:nvSpPr>
            <p:spPr>
              <a:xfrm>
                <a:off x="3062311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5" name="rc296">
                <a:extLst>
                  <a:ext uri="{FF2B5EF4-FFF2-40B4-BE49-F238E27FC236}">
                    <a16:creationId xmlns:a16="http://schemas.microsoft.com/office/drawing/2014/main" id="{BF0EC4E9-E50A-41D7-9B65-6F33A47A2537}"/>
                  </a:ext>
                </a:extLst>
              </p:cNvPr>
              <p:cNvSpPr/>
              <p:nvPr/>
            </p:nvSpPr>
            <p:spPr>
              <a:xfrm>
                <a:off x="3062311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6" name="rc297">
                <a:extLst>
                  <a:ext uri="{FF2B5EF4-FFF2-40B4-BE49-F238E27FC236}">
                    <a16:creationId xmlns:a16="http://schemas.microsoft.com/office/drawing/2014/main" id="{544D01FF-CB22-48A9-B499-396A5EB9FB68}"/>
                  </a:ext>
                </a:extLst>
              </p:cNvPr>
              <p:cNvSpPr/>
              <p:nvPr/>
            </p:nvSpPr>
            <p:spPr>
              <a:xfrm>
                <a:off x="3062311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7" name="rc298">
                <a:extLst>
                  <a:ext uri="{FF2B5EF4-FFF2-40B4-BE49-F238E27FC236}">
                    <a16:creationId xmlns:a16="http://schemas.microsoft.com/office/drawing/2014/main" id="{DCFEC11E-B5D1-409C-B8CE-0BFBF3B0257F}"/>
                  </a:ext>
                </a:extLst>
              </p:cNvPr>
              <p:cNvSpPr/>
              <p:nvPr/>
            </p:nvSpPr>
            <p:spPr>
              <a:xfrm>
                <a:off x="3062311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8" name="rc299">
                <a:extLst>
                  <a:ext uri="{FF2B5EF4-FFF2-40B4-BE49-F238E27FC236}">
                    <a16:creationId xmlns:a16="http://schemas.microsoft.com/office/drawing/2014/main" id="{1A00B939-4774-498B-8DD1-872AB585E6FF}"/>
                  </a:ext>
                </a:extLst>
              </p:cNvPr>
              <p:cNvSpPr/>
              <p:nvPr/>
            </p:nvSpPr>
            <p:spPr>
              <a:xfrm>
                <a:off x="3062311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9" name="rc300">
                <a:extLst>
                  <a:ext uri="{FF2B5EF4-FFF2-40B4-BE49-F238E27FC236}">
                    <a16:creationId xmlns:a16="http://schemas.microsoft.com/office/drawing/2014/main" id="{3FBD2B16-18FE-47D0-9FF4-396197537B86}"/>
                  </a:ext>
                </a:extLst>
              </p:cNvPr>
              <p:cNvSpPr/>
              <p:nvPr/>
            </p:nvSpPr>
            <p:spPr>
              <a:xfrm>
                <a:off x="3062311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0" name="rc301">
                <a:extLst>
                  <a:ext uri="{FF2B5EF4-FFF2-40B4-BE49-F238E27FC236}">
                    <a16:creationId xmlns:a16="http://schemas.microsoft.com/office/drawing/2014/main" id="{E64F84A6-347E-4715-83F8-6B668F8F71AB}"/>
                  </a:ext>
                </a:extLst>
              </p:cNvPr>
              <p:cNvSpPr/>
              <p:nvPr/>
            </p:nvSpPr>
            <p:spPr>
              <a:xfrm>
                <a:off x="3062311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1" name="rc302">
                <a:extLst>
                  <a:ext uri="{FF2B5EF4-FFF2-40B4-BE49-F238E27FC236}">
                    <a16:creationId xmlns:a16="http://schemas.microsoft.com/office/drawing/2014/main" id="{8AD874F7-F86D-4C79-9CFA-F13FFF0E4122}"/>
                  </a:ext>
                </a:extLst>
              </p:cNvPr>
              <p:cNvSpPr/>
              <p:nvPr/>
            </p:nvSpPr>
            <p:spPr>
              <a:xfrm>
                <a:off x="3062311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2" name="rc303">
                <a:extLst>
                  <a:ext uri="{FF2B5EF4-FFF2-40B4-BE49-F238E27FC236}">
                    <a16:creationId xmlns:a16="http://schemas.microsoft.com/office/drawing/2014/main" id="{1F6A6C14-5B1C-4E2C-9648-ACE0ADBC7844}"/>
                  </a:ext>
                </a:extLst>
              </p:cNvPr>
              <p:cNvSpPr/>
              <p:nvPr/>
            </p:nvSpPr>
            <p:spPr>
              <a:xfrm>
                <a:off x="3062311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3" name="rc304">
                <a:extLst>
                  <a:ext uri="{FF2B5EF4-FFF2-40B4-BE49-F238E27FC236}">
                    <a16:creationId xmlns:a16="http://schemas.microsoft.com/office/drawing/2014/main" id="{E81B84B0-9E9C-4929-A47D-35C425C511C1}"/>
                  </a:ext>
                </a:extLst>
              </p:cNvPr>
              <p:cNvSpPr/>
              <p:nvPr/>
            </p:nvSpPr>
            <p:spPr>
              <a:xfrm>
                <a:off x="3062311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4" name="rc305">
                <a:extLst>
                  <a:ext uri="{FF2B5EF4-FFF2-40B4-BE49-F238E27FC236}">
                    <a16:creationId xmlns:a16="http://schemas.microsoft.com/office/drawing/2014/main" id="{15D4AA5A-78B9-49BE-B874-D271CC287456}"/>
                  </a:ext>
                </a:extLst>
              </p:cNvPr>
              <p:cNvSpPr/>
              <p:nvPr/>
            </p:nvSpPr>
            <p:spPr>
              <a:xfrm>
                <a:off x="3062311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5" name="rc306">
                <a:extLst>
                  <a:ext uri="{FF2B5EF4-FFF2-40B4-BE49-F238E27FC236}">
                    <a16:creationId xmlns:a16="http://schemas.microsoft.com/office/drawing/2014/main" id="{F39E5C67-1E54-4A2B-A2FA-7EFEE669FD25}"/>
                  </a:ext>
                </a:extLst>
              </p:cNvPr>
              <p:cNvSpPr/>
              <p:nvPr/>
            </p:nvSpPr>
            <p:spPr>
              <a:xfrm>
                <a:off x="3062311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6" name="rc307">
                <a:extLst>
                  <a:ext uri="{FF2B5EF4-FFF2-40B4-BE49-F238E27FC236}">
                    <a16:creationId xmlns:a16="http://schemas.microsoft.com/office/drawing/2014/main" id="{4FEE8D22-2E89-4F27-B1DD-EED67D3A4703}"/>
                  </a:ext>
                </a:extLst>
              </p:cNvPr>
              <p:cNvSpPr/>
              <p:nvPr/>
            </p:nvSpPr>
            <p:spPr>
              <a:xfrm>
                <a:off x="3062311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7" name="rc308">
                <a:extLst>
                  <a:ext uri="{FF2B5EF4-FFF2-40B4-BE49-F238E27FC236}">
                    <a16:creationId xmlns:a16="http://schemas.microsoft.com/office/drawing/2014/main" id="{71D7CDF9-FC6A-4BEF-A3BD-14902FFFA0C2}"/>
                  </a:ext>
                </a:extLst>
              </p:cNvPr>
              <p:cNvSpPr/>
              <p:nvPr/>
            </p:nvSpPr>
            <p:spPr>
              <a:xfrm>
                <a:off x="3062311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8" name="rc309">
                <a:extLst>
                  <a:ext uri="{FF2B5EF4-FFF2-40B4-BE49-F238E27FC236}">
                    <a16:creationId xmlns:a16="http://schemas.microsoft.com/office/drawing/2014/main" id="{4B6FF207-7EAC-4F8F-BB67-3853B4C435F1}"/>
                  </a:ext>
                </a:extLst>
              </p:cNvPr>
              <p:cNvSpPr/>
              <p:nvPr/>
            </p:nvSpPr>
            <p:spPr>
              <a:xfrm>
                <a:off x="3062311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9" name="rc310">
                <a:extLst>
                  <a:ext uri="{FF2B5EF4-FFF2-40B4-BE49-F238E27FC236}">
                    <a16:creationId xmlns:a16="http://schemas.microsoft.com/office/drawing/2014/main" id="{0692DE0D-AA77-409B-93D3-B354A4F5A898}"/>
                  </a:ext>
                </a:extLst>
              </p:cNvPr>
              <p:cNvSpPr/>
              <p:nvPr/>
            </p:nvSpPr>
            <p:spPr>
              <a:xfrm>
                <a:off x="3062311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0" name="rc311">
                <a:extLst>
                  <a:ext uri="{FF2B5EF4-FFF2-40B4-BE49-F238E27FC236}">
                    <a16:creationId xmlns:a16="http://schemas.microsoft.com/office/drawing/2014/main" id="{89C43054-1AF9-4BC3-962E-FD77365F574F}"/>
                  </a:ext>
                </a:extLst>
              </p:cNvPr>
              <p:cNvSpPr/>
              <p:nvPr/>
            </p:nvSpPr>
            <p:spPr>
              <a:xfrm>
                <a:off x="3062311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1" name="rc312">
                <a:extLst>
                  <a:ext uri="{FF2B5EF4-FFF2-40B4-BE49-F238E27FC236}">
                    <a16:creationId xmlns:a16="http://schemas.microsoft.com/office/drawing/2014/main" id="{1B340B2B-1F6D-4CCB-B270-725F82143744}"/>
                  </a:ext>
                </a:extLst>
              </p:cNvPr>
              <p:cNvSpPr/>
              <p:nvPr/>
            </p:nvSpPr>
            <p:spPr>
              <a:xfrm>
                <a:off x="3178196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2" name="rc313">
                <a:extLst>
                  <a:ext uri="{FF2B5EF4-FFF2-40B4-BE49-F238E27FC236}">
                    <a16:creationId xmlns:a16="http://schemas.microsoft.com/office/drawing/2014/main" id="{76A48BED-EFA9-4372-9651-AC173B51C6B8}"/>
                  </a:ext>
                </a:extLst>
              </p:cNvPr>
              <p:cNvSpPr/>
              <p:nvPr/>
            </p:nvSpPr>
            <p:spPr>
              <a:xfrm>
                <a:off x="3178196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3" name="rc314">
                <a:extLst>
                  <a:ext uri="{FF2B5EF4-FFF2-40B4-BE49-F238E27FC236}">
                    <a16:creationId xmlns:a16="http://schemas.microsoft.com/office/drawing/2014/main" id="{63BB886C-7F4F-410C-8BB5-46DC7C7EDDED}"/>
                  </a:ext>
                </a:extLst>
              </p:cNvPr>
              <p:cNvSpPr/>
              <p:nvPr/>
            </p:nvSpPr>
            <p:spPr>
              <a:xfrm>
                <a:off x="3178196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4" name="rc315">
                <a:extLst>
                  <a:ext uri="{FF2B5EF4-FFF2-40B4-BE49-F238E27FC236}">
                    <a16:creationId xmlns:a16="http://schemas.microsoft.com/office/drawing/2014/main" id="{BF0F9816-DB87-43B1-A7F7-34FAAA5C49E4}"/>
                  </a:ext>
                </a:extLst>
              </p:cNvPr>
              <p:cNvSpPr/>
              <p:nvPr/>
            </p:nvSpPr>
            <p:spPr>
              <a:xfrm>
                <a:off x="3178196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5" name="rc316">
                <a:extLst>
                  <a:ext uri="{FF2B5EF4-FFF2-40B4-BE49-F238E27FC236}">
                    <a16:creationId xmlns:a16="http://schemas.microsoft.com/office/drawing/2014/main" id="{7AD0E231-ACDF-49CB-84B3-14066AA8577D}"/>
                  </a:ext>
                </a:extLst>
              </p:cNvPr>
              <p:cNvSpPr/>
              <p:nvPr/>
            </p:nvSpPr>
            <p:spPr>
              <a:xfrm>
                <a:off x="3178196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6" name="rc317">
                <a:extLst>
                  <a:ext uri="{FF2B5EF4-FFF2-40B4-BE49-F238E27FC236}">
                    <a16:creationId xmlns:a16="http://schemas.microsoft.com/office/drawing/2014/main" id="{596F218E-1211-41FE-8AD6-BEC0109E85AB}"/>
                  </a:ext>
                </a:extLst>
              </p:cNvPr>
              <p:cNvSpPr/>
              <p:nvPr/>
            </p:nvSpPr>
            <p:spPr>
              <a:xfrm>
                <a:off x="3178196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7" name="rc318">
                <a:extLst>
                  <a:ext uri="{FF2B5EF4-FFF2-40B4-BE49-F238E27FC236}">
                    <a16:creationId xmlns:a16="http://schemas.microsoft.com/office/drawing/2014/main" id="{CC16BB19-0FC8-48C3-AF9E-D60F880394AA}"/>
                  </a:ext>
                </a:extLst>
              </p:cNvPr>
              <p:cNvSpPr/>
              <p:nvPr/>
            </p:nvSpPr>
            <p:spPr>
              <a:xfrm>
                <a:off x="3178196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8" name="rc319">
                <a:extLst>
                  <a:ext uri="{FF2B5EF4-FFF2-40B4-BE49-F238E27FC236}">
                    <a16:creationId xmlns:a16="http://schemas.microsoft.com/office/drawing/2014/main" id="{B06613D3-48AF-4020-AF82-D4D4D4AB1625}"/>
                  </a:ext>
                </a:extLst>
              </p:cNvPr>
              <p:cNvSpPr/>
              <p:nvPr/>
            </p:nvSpPr>
            <p:spPr>
              <a:xfrm>
                <a:off x="3178196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9" name="rc320">
                <a:extLst>
                  <a:ext uri="{FF2B5EF4-FFF2-40B4-BE49-F238E27FC236}">
                    <a16:creationId xmlns:a16="http://schemas.microsoft.com/office/drawing/2014/main" id="{4385DCFD-9903-49B9-9CDE-22546E8A8E8F}"/>
                  </a:ext>
                </a:extLst>
              </p:cNvPr>
              <p:cNvSpPr/>
              <p:nvPr/>
            </p:nvSpPr>
            <p:spPr>
              <a:xfrm>
                <a:off x="3178196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0" name="rc321">
                <a:extLst>
                  <a:ext uri="{FF2B5EF4-FFF2-40B4-BE49-F238E27FC236}">
                    <a16:creationId xmlns:a16="http://schemas.microsoft.com/office/drawing/2014/main" id="{2573EBCE-255E-464E-A1EE-83FD8BC36CE4}"/>
                  </a:ext>
                </a:extLst>
              </p:cNvPr>
              <p:cNvSpPr/>
              <p:nvPr/>
            </p:nvSpPr>
            <p:spPr>
              <a:xfrm>
                <a:off x="3178196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1" name="rc322">
                <a:extLst>
                  <a:ext uri="{FF2B5EF4-FFF2-40B4-BE49-F238E27FC236}">
                    <a16:creationId xmlns:a16="http://schemas.microsoft.com/office/drawing/2014/main" id="{81C77C15-2360-4914-BF07-B7DE9767C639}"/>
                  </a:ext>
                </a:extLst>
              </p:cNvPr>
              <p:cNvSpPr/>
              <p:nvPr/>
            </p:nvSpPr>
            <p:spPr>
              <a:xfrm>
                <a:off x="3178196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2" name="rc323">
                <a:extLst>
                  <a:ext uri="{FF2B5EF4-FFF2-40B4-BE49-F238E27FC236}">
                    <a16:creationId xmlns:a16="http://schemas.microsoft.com/office/drawing/2014/main" id="{2C81FEB0-CE23-4C80-8BE6-A0F33CA075E4}"/>
                  </a:ext>
                </a:extLst>
              </p:cNvPr>
              <p:cNvSpPr/>
              <p:nvPr/>
            </p:nvSpPr>
            <p:spPr>
              <a:xfrm>
                <a:off x="3178196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3" name="rc324">
                <a:extLst>
                  <a:ext uri="{FF2B5EF4-FFF2-40B4-BE49-F238E27FC236}">
                    <a16:creationId xmlns:a16="http://schemas.microsoft.com/office/drawing/2014/main" id="{985C7314-CB4D-4946-9DDE-5CCA7F86813D}"/>
                  </a:ext>
                </a:extLst>
              </p:cNvPr>
              <p:cNvSpPr/>
              <p:nvPr/>
            </p:nvSpPr>
            <p:spPr>
              <a:xfrm>
                <a:off x="3178196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4" name="rc325">
                <a:extLst>
                  <a:ext uri="{FF2B5EF4-FFF2-40B4-BE49-F238E27FC236}">
                    <a16:creationId xmlns:a16="http://schemas.microsoft.com/office/drawing/2014/main" id="{7E143E89-14BB-4FEC-B596-5563CCD5E7FD}"/>
                  </a:ext>
                </a:extLst>
              </p:cNvPr>
              <p:cNvSpPr/>
              <p:nvPr/>
            </p:nvSpPr>
            <p:spPr>
              <a:xfrm>
                <a:off x="3178196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5" name="rc326">
                <a:extLst>
                  <a:ext uri="{FF2B5EF4-FFF2-40B4-BE49-F238E27FC236}">
                    <a16:creationId xmlns:a16="http://schemas.microsoft.com/office/drawing/2014/main" id="{38C7F771-F041-4F92-B81B-22FD5DC37E01}"/>
                  </a:ext>
                </a:extLst>
              </p:cNvPr>
              <p:cNvSpPr/>
              <p:nvPr/>
            </p:nvSpPr>
            <p:spPr>
              <a:xfrm>
                <a:off x="3178196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6" name="rc327">
                <a:extLst>
                  <a:ext uri="{FF2B5EF4-FFF2-40B4-BE49-F238E27FC236}">
                    <a16:creationId xmlns:a16="http://schemas.microsoft.com/office/drawing/2014/main" id="{BA484F0A-7ECE-4DE6-BE1A-BD99A4498080}"/>
                  </a:ext>
                </a:extLst>
              </p:cNvPr>
              <p:cNvSpPr/>
              <p:nvPr/>
            </p:nvSpPr>
            <p:spPr>
              <a:xfrm>
                <a:off x="3178196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7" name="rc328">
                <a:extLst>
                  <a:ext uri="{FF2B5EF4-FFF2-40B4-BE49-F238E27FC236}">
                    <a16:creationId xmlns:a16="http://schemas.microsoft.com/office/drawing/2014/main" id="{6A6768D9-BE79-45CB-AA8F-5E13F671ABA5}"/>
                  </a:ext>
                </a:extLst>
              </p:cNvPr>
              <p:cNvSpPr/>
              <p:nvPr/>
            </p:nvSpPr>
            <p:spPr>
              <a:xfrm>
                <a:off x="3178196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8" name="rc329">
                <a:extLst>
                  <a:ext uri="{FF2B5EF4-FFF2-40B4-BE49-F238E27FC236}">
                    <a16:creationId xmlns:a16="http://schemas.microsoft.com/office/drawing/2014/main" id="{523D6B9E-3F65-4123-993C-82023AC8F015}"/>
                  </a:ext>
                </a:extLst>
              </p:cNvPr>
              <p:cNvSpPr/>
              <p:nvPr/>
            </p:nvSpPr>
            <p:spPr>
              <a:xfrm>
                <a:off x="3178196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9" name="rc330">
                <a:extLst>
                  <a:ext uri="{FF2B5EF4-FFF2-40B4-BE49-F238E27FC236}">
                    <a16:creationId xmlns:a16="http://schemas.microsoft.com/office/drawing/2014/main" id="{ACE99414-4B1D-4A80-9E8E-55D750FAC3F8}"/>
                  </a:ext>
                </a:extLst>
              </p:cNvPr>
              <p:cNvSpPr/>
              <p:nvPr/>
            </p:nvSpPr>
            <p:spPr>
              <a:xfrm>
                <a:off x="3178196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0" name="rc331">
                <a:extLst>
                  <a:ext uri="{FF2B5EF4-FFF2-40B4-BE49-F238E27FC236}">
                    <a16:creationId xmlns:a16="http://schemas.microsoft.com/office/drawing/2014/main" id="{068114EC-8DE7-4C93-A1A5-159F5B89FFA7}"/>
                  </a:ext>
                </a:extLst>
              </p:cNvPr>
              <p:cNvSpPr/>
              <p:nvPr/>
            </p:nvSpPr>
            <p:spPr>
              <a:xfrm>
                <a:off x="3178196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1" name="rc332">
                <a:extLst>
                  <a:ext uri="{FF2B5EF4-FFF2-40B4-BE49-F238E27FC236}">
                    <a16:creationId xmlns:a16="http://schemas.microsoft.com/office/drawing/2014/main" id="{BB418D71-C41F-43C0-BB49-F1AF93A27ABE}"/>
                  </a:ext>
                </a:extLst>
              </p:cNvPr>
              <p:cNvSpPr/>
              <p:nvPr/>
            </p:nvSpPr>
            <p:spPr>
              <a:xfrm>
                <a:off x="3178196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2" name="rc333">
                <a:extLst>
                  <a:ext uri="{FF2B5EF4-FFF2-40B4-BE49-F238E27FC236}">
                    <a16:creationId xmlns:a16="http://schemas.microsoft.com/office/drawing/2014/main" id="{AAE2A72E-91C1-42AF-8995-7D0A3379A5AE}"/>
                  </a:ext>
                </a:extLst>
              </p:cNvPr>
              <p:cNvSpPr/>
              <p:nvPr/>
            </p:nvSpPr>
            <p:spPr>
              <a:xfrm>
                <a:off x="3178196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3" name="rc334">
                <a:extLst>
                  <a:ext uri="{FF2B5EF4-FFF2-40B4-BE49-F238E27FC236}">
                    <a16:creationId xmlns:a16="http://schemas.microsoft.com/office/drawing/2014/main" id="{06D8B42B-EFAB-459E-A519-8D7F4064DDFE}"/>
                  </a:ext>
                </a:extLst>
              </p:cNvPr>
              <p:cNvSpPr/>
              <p:nvPr/>
            </p:nvSpPr>
            <p:spPr>
              <a:xfrm>
                <a:off x="3178196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4" name="rc335">
                <a:extLst>
                  <a:ext uri="{FF2B5EF4-FFF2-40B4-BE49-F238E27FC236}">
                    <a16:creationId xmlns:a16="http://schemas.microsoft.com/office/drawing/2014/main" id="{40586C47-6CE0-41C3-A02B-828D706B0A2C}"/>
                  </a:ext>
                </a:extLst>
              </p:cNvPr>
              <p:cNvSpPr/>
              <p:nvPr/>
            </p:nvSpPr>
            <p:spPr>
              <a:xfrm>
                <a:off x="3294081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5" name="rc336">
                <a:extLst>
                  <a:ext uri="{FF2B5EF4-FFF2-40B4-BE49-F238E27FC236}">
                    <a16:creationId xmlns:a16="http://schemas.microsoft.com/office/drawing/2014/main" id="{3E09251F-BD3D-4892-A067-3489071039F1}"/>
                  </a:ext>
                </a:extLst>
              </p:cNvPr>
              <p:cNvSpPr/>
              <p:nvPr/>
            </p:nvSpPr>
            <p:spPr>
              <a:xfrm>
                <a:off x="3294081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6" name="rc337">
                <a:extLst>
                  <a:ext uri="{FF2B5EF4-FFF2-40B4-BE49-F238E27FC236}">
                    <a16:creationId xmlns:a16="http://schemas.microsoft.com/office/drawing/2014/main" id="{506B78EC-768F-4B88-9371-3AE4720669BD}"/>
                  </a:ext>
                </a:extLst>
              </p:cNvPr>
              <p:cNvSpPr/>
              <p:nvPr/>
            </p:nvSpPr>
            <p:spPr>
              <a:xfrm>
                <a:off x="3294081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7" name="rc338">
                <a:extLst>
                  <a:ext uri="{FF2B5EF4-FFF2-40B4-BE49-F238E27FC236}">
                    <a16:creationId xmlns:a16="http://schemas.microsoft.com/office/drawing/2014/main" id="{94900391-5E72-46B3-9D10-8672EEFF72C6}"/>
                  </a:ext>
                </a:extLst>
              </p:cNvPr>
              <p:cNvSpPr/>
              <p:nvPr/>
            </p:nvSpPr>
            <p:spPr>
              <a:xfrm>
                <a:off x="3294081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8" name="rc339">
                <a:extLst>
                  <a:ext uri="{FF2B5EF4-FFF2-40B4-BE49-F238E27FC236}">
                    <a16:creationId xmlns:a16="http://schemas.microsoft.com/office/drawing/2014/main" id="{C06EB31F-CAB3-4B54-8F41-5C841717F489}"/>
                  </a:ext>
                </a:extLst>
              </p:cNvPr>
              <p:cNvSpPr/>
              <p:nvPr/>
            </p:nvSpPr>
            <p:spPr>
              <a:xfrm>
                <a:off x="3294081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9" name="rc340">
                <a:extLst>
                  <a:ext uri="{FF2B5EF4-FFF2-40B4-BE49-F238E27FC236}">
                    <a16:creationId xmlns:a16="http://schemas.microsoft.com/office/drawing/2014/main" id="{3CC92BEB-0810-4BD2-934E-045B22EA441C}"/>
                  </a:ext>
                </a:extLst>
              </p:cNvPr>
              <p:cNvSpPr/>
              <p:nvPr/>
            </p:nvSpPr>
            <p:spPr>
              <a:xfrm>
                <a:off x="3294081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0" name="rc341">
                <a:extLst>
                  <a:ext uri="{FF2B5EF4-FFF2-40B4-BE49-F238E27FC236}">
                    <a16:creationId xmlns:a16="http://schemas.microsoft.com/office/drawing/2014/main" id="{9845A0AF-19F5-468F-8ACC-E84796CC99F8}"/>
                  </a:ext>
                </a:extLst>
              </p:cNvPr>
              <p:cNvSpPr/>
              <p:nvPr/>
            </p:nvSpPr>
            <p:spPr>
              <a:xfrm>
                <a:off x="3294081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1" name="rc342">
                <a:extLst>
                  <a:ext uri="{FF2B5EF4-FFF2-40B4-BE49-F238E27FC236}">
                    <a16:creationId xmlns:a16="http://schemas.microsoft.com/office/drawing/2014/main" id="{6EBB40A2-D72D-4372-896C-DECBE8911CC9}"/>
                  </a:ext>
                </a:extLst>
              </p:cNvPr>
              <p:cNvSpPr/>
              <p:nvPr/>
            </p:nvSpPr>
            <p:spPr>
              <a:xfrm>
                <a:off x="3294081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2" name="rc343">
                <a:extLst>
                  <a:ext uri="{FF2B5EF4-FFF2-40B4-BE49-F238E27FC236}">
                    <a16:creationId xmlns:a16="http://schemas.microsoft.com/office/drawing/2014/main" id="{EEB677F3-BA6F-4598-9875-0E7DD57650EA}"/>
                  </a:ext>
                </a:extLst>
              </p:cNvPr>
              <p:cNvSpPr/>
              <p:nvPr/>
            </p:nvSpPr>
            <p:spPr>
              <a:xfrm>
                <a:off x="3294081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3" name="rc344">
                <a:extLst>
                  <a:ext uri="{FF2B5EF4-FFF2-40B4-BE49-F238E27FC236}">
                    <a16:creationId xmlns:a16="http://schemas.microsoft.com/office/drawing/2014/main" id="{8E2AD373-DC7A-4B65-B870-6309D00CFEAB}"/>
                  </a:ext>
                </a:extLst>
              </p:cNvPr>
              <p:cNvSpPr/>
              <p:nvPr/>
            </p:nvSpPr>
            <p:spPr>
              <a:xfrm>
                <a:off x="3294081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4" name="rc345">
                <a:extLst>
                  <a:ext uri="{FF2B5EF4-FFF2-40B4-BE49-F238E27FC236}">
                    <a16:creationId xmlns:a16="http://schemas.microsoft.com/office/drawing/2014/main" id="{3A348857-A2FE-4AAE-82F9-292132C4DC26}"/>
                  </a:ext>
                </a:extLst>
              </p:cNvPr>
              <p:cNvSpPr/>
              <p:nvPr/>
            </p:nvSpPr>
            <p:spPr>
              <a:xfrm>
                <a:off x="3294081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5" name="rc346">
                <a:extLst>
                  <a:ext uri="{FF2B5EF4-FFF2-40B4-BE49-F238E27FC236}">
                    <a16:creationId xmlns:a16="http://schemas.microsoft.com/office/drawing/2014/main" id="{75926297-A320-4798-AA13-2617D93C9717}"/>
                  </a:ext>
                </a:extLst>
              </p:cNvPr>
              <p:cNvSpPr/>
              <p:nvPr/>
            </p:nvSpPr>
            <p:spPr>
              <a:xfrm>
                <a:off x="3294081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6" name="rc347">
                <a:extLst>
                  <a:ext uri="{FF2B5EF4-FFF2-40B4-BE49-F238E27FC236}">
                    <a16:creationId xmlns:a16="http://schemas.microsoft.com/office/drawing/2014/main" id="{6FE97775-E3C7-4A80-B199-762311FC5E20}"/>
                  </a:ext>
                </a:extLst>
              </p:cNvPr>
              <p:cNvSpPr/>
              <p:nvPr/>
            </p:nvSpPr>
            <p:spPr>
              <a:xfrm>
                <a:off x="3294081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7" name="rc348">
                <a:extLst>
                  <a:ext uri="{FF2B5EF4-FFF2-40B4-BE49-F238E27FC236}">
                    <a16:creationId xmlns:a16="http://schemas.microsoft.com/office/drawing/2014/main" id="{6ED10560-40F7-4E9C-88D7-F1C7D2610444}"/>
                  </a:ext>
                </a:extLst>
              </p:cNvPr>
              <p:cNvSpPr/>
              <p:nvPr/>
            </p:nvSpPr>
            <p:spPr>
              <a:xfrm>
                <a:off x="3294081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8" name="rc349">
                <a:extLst>
                  <a:ext uri="{FF2B5EF4-FFF2-40B4-BE49-F238E27FC236}">
                    <a16:creationId xmlns:a16="http://schemas.microsoft.com/office/drawing/2014/main" id="{9223BDCF-54B8-407C-8750-D8908D5C5D39}"/>
                  </a:ext>
                </a:extLst>
              </p:cNvPr>
              <p:cNvSpPr/>
              <p:nvPr/>
            </p:nvSpPr>
            <p:spPr>
              <a:xfrm>
                <a:off x="3294081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9" name="rc350">
                <a:extLst>
                  <a:ext uri="{FF2B5EF4-FFF2-40B4-BE49-F238E27FC236}">
                    <a16:creationId xmlns:a16="http://schemas.microsoft.com/office/drawing/2014/main" id="{50071FEC-0F72-48F4-9AF2-A6682221BF33}"/>
                  </a:ext>
                </a:extLst>
              </p:cNvPr>
              <p:cNvSpPr/>
              <p:nvPr/>
            </p:nvSpPr>
            <p:spPr>
              <a:xfrm>
                <a:off x="3294081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0" name="rc351">
                <a:extLst>
                  <a:ext uri="{FF2B5EF4-FFF2-40B4-BE49-F238E27FC236}">
                    <a16:creationId xmlns:a16="http://schemas.microsoft.com/office/drawing/2014/main" id="{AA4951DE-718E-4DF4-B7E2-FBB1F375A3A1}"/>
                  </a:ext>
                </a:extLst>
              </p:cNvPr>
              <p:cNvSpPr/>
              <p:nvPr/>
            </p:nvSpPr>
            <p:spPr>
              <a:xfrm>
                <a:off x="3294081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1" name="rc352">
                <a:extLst>
                  <a:ext uri="{FF2B5EF4-FFF2-40B4-BE49-F238E27FC236}">
                    <a16:creationId xmlns:a16="http://schemas.microsoft.com/office/drawing/2014/main" id="{5F48360F-7500-4F69-8C9A-C64C2AE28BAD}"/>
                  </a:ext>
                </a:extLst>
              </p:cNvPr>
              <p:cNvSpPr/>
              <p:nvPr/>
            </p:nvSpPr>
            <p:spPr>
              <a:xfrm>
                <a:off x="3294081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2" name="rc353">
                <a:extLst>
                  <a:ext uri="{FF2B5EF4-FFF2-40B4-BE49-F238E27FC236}">
                    <a16:creationId xmlns:a16="http://schemas.microsoft.com/office/drawing/2014/main" id="{FD22C222-B1FE-47A8-B623-30AECC0CA77B}"/>
                  </a:ext>
                </a:extLst>
              </p:cNvPr>
              <p:cNvSpPr/>
              <p:nvPr/>
            </p:nvSpPr>
            <p:spPr>
              <a:xfrm>
                <a:off x="3294081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3" name="rc354">
                <a:extLst>
                  <a:ext uri="{FF2B5EF4-FFF2-40B4-BE49-F238E27FC236}">
                    <a16:creationId xmlns:a16="http://schemas.microsoft.com/office/drawing/2014/main" id="{38E336F1-1881-46FE-9FE5-B8437CF77D44}"/>
                  </a:ext>
                </a:extLst>
              </p:cNvPr>
              <p:cNvSpPr/>
              <p:nvPr/>
            </p:nvSpPr>
            <p:spPr>
              <a:xfrm>
                <a:off x="3294081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4" name="rc355">
                <a:extLst>
                  <a:ext uri="{FF2B5EF4-FFF2-40B4-BE49-F238E27FC236}">
                    <a16:creationId xmlns:a16="http://schemas.microsoft.com/office/drawing/2014/main" id="{68C68FFD-B1EA-4EE2-AD7A-B965D68DE2C6}"/>
                  </a:ext>
                </a:extLst>
              </p:cNvPr>
              <p:cNvSpPr/>
              <p:nvPr/>
            </p:nvSpPr>
            <p:spPr>
              <a:xfrm>
                <a:off x="3294081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5" name="rc356">
                <a:extLst>
                  <a:ext uri="{FF2B5EF4-FFF2-40B4-BE49-F238E27FC236}">
                    <a16:creationId xmlns:a16="http://schemas.microsoft.com/office/drawing/2014/main" id="{269A8BF7-4357-478A-93B9-2B1F3CE45364}"/>
                  </a:ext>
                </a:extLst>
              </p:cNvPr>
              <p:cNvSpPr/>
              <p:nvPr/>
            </p:nvSpPr>
            <p:spPr>
              <a:xfrm>
                <a:off x="3294081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6" name="rc357">
                <a:extLst>
                  <a:ext uri="{FF2B5EF4-FFF2-40B4-BE49-F238E27FC236}">
                    <a16:creationId xmlns:a16="http://schemas.microsoft.com/office/drawing/2014/main" id="{FB273419-7070-4461-B456-E135A6D491CD}"/>
                  </a:ext>
                </a:extLst>
              </p:cNvPr>
              <p:cNvSpPr/>
              <p:nvPr/>
            </p:nvSpPr>
            <p:spPr>
              <a:xfrm>
                <a:off x="3294081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7" name="rc358">
                <a:extLst>
                  <a:ext uri="{FF2B5EF4-FFF2-40B4-BE49-F238E27FC236}">
                    <a16:creationId xmlns:a16="http://schemas.microsoft.com/office/drawing/2014/main" id="{AA5280AC-AF51-4D59-8976-BF275DCDF8B6}"/>
                  </a:ext>
                </a:extLst>
              </p:cNvPr>
              <p:cNvSpPr/>
              <p:nvPr/>
            </p:nvSpPr>
            <p:spPr>
              <a:xfrm>
                <a:off x="3409966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8" name="rc359">
                <a:extLst>
                  <a:ext uri="{FF2B5EF4-FFF2-40B4-BE49-F238E27FC236}">
                    <a16:creationId xmlns:a16="http://schemas.microsoft.com/office/drawing/2014/main" id="{A8E1000F-4194-467A-B393-74C607B3E063}"/>
                  </a:ext>
                </a:extLst>
              </p:cNvPr>
              <p:cNvSpPr/>
              <p:nvPr/>
            </p:nvSpPr>
            <p:spPr>
              <a:xfrm>
                <a:off x="3409966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9" name="rc360">
                <a:extLst>
                  <a:ext uri="{FF2B5EF4-FFF2-40B4-BE49-F238E27FC236}">
                    <a16:creationId xmlns:a16="http://schemas.microsoft.com/office/drawing/2014/main" id="{AB33DCC1-846B-424D-9749-4C406CE4F94D}"/>
                  </a:ext>
                </a:extLst>
              </p:cNvPr>
              <p:cNvSpPr/>
              <p:nvPr/>
            </p:nvSpPr>
            <p:spPr>
              <a:xfrm>
                <a:off x="3409966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0" name="rc361">
                <a:extLst>
                  <a:ext uri="{FF2B5EF4-FFF2-40B4-BE49-F238E27FC236}">
                    <a16:creationId xmlns:a16="http://schemas.microsoft.com/office/drawing/2014/main" id="{6A44EC51-0D01-4FF9-B99F-C5C20A07B602}"/>
                  </a:ext>
                </a:extLst>
              </p:cNvPr>
              <p:cNvSpPr/>
              <p:nvPr/>
            </p:nvSpPr>
            <p:spPr>
              <a:xfrm>
                <a:off x="3409966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1" name="rc362">
                <a:extLst>
                  <a:ext uri="{FF2B5EF4-FFF2-40B4-BE49-F238E27FC236}">
                    <a16:creationId xmlns:a16="http://schemas.microsoft.com/office/drawing/2014/main" id="{FC3795DF-DF3C-4B9A-9ECE-7C706B9E4F3D}"/>
                  </a:ext>
                </a:extLst>
              </p:cNvPr>
              <p:cNvSpPr/>
              <p:nvPr/>
            </p:nvSpPr>
            <p:spPr>
              <a:xfrm>
                <a:off x="3409966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2" name="rc363">
                <a:extLst>
                  <a:ext uri="{FF2B5EF4-FFF2-40B4-BE49-F238E27FC236}">
                    <a16:creationId xmlns:a16="http://schemas.microsoft.com/office/drawing/2014/main" id="{6837FAD1-1C0E-4ACA-9201-7DC2B9CDE052}"/>
                  </a:ext>
                </a:extLst>
              </p:cNvPr>
              <p:cNvSpPr/>
              <p:nvPr/>
            </p:nvSpPr>
            <p:spPr>
              <a:xfrm>
                <a:off x="3409966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3" name="rc364">
                <a:extLst>
                  <a:ext uri="{FF2B5EF4-FFF2-40B4-BE49-F238E27FC236}">
                    <a16:creationId xmlns:a16="http://schemas.microsoft.com/office/drawing/2014/main" id="{F215C3A6-3675-4022-9E10-3C27E39BD9D5}"/>
                  </a:ext>
                </a:extLst>
              </p:cNvPr>
              <p:cNvSpPr/>
              <p:nvPr/>
            </p:nvSpPr>
            <p:spPr>
              <a:xfrm>
                <a:off x="3409966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4" name="rc365">
                <a:extLst>
                  <a:ext uri="{FF2B5EF4-FFF2-40B4-BE49-F238E27FC236}">
                    <a16:creationId xmlns:a16="http://schemas.microsoft.com/office/drawing/2014/main" id="{A72A5A46-137A-490A-80B1-A532C4B5CEAE}"/>
                  </a:ext>
                </a:extLst>
              </p:cNvPr>
              <p:cNvSpPr/>
              <p:nvPr/>
            </p:nvSpPr>
            <p:spPr>
              <a:xfrm>
                <a:off x="3409966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5" name="rc366">
                <a:extLst>
                  <a:ext uri="{FF2B5EF4-FFF2-40B4-BE49-F238E27FC236}">
                    <a16:creationId xmlns:a16="http://schemas.microsoft.com/office/drawing/2014/main" id="{F37E5EBD-C4CA-48CF-BA75-7862C76850EB}"/>
                  </a:ext>
                </a:extLst>
              </p:cNvPr>
              <p:cNvSpPr/>
              <p:nvPr/>
            </p:nvSpPr>
            <p:spPr>
              <a:xfrm>
                <a:off x="3409966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6" name="rc367">
                <a:extLst>
                  <a:ext uri="{FF2B5EF4-FFF2-40B4-BE49-F238E27FC236}">
                    <a16:creationId xmlns:a16="http://schemas.microsoft.com/office/drawing/2014/main" id="{9266E873-B30A-49A3-A356-B680D058FC18}"/>
                  </a:ext>
                </a:extLst>
              </p:cNvPr>
              <p:cNvSpPr/>
              <p:nvPr/>
            </p:nvSpPr>
            <p:spPr>
              <a:xfrm>
                <a:off x="3409966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7" name="rc368">
                <a:extLst>
                  <a:ext uri="{FF2B5EF4-FFF2-40B4-BE49-F238E27FC236}">
                    <a16:creationId xmlns:a16="http://schemas.microsoft.com/office/drawing/2014/main" id="{1DE338E2-41F8-4FAC-916B-F4DBA2C37BAD}"/>
                  </a:ext>
                </a:extLst>
              </p:cNvPr>
              <p:cNvSpPr/>
              <p:nvPr/>
            </p:nvSpPr>
            <p:spPr>
              <a:xfrm>
                <a:off x="3409966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8" name="rc369">
                <a:extLst>
                  <a:ext uri="{FF2B5EF4-FFF2-40B4-BE49-F238E27FC236}">
                    <a16:creationId xmlns:a16="http://schemas.microsoft.com/office/drawing/2014/main" id="{4F313777-C0B5-4EB4-98A6-A9F5F26BF22A}"/>
                  </a:ext>
                </a:extLst>
              </p:cNvPr>
              <p:cNvSpPr/>
              <p:nvPr/>
            </p:nvSpPr>
            <p:spPr>
              <a:xfrm>
                <a:off x="3409966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9" name="rc370">
                <a:extLst>
                  <a:ext uri="{FF2B5EF4-FFF2-40B4-BE49-F238E27FC236}">
                    <a16:creationId xmlns:a16="http://schemas.microsoft.com/office/drawing/2014/main" id="{920615F8-CC04-4F0B-AD7D-0F3BC79563DC}"/>
                  </a:ext>
                </a:extLst>
              </p:cNvPr>
              <p:cNvSpPr/>
              <p:nvPr/>
            </p:nvSpPr>
            <p:spPr>
              <a:xfrm>
                <a:off x="3409966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0" name="rc371">
                <a:extLst>
                  <a:ext uri="{FF2B5EF4-FFF2-40B4-BE49-F238E27FC236}">
                    <a16:creationId xmlns:a16="http://schemas.microsoft.com/office/drawing/2014/main" id="{C0168FA4-E97C-4849-B571-02E50C559DFF}"/>
                  </a:ext>
                </a:extLst>
              </p:cNvPr>
              <p:cNvSpPr/>
              <p:nvPr/>
            </p:nvSpPr>
            <p:spPr>
              <a:xfrm>
                <a:off x="3409966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1" name="rc372">
                <a:extLst>
                  <a:ext uri="{FF2B5EF4-FFF2-40B4-BE49-F238E27FC236}">
                    <a16:creationId xmlns:a16="http://schemas.microsoft.com/office/drawing/2014/main" id="{92D08DC6-8AF3-4A4E-938D-E7053F763DAC}"/>
                  </a:ext>
                </a:extLst>
              </p:cNvPr>
              <p:cNvSpPr/>
              <p:nvPr/>
            </p:nvSpPr>
            <p:spPr>
              <a:xfrm>
                <a:off x="3409966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2" name="rc373">
                <a:extLst>
                  <a:ext uri="{FF2B5EF4-FFF2-40B4-BE49-F238E27FC236}">
                    <a16:creationId xmlns:a16="http://schemas.microsoft.com/office/drawing/2014/main" id="{9FF069AF-0019-4CDE-98B9-44DEB98E6996}"/>
                  </a:ext>
                </a:extLst>
              </p:cNvPr>
              <p:cNvSpPr/>
              <p:nvPr/>
            </p:nvSpPr>
            <p:spPr>
              <a:xfrm>
                <a:off x="3409966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3" name="rc374">
                <a:extLst>
                  <a:ext uri="{FF2B5EF4-FFF2-40B4-BE49-F238E27FC236}">
                    <a16:creationId xmlns:a16="http://schemas.microsoft.com/office/drawing/2014/main" id="{0E9A102F-E559-4B9C-8BED-89E7B8363B11}"/>
                  </a:ext>
                </a:extLst>
              </p:cNvPr>
              <p:cNvSpPr/>
              <p:nvPr/>
            </p:nvSpPr>
            <p:spPr>
              <a:xfrm>
                <a:off x="3409966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4" name="rc375">
                <a:extLst>
                  <a:ext uri="{FF2B5EF4-FFF2-40B4-BE49-F238E27FC236}">
                    <a16:creationId xmlns:a16="http://schemas.microsoft.com/office/drawing/2014/main" id="{A639653A-45BF-4D4C-B8F4-8D8540414F7B}"/>
                  </a:ext>
                </a:extLst>
              </p:cNvPr>
              <p:cNvSpPr/>
              <p:nvPr/>
            </p:nvSpPr>
            <p:spPr>
              <a:xfrm>
                <a:off x="3409966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5" name="rc376">
                <a:extLst>
                  <a:ext uri="{FF2B5EF4-FFF2-40B4-BE49-F238E27FC236}">
                    <a16:creationId xmlns:a16="http://schemas.microsoft.com/office/drawing/2014/main" id="{9EDC97FE-D240-4187-8DAB-EDC6D34384CE}"/>
                  </a:ext>
                </a:extLst>
              </p:cNvPr>
              <p:cNvSpPr/>
              <p:nvPr/>
            </p:nvSpPr>
            <p:spPr>
              <a:xfrm>
                <a:off x="3409966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6" name="rc377">
                <a:extLst>
                  <a:ext uri="{FF2B5EF4-FFF2-40B4-BE49-F238E27FC236}">
                    <a16:creationId xmlns:a16="http://schemas.microsoft.com/office/drawing/2014/main" id="{981D76D8-5B7E-45AF-85F0-C75C1BFFC8E5}"/>
                  </a:ext>
                </a:extLst>
              </p:cNvPr>
              <p:cNvSpPr/>
              <p:nvPr/>
            </p:nvSpPr>
            <p:spPr>
              <a:xfrm>
                <a:off x="3409966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7" name="rc378">
                <a:extLst>
                  <a:ext uri="{FF2B5EF4-FFF2-40B4-BE49-F238E27FC236}">
                    <a16:creationId xmlns:a16="http://schemas.microsoft.com/office/drawing/2014/main" id="{E19650F0-4AC8-4E6C-97BB-EE73B69F8238}"/>
                  </a:ext>
                </a:extLst>
              </p:cNvPr>
              <p:cNvSpPr/>
              <p:nvPr/>
            </p:nvSpPr>
            <p:spPr>
              <a:xfrm>
                <a:off x="3409966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8" name="rc379">
                <a:extLst>
                  <a:ext uri="{FF2B5EF4-FFF2-40B4-BE49-F238E27FC236}">
                    <a16:creationId xmlns:a16="http://schemas.microsoft.com/office/drawing/2014/main" id="{34BB3CAD-68A5-47E9-90A4-38C86327C1F8}"/>
                  </a:ext>
                </a:extLst>
              </p:cNvPr>
              <p:cNvSpPr/>
              <p:nvPr/>
            </p:nvSpPr>
            <p:spPr>
              <a:xfrm>
                <a:off x="3409966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9" name="rc380">
                <a:extLst>
                  <a:ext uri="{FF2B5EF4-FFF2-40B4-BE49-F238E27FC236}">
                    <a16:creationId xmlns:a16="http://schemas.microsoft.com/office/drawing/2014/main" id="{026977F3-9554-4BDC-BADF-1B15C7178910}"/>
                  </a:ext>
                </a:extLst>
              </p:cNvPr>
              <p:cNvSpPr/>
              <p:nvPr/>
            </p:nvSpPr>
            <p:spPr>
              <a:xfrm>
                <a:off x="3409966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0" name="rc381">
                <a:extLst>
                  <a:ext uri="{FF2B5EF4-FFF2-40B4-BE49-F238E27FC236}">
                    <a16:creationId xmlns:a16="http://schemas.microsoft.com/office/drawing/2014/main" id="{2E094010-6694-445E-9509-9BD2EA2ADE58}"/>
                  </a:ext>
                </a:extLst>
              </p:cNvPr>
              <p:cNvSpPr/>
              <p:nvPr/>
            </p:nvSpPr>
            <p:spPr>
              <a:xfrm>
                <a:off x="3409966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1" name="rc382">
                <a:extLst>
                  <a:ext uri="{FF2B5EF4-FFF2-40B4-BE49-F238E27FC236}">
                    <a16:creationId xmlns:a16="http://schemas.microsoft.com/office/drawing/2014/main" id="{D021145F-50B9-457E-8874-627F4975BF30}"/>
                  </a:ext>
                </a:extLst>
              </p:cNvPr>
              <p:cNvSpPr/>
              <p:nvPr/>
            </p:nvSpPr>
            <p:spPr>
              <a:xfrm>
                <a:off x="3409966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2" name="rc383">
                <a:extLst>
                  <a:ext uri="{FF2B5EF4-FFF2-40B4-BE49-F238E27FC236}">
                    <a16:creationId xmlns:a16="http://schemas.microsoft.com/office/drawing/2014/main" id="{AE191183-EAB0-44DE-BF7A-97631F871108}"/>
                  </a:ext>
                </a:extLst>
              </p:cNvPr>
              <p:cNvSpPr/>
              <p:nvPr/>
            </p:nvSpPr>
            <p:spPr>
              <a:xfrm>
                <a:off x="3409966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3" name="rc384">
                <a:extLst>
                  <a:ext uri="{FF2B5EF4-FFF2-40B4-BE49-F238E27FC236}">
                    <a16:creationId xmlns:a16="http://schemas.microsoft.com/office/drawing/2014/main" id="{6CE46C43-CC6B-4E0C-8188-E89497B36041}"/>
                  </a:ext>
                </a:extLst>
              </p:cNvPr>
              <p:cNvSpPr/>
              <p:nvPr/>
            </p:nvSpPr>
            <p:spPr>
              <a:xfrm>
                <a:off x="3409966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4" name="rc385">
                <a:extLst>
                  <a:ext uri="{FF2B5EF4-FFF2-40B4-BE49-F238E27FC236}">
                    <a16:creationId xmlns:a16="http://schemas.microsoft.com/office/drawing/2014/main" id="{7BF49626-ADB9-4323-B0A6-58A9CB6A2B90}"/>
                  </a:ext>
                </a:extLst>
              </p:cNvPr>
              <p:cNvSpPr/>
              <p:nvPr/>
            </p:nvSpPr>
            <p:spPr>
              <a:xfrm>
                <a:off x="3409966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5" name="rc386">
                <a:extLst>
                  <a:ext uri="{FF2B5EF4-FFF2-40B4-BE49-F238E27FC236}">
                    <a16:creationId xmlns:a16="http://schemas.microsoft.com/office/drawing/2014/main" id="{D0FD356A-2226-46E5-A2AD-B122ED47C424}"/>
                  </a:ext>
                </a:extLst>
              </p:cNvPr>
              <p:cNvSpPr/>
              <p:nvPr/>
            </p:nvSpPr>
            <p:spPr>
              <a:xfrm>
                <a:off x="3409966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6" name="rc387">
                <a:extLst>
                  <a:ext uri="{FF2B5EF4-FFF2-40B4-BE49-F238E27FC236}">
                    <a16:creationId xmlns:a16="http://schemas.microsoft.com/office/drawing/2014/main" id="{916C1B0F-5C5E-40D6-BE69-F7D995E96755}"/>
                  </a:ext>
                </a:extLst>
              </p:cNvPr>
              <p:cNvSpPr/>
              <p:nvPr/>
            </p:nvSpPr>
            <p:spPr>
              <a:xfrm>
                <a:off x="3525850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7" name="rc388">
                <a:extLst>
                  <a:ext uri="{FF2B5EF4-FFF2-40B4-BE49-F238E27FC236}">
                    <a16:creationId xmlns:a16="http://schemas.microsoft.com/office/drawing/2014/main" id="{FFFBFE4F-A557-410B-83AB-3D9084407BAF}"/>
                  </a:ext>
                </a:extLst>
              </p:cNvPr>
              <p:cNvSpPr/>
              <p:nvPr/>
            </p:nvSpPr>
            <p:spPr>
              <a:xfrm>
                <a:off x="3525850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8" name="rc389">
                <a:extLst>
                  <a:ext uri="{FF2B5EF4-FFF2-40B4-BE49-F238E27FC236}">
                    <a16:creationId xmlns:a16="http://schemas.microsoft.com/office/drawing/2014/main" id="{F2C42965-D2D0-4524-A38A-1D110D3A6F64}"/>
                  </a:ext>
                </a:extLst>
              </p:cNvPr>
              <p:cNvSpPr/>
              <p:nvPr/>
            </p:nvSpPr>
            <p:spPr>
              <a:xfrm>
                <a:off x="3525850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9" name="rc390">
                <a:extLst>
                  <a:ext uri="{FF2B5EF4-FFF2-40B4-BE49-F238E27FC236}">
                    <a16:creationId xmlns:a16="http://schemas.microsoft.com/office/drawing/2014/main" id="{66D98D65-1155-4C0F-9A85-EE7AAC300CA0}"/>
                  </a:ext>
                </a:extLst>
              </p:cNvPr>
              <p:cNvSpPr/>
              <p:nvPr/>
            </p:nvSpPr>
            <p:spPr>
              <a:xfrm>
                <a:off x="3525850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0" name="rc391">
                <a:extLst>
                  <a:ext uri="{FF2B5EF4-FFF2-40B4-BE49-F238E27FC236}">
                    <a16:creationId xmlns:a16="http://schemas.microsoft.com/office/drawing/2014/main" id="{1844BBB1-B693-436F-9ED5-11D375C63008}"/>
                  </a:ext>
                </a:extLst>
              </p:cNvPr>
              <p:cNvSpPr/>
              <p:nvPr/>
            </p:nvSpPr>
            <p:spPr>
              <a:xfrm>
                <a:off x="3525850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1" name="rc392">
                <a:extLst>
                  <a:ext uri="{FF2B5EF4-FFF2-40B4-BE49-F238E27FC236}">
                    <a16:creationId xmlns:a16="http://schemas.microsoft.com/office/drawing/2014/main" id="{79F8D7F0-3609-4E52-9C23-E2D976A22F83}"/>
                  </a:ext>
                </a:extLst>
              </p:cNvPr>
              <p:cNvSpPr/>
              <p:nvPr/>
            </p:nvSpPr>
            <p:spPr>
              <a:xfrm>
                <a:off x="3525850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2" name="rc393">
                <a:extLst>
                  <a:ext uri="{FF2B5EF4-FFF2-40B4-BE49-F238E27FC236}">
                    <a16:creationId xmlns:a16="http://schemas.microsoft.com/office/drawing/2014/main" id="{6FF5EA2A-6003-41AA-AF79-67526AFEA244}"/>
                  </a:ext>
                </a:extLst>
              </p:cNvPr>
              <p:cNvSpPr/>
              <p:nvPr/>
            </p:nvSpPr>
            <p:spPr>
              <a:xfrm>
                <a:off x="3525850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3" name="rc394">
                <a:extLst>
                  <a:ext uri="{FF2B5EF4-FFF2-40B4-BE49-F238E27FC236}">
                    <a16:creationId xmlns:a16="http://schemas.microsoft.com/office/drawing/2014/main" id="{D877606D-7E3B-4F00-A369-014F6AD096BA}"/>
                  </a:ext>
                </a:extLst>
              </p:cNvPr>
              <p:cNvSpPr/>
              <p:nvPr/>
            </p:nvSpPr>
            <p:spPr>
              <a:xfrm>
                <a:off x="3525850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4" name="rc395">
                <a:extLst>
                  <a:ext uri="{FF2B5EF4-FFF2-40B4-BE49-F238E27FC236}">
                    <a16:creationId xmlns:a16="http://schemas.microsoft.com/office/drawing/2014/main" id="{9DD7DC73-258B-4D60-B49A-E8B4DB86D4FC}"/>
                  </a:ext>
                </a:extLst>
              </p:cNvPr>
              <p:cNvSpPr/>
              <p:nvPr/>
            </p:nvSpPr>
            <p:spPr>
              <a:xfrm>
                <a:off x="3525850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5" name="rc396">
                <a:extLst>
                  <a:ext uri="{FF2B5EF4-FFF2-40B4-BE49-F238E27FC236}">
                    <a16:creationId xmlns:a16="http://schemas.microsoft.com/office/drawing/2014/main" id="{85B3C977-C008-4A97-8757-0CE6C436F1FB}"/>
                  </a:ext>
                </a:extLst>
              </p:cNvPr>
              <p:cNvSpPr/>
              <p:nvPr/>
            </p:nvSpPr>
            <p:spPr>
              <a:xfrm>
                <a:off x="3525850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6" name="rc397">
                <a:extLst>
                  <a:ext uri="{FF2B5EF4-FFF2-40B4-BE49-F238E27FC236}">
                    <a16:creationId xmlns:a16="http://schemas.microsoft.com/office/drawing/2014/main" id="{AA4E043C-A287-4816-9641-3956EEF1C133}"/>
                  </a:ext>
                </a:extLst>
              </p:cNvPr>
              <p:cNvSpPr/>
              <p:nvPr/>
            </p:nvSpPr>
            <p:spPr>
              <a:xfrm>
                <a:off x="3525850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7" name="rc398">
                <a:extLst>
                  <a:ext uri="{FF2B5EF4-FFF2-40B4-BE49-F238E27FC236}">
                    <a16:creationId xmlns:a16="http://schemas.microsoft.com/office/drawing/2014/main" id="{3C2EFCF5-FF22-4304-8156-97679FDFF539}"/>
                  </a:ext>
                </a:extLst>
              </p:cNvPr>
              <p:cNvSpPr/>
              <p:nvPr/>
            </p:nvSpPr>
            <p:spPr>
              <a:xfrm>
                <a:off x="3525850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8" name="rc399">
                <a:extLst>
                  <a:ext uri="{FF2B5EF4-FFF2-40B4-BE49-F238E27FC236}">
                    <a16:creationId xmlns:a16="http://schemas.microsoft.com/office/drawing/2014/main" id="{AC0D9297-B68A-4B41-B3E6-C3CDB8EA05D4}"/>
                  </a:ext>
                </a:extLst>
              </p:cNvPr>
              <p:cNvSpPr/>
              <p:nvPr/>
            </p:nvSpPr>
            <p:spPr>
              <a:xfrm>
                <a:off x="3525850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9" name="rc400">
                <a:extLst>
                  <a:ext uri="{FF2B5EF4-FFF2-40B4-BE49-F238E27FC236}">
                    <a16:creationId xmlns:a16="http://schemas.microsoft.com/office/drawing/2014/main" id="{DFE9E8AC-8385-4FF7-89D3-C5B2A4390926}"/>
                  </a:ext>
                </a:extLst>
              </p:cNvPr>
              <p:cNvSpPr/>
              <p:nvPr/>
            </p:nvSpPr>
            <p:spPr>
              <a:xfrm>
                <a:off x="3525850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0" name="rc401">
                <a:extLst>
                  <a:ext uri="{FF2B5EF4-FFF2-40B4-BE49-F238E27FC236}">
                    <a16:creationId xmlns:a16="http://schemas.microsoft.com/office/drawing/2014/main" id="{9C32E532-CAEF-4727-A837-C1A1FFCCCB7F}"/>
                  </a:ext>
                </a:extLst>
              </p:cNvPr>
              <p:cNvSpPr/>
              <p:nvPr/>
            </p:nvSpPr>
            <p:spPr>
              <a:xfrm>
                <a:off x="3525850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" name="rc402">
                <a:extLst>
                  <a:ext uri="{FF2B5EF4-FFF2-40B4-BE49-F238E27FC236}">
                    <a16:creationId xmlns:a16="http://schemas.microsoft.com/office/drawing/2014/main" id="{1811EBF8-42A1-493E-8859-A5312453B6AB}"/>
                  </a:ext>
                </a:extLst>
              </p:cNvPr>
              <p:cNvSpPr/>
              <p:nvPr/>
            </p:nvSpPr>
            <p:spPr>
              <a:xfrm>
                <a:off x="3525850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2" name="rc403">
                <a:extLst>
                  <a:ext uri="{FF2B5EF4-FFF2-40B4-BE49-F238E27FC236}">
                    <a16:creationId xmlns:a16="http://schemas.microsoft.com/office/drawing/2014/main" id="{A4F94776-C1C3-49EB-9767-0AD899A237F1}"/>
                  </a:ext>
                </a:extLst>
              </p:cNvPr>
              <p:cNvSpPr/>
              <p:nvPr/>
            </p:nvSpPr>
            <p:spPr>
              <a:xfrm>
                <a:off x="3525850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" name="rc404">
                <a:extLst>
                  <a:ext uri="{FF2B5EF4-FFF2-40B4-BE49-F238E27FC236}">
                    <a16:creationId xmlns:a16="http://schemas.microsoft.com/office/drawing/2014/main" id="{B7556173-D0EE-410A-B7F5-3A607668DBDB}"/>
                  </a:ext>
                </a:extLst>
              </p:cNvPr>
              <p:cNvSpPr/>
              <p:nvPr/>
            </p:nvSpPr>
            <p:spPr>
              <a:xfrm>
                <a:off x="3525850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4" name="rc405">
                <a:extLst>
                  <a:ext uri="{FF2B5EF4-FFF2-40B4-BE49-F238E27FC236}">
                    <a16:creationId xmlns:a16="http://schemas.microsoft.com/office/drawing/2014/main" id="{B4309782-9A25-48D6-975E-D0DC71224E31}"/>
                  </a:ext>
                </a:extLst>
              </p:cNvPr>
              <p:cNvSpPr/>
              <p:nvPr/>
            </p:nvSpPr>
            <p:spPr>
              <a:xfrm>
                <a:off x="3525850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5" name="rc406">
                <a:extLst>
                  <a:ext uri="{FF2B5EF4-FFF2-40B4-BE49-F238E27FC236}">
                    <a16:creationId xmlns:a16="http://schemas.microsoft.com/office/drawing/2014/main" id="{2273B37D-FA53-4EEC-8655-3F4284E8ABD1}"/>
                  </a:ext>
                </a:extLst>
              </p:cNvPr>
              <p:cNvSpPr/>
              <p:nvPr/>
            </p:nvSpPr>
            <p:spPr>
              <a:xfrm>
                <a:off x="3525850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6" name="rc407">
                <a:extLst>
                  <a:ext uri="{FF2B5EF4-FFF2-40B4-BE49-F238E27FC236}">
                    <a16:creationId xmlns:a16="http://schemas.microsoft.com/office/drawing/2014/main" id="{49D42172-9A41-4A77-BC76-E169A6835D6A}"/>
                  </a:ext>
                </a:extLst>
              </p:cNvPr>
              <p:cNvSpPr/>
              <p:nvPr/>
            </p:nvSpPr>
            <p:spPr>
              <a:xfrm>
                <a:off x="3525850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7" name="rc408">
                <a:extLst>
                  <a:ext uri="{FF2B5EF4-FFF2-40B4-BE49-F238E27FC236}">
                    <a16:creationId xmlns:a16="http://schemas.microsoft.com/office/drawing/2014/main" id="{9D658F36-B34D-4FD8-BB7D-A452206066C4}"/>
                  </a:ext>
                </a:extLst>
              </p:cNvPr>
              <p:cNvSpPr/>
              <p:nvPr/>
            </p:nvSpPr>
            <p:spPr>
              <a:xfrm>
                <a:off x="3525850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8" name="rc409">
                <a:extLst>
                  <a:ext uri="{FF2B5EF4-FFF2-40B4-BE49-F238E27FC236}">
                    <a16:creationId xmlns:a16="http://schemas.microsoft.com/office/drawing/2014/main" id="{9CDDB3FE-F288-4AA3-82AD-83BB3B5CDC6D}"/>
                  </a:ext>
                </a:extLst>
              </p:cNvPr>
              <p:cNvSpPr/>
              <p:nvPr/>
            </p:nvSpPr>
            <p:spPr>
              <a:xfrm>
                <a:off x="3525850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9" name="rc410">
                <a:extLst>
                  <a:ext uri="{FF2B5EF4-FFF2-40B4-BE49-F238E27FC236}">
                    <a16:creationId xmlns:a16="http://schemas.microsoft.com/office/drawing/2014/main" id="{C0A38BF0-3263-423C-97E1-0C2E4328B3AC}"/>
                  </a:ext>
                </a:extLst>
              </p:cNvPr>
              <p:cNvSpPr/>
              <p:nvPr/>
            </p:nvSpPr>
            <p:spPr>
              <a:xfrm>
                <a:off x="3525850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0" name="rc411">
                <a:extLst>
                  <a:ext uri="{FF2B5EF4-FFF2-40B4-BE49-F238E27FC236}">
                    <a16:creationId xmlns:a16="http://schemas.microsoft.com/office/drawing/2014/main" id="{811CE618-21C5-47AE-AA6B-BF8C7AAEEB89}"/>
                  </a:ext>
                </a:extLst>
              </p:cNvPr>
              <p:cNvSpPr/>
              <p:nvPr/>
            </p:nvSpPr>
            <p:spPr>
              <a:xfrm>
                <a:off x="3525850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1" name="rc412">
                <a:extLst>
                  <a:ext uri="{FF2B5EF4-FFF2-40B4-BE49-F238E27FC236}">
                    <a16:creationId xmlns:a16="http://schemas.microsoft.com/office/drawing/2014/main" id="{FBD8718F-AE22-40ED-8E99-B2B67EF59A60}"/>
                  </a:ext>
                </a:extLst>
              </p:cNvPr>
              <p:cNvSpPr/>
              <p:nvPr/>
            </p:nvSpPr>
            <p:spPr>
              <a:xfrm>
                <a:off x="3525850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2" name="rc413">
                <a:extLst>
                  <a:ext uri="{FF2B5EF4-FFF2-40B4-BE49-F238E27FC236}">
                    <a16:creationId xmlns:a16="http://schemas.microsoft.com/office/drawing/2014/main" id="{DE5FBE4E-EE6B-4BAF-B146-99FC37D65DA0}"/>
                  </a:ext>
                </a:extLst>
              </p:cNvPr>
              <p:cNvSpPr/>
              <p:nvPr/>
            </p:nvSpPr>
            <p:spPr>
              <a:xfrm>
                <a:off x="3525850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3" name="rc414">
                <a:extLst>
                  <a:ext uri="{FF2B5EF4-FFF2-40B4-BE49-F238E27FC236}">
                    <a16:creationId xmlns:a16="http://schemas.microsoft.com/office/drawing/2014/main" id="{4268C374-D04E-4A40-ACBB-76D88503F977}"/>
                  </a:ext>
                </a:extLst>
              </p:cNvPr>
              <p:cNvSpPr/>
              <p:nvPr/>
            </p:nvSpPr>
            <p:spPr>
              <a:xfrm>
                <a:off x="3525850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4" name="rc415">
                <a:extLst>
                  <a:ext uri="{FF2B5EF4-FFF2-40B4-BE49-F238E27FC236}">
                    <a16:creationId xmlns:a16="http://schemas.microsoft.com/office/drawing/2014/main" id="{463EA1D2-B071-4BE7-A57F-889C1C6CEDB6}"/>
                  </a:ext>
                </a:extLst>
              </p:cNvPr>
              <p:cNvSpPr/>
              <p:nvPr/>
            </p:nvSpPr>
            <p:spPr>
              <a:xfrm>
                <a:off x="3525850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5" name="rc416">
                <a:extLst>
                  <a:ext uri="{FF2B5EF4-FFF2-40B4-BE49-F238E27FC236}">
                    <a16:creationId xmlns:a16="http://schemas.microsoft.com/office/drawing/2014/main" id="{E182D536-C140-4D91-B6E4-092CF43989DD}"/>
                  </a:ext>
                </a:extLst>
              </p:cNvPr>
              <p:cNvSpPr/>
              <p:nvPr/>
            </p:nvSpPr>
            <p:spPr>
              <a:xfrm>
                <a:off x="3525850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6" name="rc417">
                <a:extLst>
                  <a:ext uri="{FF2B5EF4-FFF2-40B4-BE49-F238E27FC236}">
                    <a16:creationId xmlns:a16="http://schemas.microsoft.com/office/drawing/2014/main" id="{FFAE1B5E-AF1E-46D6-822C-8DE49741D849}"/>
                  </a:ext>
                </a:extLst>
              </p:cNvPr>
              <p:cNvSpPr/>
              <p:nvPr/>
            </p:nvSpPr>
            <p:spPr>
              <a:xfrm>
                <a:off x="3525850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7" name="rc418">
                <a:extLst>
                  <a:ext uri="{FF2B5EF4-FFF2-40B4-BE49-F238E27FC236}">
                    <a16:creationId xmlns:a16="http://schemas.microsoft.com/office/drawing/2014/main" id="{530113F6-666A-4E7D-9CFB-98B2C9D9774E}"/>
                  </a:ext>
                </a:extLst>
              </p:cNvPr>
              <p:cNvSpPr/>
              <p:nvPr/>
            </p:nvSpPr>
            <p:spPr>
              <a:xfrm>
                <a:off x="3525850" y="1693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8" name="rc419">
                <a:extLst>
                  <a:ext uri="{FF2B5EF4-FFF2-40B4-BE49-F238E27FC236}">
                    <a16:creationId xmlns:a16="http://schemas.microsoft.com/office/drawing/2014/main" id="{5933628A-B380-4875-A474-DB8582DA1BB8}"/>
                  </a:ext>
                </a:extLst>
              </p:cNvPr>
              <p:cNvSpPr/>
              <p:nvPr/>
            </p:nvSpPr>
            <p:spPr>
              <a:xfrm>
                <a:off x="3525850" y="1554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9" name="rc420">
                <a:extLst>
                  <a:ext uri="{FF2B5EF4-FFF2-40B4-BE49-F238E27FC236}">
                    <a16:creationId xmlns:a16="http://schemas.microsoft.com/office/drawing/2014/main" id="{7AB030B9-E774-4CC1-B199-9E65FBDAC476}"/>
                  </a:ext>
                </a:extLst>
              </p:cNvPr>
              <p:cNvSpPr/>
              <p:nvPr/>
            </p:nvSpPr>
            <p:spPr>
              <a:xfrm>
                <a:off x="3641735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0" name="rc421">
                <a:extLst>
                  <a:ext uri="{FF2B5EF4-FFF2-40B4-BE49-F238E27FC236}">
                    <a16:creationId xmlns:a16="http://schemas.microsoft.com/office/drawing/2014/main" id="{3016D130-D0A1-4DC0-91E6-824489CBE791}"/>
                  </a:ext>
                </a:extLst>
              </p:cNvPr>
              <p:cNvSpPr/>
              <p:nvPr/>
            </p:nvSpPr>
            <p:spPr>
              <a:xfrm>
                <a:off x="3641735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1" name="rc422">
                <a:extLst>
                  <a:ext uri="{FF2B5EF4-FFF2-40B4-BE49-F238E27FC236}">
                    <a16:creationId xmlns:a16="http://schemas.microsoft.com/office/drawing/2014/main" id="{6636B51F-4F57-4F40-8534-4148284B6CD8}"/>
                  </a:ext>
                </a:extLst>
              </p:cNvPr>
              <p:cNvSpPr/>
              <p:nvPr/>
            </p:nvSpPr>
            <p:spPr>
              <a:xfrm>
                <a:off x="3641735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2" name="rc423">
                <a:extLst>
                  <a:ext uri="{FF2B5EF4-FFF2-40B4-BE49-F238E27FC236}">
                    <a16:creationId xmlns:a16="http://schemas.microsoft.com/office/drawing/2014/main" id="{FFB98FF1-452C-44C8-8AA3-FA0920880E5A}"/>
                  </a:ext>
                </a:extLst>
              </p:cNvPr>
              <p:cNvSpPr/>
              <p:nvPr/>
            </p:nvSpPr>
            <p:spPr>
              <a:xfrm>
                <a:off x="3641735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3" name="rc424">
                <a:extLst>
                  <a:ext uri="{FF2B5EF4-FFF2-40B4-BE49-F238E27FC236}">
                    <a16:creationId xmlns:a16="http://schemas.microsoft.com/office/drawing/2014/main" id="{67935B32-C07C-4033-9D4C-A8BABA049EF0}"/>
                  </a:ext>
                </a:extLst>
              </p:cNvPr>
              <p:cNvSpPr/>
              <p:nvPr/>
            </p:nvSpPr>
            <p:spPr>
              <a:xfrm>
                <a:off x="3641735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4" name="rc425">
                <a:extLst>
                  <a:ext uri="{FF2B5EF4-FFF2-40B4-BE49-F238E27FC236}">
                    <a16:creationId xmlns:a16="http://schemas.microsoft.com/office/drawing/2014/main" id="{B44F32AB-2D25-42F7-9F67-74BD9149E47B}"/>
                  </a:ext>
                </a:extLst>
              </p:cNvPr>
              <p:cNvSpPr/>
              <p:nvPr/>
            </p:nvSpPr>
            <p:spPr>
              <a:xfrm>
                <a:off x="3641735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5" name="rc426">
                <a:extLst>
                  <a:ext uri="{FF2B5EF4-FFF2-40B4-BE49-F238E27FC236}">
                    <a16:creationId xmlns:a16="http://schemas.microsoft.com/office/drawing/2014/main" id="{44F1DF79-7AA7-4B5F-B096-C21B5E7B0788}"/>
                  </a:ext>
                </a:extLst>
              </p:cNvPr>
              <p:cNvSpPr/>
              <p:nvPr/>
            </p:nvSpPr>
            <p:spPr>
              <a:xfrm>
                <a:off x="3641735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6" name="rc427">
                <a:extLst>
                  <a:ext uri="{FF2B5EF4-FFF2-40B4-BE49-F238E27FC236}">
                    <a16:creationId xmlns:a16="http://schemas.microsoft.com/office/drawing/2014/main" id="{FE2446E7-F466-4DC7-AD37-C50AC46C95A3}"/>
                  </a:ext>
                </a:extLst>
              </p:cNvPr>
              <p:cNvSpPr/>
              <p:nvPr/>
            </p:nvSpPr>
            <p:spPr>
              <a:xfrm>
                <a:off x="3641735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7" name="rc428">
                <a:extLst>
                  <a:ext uri="{FF2B5EF4-FFF2-40B4-BE49-F238E27FC236}">
                    <a16:creationId xmlns:a16="http://schemas.microsoft.com/office/drawing/2014/main" id="{73AB1F68-7610-4E27-B2A7-EE771CC091F4}"/>
                  </a:ext>
                </a:extLst>
              </p:cNvPr>
              <p:cNvSpPr/>
              <p:nvPr/>
            </p:nvSpPr>
            <p:spPr>
              <a:xfrm>
                <a:off x="3641735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8" name="rc429">
                <a:extLst>
                  <a:ext uri="{FF2B5EF4-FFF2-40B4-BE49-F238E27FC236}">
                    <a16:creationId xmlns:a16="http://schemas.microsoft.com/office/drawing/2014/main" id="{1C2B6D7B-61E9-40D7-9AB8-7F0312813B53}"/>
                  </a:ext>
                </a:extLst>
              </p:cNvPr>
              <p:cNvSpPr/>
              <p:nvPr/>
            </p:nvSpPr>
            <p:spPr>
              <a:xfrm>
                <a:off x="3641735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9" name="rc430">
                <a:extLst>
                  <a:ext uri="{FF2B5EF4-FFF2-40B4-BE49-F238E27FC236}">
                    <a16:creationId xmlns:a16="http://schemas.microsoft.com/office/drawing/2014/main" id="{8720B0C9-C886-4785-B6B3-F13E50EE497B}"/>
                  </a:ext>
                </a:extLst>
              </p:cNvPr>
              <p:cNvSpPr/>
              <p:nvPr/>
            </p:nvSpPr>
            <p:spPr>
              <a:xfrm>
                <a:off x="3641735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0" name="rc431">
                <a:extLst>
                  <a:ext uri="{FF2B5EF4-FFF2-40B4-BE49-F238E27FC236}">
                    <a16:creationId xmlns:a16="http://schemas.microsoft.com/office/drawing/2014/main" id="{8B9A3F66-AEDD-41B2-9441-4999AC8C9C82}"/>
                  </a:ext>
                </a:extLst>
              </p:cNvPr>
              <p:cNvSpPr/>
              <p:nvPr/>
            </p:nvSpPr>
            <p:spPr>
              <a:xfrm>
                <a:off x="3641735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1" name="rc432">
                <a:extLst>
                  <a:ext uri="{FF2B5EF4-FFF2-40B4-BE49-F238E27FC236}">
                    <a16:creationId xmlns:a16="http://schemas.microsoft.com/office/drawing/2014/main" id="{21ACC3B0-14C7-48C1-9CCF-C90633D088B1}"/>
                  </a:ext>
                </a:extLst>
              </p:cNvPr>
              <p:cNvSpPr/>
              <p:nvPr/>
            </p:nvSpPr>
            <p:spPr>
              <a:xfrm>
                <a:off x="3641735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2" name="rc433">
                <a:extLst>
                  <a:ext uri="{FF2B5EF4-FFF2-40B4-BE49-F238E27FC236}">
                    <a16:creationId xmlns:a16="http://schemas.microsoft.com/office/drawing/2014/main" id="{C61D602A-FD99-4985-A0E1-531D01E9C1E0}"/>
                  </a:ext>
                </a:extLst>
              </p:cNvPr>
              <p:cNvSpPr/>
              <p:nvPr/>
            </p:nvSpPr>
            <p:spPr>
              <a:xfrm>
                <a:off x="3641735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3" name="rc434">
                <a:extLst>
                  <a:ext uri="{FF2B5EF4-FFF2-40B4-BE49-F238E27FC236}">
                    <a16:creationId xmlns:a16="http://schemas.microsoft.com/office/drawing/2014/main" id="{E06CA607-6FAC-46C1-BDB6-35897BE76D77}"/>
                  </a:ext>
                </a:extLst>
              </p:cNvPr>
              <p:cNvSpPr/>
              <p:nvPr/>
            </p:nvSpPr>
            <p:spPr>
              <a:xfrm>
                <a:off x="3641735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4" name="rc435">
                <a:extLst>
                  <a:ext uri="{FF2B5EF4-FFF2-40B4-BE49-F238E27FC236}">
                    <a16:creationId xmlns:a16="http://schemas.microsoft.com/office/drawing/2014/main" id="{7E04294A-D88B-447C-9335-5EC68004EB67}"/>
                  </a:ext>
                </a:extLst>
              </p:cNvPr>
              <p:cNvSpPr/>
              <p:nvPr/>
            </p:nvSpPr>
            <p:spPr>
              <a:xfrm>
                <a:off x="3641735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5" name="rc436">
                <a:extLst>
                  <a:ext uri="{FF2B5EF4-FFF2-40B4-BE49-F238E27FC236}">
                    <a16:creationId xmlns:a16="http://schemas.microsoft.com/office/drawing/2014/main" id="{855FB2D0-994D-479E-B386-50E7CEFF8F8D}"/>
                  </a:ext>
                </a:extLst>
              </p:cNvPr>
              <p:cNvSpPr/>
              <p:nvPr/>
            </p:nvSpPr>
            <p:spPr>
              <a:xfrm>
                <a:off x="3641735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6" name="rc437">
                <a:extLst>
                  <a:ext uri="{FF2B5EF4-FFF2-40B4-BE49-F238E27FC236}">
                    <a16:creationId xmlns:a16="http://schemas.microsoft.com/office/drawing/2014/main" id="{9D68B97E-92A7-4B70-A59F-6F9D42954A08}"/>
                  </a:ext>
                </a:extLst>
              </p:cNvPr>
              <p:cNvSpPr/>
              <p:nvPr/>
            </p:nvSpPr>
            <p:spPr>
              <a:xfrm>
                <a:off x="3641735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7" name="rc438">
                <a:extLst>
                  <a:ext uri="{FF2B5EF4-FFF2-40B4-BE49-F238E27FC236}">
                    <a16:creationId xmlns:a16="http://schemas.microsoft.com/office/drawing/2014/main" id="{3049229A-4B3E-427E-AB76-D2CEE855A1E2}"/>
                  </a:ext>
                </a:extLst>
              </p:cNvPr>
              <p:cNvSpPr/>
              <p:nvPr/>
            </p:nvSpPr>
            <p:spPr>
              <a:xfrm>
                <a:off x="3641735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8" name="rc439">
                <a:extLst>
                  <a:ext uri="{FF2B5EF4-FFF2-40B4-BE49-F238E27FC236}">
                    <a16:creationId xmlns:a16="http://schemas.microsoft.com/office/drawing/2014/main" id="{B8CE5E2D-76FD-473E-82A8-96720D261831}"/>
                  </a:ext>
                </a:extLst>
              </p:cNvPr>
              <p:cNvSpPr/>
              <p:nvPr/>
            </p:nvSpPr>
            <p:spPr>
              <a:xfrm>
                <a:off x="3641735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9" name="rc440">
                <a:extLst>
                  <a:ext uri="{FF2B5EF4-FFF2-40B4-BE49-F238E27FC236}">
                    <a16:creationId xmlns:a16="http://schemas.microsoft.com/office/drawing/2014/main" id="{D4B8E71D-A1D9-4770-8F51-3EDCC43EC742}"/>
                  </a:ext>
                </a:extLst>
              </p:cNvPr>
              <p:cNvSpPr/>
              <p:nvPr/>
            </p:nvSpPr>
            <p:spPr>
              <a:xfrm>
                <a:off x="3641735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0" name="rc441">
                <a:extLst>
                  <a:ext uri="{FF2B5EF4-FFF2-40B4-BE49-F238E27FC236}">
                    <a16:creationId xmlns:a16="http://schemas.microsoft.com/office/drawing/2014/main" id="{80D32EF6-9C2E-4EC1-80E7-E4EEE8B48238}"/>
                  </a:ext>
                </a:extLst>
              </p:cNvPr>
              <p:cNvSpPr/>
              <p:nvPr/>
            </p:nvSpPr>
            <p:spPr>
              <a:xfrm>
                <a:off x="3641735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1" name="rc442">
                <a:extLst>
                  <a:ext uri="{FF2B5EF4-FFF2-40B4-BE49-F238E27FC236}">
                    <a16:creationId xmlns:a16="http://schemas.microsoft.com/office/drawing/2014/main" id="{DC3672C4-871C-42FA-8843-BCFF64D0294E}"/>
                  </a:ext>
                </a:extLst>
              </p:cNvPr>
              <p:cNvSpPr/>
              <p:nvPr/>
            </p:nvSpPr>
            <p:spPr>
              <a:xfrm>
                <a:off x="3641735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2" name="rc443">
                <a:extLst>
                  <a:ext uri="{FF2B5EF4-FFF2-40B4-BE49-F238E27FC236}">
                    <a16:creationId xmlns:a16="http://schemas.microsoft.com/office/drawing/2014/main" id="{CBF765D6-5B81-4E3E-881C-E7B111C95906}"/>
                  </a:ext>
                </a:extLst>
              </p:cNvPr>
              <p:cNvSpPr/>
              <p:nvPr/>
            </p:nvSpPr>
            <p:spPr>
              <a:xfrm>
                <a:off x="3641735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3" name="rc444">
                <a:extLst>
                  <a:ext uri="{FF2B5EF4-FFF2-40B4-BE49-F238E27FC236}">
                    <a16:creationId xmlns:a16="http://schemas.microsoft.com/office/drawing/2014/main" id="{1E15FCA7-994E-474A-8462-8868B7103F2A}"/>
                  </a:ext>
                </a:extLst>
              </p:cNvPr>
              <p:cNvSpPr/>
              <p:nvPr/>
            </p:nvSpPr>
            <p:spPr>
              <a:xfrm>
                <a:off x="3641735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4" name="rc445">
                <a:extLst>
                  <a:ext uri="{FF2B5EF4-FFF2-40B4-BE49-F238E27FC236}">
                    <a16:creationId xmlns:a16="http://schemas.microsoft.com/office/drawing/2014/main" id="{42E7C61B-824A-4F51-A953-A04528E142BE}"/>
                  </a:ext>
                </a:extLst>
              </p:cNvPr>
              <p:cNvSpPr/>
              <p:nvPr/>
            </p:nvSpPr>
            <p:spPr>
              <a:xfrm>
                <a:off x="3641735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5" name="rc446">
                <a:extLst>
                  <a:ext uri="{FF2B5EF4-FFF2-40B4-BE49-F238E27FC236}">
                    <a16:creationId xmlns:a16="http://schemas.microsoft.com/office/drawing/2014/main" id="{9749AB5E-9130-49C9-B9AE-4827CE0CC3C1}"/>
                  </a:ext>
                </a:extLst>
              </p:cNvPr>
              <p:cNvSpPr/>
              <p:nvPr/>
            </p:nvSpPr>
            <p:spPr>
              <a:xfrm>
                <a:off x="3641735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6" name="rc447">
                <a:extLst>
                  <a:ext uri="{FF2B5EF4-FFF2-40B4-BE49-F238E27FC236}">
                    <a16:creationId xmlns:a16="http://schemas.microsoft.com/office/drawing/2014/main" id="{3CF1A8A6-07CE-4388-A20C-729B2FB640C4}"/>
                  </a:ext>
                </a:extLst>
              </p:cNvPr>
              <p:cNvSpPr/>
              <p:nvPr/>
            </p:nvSpPr>
            <p:spPr>
              <a:xfrm>
                <a:off x="3641735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7" name="rc448">
                <a:extLst>
                  <a:ext uri="{FF2B5EF4-FFF2-40B4-BE49-F238E27FC236}">
                    <a16:creationId xmlns:a16="http://schemas.microsoft.com/office/drawing/2014/main" id="{919DD708-FE59-4BCB-A4FD-55C736B67861}"/>
                  </a:ext>
                </a:extLst>
              </p:cNvPr>
              <p:cNvSpPr/>
              <p:nvPr/>
            </p:nvSpPr>
            <p:spPr>
              <a:xfrm>
                <a:off x="3641735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8" name="rc449">
                <a:extLst>
                  <a:ext uri="{FF2B5EF4-FFF2-40B4-BE49-F238E27FC236}">
                    <a16:creationId xmlns:a16="http://schemas.microsoft.com/office/drawing/2014/main" id="{67152C9F-B72D-4FF2-B38B-CB1B6970A504}"/>
                  </a:ext>
                </a:extLst>
              </p:cNvPr>
              <p:cNvSpPr/>
              <p:nvPr/>
            </p:nvSpPr>
            <p:spPr>
              <a:xfrm>
                <a:off x="3641735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9" name="rc450">
                <a:extLst>
                  <a:ext uri="{FF2B5EF4-FFF2-40B4-BE49-F238E27FC236}">
                    <a16:creationId xmlns:a16="http://schemas.microsoft.com/office/drawing/2014/main" id="{C3F732E6-EA77-4536-AB3E-373C454FF74E}"/>
                  </a:ext>
                </a:extLst>
              </p:cNvPr>
              <p:cNvSpPr/>
              <p:nvPr/>
            </p:nvSpPr>
            <p:spPr>
              <a:xfrm>
                <a:off x="3641735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0" name="rc451">
                <a:extLst>
                  <a:ext uri="{FF2B5EF4-FFF2-40B4-BE49-F238E27FC236}">
                    <a16:creationId xmlns:a16="http://schemas.microsoft.com/office/drawing/2014/main" id="{41062958-9788-4F91-BF57-2A315F300792}"/>
                  </a:ext>
                </a:extLst>
              </p:cNvPr>
              <p:cNvSpPr/>
              <p:nvPr/>
            </p:nvSpPr>
            <p:spPr>
              <a:xfrm>
                <a:off x="3641735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1" name="rc452">
                <a:extLst>
                  <a:ext uri="{FF2B5EF4-FFF2-40B4-BE49-F238E27FC236}">
                    <a16:creationId xmlns:a16="http://schemas.microsoft.com/office/drawing/2014/main" id="{A39EE710-1E61-4214-AE8C-5931213C1800}"/>
                  </a:ext>
                </a:extLst>
              </p:cNvPr>
              <p:cNvSpPr/>
              <p:nvPr/>
            </p:nvSpPr>
            <p:spPr>
              <a:xfrm>
                <a:off x="3641735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2" name="rc453">
                <a:extLst>
                  <a:ext uri="{FF2B5EF4-FFF2-40B4-BE49-F238E27FC236}">
                    <a16:creationId xmlns:a16="http://schemas.microsoft.com/office/drawing/2014/main" id="{76EA38FD-09A0-4DDA-96F4-1508A1085EC9}"/>
                  </a:ext>
                </a:extLst>
              </p:cNvPr>
              <p:cNvSpPr/>
              <p:nvPr/>
            </p:nvSpPr>
            <p:spPr>
              <a:xfrm>
                <a:off x="3641735" y="1554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3" name="rc454">
                <a:extLst>
                  <a:ext uri="{FF2B5EF4-FFF2-40B4-BE49-F238E27FC236}">
                    <a16:creationId xmlns:a16="http://schemas.microsoft.com/office/drawing/2014/main" id="{E1E1E8CD-DBA3-4A71-A80E-39B10428737A}"/>
                  </a:ext>
                </a:extLst>
              </p:cNvPr>
              <p:cNvSpPr/>
              <p:nvPr/>
            </p:nvSpPr>
            <p:spPr>
              <a:xfrm>
                <a:off x="3757620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4" name="rc455">
                <a:extLst>
                  <a:ext uri="{FF2B5EF4-FFF2-40B4-BE49-F238E27FC236}">
                    <a16:creationId xmlns:a16="http://schemas.microsoft.com/office/drawing/2014/main" id="{F52D865E-FD0C-4ED4-92B6-F65F0C320077}"/>
                  </a:ext>
                </a:extLst>
              </p:cNvPr>
              <p:cNvSpPr/>
              <p:nvPr/>
            </p:nvSpPr>
            <p:spPr>
              <a:xfrm>
                <a:off x="3757620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5" name="rc456">
                <a:extLst>
                  <a:ext uri="{FF2B5EF4-FFF2-40B4-BE49-F238E27FC236}">
                    <a16:creationId xmlns:a16="http://schemas.microsoft.com/office/drawing/2014/main" id="{B6B9912C-0ADF-44C8-9198-4C716AA8982B}"/>
                  </a:ext>
                </a:extLst>
              </p:cNvPr>
              <p:cNvSpPr/>
              <p:nvPr/>
            </p:nvSpPr>
            <p:spPr>
              <a:xfrm>
                <a:off x="3757620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6" name="rc457">
                <a:extLst>
                  <a:ext uri="{FF2B5EF4-FFF2-40B4-BE49-F238E27FC236}">
                    <a16:creationId xmlns:a16="http://schemas.microsoft.com/office/drawing/2014/main" id="{5134E7C4-C459-4949-B958-7B0607B7B51F}"/>
                  </a:ext>
                </a:extLst>
              </p:cNvPr>
              <p:cNvSpPr/>
              <p:nvPr/>
            </p:nvSpPr>
            <p:spPr>
              <a:xfrm>
                <a:off x="3757620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7" name="rc458">
                <a:extLst>
                  <a:ext uri="{FF2B5EF4-FFF2-40B4-BE49-F238E27FC236}">
                    <a16:creationId xmlns:a16="http://schemas.microsoft.com/office/drawing/2014/main" id="{1E9B2C09-E323-4F03-9C0F-E0B3CF7FE1AC}"/>
                  </a:ext>
                </a:extLst>
              </p:cNvPr>
              <p:cNvSpPr/>
              <p:nvPr/>
            </p:nvSpPr>
            <p:spPr>
              <a:xfrm>
                <a:off x="3757620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8" name="rc459">
                <a:extLst>
                  <a:ext uri="{FF2B5EF4-FFF2-40B4-BE49-F238E27FC236}">
                    <a16:creationId xmlns:a16="http://schemas.microsoft.com/office/drawing/2014/main" id="{96BE7517-C990-4947-9D37-CA360031E4DC}"/>
                  </a:ext>
                </a:extLst>
              </p:cNvPr>
              <p:cNvSpPr/>
              <p:nvPr/>
            </p:nvSpPr>
            <p:spPr>
              <a:xfrm>
                <a:off x="3757620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9" name="rc460">
                <a:extLst>
                  <a:ext uri="{FF2B5EF4-FFF2-40B4-BE49-F238E27FC236}">
                    <a16:creationId xmlns:a16="http://schemas.microsoft.com/office/drawing/2014/main" id="{1A74C1F8-BCCB-4FE0-ACA1-47900AE4376A}"/>
                  </a:ext>
                </a:extLst>
              </p:cNvPr>
              <p:cNvSpPr/>
              <p:nvPr/>
            </p:nvSpPr>
            <p:spPr>
              <a:xfrm>
                <a:off x="3757620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0" name="rc461">
                <a:extLst>
                  <a:ext uri="{FF2B5EF4-FFF2-40B4-BE49-F238E27FC236}">
                    <a16:creationId xmlns:a16="http://schemas.microsoft.com/office/drawing/2014/main" id="{1A12EBC0-CA6F-478C-85DE-50240146B283}"/>
                  </a:ext>
                </a:extLst>
              </p:cNvPr>
              <p:cNvSpPr/>
              <p:nvPr/>
            </p:nvSpPr>
            <p:spPr>
              <a:xfrm>
                <a:off x="3757620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1" name="rc462">
                <a:extLst>
                  <a:ext uri="{FF2B5EF4-FFF2-40B4-BE49-F238E27FC236}">
                    <a16:creationId xmlns:a16="http://schemas.microsoft.com/office/drawing/2014/main" id="{CF780987-9F1A-414A-A8A9-139A3659F36B}"/>
                  </a:ext>
                </a:extLst>
              </p:cNvPr>
              <p:cNvSpPr/>
              <p:nvPr/>
            </p:nvSpPr>
            <p:spPr>
              <a:xfrm>
                <a:off x="3757620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2" name="rc463">
                <a:extLst>
                  <a:ext uri="{FF2B5EF4-FFF2-40B4-BE49-F238E27FC236}">
                    <a16:creationId xmlns:a16="http://schemas.microsoft.com/office/drawing/2014/main" id="{CC295BAD-CFB1-42FE-8B0C-6743EE6A05F6}"/>
                  </a:ext>
                </a:extLst>
              </p:cNvPr>
              <p:cNvSpPr/>
              <p:nvPr/>
            </p:nvSpPr>
            <p:spPr>
              <a:xfrm>
                <a:off x="3757620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3" name="rc464">
                <a:extLst>
                  <a:ext uri="{FF2B5EF4-FFF2-40B4-BE49-F238E27FC236}">
                    <a16:creationId xmlns:a16="http://schemas.microsoft.com/office/drawing/2014/main" id="{58D97124-7D1A-45CF-8121-AAD70E446975}"/>
                  </a:ext>
                </a:extLst>
              </p:cNvPr>
              <p:cNvSpPr/>
              <p:nvPr/>
            </p:nvSpPr>
            <p:spPr>
              <a:xfrm>
                <a:off x="3757620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4" name="rc465">
                <a:extLst>
                  <a:ext uri="{FF2B5EF4-FFF2-40B4-BE49-F238E27FC236}">
                    <a16:creationId xmlns:a16="http://schemas.microsoft.com/office/drawing/2014/main" id="{CD42CF81-B91D-49D5-BFF8-3809128FB23A}"/>
                  </a:ext>
                </a:extLst>
              </p:cNvPr>
              <p:cNvSpPr/>
              <p:nvPr/>
            </p:nvSpPr>
            <p:spPr>
              <a:xfrm>
                <a:off x="3757620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5" name="rc466">
                <a:extLst>
                  <a:ext uri="{FF2B5EF4-FFF2-40B4-BE49-F238E27FC236}">
                    <a16:creationId xmlns:a16="http://schemas.microsoft.com/office/drawing/2014/main" id="{E896514C-084E-4B69-871C-9D9D981D13C1}"/>
                  </a:ext>
                </a:extLst>
              </p:cNvPr>
              <p:cNvSpPr/>
              <p:nvPr/>
            </p:nvSpPr>
            <p:spPr>
              <a:xfrm>
                <a:off x="3757620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6" name="rc467">
                <a:extLst>
                  <a:ext uri="{FF2B5EF4-FFF2-40B4-BE49-F238E27FC236}">
                    <a16:creationId xmlns:a16="http://schemas.microsoft.com/office/drawing/2014/main" id="{4B58181F-1FDF-41CD-80EF-B305C7D8B3E9}"/>
                  </a:ext>
                </a:extLst>
              </p:cNvPr>
              <p:cNvSpPr/>
              <p:nvPr/>
            </p:nvSpPr>
            <p:spPr>
              <a:xfrm>
                <a:off x="3757620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7" name="rc468">
                <a:extLst>
                  <a:ext uri="{FF2B5EF4-FFF2-40B4-BE49-F238E27FC236}">
                    <a16:creationId xmlns:a16="http://schemas.microsoft.com/office/drawing/2014/main" id="{E35C20FC-3DBD-4684-B96C-B3C960B0D028}"/>
                  </a:ext>
                </a:extLst>
              </p:cNvPr>
              <p:cNvSpPr/>
              <p:nvPr/>
            </p:nvSpPr>
            <p:spPr>
              <a:xfrm>
                <a:off x="3757620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8" name="rc469">
                <a:extLst>
                  <a:ext uri="{FF2B5EF4-FFF2-40B4-BE49-F238E27FC236}">
                    <a16:creationId xmlns:a16="http://schemas.microsoft.com/office/drawing/2014/main" id="{CDFBF9F7-68BA-446E-A8BA-4ABD6CF03089}"/>
                  </a:ext>
                </a:extLst>
              </p:cNvPr>
              <p:cNvSpPr/>
              <p:nvPr/>
            </p:nvSpPr>
            <p:spPr>
              <a:xfrm>
                <a:off x="3757620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9" name="rc470">
                <a:extLst>
                  <a:ext uri="{FF2B5EF4-FFF2-40B4-BE49-F238E27FC236}">
                    <a16:creationId xmlns:a16="http://schemas.microsoft.com/office/drawing/2014/main" id="{F51432C3-2401-44B3-AD16-A6C6BEEBB160}"/>
                  </a:ext>
                </a:extLst>
              </p:cNvPr>
              <p:cNvSpPr/>
              <p:nvPr/>
            </p:nvSpPr>
            <p:spPr>
              <a:xfrm>
                <a:off x="3757620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0" name="rc471">
                <a:extLst>
                  <a:ext uri="{FF2B5EF4-FFF2-40B4-BE49-F238E27FC236}">
                    <a16:creationId xmlns:a16="http://schemas.microsoft.com/office/drawing/2014/main" id="{F76628F4-ACDD-48A3-8BA1-54D49C49838C}"/>
                  </a:ext>
                </a:extLst>
              </p:cNvPr>
              <p:cNvSpPr/>
              <p:nvPr/>
            </p:nvSpPr>
            <p:spPr>
              <a:xfrm>
                <a:off x="3757620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1" name="rc472">
                <a:extLst>
                  <a:ext uri="{FF2B5EF4-FFF2-40B4-BE49-F238E27FC236}">
                    <a16:creationId xmlns:a16="http://schemas.microsoft.com/office/drawing/2014/main" id="{72B5D769-420F-4026-9D90-0809563F271B}"/>
                  </a:ext>
                </a:extLst>
              </p:cNvPr>
              <p:cNvSpPr/>
              <p:nvPr/>
            </p:nvSpPr>
            <p:spPr>
              <a:xfrm>
                <a:off x="3757620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2" name="rc473">
                <a:extLst>
                  <a:ext uri="{FF2B5EF4-FFF2-40B4-BE49-F238E27FC236}">
                    <a16:creationId xmlns:a16="http://schemas.microsoft.com/office/drawing/2014/main" id="{37BBFCCE-8CC3-46D0-A862-2D7CEB1D5B52}"/>
                  </a:ext>
                </a:extLst>
              </p:cNvPr>
              <p:cNvSpPr/>
              <p:nvPr/>
            </p:nvSpPr>
            <p:spPr>
              <a:xfrm>
                <a:off x="3757620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3" name="rc474">
                <a:extLst>
                  <a:ext uri="{FF2B5EF4-FFF2-40B4-BE49-F238E27FC236}">
                    <a16:creationId xmlns:a16="http://schemas.microsoft.com/office/drawing/2014/main" id="{A2A043C9-34FE-4FA8-AF3A-FE52158A5E8E}"/>
                  </a:ext>
                </a:extLst>
              </p:cNvPr>
              <p:cNvSpPr/>
              <p:nvPr/>
            </p:nvSpPr>
            <p:spPr>
              <a:xfrm>
                <a:off x="3757620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4" name="rc475">
                <a:extLst>
                  <a:ext uri="{FF2B5EF4-FFF2-40B4-BE49-F238E27FC236}">
                    <a16:creationId xmlns:a16="http://schemas.microsoft.com/office/drawing/2014/main" id="{BBF39200-DA8A-4F34-BCC6-1FE2B4030DD9}"/>
                  </a:ext>
                </a:extLst>
              </p:cNvPr>
              <p:cNvSpPr/>
              <p:nvPr/>
            </p:nvSpPr>
            <p:spPr>
              <a:xfrm>
                <a:off x="3757620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5" name="rc476">
                <a:extLst>
                  <a:ext uri="{FF2B5EF4-FFF2-40B4-BE49-F238E27FC236}">
                    <a16:creationId xmlns:a16="http://schemas.microsoft.com/office/drawing/2014/main" id="{A57C83B7-BBF9-4AE4-9BB1-E5BC1AD8DEF3}"/>
                  </a:ext>
                </a:extLst>
              </p:cNvPr>
              <p:cNvSpPr/>
              <p:nvPr/>
            </p:nvSpPr>
            <p:spPr>
              <a:xfrm>
                <a:off x="3757620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6" name="rc477">
                <a:extLst>
                  <a:ext uri="{FF2B5EF4-FFF2-40B4-BE49-F238E27FC236}">
                    <a16:creationId xmlns:a16="http://schemas.microsoft.com/office/drawing/2014/main" id="{942F24CD-1CF2-4F3F-A419-8B6D3D14BC72}"/>
                  </a:ext>
                </a:extLst>
              </p:cNvPr>
              <p:cNvSpPr/>
              <p:nvPr/>
            </p:nvSpPr>
            <p:spPr>
              <a:xfrm>
                <a:off x="3757620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7" name="rc478">
                <a:extLst>
                  <a:ext uri="{FF2B5EF4-FFF2-40B4-BE49-F238E27FC236}">
                    <a16:creationId xmlns:a16="http://schemas.microsoft.com/office/drawing/2014/main" id="{5949C266-4DE2-4732-A535-2C95B48A517D}"/>
                  </a:ext>
                </a:extLst>
              </p:cNvPr>
              <p:cNvSpPr/>
              <p:nvPr/>
            </p:nvSpPr>
            <p:spPr>
              <a:xfrm>
                <a:off x="3757620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8" name="rc479">
                <a:extLst>
                  <a:ext uri="{FF2B5EF4-FFF2-40B4-BE49-F238E27FC236}">
                    <a16:creationId xmlns:a16="http://schemas.microsoft.com/office/drawing/2014/main" id="{B35F5D0D-959A-4665-BF45-4879E14232DB}"/>
                  </a:ext>
                </a:extLst>
              </p:cNvPr>
              <p:cNvSpPr/>
              <p:nvPr/>
            </p:nvSpPr>
            <p:spPr>
              <a:xfrm>
                <a:off x="3757620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9" name="rc480">
                <a:extLst>
                  <a:ext uri="{FF2B5EF4-FFF2-40B4-BE49-F238E27FC236}">
                    <a16:creationId xmlns:a16="http://schemas.microsoft.com/office/drawing/2014/main" id="{C46B9CB4-7CAE-4118-8507-81E4328CFBE0}"/>
                  </a:ext>
                </a:extLst>
              </p:cNvPr>
              <p:cNvSpPr/>
              <p:nvPr/>
            </p:nvSpPr>
            <p:spPr>
              <a:xfrm>
                <a:off x="3757620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0" name="rc481">
                <a:extLst>
                  <a:ext uri="{FF2B5EF4-FFF2-40B4-BE49-F238E27FC236}">
                    <a16:creationId xmlns:a16="http://schemas.microsoft.com/office/drawing/2014/main" id="{0988AED4-0FBB-4122-BD66-DDBFF5C50BA6}"/>
                  </a:ext>
                </a:extLst>
              </p:cNvPr>
              <p:cNvSpPr/>
              <p:nvPr/>
            </p:nvSpPr>
            <p:spPr>
              <a:xfrm>
                <a:off x="3757620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1" name="rc482">
                <a:extLst>
                  <a:ext uri="{FF2B5EF4-FFF2-40B4-BE49-F238E27FC236}">
                    <a16:creationId xmlns:a16="http://schemas.microsoft.com/office/drawing/2014/main" id="{1E560031-0125-4518-B1A0-52BEAD122703}"/>
                  </a:ext>
                </a:extLst>
              </p:cNvPr>
              <p:cNvSpPr/>
              <p:nvPr/>
            </p:nvSpPr>
            <p:spPr>
              <a:xfrm>
                <a:off x="3757620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2" name="rc483">
                <a:extLst>
                  <a:ext uri="{FF2B5EF4-FFF2-40B4-BE49-F238E27FC236}">
                    <a16:creationId xmlns:a16="http://schemas.microsoft.com/office/drawing/2014/main" id="{589C34A0-F933-4A4D-9F89-5ECDDA603E27}"/>
                  </a:ext>
                </a:extLst>
              </p:cNvPr>
              <p:cNvSpPr/>
              <p:nvPr/>
            </p:nvSpPr>
            <p:spPr>
              <a:xfrm>
                <a:off x="3757620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3" name="rc484">
                <a:extLst>
                  <a:ext uri="{FF2B5EF4-FFF2-40B4-BE49-F238E27FC236}">
                    <a16:creationId xmlns:a16="http://schemas.microsoft.com/office/drawing/2014/main" id="{0DE732F8-9E24-49BD-AD33-7F063C597C39}"/>
                  </a:ext>
                </a:extLst>
              </p:cNvPr>
              <p:cNvSpPr/>
              <p:nvPr/>
            </p:nvSpPr>
            <p:spPr>
              <a:xfrm>
                <a:off x="3757620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4" name="rc485">
                <a:extLst>
                  <a:ext uri="{FF2B5EF4-FFF2-40B4-BE49-F238E27FC236}">
                    <a16:creationId xmlns:a16="http://schemas.microsoft.com/office/drawing/2014/main" id="{D778E852-FAEF-41BA-AEAF-4233E7B3CBF4}"/>
                  </a:ext>
                </a:extLst>
              </p:cNvPr>
              <p:cNvSpPr/>
              <p:nvPr/>
            </p:nvSpPr>
            <p:spPr>
              <a:xfrm>
                <a:off x="3757620" y="1831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5" name="rc486">
                <a:extLst>
                  <a:ext uri="{FF2B5EF4-FFF2-40B4-BE49-F238E27FC236}">
                    <a16:creationId xmlns:a16="http://schemas.microsoft.com/office/drawing/2014/main" id="{585F094B-244A-47F8-812D-B9B6CE05E0DE}"/>
                  </a:ext>
                </a:extLst>
              </p:cNvPr>
              <p:cNvSpPr/>
              <p:nvPr/>
            </p:nvSpPr>
            <p:spPr>
              <a:xfrm>
                <a:off x="3757620" y="1693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6" name="rc487">
                <a:extLst>
                  <a:ext uri="{FF2B5EF4-FFF2-40B4-BE49-F238E27FC236}">
                    <a16:creationId xmlns:a16="http://schemas.microsoft.com/office/drawing/2014/main" id="{19DDFA6F-9121-4113-8ADE-3F793BF3A698}"/>
                  </a:ext>
                </a:extLst>
              </p:cNvPr>
              <p:cNvSpPr/>
              <p:nvPr/>
            </p:nvSpPr>
            <p:spPr>
              <a:xfrm>
                <a:off x="3873505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7" name="rc488">
                <a:extLst>
                  <a:ext uri="{FF2B5EF4-FFF2-40B4-BE49-F238E27FC236}">
                    <a16:creationId xmlns:a16="http://schemas.microsoft.com/office/drawing/2014/main" id="{9CAE0038-FE54-45DA-BDD7-77B67ACE37A8}"/>
                  </a:ext>
                </a:extLst>
              </p:cNvPr>
              <p:cNvSpPr/>
              <p:nvPr/>
            </p:nvSpPr>
            <p:spPr>
              <a:xfrm>
                <a:off x="3873505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8" name="rc489">
                <a:extLst>
                  <a:ext uri="{FF2B5EF4-FFF2-40B4-BE49-F238E27FC236}">
                    <a16:creationId xmlns:a16="http://schemas.microsoft.com/office/drawing/2014/main" id="{0951235E-11D1-4D88-B75D-D49626AE22C4}"/>
                  </a:ext>
                </a:extLst>
              </p:cNvPr>
              <p:cNvSpPr/>
              <p:nvPr/>
            </p:nvSpPr>
            <p:spPr>
              <a:xfrm>
                <a:off x="3873505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9" name="rc490">
                <a:extLst>
                  <a:ext uri="{FF2B5EF4-FFF2-40B4-BE49-F238E27FC236}">
                    <a16:creationId xmlns:a16="http://schemas.microsoft.com/office/drawing/2014/main" id="{2AE90C3F-127A-444F-8832-3713260229BD}"/>
                  </a:ext>
                </a:extLst>
              </p:cNvPr>
              <p:cNvSpPr/>
              <p:nvPr/>
            </p:nvSpPr>
            <p:spPr>
              <a:xfrm>
                <a:off x="3873505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0" name="rc491">
                <a:extLst>
                  <a:ext uri="{FF2B5EF4-FFF2-40B4-BE49-F238E27FC236}">
                    <a16:creationId xmlns:a16="http://schemas.microsoft.com/office/drawing/2014/main" id="{5B7E6E0F-51C3-4CE6-A0E1-719392CF6209}"/>
                  </a:ext>
                </a:extLst>
              </p:cNvPr>
              <p:cNvSpPr/>
              <p:nvPr/>
            </p:nvSpPr>
            <p:spPr>
              <a:xfrm>
                <a:off x="3873505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1" name="rc492">
                <a:extLst>
                  <a:ext uri="{FF2B5EF4-FFF2-40B4-BE49-F238E27FC236}">
                    <a16:creationId xmlns:a16="http://schemas.microsoft.com/office/drawing/2014/main" id="{CC0F3E9E-5865-4909-91DB-4878CF9E884C}"/>
                  </a:ext>
                </a:extLst>
              </p:cNvPr>
              <p:cNvSpPr/>
              <p:nvPr/>
            </p:nvSpPr>
            <p:spPr>
              <a:xfrm>
                <a:off x="3873505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2" name="rc493">
                <a:extLst>
                  <a:ext uri="{FF2B5EF4-FFF2-40B4-BE49-F238E27FC236}">
                    <a16:creationId xmlns:a16="http://schemas.microsoft.com/office/drawing/2014/main" id="{697D1934-5733-4E71-8EF4-9D0D98DDD9BF}"/>
                  </a:ext>
                </a:extLst>
              </p:cNvPr>
              <p:cNvSpPr/>
              <p:nvPr/>
            </p:nvSpPr>
            <p:spPr>
              <a:xfrm>
                <a:off x="3873505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3" name="rc494">
                <a:extLst>
                  <a:ext uri="{FF2B5EF4-FFF2-40B4-BE49-F238E27FC236}">
                    <a16:creationId xmlns:a16="http://schemas.microsoft.com/office/drawing/2014/main" id="{7CD66108-40F0-4EAB-8437-5E5E32C94337}"/>
                  </a:ext>
                </a:extLst>
              </p:cNvPr>
              <p:cNvSpPr/>
              <p:nvPr/>
            </p:nvSpPr>
            <p:spPr>
              <a:xfrm>
                <a:off x="3873505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4" name="rc495">
                <a:extLst>
                  <a:ext uri="{FF2B5EF4-FFF2-40B4-BE49-F238E27FC236}">
                    <a16:creationId xmlns:a16="http://schemas.microsoft.com/office/drawing/2014/main" id="{EADAB0AF-1533-4E7A-B2E3-80BB255F2643}"/>
                  </a:ext>
                </a:extLst>
              </p:cNvPr>
              <p:cNvSpPr/>
              <p:nvPr/>
            </p:nvSpPr>
            <p:spPr>
              <a:xfrm>
                <a:off x="3873505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5" name="rc496">
                <a:extLst>
                  <a:ext uri="{FF2B5EF4-FFF2-40B4-BE49-F238E27FC236}">
                    <a16:creationId xmlns:a16="http://schemas.microsoft.com/office/drawing/2014/main" id="{58CE1722-920E-4589-A73E-D16564BBCE39}"/>
                  </a:ext>
                </a:extLst>
              </p:cNvPr>
              <p:cNvSpPr/>
              <p:nvPr/>
            </p:nvSpPr>
            <p:spPr>
              <a:xfrm>
                <a:off x="3873505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6" name="rc497">
                <a:extLst>
                  <a:ext uri="{FF2B5EF4-FFF2-40B4-BE49-F238E27FC236}">
                    <a16:creationId xmlns:a16="http://schemas.microsoft.com/office/drawing/2014/main" id="{09AE4CA1-11EA-4076-8307-5411F77E4A35}"/>
                  </a:ext>
                </a:extLst>
              </p:cNvPr>
              <p:cNvSpPr/>
              <p:nvPr/>
            </p:nvSpPr>
            <p:spPr>
              <a:xfrm>
                <a:off x="3873505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7" name="rc498">
                <a:extLst>
                  <a:ext uri="{FF2B5EF4-FFF2-40B4-BE49-F238E27FC236}">
                    <a16:creationId xmlns:a16="http://schemas.microsoft.com/office/drawing/2014/main" id="{45D4CB07-BC90-48CA-95E6-D1A9E97ACD23}"/>
                  </a:ext>
                </a:extLst>
              </p:cNvPr>
              <p:cNvSpPr/>
              <p:nvPr/>
            </p:nvSpPr>
            <p:spPr>
              <a:xfrm>
                <a:off x="3873505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8" name="rc499">
                <a:extLst>
                  <a:ext uri="{FF2B5EF4-FFF2-40B4-BE49-F238E27FC236}">
                    <a16:creationId xmlns:a16="http://schemas.microsoft.com/office/drawing/2014/main" id="{BC230400-0C16-4048-9F39-5CCA3CF27545}"/>
                  </a:ext>
                </a:extLst>
              </p:cNvPr>
              <p:cNvSpPr/>
              <p:nvPr/>
            </p:nvSpPr>
            <p:spPr>
              <a:xfrm>
                <a:off x="3873505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9" name="rc500">
                <a:extLst>
                  <a:ext uri="{FF2B5EF4-FFF2-40B4-BE49-F238E27FC236}">
                    <a16:creationId xmlns:a16="http://schemas.microsoft.com/office/drawing/2014/main" id="{6FA29229-130C-4EEF-8ED4-FD5B0B2F0F9B}"/>
                  </a:ext>
                </a:extLst>
              </p:cNvPr>
              <p:cNvSpPr/>
              <p:nvPr/>
            </p:nvSpPr>
            <p:spPr>
              <a:xfrm>
                <a:off x="3873505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0" name="rc501">
                <a:extLst>
                  <a:ext uri="{FF2B5EF4-FFF2-40B4-BE49-F238E27FC236}">
                    <a16:creationId xmlns:a16="http://schemas.microsoft.com/office/drawing/2014/main" id="{BAD23CFE-7AEE-4774-88F1-271BC44E080D}"/>
                  </a:ext>
                </a:extLst>
              </p:cNvPr>
              <p:cNvSpPr/>
              <p:nvPr/>
            </p:nvSpPr>
            <p:spPr>
              <a:xfrm>
                <a:off x="3873505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1" name="rc502">
                <a:extLst>
                  <a:ext uri="{FF2B5EF4-FFF2-40B4-BE49-F238E27FC236}">
                    <a16:creationId xmlns:a16="http://schemas.microsoft.com/office/drawing/2014/main" id="{F075E8C6-F358-443B-8D7B-3A7321126CB4}"/>
                  </a:ext>
                </a:extLst>
              </p:cNvPr>
              <p:cNvSpPr/>
              <p:nvPr/>
            </p:nvSpPr>
            <p:spPr>
              <a:xfrm>
                <a:off x="3873505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2" name="rc503">
                <a:extLst>
                  <a:ext uri="{FF2B5EF4-FFF2-40B4-BE49-F238E27FC236}">
                    <a16:creationId xmlns:a16="http://schemas.microsoft.com/office/drawing/2014/main" id="{8A92CFA7-A4DF-4E26-933B-E82301AD8F6E}"/>
                  </a:ext>
                </a:extLst>
              </p:cNvPr>
              <p:cNvSpPr/>
              <p:nvPr/>
            </p:nvSpPr>
            <p:spPr>
              <a:xfrm>
                <a:off x="3873505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3" name="rc504">
                <a:extLst>
                  <a:ext uri="{FF2B5EF4-FFF2-40B4-BE49-F238E27FC236}">
                    <a16:creationId xmlns:a16="http://schemas.microsoft.com/office/drawing/2014/main" id="{D985440D-75D6-4F96-B053-AADD3DFC08AF}"/>
                  </a:ext>
                </a:extLst>
              </p:cNvPr>
              <p:cNvSpPr/>
              <p:nvPr/>
            </p:nvSpPr>
            <p:spPr>
              <a:xfrm>
                <a:off x="3873505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4" name="rc505">
                <a:extLst>
                  <a:ext uri="{FF2B5EF4-FFF2-40B4-BE49-F238E27FC236}">
                    <a16:creationId xmlns:a16="http://schemas.microsoft.com/office/drawing/2014/main" id="{1226A3A1-E7EB-437A-89ED-0DE03620683A}"/>
                  </a:ext>
                </a:extLst>
              </p:cNvPr>
              <p:cNvSpPr/>
              <p:nvPr/>
            </p:nvSpPr>
            <p:spPr>
              <a:xfrm>
                <a:off x="3873505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5" name="rc506">
                <a:extLst>
                  <a:ext uri="{FF2B5EF4-FFF2-40B4-BE49-F238E27FC236}">
                    <a16:creationId xmlns:a16="http://schemas.microsoft.com/office/drawing/2014/main" id="{E52F25D5-7B8D-46FA-B4B7-959398141548}"/>
                  </a:ext>
                </a:extLst>
              </p:cNvPr>
              <p:cNvSpPr/>
              <p:nvPr/>
            </p:nvSpPr>
            <p:spPr>
              <a:xfrm>
                <a:off x="3873505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6" name="rc507">
                <a:extLst>
                  <a:ext uri="{FF2B5EF4-FFF2-40B4-BE49-F238E27FC236}">
                    <a16:creationId xmlns:a16="http://schemas.microsoft.com/office/drawing/2014/main" id="{C0B88433-7F90-4F2D-AA00-14B9D1C3118B}"/>
                  </a:ext>
                </a:extLst>
              </p:cNvPr>
              <p:cNvSpPr/>
              <p:nvPr/>
            </p:nvSpPr>
            <p:spPr>
              <a:xfrm>
                <a:off x="3873505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7" name="rc508">
                <a:extLst>
                  <a:ext uri="{FF2B5EF4-FFF2-40B4-BE49-F238E27FC236}">
                    <a16:creationId xmlns:a16="http://schemas.microsoft.com/office/drawing/2014/main" id="{9B5A4BC1-058D-4D0C-AE9F-EAD47BC2FCE5}"/>
                  </a:ext>
                </a:extLst>
              </p:cNvPr>
              <p:cNvSpPr/>
              <p:nvPr/>
            </p:nvSpPr>
            <p:spPr>
              <a:xfrm>
                <a:off x="3873505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8" name="rc509">
                <a:extLst>
                  <a:ext uri="{FF2B5EF4-FFF2-40B4-BE49-F238E27FC236}">
                    <a16:creationId xmlns:a16="http://schemas.microsoft.com/office/drawing/2014/main" id="{81CEDE52-D386-4345-A369-284A5B41C82E}"/>
                  </a:ext>
                </a:extLst>
              </p:cNvPr>
              <p:cNvSpPr/>
              <p:nvPr/>
            </p:nvSpPr>
            <p:spPr>
              <a:xfrm>
                <a:off x="3873505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9" name="rc510">
                <a:extLst>
                  <a:ext uri="{FF2B5EF4-FFF2-40B4-BE49-F238E27FC236}">
                    <a16:creationId xmlns:a16="http://schemas.microsoft.com/office/drawing/2014/main" id="{5CB1D19E-2526-4895-B841-A8EFDF2C8029}"/>
                  </a:ext>
                </a:extLst>
              </p:cNvPr>
              <p:cNvSpPr/>
              <p:nvPr/>
            </p:nvSpPr>
            <p:spPr>
              <a:xfrm>
                <a:off x="3873505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0" name="rc511">
                <a:extLst>
                  <a:ext uri="{FF2B5EF4-FFF2-40B4-BE49-F238E27FC236}">
                    <a16:creationId xmlns:a16="http://schemas.microsoft.com/office/drawing/2014/main" id="{0F79E4A0-A3E0-4B56-9F39-6DC871F74B7C}"/>
                  </a:ext>
                </a:extLst>
              </p:cNvPr>
              <p:cNvSpPr/>
              <p:nvPr/>
            </p:nvSpPr>
            <p:spPr>
              <a:xfrm>
                <a:off x="3873505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1" name="rc512">
                <a:extLst>
                  <a:ext uri="{FF2B5EF4-FFF2-40B4-BE49-F238E27FC236}">
                    <a16:creationId xmlns:a16="http://schemas.microsoft.com/office/drawing/2014/main" id="{6BDF1BEA-EE6D-4B43-987E-7ABF65C5FE1C}"/>
                  </a:ext>
                </a:extLst>
              </p:cNvPr>
              <p:cNvSpPr/>
              <p:nvPr/>
            </p:nvSpPr>
            <p:spPr>
              <a:xfrm>
                <a:off x="3873505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2" name="rc513">
                <a:extLst>
                  <a:ext uri="{FF2B5EF4-FFF2-40B4-BE49-F238E27FC236}">
                    <a16:creationId xmlns:a16="http://schemas.microsoft.com/office/drawing/2014/main" id="{056A8933-A5E3-4AB0-91FD-027E7388ECAE}"/>
                  </a:ext>
                </a:extLst>
              </p:cNvPr>
              <p:cNvSpPr/>
              <p:nvPr/>
            </p:nvSpPr>
            <p:spPr>
              <a:xfrm>
                <a:off x="3873505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3" name="rc514">
                <a:extLst>
                  <a:ext uri="{FF2B5EF4-FFF2-40B4-BE49-F238E27FC236}">
                    <a16:creationId xmlns:a16="http://schemas.microsoft.com/office/drawing/2014/main" id="{BC0A44D5-AEEF-4BC4-BD30-B5760E1963B7}"/>
                  </a:ext>
                </a:extLst>
              </p:cNvPr>
              <p:cNvSpPr/>
              <p:nvPr/>
            </p:nvSpPr>
            <p:spPr>
              <a:xfrm>
                <a:off x="3873505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4" name="rc515">
                <a:extLst>
                  <a:ext uri="{FF2B5EF4-FFF2-40B4-BE49-F238E27FC236}">
                    <a16:creationId xmlns:a16="http://schemas.microsoft.com/office/drawing/2014/main" id="{9DAFFF6A-7F2B-4739-A245-C6C752F65A87}"/>
                  </a:ext>
                </a:extLst>
              </p:cNvPr>
              <p:cNvSpPr/>
              <p:nvPr/>
            </p:nvSpPr>
            <p:spPr>
              <a:xfrm>
                <a:off x="3873505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5" name="rc516">
                <a:extLst>
                  <a:ext uri="{FF2B5EF4-FFF2-40B4-BE49-F238E27FC236}">
                    <a16:creationId xmlns:a16="http://schemas.microsoft.com/office/drawing/2014/main" id="{F1B0BF74-FEE1-4BD5-9622-0B0A28BDC087}"/>
                  </a:ext>
                </a:extLst>
              </p:cNvPr>
              <p:cNvSpPr/>
              <p:nvPr/>
            </p:nvSpPr>
            <p:spPr>
              <a:xfrm>
                <a:off x="3873505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6" name="rc517">
                <a:extLst>
                  <a:ext uri="{FF2B5EF4-FFF2-40B4-BE49-F238E27FC236}">
                    <a16:creationId xmlns:a16="http://schemas.microsoft.com/office/drawing/2014/main" id="{41750512-5345-4514-B065-37190606191A}"/>
                  </a:ext>
                </a:extLst>
              </p:cNvPr>
              <p:cNvSpPr/>
              <p:nvPr/>
            </p:nvSpPr>
            <p:spPr>
              <a:xfrm>
                <a:off x="3873505" y="1970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7" name="rc518">
                <a:extLst>
                  <a:ext uri="{FF2B5EF4-FFF2-40B4-BE49-F238E27FC236}">
                    <a16:creationId xmlns:a16="http://schemas.microsoft.com/office/drawing/2014/main" id="{36A8E991-5D5F-48AB-910E-BB29B3EF97DC}"/>
                  </a:ext>
                </a:extLst>
              </p:cNvPr>
              <p:cNvSpPr/>
              <p:nvPr/>
            </p:nvSpPr>
            <p:spPr>
              <a:xfrm>
                <a:off x="3873505" y="1831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8" name="rc519">
                <a:extLst>
                  <a:ext uri="{FF2B5EF4-FFF2-40B4-BE49-F238E27FC236}">
                    <a16:creationId xmlns:a16="http://schemas.microsoft.com/office/drawing/2014/main" id="{9E768006-92D6-4C5C-ACCB-85E5C705B653}"/>
                  </a:ext>
                </a:extLst>
              </p:cNvPr>
              <p:cNvSpPr/>
              <p:nvPr/>
            </p:nvSpPr>
            <p:spPr>
              <a:xfrm>
                <a:off x="3989389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9" name="rc520">
                <a:extLst>
                  <a:ext uri="{FF2B5EF4-FFF2-40B4-BE49-F238E27FC236}">
                    <a16:creationId xmlns:a16="http://schemas.microsoft.com/office/drawing/2014/main" id="{B2E27B3A-7636-4036-B139-0D6A63D1EDB1}"/>
                  </a:ext>
                </a:extLst>
              </p:cNvPr>
              <p:cNvSpPr/>
              <p:nvPr/>
            </p:nvSpPr>
            <p:spPr>
              <a:xfrm>
                <a:off x="3989389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0" name="rc521">
                <a:extLst>
                  <a:ext uri="{FF2B5EF4-FFF2-40B4-BE49-F238E27FC236}">
                    <a16:creationId xmlns:a16="http://schemas.microsoft.com/office/drawing/2014/main" id="{5744EA0D-D52F-42DB-99AF-06D4CFEF3AA6}"/>
                  </a:ext>
                </a:extLst>
              </p:cNvPr>
              <p:cNvSpPr/>
              <p:nvPr/>
            </p:nvSpPr>
            <p:spPr>
              <a:xfrm>
                <a:off x="3989389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1" name="rc522">
                <a:extLst>
                  <a:ext uri="{FF2B5EF4-FFF2-40B4-BE49-F238E27FC236}">
                    <a16:creationId xmlns:a16="http://schemas.microsoft.com/office/drawing/2014/main" id="{62F3212A-77FB-4E42-9604-0E83218838E1}"/>
                  </a:ext>
                </a:extLst>
              </p:cNvPr>
              <p:cNvSpPr/>
              <p:nvPr/>
            </p:nvSpPr>
            <p:spPr>
              <a:xfrm>
                <a:off x="3989389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2" name="rc523">
                <a:extLst>
                  <a:ext uri="{FF2B5EF4-FFF2-40B4-BE49-F238E27FC236}">
                    <a16:creationId xmlns:a16="http://schemas.microsoft.com/office/drawing/2014/main" id="{9C551A1F-227A-41AA-BC00-346B3048DA72}"/>
                  </a:ext>
                </a:extLst>
              </p:cNvPr>
              <p:cNvSpPr/>
              <p:nvPr/>
            </p:nvSpPr>
            <p:spPr>
              <a:xfrm>
                <a:off x="3989389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3" name="rc524">
                <a:extLst>
                  <a:ext uri="{FF2B5EF4-FFF2-40B4-BE49-F238E27FC236}">
                    <a16:creationId xmlns:a16="http://schemas.microsoft.com/office/drawing/2014/main" id="{285518DE-130A-4582-813E-D7139CD57147}"/>
                  </a:ext>
                </a:extLst>
              </p:cNvPr>
              <p:cNvSpPr/>
              <p:nvPr/>
            </p:nvSpPr>
            <p:spPr>
              <a:xfrm>
                <a:off x="3989389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4" name="rc525">
                <a:extLst>
                  <a:ext uri="{FF2B5EF4-FFF2-40B4-BE49-F238E27FC236}">
                    <a16:creationId xmlns:a16="http://schemas.microsoft.com/office/drawing/2014/main" id="{C0F579A1-262F-470D-B000-FD0574095361}"/>
                  </a:ext>
                </a:extLst>
              </p:cNvPr>
              <p:cNvSpPr/>
              <p:nvPr/>
            </p:nvSpPr>
            <p:spPr>
              <a:xfrm>
                <a:off x="3989389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5" name="rc526">
                <a:extLst>
                  <a:ext uri="{FF2B5EF4-FFF2-40B4-BE49-F238E27FC236}">
                    <a16:creationId xmlns:a16="http://schemas.microsoft.com/office/drawing/2014/main" id="{4D14E06B-E970-4FFC-B8DA-19389F72BC41}"/>
                  </a:ext>
                </a:extLst>
              </p:cNvPr>
              <p:cNvSpPr/>
              <p:nvPr/>
            </p:nvSpPr>
            <p:spPr>
              <a:xfrm>
                <a:off x="3989389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6" name="rc527">
                <a:extLst>
                  <a:ext uri="{FF2B5EF4-FFF2-40B4-BE49-F238E27FC236}">
                    <a16:creationId xmlns:a16="http://schemas.microsoft.com/office/drawing/2014/main" id="{F51E3B78-B1A4-4A01-9E8D-661978B6C9DC}"/>
                  </a:ext>
                </a:extLst>
              </p:cNvPr>
              <p:cNvSpPr/>
              <p:nvPr/>
            </p:nvSpPr>
            <p:spPr>
              <a:xfrm>
                <a:off x="3989389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7" name="rc528">
                <a:extLst>
                  <a:ext uri="{FF2B5EF4-FFF2-40B4-BE49-F238E27FC236}">
                    <a16:creationId xmlns:a16="http://schemas.microsoft.com/office/drawing/2014/main" id="{DCAEC67D-5178-4D03-9C16-F13B66D65A28}"/>
                  </a:ext>
                </a:extLst>
              </p:cNvPr>
              <p:cNvSpPr/>
              <p:nvPr/>
            </p:nvSpPr>
            <p:spPr>
              <a:xfrm>
                <a:off x="3989389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8" name="rc529">
                <a:extLst>
                  <a:ext uri="{FF2B5EF4-FFF2-40B4-BE49-F238E27FC236}">
                    <a16:creationId xmlns:a16="http://schemas.microsoft.com/office/drawing/2014/main" id="{475E0F46-1310-4E4D-921E-F62D9A0AFE59}"/>
                  </a:ext>
                </a:extLst>
              </p:cNvPr>
              <p:cNvSpPr/>
              <p:nvPr/>
            </p:nvSpPr>
            <p:spPr>
              <a:xfrm>
                <a:off x="3989389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9" name="rc530">
                <a:extLst>
                  <a:ext uri="{FF2B5EF4-FFF2-40B4-BE49-F238E27FC236}">
                    <a16:creationId xmlns:a16="http://schemas.microsoft.com/office/drawing/2014/main" id="{F794B56D-8C06-4839-9CD9-64CCFCA7B30E}"/>
                  </a:ext>
                </a:extLst>
              </p:cNvPr>
              <p:cNvSpPr/>
              <p:nvPr/>
            </p:nvSpPr>
            <p:spPr>
              <a:xfrm>
                <a:off x="3989389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0" name="rc531">
                <a:extLst>
                  <a:ext uri="{FF2B5EF4-FFF2-40B4-BE49-F238E27FC236}">
                    <a16:creationId xmlns:a16="http://schemas.microsoft.com/office/drawing/2014/main" id="{F24C6DC1-0EDE-4067-ACD2-D2430CCAEF31}"/>
                  </a:ext>
                </a:extLst>
              </p:cNvPr>
              <p:cNvSpPr/>
              <p:nvPr/>
            </p:nvSpPr>
            <p:spPr>
              <a:xfrm>
                <a:off x="3989389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1" name="rc532">
                <a:extLst>
                  <a:ext uri="{FF2B5EF4-FFF2-40B4-BE49-F238E27FC236}">
                    <a16:creationId xmlns:a16="http://schemas.microsoft.com/office/drawing/2014/main" id="{16816EC8-B761-4280-B8A1-DD5BC4D39DE5}"/>
                  </a:ext>
                </a:extLst>
              </p:cNvPr>
              <p:cNvSpPr/>
              <p:nvPr/>
            </p:nvSpPr>
            <p:spPr>
              <a:xfrm>
                <a:off x="3989389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2" name="rc533">
                <a:extLst>
                  <a:ext uri="{FF2B5EF4-FFF2-40B4-BE49-F238E27FC236}">
                    <a16:creationId xmlns:a16="http://schemas.microsoft.com/office/drawing/2014/main" id="{BECF8B3B-1452-4B2B-A072-98B9872EAECE}"/>
                  </a:ext>
                </a:extLst>
              </p:cNvPr>
              <p:cNvSpPr/>
              <p:nvPr/>
            </p:nvSpPr>
            <p:spPr>
              <a:xfrm>
                <a:off x="3989389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3" name="rc534">
                <a:extLst>
                  <a:ext uri="{FF2B5EF4-FFF2-40B4-BE49-F238E27FC236}">
                    <a16:creationId xmlns:a16="http://schemas.microsoft.com/office/drawing/2014/main" id="{0D1A683B-5BA2-4BFE-8F74-F58BD3992F7B}"/>
                  </a:ext>
                </a:extLst>
              </p:cNvPr>
              <p:cNvSpPr/>
              <p:nvPr/>
            </p:nvSpPr>
            <p:spPr>
              <a:xfrm>
                <a:off x="3989389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4" name="rc535">
                <a:extLst>
                  <a:ext uri="{FF2B5EF4-FFF2-40B4-BE49-F238E27FC236}">
                    <a16:creationId xmlns:a16="http://schemas.microsoft.com/office/drawing/2014/main" id="{1579E81C-F03B-4EC0-95AE-A5D7D84CC81E}"/>
                  </a:ext>
                </a:extLst>
              </p:cNvPr>
              <p:cNvSpPr/>
              <p:nvPr/>
            </p:nvSpPr>
            <p:spPr>
              <a:xfrm>
                <a:off x="3989389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5" name="rc536">
                <a:extLst>
                  <a:ext uri="{FF2B5EF4-FFF2-40B4-BE49-F238E27FC236}">
                    <a16:creationId xmlns:a16="http://schemas.microsoft.com/office/drawing/2014/main" id="{1A49232A-3B2E-4068-BF7C-AAF4A2F1C5FE}"/>
                  </a:ext>
                </a:extLst>
              </p:cNvPr>
              <p:cNvSpPr/>
              <p:nvPr/>
            </p:nvSpPr>
            <p:spPr>
              <a:xfrm>
                <a:off x="3989389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6" name="rc537">
                <a:extLst>
                  <a:ext uri="{FF2B5EF4-FFF2-40B4-BE49-F238E27FC236}">
                    <a16:creationId xmlns:a16="http://schemas.microsoft.com/office/drawing/2014/main" id="{D0908A18-29C9-45C0-B90F-5419948368AF}"/>
                  </a:ext>
                </a:extLst>
              </p:cNvPr>
              <p:cNvSpPr/>
              <p:nvPr/>
            </p:nvSpPr>
            <p:spPr>
              <a:xfrm>
                <a:off x="3989389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7" name="rc538">
                <a:extLst>
                  <a:ext uri="{FF2B5EF4-FFF2-40B4-BE49-F238E27FC236}">
                    <a16:creationId xmlns:a16="http://schemas.microsoft.com/office/drawing/2014/main" id="{8523C5F7-6D72-4C29-8D06-62F5C05C7F62}"/>
                  </a:ext>
                </a:extLst>
              </p:cNvPr>
              <p:cNvSpPr/>
              <p:nvPr/>
            </p:nvSpPr>
            <p:spPr>
              <a:xfrm>
                <a:off x="3989389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8" name="rc539">
                <a:extLst>
                  <a:ext uri="{FF2B5EF4-FFF2-40B4-BE49-F238E27FC236}">
                    <a16:creationId xmlns:a16="http://schemas.microsoft.com/office/drawing/2014/main" id="{6805A246-4B00-4DD0-9019-F013515A1292}"/>
                  </a:ext>
                </a:extLst>
              </p:cNvPr>
              <p:cNvSpPr/>
              <p:nvPr/>
            </p:nvSpPr>
            <p:spPr>
              <a:xfrm>
                <a:off x="3989389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9" name="rc540">
                <a:extLst>
                  <a:ext uri="{FF2B5EF4-FFF2-40B4-BE49-F238E27FC236}">
                    <a16:creationId xmlns:a16="http://schemas.microsoft.com/office/drawing/2014/main" id="{F5CE584F-1FF7-49C1-9481-1B39BE20E512}"/>
                  </a:ext>
                </a:extLst>
              </p:cNvPr>
              <p:cNvSpPr/>
              <p:nvPr/>
            </p:nvSpPr>
            <p:spPr>
              <a:xfrm>
                <a:off x="3989389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0" name="rc541">
                <a:extLst>
                  <a:ext uri="{FF2B5EF4-FFF2-40B4-BE49-F238E27FC236}">
                    <a16:creationId xmlns:a16="http://schemas.microsoft.com/office/drawing/2014/main" id="{04997E3E-D49D-47E3-9D19-6D90B7FE3BFA}"/>
                  </a:ext>
                </a:extLst>
              </p:cNvPr>
              <p:cNvSpPr/>
              <p:nvPr/>
            </p:nvSpPr>
            <p:spPr>
              <a:xfrm>
                <a:off x="3989389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1" name="rc542">
                <a:extLst>
                  <a:ext uri="{FF2B5EF4-FFF2-40B4-BE49-F238E27FC236}">
                    <a16:creationId xmlns:a16="http://schemas.microsoft.com/office/drawing/2014/main" id="{A1066EF8-0EBC-4945-8CB7-0BEF2303312B}"/>
                  </a:ext>
                </a:extLst>
              </p:cNvPr>
              <p:cNvSpPr/>
              <p:nvPr/>
            </p:nvSpPr>
            <p:spPr>
              <a:xfrm>
                <a:off x="3989389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2" name="rc543">
                <a:extLst>
                  <a:ext uri="{FF2B5EF4-FFF2-40B4-BE49-F238E27FC236}">
                    <a16:creationId xmlns:a16="http://schemas.microsoft.com/office/drawing/2014/main" id="{198B96AA-88C0-4B89-88A0-6BE473F5FC6C}"/>
                  </a:ext>
                </a:extLst>
              </p:cNvPr>
              <p:cNvSpPr/>
              <p:nvPr/>
            </p:nvSpPr>
            <p:spPr>
              <a:xfrm>
                <a:off x="3989389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3" name="rc544">
                <a:extLst>
                  <a:ext uri="{FF2B5EF4-FFF2-40B4-BE49-F238E27FC236}">
                    <a16:creationId xmlns:a16="http://schemas.microsoft.com/office/drawing/2014/main" id="{9FE7A5A5-9E91-4EF7-8DA9-972DE7486C2C}"/>
                  </a:ext>
                </a:extLst>
              </p:cNvPr>
              <p:cNvSpPr/>
              <p:nvPr/>
            </p:nvSpPr>
            <p:spPr>
              <a:xfrm>
                <a:off x="3989389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4" name="rc545">
                <a:extLst>
                  <a:ext uri="{FF2B5EF4-FFF2-40B4-BE49-F238E27FC236}">
                    <a16:creationId xmlns:a16="http://schemas.microsoft.com/office/drawing/2014/main" id="{76A45C0C-39E5-4E05-957F-EBBD7B79734F}"/>
                  </a:ext>
                </a:extLst>
              </p:cNvPr>
              <p:cNvSpPr/>
              <p:nvPr/>
            </p:nvSpPr>
            <p:spPr>
              <a:xfrm>
                <a:off x="3989389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5" name="rc546">
                <a:extLst>
                  <a:ext uri="{FF2B5EF4-FFF2-40B4-BE49-F238E27FC236}">
                    <a16:creationId xmlns:a16="http://schemas.microsoft.com/office/drawing/2014/main" id="{C4677CB5-2826-4373-8557-8A3EC7267E68}"/>
                  </a:ext>
                </a:extLst>
              </p:cNvPr>
              <p:cNvSpPr/>
              <p:nvPr/>
            </p:nvSpPr>
            <p:spPr>
              <a:xfrm>
                <a:off x="3989389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6" name="rc547">
                <a:extLst>
                  <a:ext uri="{FF2B5EF4-FFF2-40B4-BE49-F238E27FC236}">
                    <a16:creationId xmlns:a16="http://schemas.microsoft.com/office/drawing/2014/main" id="{CF3AFD8F-7E10-4713-AC92-27015F0A71B6}"/>
                  </a:ext>
                </a:extLst>
              </p:cNvPr>
              <p:cNvSpPr/>
              <p:nvPr/>
            </p:nvSpPr>
            <p:spPr>
              <a:xfrm>
                <a:off x="3989389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7" name="rc548">
                <a:extLst>
                  <a:ext uri="{FF2B5EF4-FFF2-40B4-BE49-F238E27FC236}">
                    <a16:creationId xmlns:a16="http://schemas.microsoft.com/office/drawing/2014/main" id="{C272CB86-A546-4CFC-8829-02A8523BA96F}"/>
                  </a:ext>
                </a:extLst>
              </p:cNvPr>
              <p:cNvSpPr/>
              <p:nvPr/>
            </p:nvSpPr>
            <p:spPr>
              <a:xfrm>
                <a:off x="3989389" y="1970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8" name="rc549">
                <a:extLst>
                  <a:ext uri="{FF2B5EF4-FFF2-40B4-BE49-F238E27FC236}">
                    <a16:creationId xmlns:a16="http://schemas.microsoft.com/office/drawing/2014/main" id="{E4FBBF93-BD05-4FED-9894-AED632A00B19}"/>
                  </a:ext>
                </a:extLst>
              </p:cNvPr>
              <p:cNvSpPr/>
              <p:nvPr/>
            </p:nvSpPr>
            <p:spPr>
              <a:xfrm>
                <a:off x="4105274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9" name="rc550">
                <a:extLst>
                  <a:ext uri="{FF2B5EF4-FFF2-40B4-BE49-F238E27FC236}">
                    <a16:creationId xmlns:a16="http://schemas.microsoft.com/office/drawing/2014/main" id="{3380C316-777E-4BE0-9250-4FA94E0E66D3}"/>
                  </a:ext>
                </a:extLst>
              </p:cNvPr>
              <p:cNvSpPr/>
              <p:nvPr/>
            </p:nvSpPr>
            <p:spPr>
              <a:xfrm>
                <a:off x="4105274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0" name="rc551">
                <a:extLst>
                  <a:ext uri="{FF2B5EF4-FFF2-40B4-BE49-F238E27FC236}">
                    <a16:creationId xmlns:a16="http://schemas.microsoft.com/office/drawing/2014/main" id="{D35F33FC-57E6-4676-960B-D19FFF8D0986}"/>
                  </a:ext>
                </a:extLst>
              </p:cNvPr>
              <p:cNvSpPr/>
              <p:nvPr/>
            </p:nvSpPr>
            <p:spPr>
              <a:xfrm>
                <a:off x="4105274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1" name="rc552">
                <a:extLst>
                  <a:ext uri="{FF2B5EF4-FFF2-40B4-BE49-F238E27FC236}">
                    <a16:creationId xmlns:a16="http://schemas.microsoft.com/office/drawing/2014/main" id="{9311F12B-0D33-4658-8253-4C745FD65462}"/>
                  </a:ext>
                </a:extLst>
              </p:cNvPr>
              <p:cNvSpPr/>
              <p:nvPr/>
            </p:nvSpPr>
            <p:spPr>
              <a:xfrm>
                <a:off x="4105274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2" name="rc553">
                <a:extLst>
                  <a:ext uri="{FF2B5EF4-FFF2-40B4-BE49-F238E27FC236}">
                    <a16:creationId xmlns:a16="http://schemas.microsoft.com/office/drawing/2014/main" id="{6C5FCAD5-5ED6-45C0-A858-D09A1C24384A}"/>
                  </a:ext>
                </a:extLst>
              </p:cNvPr>
              <p:cNvSpPr/>
              <p:nvPr/>
            </p:nvSpPr>
            <p:spPr>
              <a:xfrm>
                <a:off x="4105274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3" name="rc554">
                <a:extLst>
                  <a:ext uri="{FF2B5EF4-FFF2-40B4-BE49-F238E27FC236}">
                    <a16:creationId xmlns:a16="http://schemas.microsoft.com/office/drawing/2014/main" id="{77C54E78-A1E8-48B4-945D-8B83C404FF43}"/>
                  </a:ext>
                </a:extLst>
              </p:cNvPr>
              <p:cNvSpPr/>
              <p:nvPr/>
            </p:nvSpPr>
            <p:spPr>
              <a:xfrm>
                <a:off x="4105274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4" name="rc555">
                <a:extLst>
                  <a:ext uri="{FF2B5EF4-FFF2-40B4-BE49-F238E27FC236}">
                    <a16:creationId xmlns:a16="http://schemas.microsoft.com/office/drawing/2014/main" id="{6DF339ED-E482-4969-8534-5635CF188F96}"/>
                  </a:ext>
                </a:extLst>
              </p:cNvPr>
              <p:cNvSpPr/>
              <p:nvPr/>
            </p:nvSpPr>
            <p:spPr>
              <a:xfrm>
                <a:off x="4105274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5" name="rc556">
                <a:extLst>
                  <a:ext uri="{FF2B5EF4-FFF2-40B4-BE49-F238E27FC236}">
                    <a16:creationId xmlns:a16="http://schemas.microsoft.com/office/drawing/2014/main" id="{AD7E15D5-00B6-41DB-8D7F-87B290C688B8}"/>
                  </a:ext>
                </a:extLst>
              </p:cNvPr>
              <p:cNvSpPr/>
              <p:nvPr/>
            </p:nvSpPr>
            <p:spPr>
              <a:xfrm>
                <a:off x="4105274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6" name="rc557">
                <a:extLst>
                  <a:ext uri="{FF2B5EF4-FFF2-40B4-BE49-F238E27FC236}">
                    <a16:creationId xmlns:a16="http://schemas.microsoft.com/office/drawing/2014/main" id="{10C2A36A-F5EF-4415-B8B4-B5D3EEF7559F}"/>
                  </a:ext>
                </a:extLst>
              </p:cNvPr>
              <p:cNvSpPr/>
              <p:nvPr/>
            </p:nvSpPr>
            <p:spPr>
              <a:xfrm>
                <a:off x="4105274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7" name="rc558">
                <a:extLst>
                  <a:ext uri="{FF2B5EF4-FFF2-40B4-BE49-F238E27FC236}">
                    <a16:creationId xmlns:a16="http://schemas.microsoft.com/office/drawing/2014/main" id="{1B02B0C9-2CAF-4019-BBB0-68C0FB5A2C03}"/>
                  </a:ext>
                </a:extLst>
              </p:cNvPr>
              <p:cNvSpPr/>
              <p:nvPr/>
            </p:nvSpPr>
            <p:spPr>
              <a:xfrm>
                <a:off x="4105274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8" name="rc559">
                <a:extLst>
                  <a:ext uri="{FF2B5EF4-FFF2-40B4-BE49-F238E27FC236}">
                    <a16:creationId xmlns:a16="http://schemas.microsoft.com/office/drawing/2014/main" id="{C6510F9A-C0E5-4996-990D-7C8ED7E8EBB8}"/>
                  </a:ext>
                </a:extLst>
              </p:cNvPr>
              <p:cNvSpPr/>
              <p:nvPr/>
            </p:nvSpPr>
            <p:spPr>
              <a:xfrm>
                <a:off x="4105274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9" name="rc560">
                <a:extLst>
                  <a:ext uri="{FF2B5EF4-FFF2-40B4-BE49-F238E27FC236}">
                    <a16:creationId xmlns:a16="http://schemas.microsoft.com/office/drawing/2014/main" id="{E70BAEC1-A1FF-40F6-8654-5AF9367CB0E9}"/>
                  </a:ext>
                </a:extLst>
              </p:cNvPr>
              <p:cNvSpPr/>
              <p:nvPr/>
            </p:nvSpPr>
            <p:spPr>
              <a:xfrm>
                <a:off x="4105274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0" name="rc561">
                <a:extLst>
                  <a:ext uri="{FF2B5EF4-FFF2-40B4-BE49-F238E27FC236}">
                    <a16:creationId xmlns:a16="http://schemas.microsoft.com/office/drawing/2014/main" id="{B9788602-686B-4D8F-86CA-98BF3E4707B7}"/>
                  </a:ext>
                </a:extLst>
              </p:cNvPr>
              <p:cNvSpPr/>
              <p:nvPr/>
            </p:nvSpPr>
            <p:spPr>
              <a:xfrm>
                <a:off x="4105274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1" name="rc562">
                <a:extLst>
                  <a:ext uri="{FF2B5EF4-FFF2-40B4-BE49-F238E27FC236}">
                    <a16:creationId xmlns:a16="http://schemas.microsoft.com/office/drawing/2014/main" id="{F1A3CF8A-BA29-4DA7-905F-9E62913587A0}"/>
                  </a:ext>
                </a:extLst>
              </p:cNvPr>
              <p:cNvSpPr/>
              <p:nvPr/>
            </p:nvSpPr>
            <p:spPr>
              <a:xfrm>
                <a:off x="4105274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2" name="rc563">
                <a:extLst>
                  <a:ext uri="{FF2B5EF4-FFF2-40B4-BE49-F238E27FC236}">
                    <a16:creationId xmlns:a16="http://schemas.microsoft.com/office/drawing/2014/main" id="{9ED77266-71F2-4AEA-B6C0-F7901B52BF1B}"/>
                  </a:ext>
                </a:extLst>
              </p:cNvPr>
              <p:cNvSpPr/>
              <p:nvPr/>
            </p:nvSpPr>
            <p:spPr>
              <a:xfrm>
                <a:off x="4105274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3" name="rc564">
                <a:extLst>
                  <a:ext uri="{FF2B5EF4-FFF2-40B4-BE49-F238E27FC236}">
                    <a16:creationId xmlns:a16="http://schemas.microsoft.com/office/drawing/2014/main" id="{9A343995-B9F8-432D-8C85-B51EAE430510}"/>
                  </a:ext>
                </a:extLst>
              </p:cNvPr>
              <p:cNvSpPr/>
              <p:nvPr/>
            </p:nvSpPr>
            <p:spPr>
              <a:xfrm>
                <a:off x="4105274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4" name="rc565">
                <a:extLst>
                  <a:ext uri="{FF2B5EF4-FFF2-40B4-BE49-F238E27FC236}">
                    <a16:creationId xmlns:a16="http://schemas.microsoft.com/office/drawing/2014/main" id="{52AC35BA-4D53-401B-B9B6-247BBD6D2BCB}"/>
                  </a:ext>
                </a:extLst>
              </p:cNvPr>
              <p:cNvSpPr/>
              <p:nvPr/>
            </p:nvSpPr>
            <p:spPr>
              <a:xfrm>
                <a:off x="4105274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5" name="rc566">
                <a:extLst>
                  <a:ext uri="{FF2B5EF4-FFF2-40B4-BE49-F238E27FC236}">
                    <a16:creationId xmlns:a16="http://schemas.microsoft.com/office/drawing/2014/main" id="{26A1F38B-15CE-4AF4-9B37-15DCE49D2E90}"/>
                  </a:ext>
                </a:extLst>
              </p:cNvPr>
              <p:cNvSpPr/>
              <p:nvPr/>
            </p:nvSpPr>
            <p:spPr>
              <a:xfrm>
                <a:off x="4105274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6" name="rc567">
                <a:extLst>
                  <a:ext uri="{FF2B5EF4-FFF2-40B4-BE49-F238E27FC236}">
                    <a16:creationId xmlns:a16="http://schemas.microsoft.com/office/drawing/2014/main" id="{72A71518-454A-4E5C-8DBE-A7CA628D837F}"/>
                  </a:ext>
                </a:extLst>
              </p:cNvPr>
              <p:cNvSpPr/>
              <p:nvPr/>
            </p:nvSpPr>
            <p:spPr>
              <a:xfrm>
                <a:off x="4105274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7" name="rc568">
                <a:extLst>
                  <a:ext uri="{FF2B5EF4-FFF2-40B4-BE49-F238E27FC236}">
                    <a16:creationId xmlns:a16="http://schemas.microsoft.com/office/drawing/2014/main" id="{069E6EDE-AF70-4595-B97D-ADC56D44DC1C}"/>
                  </a:ext>
                </a:extLst>
              </p:cNvPr>
              <p:cNvSpPr/>
              <p:nvPr/>
            </p:nvSpPr>
            <p:spPr>
              <a:xfrm>
                <a:off x="4105274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8" name="rc569">
                <a:extLst>
                  <a:ext uri="{FF2B5EF4-FFF2-40B4-BE49-F238E27FC236}">
                    <a16:creationId xmlns:a16="http://schemas.microsoft.com/office/drawing/2014/main" id="{8C4CA0FB-8524-4140-826C-70726E7303B4}"/>
                  </a:ext>
                </a:extLst>
              </p:cNvPr>
              <p:cNvSpPr/>
              <p:nvPr/>
            </p:nvSpPr>
            <p:spPr>
              <a:xfrm>
                <a:off x="4105274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9" name="rc570">
                <a:extLst>
                  <a:ext uri="{FF2B5EF4-FFF2-40B4-BE49-F238E27FC236}">
                    <a16:creationId xmlns:a16="http://schemas.microsoft.com/office/drawing/2014/main" id="{84099EF9-3F50-419C-86F2-55E1F4D7CD41}"/>
                  </a:ext>
                </a:extLst>
              </p:cNvPr>
              <p:cNvSpPr/>
              <p:nvPr/>
            </p:nvSpPr>
            <p:spPr>
              <a:xfrm>
                <a:off x="4105274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0" name="rc571">
                <a:extLst>
                  <a:ext uri="{FF2B5EF4-FFF2-40B4-BE49-F238E27FC236}">
                    <a16:creationId xmlns:a16="http://schemas.microsoft.com/office/drawing/2014/main" id="{A8107D89-7636-40C5-9FF1-C952B27564BC}"/>
                  </a:ext>
                </a:extLst>
              </p:cNvPr>
              <p:cNvSpPr/>
              <p:nvPr/>
            </p:nvSpPr>
            <p:spPr>
              <a:xfrm>
                <a:off x="4105274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1" name="rc572">
                <a:extLst>
                  <a:ext uri="{FF2B5EF4-FFF2-40B4-BE49-F238E27FC236}">
                    <a16:creationId xmlns:a16="http://schemas.microsoft.com/office/drawing/2014/main" id="{2BED8145-319C-415E-A3BE-43541A590663}"/>
                  </a:ext>
                </a:extLst>
              </p:cNvPr>
              <p:cNvSpPr/>
              <p:nvPr/>
            </p:nvSpPr>
            <p:spPr>
              <a:xfrm>
                <a:off x="4105274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2" name="rc573">
                <a:extLst>
                  <a:ext uri="{FF2B5EF4-FFF2-40B4-BE49-F238E27FC236}">
                    <a16:creationId xmlns:a16="http://schemas.microsoft.com/office/drawing/2014/main" id="{BBE94819-DC9C-4A7C-80FD-30744A76C813}"/>
                  </a:ext>
                </a:extLst>
              </p:cNvPr>
              <p:cNvSpPr/>
              <p:nvPr/>
            </p:nvSpPr>
            <p:spPr>
              <a:xfrm>
                <a:off x="4105274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3" name="rc574">
                <a:extLst>
                  <a:ext uri="{FF2B5EF4-FFF2-40B4-BE49-F238E27FC236}">
                    <a16:creationId xmlns:a16="http://schemas.microsoft.com/office/drawing/2014/main" id="{0D748F5D-8FB8-4555-BA02-93406E2DF8E1}"/>
                  </a:ext>
                </a:extLst>
              </p:cNvPr>
              <p:cNvSpPr/>
              <p:nvPr/>
            </p:nvSpPr>
            <p:spPr>
              <a:xfrm>
                <a:off x="4105274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4" name="rc575">
                <a:extLst>
                  <a:ext uri="{FF2B5EF4-FFF2-40B4-BE49-F238E27FC236}">
                    <a16:creationId xmlns:a16="http://schemas.microsoft.com/office/drawing/2014/main" id="{564E91F8-4D03-46C1-98D3-082527E8C232}"/>
                  </a:ext>
                </a:extLst>
              </p:cNvPr>
              <p:cNvSpPr/>
              <p:nvPr/>
            </p:nvSpPr>
            <p:spPr>
              <a:xfrm>
                <a:off x="4105274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5" name="rc576">
                <a:extLst>
                  <a:ext uri="{FF2B5EF4-FFF2-40B4-BE49-F238E27FC236}">
                    <a16:creationId xmlns:a16="http://schemas.microsoft.com/office/drawing/2014/main" id="{AFBA76CD-E355-4630-A8A1-3FFCF863A573}"/>
                  </a:ext>
                </a:extLst>
              </p:cNvPr>
              <p:cNvSpPr/>
              <p:nvPr/>
            </p:nvSpPr>
            <p:spPr>
              <a:xfrm>
                <a:off x="4105274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6" name="rc577">
                <a:extLst>
                  <a:ext uri="{FF2B5EF4-FFF2-40B4-BE49-F238E27FC236}">
                    <a16:creationId xmlns:a16="http://schemas.microsoft.com/office/drawing/2014/main" id="{E86E42F4-807D-431D-9446-A5336ADA2BBC}"/>
                  </a:ext>
                </a:extLst>
              </p:cNvPr>
              <p:cNvSpPr/>
              <p:nvPr/>
            </p:nvSpPr>
            <p:spPr>
              <a:xfrm>
                <a:off x="4105274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7" name="rc578">
                <a:extLst>
                  <a:ext uri="{FF2B5EF4-FFF2-40B4-BE49-F238E27FC236}">
                    <a16:creationId xmlns:a16="http://schemas.microsoft.com/office/drawing/2014/main" id="{93FD1FC3-6040-4D8C-87A7-643196CEC26D}"/>
                  </a:ext>
                </a:extLst>
              </p:cNvPr>
              <p:cNvSpPr/>
              <p:nvPr/>
            </p:nvSpPr>
            <p:spPr>
              <a:xfrm>
                <a:off x="4221159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8" name="rc579">
                <a:extLst>
                  <a:ext uri="{FF2B5EF4-FFF2-40B4-BE49-F238E27FC236}">
                    <a16:creationId xmlns:a16="http://schemas.microsoft.com/office/drawing/2014/main" id="{F7741923-CE29-4DE0-B18C-14DB589CBCDD}"/>
                  </a:ext>
                </a:extLst>
              </p:cNvPr>
              <p:cNvSpPr/>
              <p:nvPr/>
            </p:nvSpPr>
            <p:spPr>
              <a:xfrm>
                <a:off x="4221159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9" name="rc580">
                <a:extLst>
                  <a:ext uri="{FF2B5EF4-FFF2-40B4-BE49-F238E27FC236}">
                    <a16:creationId xmlns:a16="http://schemas.microsoft.com/office/drawing/2014/main" id="{26064EA4-B103-4FD0-B7BF-C096221185B5}"/>
                  </a:ext>
                </a:extLst>
              </p:cNvPr>
              <p:cNvSpPr/>
              <p:nvPr/>
            </p:nvSpPr>
            <p:spPr>
              <a:xfrm>
                <a:off x="4221159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0" name="rc581">
                <a:extLst>
                  <a:ext uri="{FF2B5EF4-FFF2-40B4-BE49-F238E27FC236}">
                    <a16:creationId xmlns:a16="http://schemas.microsoft.com/office/drawing/2014/main" id="{BF049E83-886D-4DF9-8FB1-68A0B4FCA8B9}"/>
                  </a:ext>
                </a:extLst>
              </p:cNvPr>
              <p:cNvSpPr/>
              <p:nvPr/>
            </p:nvSpPr>
            <p:spPr>
              <a:xfrm>
                <a:off x="4221159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1" name="rc582">
                <a:extLst>
                  <a:ext uri="{FF2B5EF4-FFF2-40B4-BE49-F238E27FC236}">
                    <a16:creationId xmlns:a16="http://schemas.microsoft.com/office/drawing/2014/main" id="{57FEF301-9FC4-4296-815C-187F9F80E48C}"/>
                  </a:ext>
                </a:extLst>
              </p:cNvPr>
              <p:cNvSpPr/>
              <p:nvPr/>
            </p:nvSpPr>
            <p:spPr>
              <a:xfrm>
                <a:off x="4221159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2" name="rc583">
                <a:extLst>
                  <a:ext uri="{FF2B5EF4-FFF2-40B4-BE49-F238E27FC236}">
                    <a16:creationId xmlns:a16="http://schemas.microsoft.com/office/drawing/2014/main" id="{EFE9804B-D6C4-4013-B134-B30BFFF042AA}"/>
                  </a:ext>
                </a:extLst>
              </p:cNvPr>
              <p:cNvSpPr/>
              <p:nvPr/>
            </p:nvSpPr>
            <p:spPr>
              <a:xfrm>
                <a:off x="4221159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3" name="rc584">
                <a:extLst>
                  <a:ext uri="{FF2B5EF4-FFF2-40B4-BE49-F238E27FC236}">
                    <a16:creationId xmlns:a16="http://schemas.microsoft.com/office/drawing/2014/main" id="{A2A68E6E-C750-450E-955F-D261762A329C}"/>
                  </a:ext>
                </a:extLst>
              </p:cNvPr>
              <p:cNvSpPr/>
              <p:nvPr/>
            </p:nvSpPr>
            <p:spPr>
              <a:xfrm>
                <a:off x="4221159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4" name="rc585">
                <a:extLst>
                  <a:ext uri="{FF2B5EF4-FFF2-40B4-BE49-F238E27FC236}">
                    <a16:creationId xmlns:a16="http://schemas.microsoft.com/office/drawing/2014/main" id="{20343C10-176D-48CE-8AE0-B40E6595C9B8}"/>
                  </a:ext>
                </a:extLst>
              </p:cNvPr>
              <p:cNvSpPr/>
              <p:nvPr/>
            </p:nvSpPr>
            <p:spPr>
              <a:xfrm>
                <a:off x="4221159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5" name="rc586">
                <a:extLst>
                  <a:ext uri="{FF2B5EF4-FFF2-40B4-BE49-F238E27FC236}">
                    <a16:creationId xmlns:a16="http://schemas.microsoft.com/office/drawing/2014/main" id="{0D70EB9C-FA73-49F7-937D-ADE477152E2D}"/>
                  </a:ext>
                </a:extLst>
              </p:cNvPr>
              <p:cNvSpPr/>
              <p:nvPr/>
            </p:nvSpPr>
            <p:spPr>
              <a:xfrm>
                <a:off x="4221159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6" name="rc587">
                <a:extLst>
                  <a:ext uri="{FF2B5EF4-FFF2-40B4-BE49-F238E27FC236}">
                    <a16:creationId xmlns:a16="http://schemas.microsoft.com/office/drawing/2014/main" id="{4723F907-FB62-4FCE-B2C8-1F5110CCE329}"/>
                  </a:ext>
                </a:extLst>
              </p:cNvPr>
              <p:cNvSpPr/>
              <p:nvPr/>
            </p:nvSpPr>
            <p:spPr>
              <a:xfrm>
                <a:off x="4221159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7" name="rc588">
                <a:extLst>
                  <a:ext uri="{FF2B5EF4-FFF2-40B4-BE49-F238E27FC236}">
                    <a16:creationId xmlns:a16="http://schemas.microsoft.com/office/drawing/2014/main" id="{D1D62247-6178-4C7B-B390-75F3CDF07142}"/>
                  </a:ext>
                </a:extLst>
              </p:cNvPr>
              <p:cNvSpPr/>
              <p:nvPr/>
            </p:nvSpPr>
            <p:spPr>
              <a:xfrm>
                <a:off x="4221159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8" name="rc589">
                <a:extLst>
                  <a:ext uri="{FF2B5EF4-FFF2-40B4-BE49-F238E27FC236}">
                    <a16:creationId xmlns:a16="http://schemas.microsoft.com/office/drawing/2014/main" id="{BD4EC04D-5249-4281-88CA-258398698C8F}"/>
                  </a:ext>
                </a:extLst>
              </p:cNvPr>
              <p:cNvSpPr/>
              <p:nvPr/>
            </p:nvSpPr>
            <p:spPr>
              <a:xfrm>
                <a:off x="4221159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9" name="rc590">
                <a:extLst>
                  <a:ext uri="{FF2B5EF4-FFF2-40B4-BE49-F238E27FC236}">
                    <a16:creationId xmlns:a16="http://schemas.microsoft.com/office/drawing/2014/main" id="{60179BCC-DBF5-42F0-B888-89DD6D5F101A}"/>
                  </a:ext>
                </a:extLst>
              </p:cNvPr>
              <p:cNvSpPr/>
              <p:nvPr/>
            </p:nvSpPr>
            <p:spPr>
              <a:xfrm>
                <a:off x="4221159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0" name="rc591">
                <a:extLst>
                  <a:ext uri="{FF2B5EF4-FFF2-40B4-BE49-F238E27FC236}">
                    <a16:creationId xmlns:a16="http://schemas.microsoft.com/office/drawing/2014/main" id="{B866DA65-B498-4FDC-BD46-C11C46D6B880}"/>
                  </a:ext>
                </a:extLst>
              </p:cNvPr>
              <p:cNvSpPr/>
              <p:nvPr/>
            </p:nvSpPr>
            <p:spPr>
              <a:xfrm>
                <a:off x="4221159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1" name="rc592">
                <a:extLst>
                  <a:ext uri="{FF2B5EF4-FFF2-40B4-BE49-F238E27FC236}">
                    <a16:creationId xmlns:a16="http://schemas.microsoft.com/office/drawing/2014/main" id="{1E22CF47-EEF6-49B1-8A91-F7410D5161A2}"/>
                  </a:ext>
                </a:extLst>
              </p:cNvPr>
              <p:cNvSpPr/>
              <p:nvPr/>
            </p:nvSpPr>
            <p:spPr>
              <a:xfrm>
                <a:off x="4221159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2" name="rc593">
                <a:extLst>
                  <a:ext uri="{FF2B5EF4-FFF2-40B4-BE49-F238E27FC236}">
                    <a16:creationId xmlns:a16="http://schemas.microsoft.com/office/drawing/2014/main" id="{44A9D462-081C-4E05-A59D-4B093F51F45D}"/>
                  </a:ext>
                </a:extLst>
              </p:cNvPr>
              <p:cNvSpPr/>
              <p:nvPr/>
            </p:nvSpPr>
            <p:spPr>
              <a:xfrm>
                <a:off x="4221159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3" name="rc594">
                <a:extLst>
                  <a:ext uri="{FF2B5EF4-FFF2-40B4-BE49-F238E27FC236}">
                    <a16:creationId xmlns:a16="http://schemas.microsoft.com/office/drawing/2014/main" id="{9BE181FA-A4F8-4B02-8B63-51C5A527E5BB}"/>
                  </a:ext>
                </a:extLst>
              </p:cNvPr>
              <p:cNvSpPr/>
              <p:nvPr/>
            </p:nvSpPr>
            <p:spPr>
              <a:xfrm>
                <a:off x="4221159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4" name="rc595">
                <a:extLst>
                  <a:ext uri="{FF2B5EF4-FFF2-40B4-BE49-F238E27FC236}">
                    <a16:creationId xmlns:a16="http://schemas.microsoft.com/office/drawing/2014/main" id="{6544F66F-BA5B-49C1-BFF7-73CF55C2A400}"/>
                  </a:ext>
                </a:extLst>
              </p:cNvPr>
              <p:cNvSpPr/>
              <p:nvPr/>
            </p:nvSpPr>
            <p:spPr>
              <a:xfrm>
                <a:off x="4221159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5" name="rc596">
                <a:extLst>
                  <a:ext uri="{FF2B5EF4-FFF2-40B4-BE49-F238E27FC236}">
                    <a16:creationId xmlns:a16="http://schemas.microsoft.com/office/drawing/2014/main" id="{1591FF87-637A-4E73-A70A-DCDEC30C7DDA}"/>
                  </a:ext>
                </a:extLst>
              </p:cNvPr>
              <p:cNvSpPr/>
              <p:nvPr/>
            </p:nvSpPr>
            <p:spPr>
              <a:xfrm>
                <a:off x="4221159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6" name="rc597">
                <a:extLst>
                  <a:ext uri="{FF2B5EF4-FFF2-40B4-BE49-F238E27FC236}">
                    <a16:creationId xmlns:a16="http://schemas.microsoft.com/office/drawing/2014/main" id="{42E7BC0A-0889-4270-8DCD-5A97FF2A17BA}"/>
                  </a:ext>
                </a:extLst>
              </p:cNvPr>
              <p:cNvSpPr/>
              <p:nvPr/>
            </p:nvSpPr>
            <p:spPr>
              <a:xfrm>
                <a:off x="4221159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7" name="rc598">
                <a:extLst>
                  <a:ext uri="{FF2B5EF4-FFF2-40B4-BE49-F238E27FC236}">
                    <a16:creationId xmlns:a16="http://schemas.microsoft.com/office/drawing/2014/main" id="{3A07607A-8144-4D32-A5FB-F6F21C1F2487}"/>
                  </a:ext>
                </a:extLst>
              </p:cNvPr>
              <p:cNvSpPr/>
              <p:nvPr/>
            </p:nvSpPr>
            <p:spPr>
              <a:xfrm>
                <a:off x="4221159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8" name="rc599">
                <a:extLst>
                  <a:ext uri="{FF2B5EF4-FFF2-40B4-BE49-F238E27FC236}">
                    <a16:creationId xmlns:a16="http://schemas.microsoft.com/office/drawing/2014/main" id="{ADA3809A-E918-40EC-8C64-78170A989110}"/>
                  </a:ext>
                </a:extLst>
              </p:cNvPr>
              <p:cNvSpPr/>
              <p:nvPr/>
            </p:nvSpPr>
            <p:spPr>
              <a:xfrm>
                <a:off x="4221159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9" name="rc600">
                <a:extLst>
                  <a:ext uri="{FF2B5EF4-FFF2-40B4-BE49-F238E27FC236}">
                    <a16:creationId xmlns:a16="http://schemas.microsoft.com/office/drawing/2014/main" id="{927C78D5-8CE1-4DE7-8B2F-CF67C70862F8}"/>
                  </a:ext>
                </a:extLst>
              </p:cNvPr>
              <p:cNvSpPr/>
              <p:nvPr/>
            </p:nvSpPr>
            <p:spPr>
              <a:xfrm>
                <a:off x="4221159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0" name="rc601">
                <a:extLst>
                  <a:ext uri="{FF2B5EF4-FFF2-40B4-BE49-F238E27FC236}">
                    <a16:creationId xmlns:a16="http://schemas.microsoft.com/office/drawing/2014/main" id="{88490456-2D4C-4C11-9E86-60D13967645D}"/>
                  </a:ext>
                </a:extLst>
              </p:cNvPr>
              <p:cNvSpPr/>
              <p:nvPr/>
            </p:nvSpPr>
            <p:spPr>
              <a:xfrm>
                <a:off x="4221159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1" name="rc602">
                <a:extLst>
                  <a:ext uri="{FF2B5EF4-FFF2-40B4-BE49-F238E27FC236}">
                    <a16:creationId xmlns:a16="http://schemas.microsoft.com/office/drawing/2014/main" id="{E0797C67-3325-4C55-8607-1D3186F8EB22}"/>
                  </a:ext>
                </a:extLst>
              </p:cNvPr>
              <p:cNvSpPr/>
              <p:nvPr/>
            </p:nvSpPr>
            <p:spPr>
              <a:xfrm>
                <a:off x="4221159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2" name="rc603">
                <a:extLst>
                  <a:ext uri="{FF2B5EF4-FFF2-40B4-BE49-F238E27FC236}">
                    <a16:creationId xmlns:a16="http://schemas.microsoft.com/office/drawing/2014/main" id="{B0773611-0F32-4DD5-8101-F453FF89A416}"/>
                  </a:ext>
                </a:extLst>
              </p:cNvPr>
              <p:cNvSpPr/>
              <p:nvPr/>
            </p:nvSpPr>
            <p:spPr>
              <a:xfrm>
                <a:off x="4221159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3" name="rc604">
                <a:extLst>
                  <a:ext uri="{FF2B5EF4-FFF2-40B4-BE49-F238E27FC236}">
                    <a16:creationId xmlns:a16="http://schemas.microsoft.com/office/drawing/2014/main" id="{6BE25CA8-394E-4C58-A84B-15FB8516FA62}"/>
                  </a:ext>
                </a:extLst>
              </p:cNvPr>
              <p:cNvSpPr/>
              <p:nvPr/>
            </p:nvSpPr>
            <p:spPr>
              <a:xfrm>
                <a:off x="4221159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4" name="rc605">
                <a:extLst>
                  <a:ext uri="{FF2B5EF4-FFF2-40B4-BE49-F238E27FC236}">
                    <a16:creationId xmlns:a16="http://schemas.microsoft.com/office/drawing/2014/main" id="{339D8FD7-B7E0-490C-B192-0612FA8C584A}"/>
                  </a:ext>
                </a:extLst>
              </p:cNvPr>
              <p:cNvSpPr/>
              <p:nvPr/>
            </p:nvSpPr>
            <p:spPr>
              <a:xfrm>
                <a:off x="4221159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5" name="rc606">
                <a:extLst>
                  <a:ext uri="{FF2B5EF4-FFF2-40B4-BE49-F238E27FC236}">
                    <a16:creationId xmlns:a16="http://schemas.microsoft.com/office/drawing/2014/main" id="{0617CDFF-7B8F-4636-B171-B2105D7E9740}"/>
                  </a:ext>
                </a:extLst>
              </p:cNvPr>
              <p:cNvSpPr/>
              <p:nvPr/>
            </p:nvSpPr>
            <p:spPr>
              <a:xfrm>
                <a:off x="4221159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6" name="rc607">
                <a:extLst>
                  <a:ext uri="{FF2B5EF4-FFF2-40B4-BE49-F238E27FC236}">
                    <a16:creationId xmlns:a16="http://schemas.microsoft.com/office/drawing/2014/main" id="{2F5015A2-A9D9-49CC-9ADC-8E8018A4000A}"/>
                  </a:ext>
                </a:extLst>
              </p:cNvPr>
              <p:cNvSpPr/>
              <p:nvPr/>
            </p:nvSpPr>
            <p:spPr>
              <a:xfrm>
                <a:off x="4337044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7" name="rc608">
                <a:extLst>
                  <a:ext uri="{FF2B5EF4-FFF2-40B4-BE49-F238E27FC236}">
                    <a16:creationId xmlns:a16="http://schemas.microsoft.com/office/drawing/2014/main" id="{DC8CE8F4-D362-4913-B001-7990479F9FD4}"/>
                  </a:ext>
                </a:extLst>
              </p:cNvPr>
              <p:cNvSpPr/>
              <p:nvPr/>
            </p:nvSpPr>
            <p:spPr>
              <a:xfrm>
                <a:off x="4337044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8" name="rc609">
                <a:extLst>
                  <a:ext uri="{FF2B5EF4-FFF2-40B4-BE49-F238E27FC236}">
                    <a16:creationId xmlns:a16="http://schemas.microsoft.com/office/drawing/2014/main" id="{FD1773B2-6F3A-4FA2-9462-5D098D86D453}"/>
                  </a:ext>
                </a:extLst>
              </p:cNvPr>
              <p:cNvSpPr/>
              <p:nvPr/>
            </p:nvSpPr>
            <p:spPr>
              <a:xfrm>
                <a:off x="4337044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9" name="rc610">
                <a:extLst>
                  <a:ext uri="{FF2B5EF4-FFF2-40B4-BE49-F238E27FC236}">
                    <a16:creationId xmlns:a16="http://schemas.microsoft.com/office/drawing/2014/main" id="{597E84E1-FE5A-44A8-9BD6-0A452173B366}"/>
                  </a:ext>
                </a:extLst>
              </p:cNvPr>
              <p:cNvSpPr/>
              <p:nvPr/>
            </p:nvSpPr>
            <p:spPr>
              <a:xfrm>
                <a:off x="4337044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0" name="rc611">
                <a:extLst>
                  <a:ext uri="{FF2B5EF4-FFF2-40B4-BE49-F238E27FC236}">
                    <a16:creationId xmlns:a16="http://schemas.microsoft.com/office/drawing/2014/main" id="{C3A7189D-F7B4-4475-AD84-68DE1034E2C6}"/>
                  </a:ext>
                </a:extLst>
              </p:cNvPr>
              <p:cNvSpPr/>
              <p:nvPr/>
            </p:nvSpPr>
            <p:spPr>
              <a:xfrm>
                <a:off x="4337044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1" name="rc612">
                <a:extLst>
                  <a:ext uri="{FF2B5EF4-FFF2-40B4-BE49-F238E27FC236}">
                    <a16:creationId xmlns:a16="http://schemas.microsoft.com/office/drawing/2014/main" id="{C229BE40-7C80-4E38-95D2-198AC1535C47}"/>
                  </a:ext>
                </a:extLst>
              </p:cNvPr>
              <p:cNvSpPr/>
              <p:nvPr/>
            </p:nvSpPr>
            <p:spPr>
              <a:xfrm>
                <a:off x="4337044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2" name="rc613">
                <a:extLst>
                  <a:ext uri="{FF2B5EF4-FFF2-40B4-BE49-F238E27FC236}">
                    <a16:creationId xmlns:a16="http://schemas.microsoft.com/office/drawing/2014/main" id="{ADF22F48-7B89-4A18-885C-FA112EE39FD1}"/>
                  </a:ext>
                </a:extLst>
              </p:cNvPr>
              <p:cNvSpPr/>
              <p:nvPr/>
            </p:nvSpPr>
            <p:spPr>
              <a:xfrm>
                <a:off x="4337044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3" name="rc614">
                <a:extLst>
                  <a:ext uri="{FF2B5EF4-FFF2-40B4-BE49-F238E27FC236}">
                    <a16:creationId xmlns:a16="http://schemas.microsoft.com/office/drawing/2014/main" id="{9EFCE0D1-F419-4AD1-A3F3-D97EC03C07A1}"/>
                  </a:ext>
                </a:extLst>
              </p:cNvPr>
              <p:cNvSpPr/>
              <p:nvPr/>
            </p:nvSpPr>
            <p:spPr>
              <a:xfrm>
                <a:off x="4337044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4" name="rc615">
                <a:extLst>
                  <a:ext uri="{FF2B5EF4-FFF2-40B4-BE49-F238E27FC236}">
                    <a16:creationId xmlns:a16="http://schemas.microsoft.com/office/drawing/2014/main" id="{9CF6ADE2-7FC9-45EA-B195-8364DA138FC3}"/>
                  </a:ext>
                </a:extLst>
              </p:cNvPr>
              <p:cNvSpPr/>
              <p:nvPr/>
            </p:nvSpPr>
            <p:spPr>
              <a:xfrm>
                <a:off x="4337044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5" name="rc616">
                <a:extLst>
                  <a:ext uri="{FF2B5EF4-FFF2-40B4-BE49-F238E27FC236}">
                    <a16:creationId xmlns:a16="http://schemas.microsoft.com/office/drawing/2014/main" id="{A2181D4B-7814-45E8-AEB2-C344B33E4E3C}"/>
                  </a:ext>
                </a:extLst>
              </p:cNvPr>
              <p:cNvSpPr/>
              <p:nvPr/>
            </p:nvSpPr>
            <p:spPr>
              <a:xfrm>
                <a:off x="4337044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6" name="rc617">
                <a:extLst>
                  <a:ext uri="{FF2B5EF4-FFF2-40B4-BE49-F238E27FC236}">
                    <a16:creationId xmlns:a16="http://schemas.microsoft.com/office/drawing/2014/main" id="{A5ACC2AC-75BA-4085-A98C-A3CC9FF8368D}"/>
                  </a:ext>
                </a:extLst>
              </p:cNvPr>
              <p:cNvSpPr/>
              <p:nvPr/>
            </p:nvSpPr>
            <p:spPr>
              <a:xfrm>
                <a:off x="4337044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7" name="rc618">
                <a:extLst>
                  <a:ext uri="{FF2B5EF4-FFF2-40B4-BE49-F238E27FC236}">
                    <a16:creationId xmlns:a16="http://schemas.microsoft.com/office/drawing/2014/main" id="{F3AFA31D-DBA9-40F5-ADEE-EF5FF5DCE0B0}"/>
                  </a:ext>
                </a:extLst>
              </p:cNvPr>
              <p:cNvSpPr/>
              <p:nvPr/>
            </p:nvSpPr>
            <p:spPr>
              <a:xfrm>
                <a:off x="4337044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8" name="rc619">
                <a:extLst>
                  <a:ext uri="{FF2B5EF4-FFF2-40B4-BE49-F238E27FC236}">
                    <a16:creationId xmlns:a16="http://schemas.microsoft.com/office/drawing/2014/main" id="{3236A3F6-F219-4EA9-BFD8-7F35E5EC366F}"/>
                  </a:ext>
                </a:extLst>
              </p:cNvPr>
              <p:cNvSpPr/>
              <p:nvPr/>
            </p:nvSpPr>
            <p:spPr>
              <a:xfrm>
                <a:off x="4337044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9" name="rc620">
                <a:extLst>
                  <a:ext uri="{FF2B5EF4-FFF2-40B4-BE49-F238E27FC236}">
                    <a16:creationId xmlns:a16="http://schemas.microsoft.com/office/drawing/2014/main" id="{D9B0E46D-DFCC-4E79-847D-D2EB78CD48F9}"/>
                  </a:ext>
                </a:extLst>
              </p:cNvPr>
              <p:cNvSpPr/>
              <p:nvPr/>
            </p:nvSpPr>
            <p:spPr>
              <a:xfrm>
                <a:off x="4337044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0" name="rc621">
                <a:extLst>
                  <a:ext uri="{FF2B5EF4-FFF2-40B4-BE49-F238E27FC236}">
                    <a16:creationId xmlns:a16="http://schemas.microsoft.com/office/drawing/2014/main" id="{C1AB425D-6A2F-4A52-9C39-2B028DA4672C}"/>
                  </a:ext>
                </a:extLst>
              </p:cNvPr>
              <p:cNvSpPr/>
              <p:nvPr/>
            </p:nvSpPr>
            <p:spPr>
              <a:xfrm>
                <a:off x="4337044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1" name="rc622">
                <a:extLst>
                  <a:ext uri="{FF2B5EF4-FFF2-40B4-BE49-F238E27FC236}">
                    <a16:creationId xmlns:a16="http://schemas.microsoft.com/office/drawing/2014/main" id="{B48F4686-ECC1-4508-AA34-D89F27BC015B}"/>
                  </a:ext>
                </a:extLst>
              </p:cNvPr>
              <p:cNvSpPr/>
              <p:nvPr/>
            </p:nvSpPr>
            <p:spPr>
              <a:xfrm>
                <a:off x="4337044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2" name="rc623">
                <a:extLst>
                  <a:ext uri="{FF2B5EF4-FFF2-40B4-BE49-F238E27FC236}">
                    <a16:creationId xmlns:a16="http://schemas.microsoft.com/office/drawing/2014/main" id="{4BF21A71-6600-4E6C-BF7D-031C8D1906C3}"/>
                  </a:ext>
                </a:extLst>
              </p:cNvPr>
              <p:cNvSpPr/>
              <p:nvPr/>
            </p:nvSpPr>
            <p:spPr>
              <a:xfrm>
                <a:off x="4337044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3" name="rc624">
                <a:extLst>
                  <a:ext uri="{FF2B5EF4-FFF2-40B4-BE49-F238E27FC236}">
                    <a16:creationId xmlns:a16="http://schemas.microsoft.com/office/drawing/2014/main" id="{11B395E6-5F60-45EC-86B3-BEF4BF9B721A}"/>
                  </a:ext>
                </a:extLst>
              </p:cNvPr>
              <p:cNvSpPr/>
              <p:nvPr/>
            </p:nvSpPr>
            <p:spPr>
              <a:xfrm>
                <a:off x="4337044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4" name="rc625">
                <a:extLst>
                  <a:ext uri="{FF2B5EF4-FFF2-40B4-BE49-F238E27FC236}">
                    <a16:creationId xmlns:a16="http://schemas.microsoft.com/office/drawing/2014/main" id="{69275A55-8E40-4699-86C5-EB503C68887D}"/>
                  </a:ext>
                </a:extLst>
              </p:cNvPr>
              <p:cNvSpPr/>
              <p:nvPr/>
            </p:nvSpPr>
            <p:spPr>
              <a:xfrm>
                <a:off x="4337044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5" name="rc626">
                <a:extLst>
                  <a:ext uri="{FF2B5EF4-FFF2-40B4-BE49-F238E27FC236}">
                    <a16:creationId xmlns:a16="http://schemas.microsoft.com/office/drawing/2014/main" id="{F4DED95F-0B4A-4872-81DD-5C1E14BCDB56}"/>
                  </a:ext>
                </a:extLst>
              </p:cNvPr>
              <p:cNvSpPr/>
              <p:nvPr/>
            </p:nvSpPr>
            <p:spPr>
              <a:xfrm>
                <a:off x="4337044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6" name="rc627">
                <a:extLst>
                  <a:ext uri="{FF2B5EF4-FFF2-40B4-BE49-F238E27FC236}">
                    <a16:creationId xmlns:a16="http://schemas.microsoft.com/office/drawing/2014/main" id="{FBEB9666-6EA5-4ACC-8C14-B0B29EEB2C53}"/>
                  </a:ext>
                </a:extLst>
              </p:cNvPr>
              <p:cNvSpPr/>
              <p:nvPr/>
            </p:nvSpPr>
            <p:spPr>
              <a:xfrm>
                <a:off x="4337044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7" name="rc628">
                <a:extLst>
                  <a:ext uri="{FF2B5EF4-FFF2-40B4-BE49-F238E27FC236}">
                    <a16:creationId xmlns:a16="http://schemas.microsoft.com/office/drawing/2014/main" id="{516D89B3-C6FE-48C3-9998-E793CB2A76CD}"/>
                  </a:ext>
                </a:extLst>
              </p:cNvPr>
              <p:cNvSpPr/>
              <p:nvPr/>
            </p:nvSpPr>
            <p:spPr>
              <a:xfrm>
                <a:off x="4337044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8" name="rc629">
                <a:extLst>
                  <a:ext uri="{FF2B5EF4-FFF2-40B4-BE49-F238E27FC236}">
                    <a16:creationId xmlns:a16="http://schemas.microsoft.com/office/drawing/2014/main" id="{297BC571-AB99-4B9E-9064-86C0349D9B4C}"/>
                  </a:ext>
                </a:extLst>
              </p:cNvPr>
              <p:cNvSpPr/>
              <p:nvPr/>
            </p:nvSpPr>
            <p:spPr>
              <a:xfrm>
                <a:off x="4337044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9" name="rc630">
                <a:extLst>
                  <a:ext uri="{FF2B5EF4-FFF2-40B4-BE49-F238E27FC236}">
                    <a16:creationId xmlns:a16="http://schemas.microsoft.com/office/drawing/2014/main" id="{B39C8429-68E8-402E-B18F-09F1AA76E192}"/>
                  </a:ext>
                </a:extLst>
              </p:cNvPr>
              <p:cNvSpPr/>
              <p:nvPr/>
            </p:nvSpPr>
            <p:spPr>
              <a:xfrm>
                <a:off x="4337044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0" name="rc631">
                <a:extLst>
                  <a:ext uri="{FF2B5EF4-FFF2-40B4-BE49-F238E27FC236}">
                    <a16:creationId xmlns:a16="http://schemas.microsoft.com/office/drawing/2014/main" id="{DE19B04C-FEB1-4156-AB6C-708932824B7C}"/>
                  </a:ext>
                </a:extLst>
              </p:cNvPr>
              <p:cNvSpPr/>
              <p:nvPr/>
            </p:nvSpPr>
            <p:spPr>
              <a:xfrm>
                <a:off x="4337044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1" name="rc632">
                <a:extLst>
                  <a:ext uri="{FF2B5EF4-FFF2-40B4-BE49-F238E27FC236}">
                    <a16:creationId xmlns:a16="http://schemas.microsoft.com/office/drawing/2014/main" id="{DF96B725-2420-4D1C-A10B-012F2F333813}"/>
                  </a:ext>
                </a:extLst>
              </p:cNvPr>
              <p:cNvSpPr/>
              <p:nvPr/>
            </p:nvSpPr>
            <p:spPr>
              <a:xfrm>
                <a:off x="4337044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2" name="rc633">
                <a:extLst>
                  <a:ext uri="{FF2B5EF4-FFF2-40B4-BE49-F238E27FC236}">
                    <a16:creationId xmlns:a16="http://schemas.microsoft.com/office/drawing/2014/main" id="{2D21D651-CDAF-4DF6-8FC0-B5C52B94E923}"/>
                  </a:ext>
                </a:extLst>
              </p:cNvPr>
              <p:cNvSpPr/>
              <p:nvPr/>
            </p:nvSpPr>
            <p:spPr>
              <a:xfrm>
                <a:off x="4337044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3" name="rc634">
                <a:extLst>
                  <a:ext uri="{FF2B5EF4-FFF2-40B4-BE49-F238E27FC236}">
                    <a16:creationId xmlns:a16="http://schemas.microsoft.com/office/drawing/2014/main" id="{21AF8B58-F725-4FCC-9C71-92C6FB7D39C6}"/>
                  </a:ext>
                </a:extLst>
              </p:cNvPr>
              <p:cNvSpPr/>
              <p:nvPr/>
            </p:nvSpPr>
            <p:spPr>
              <a:xfrm>
                <a:off x="4337044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4" name="rc635">
                <a:extLst>
                  <a:ext uri="{FF2B5EF4-FFF2-40B4-BE49-F238E27FC236}">
                    <a16:creationId xmlns:a16="http://schemas.microsoft.com/office/drawing/2014/main" id="{22D8D7B9-3B11-40CD-A71C-4EFDD7D0EFCE}"/>
                  </a:ext>
                </a:extLst>
              </p:cNvPr>
              <p:cNvSpPr/>
              <p:nvPr/>
            </p:nvSpPr>
            <p:spPr>
              <a:xfrm>
                <a:off x="4452928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5" name="rc636">
                <a:extLst>
                  <a:ext uri="{FF2B5EF4-FFF2-40B4-BE49-F238E27FC236}">
                    <a16:creationId xmlns:a16="http://schemas.microsoft.com/office/drawing/2014/main" id="{884237B5-7126-4432-AED5-D961B70510B5}"/>
                  </a:ext>
                </a:extLst>
              </p:cNvPr>
              <p:cNvSpPr/>
              <p:nvPr/>
            </p:nvSpPr>
            <p:spPr>
              <a:xfrm>
                <a:off x="4452928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6" name="rc637">
                <a:extLst>
                  <a:ext uri="{FF2B5EF4-FFF2-40B4-BE49-F238E27FC236}">
                    <a16:creationId xmlns:a16="http://schemas.microsoft.com/office/drawing/2014/main" id="{0CE21BA7-3921-4BF4-B02A-FFBD9B8FBA80}"/>
                  </a:ext>
                </a:extLst>
              </p:cNvPr>
              <p:cNvSpPr/>
              <p:nvPr/>
            </p:nvSpPr>
            <p:spPr>
              <a:xfrm>
                <a:off x="4452928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7" name="rc638">
                <a:extLst>
                  <a:ext uri="{FF2B5EF4-FFF2-40B4-BE49-F238E27FC236}">
                    <a16:creationId xmlns:a16="http://schemas.microsoft.com/office/drawing/2014/main" id="{098821F5-5E4D-4796-A64F-9B05A44121E3}"/>
                  </a:ext>
                </a:extLst>
              </p:cNvPr>
              <p:cNvSpPr/>
              <p:nvPr/>
            </p:nvSpPr>
            <p:spPr>
              <a:xfrm>
                <a:off x="4452928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8" name="rc639">
                <a:extLst>
                  <a:ext uri="{FF2B5EF4-FFF2-40B4-BE49-F238E27FC236}">
                    <a16:creationId xmlns:a16="http://schemas.microsoft.com/office/drawing/2014/main" id="{64D7364D-0C7C-44EF-BF94-CA621ADE4BFF}"/>
                  </a:ext>
                </a:extLst>
              </p:cNvPr>
              <p:cNvSpPr/>
              <p:nvPr/>
            </p:nvSpPr>
            <p:spPr>
              <a:xfrm>
                <a:off x="4452928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9" name="rc640">
                <a:extLst>
                  <a:ext uri="{FF2B5EF4-FFF2-40B4-BE49-F238E27FC236}">
                    <a16:creationId xmlns:a16="http://schemas.microsoft.com/office/drawing/2014/main" id="{A258FC29-8D2F-433E-8D95-F35B0451D528}"/>
                  </a:ext>
                </a:extLst>
              </p:cNvPr>
              <p:cNvSpPr/>
              <p:nvPr/>
            </p:nvSpPr>
            <p:spPr>
              <a:xfrm>
                <a:off x="4452928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0" name="rc641">
                <a:extLst>
                  <a:ext uri="{FF2B5EF4-FFF2-40B4-BE49-F238E27FC236}">
                    <a16:creationId xmlns:a16="http://schemas.microsoft.com/office/drawing/2014/main" id="{F634838A-1F10-4A47-94CB-329880D1BBFA}"/>
                  </a:ext>
                </a:extLst>
              </p:cNvPr>
              <p:cNvSpPr/>
              <p:nvPr/>
            </p:nvSpPr>
            <p:spPr>
              <a:xfrm>
                <a:off x="4452928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1" name="rc642">
                <a:extLst>
                  <a:ext uri="{FF2B5EF4-FFF2-40B4-BE49-F238E27FC236}">
                    <a16:creationId xmlns:a16="http://schemas.microsoft.com/office/drawing/2014/main" id="{A2EB2F81-594C-4BB4-A905-5D3BAF48E820}"/>
                  </a:ext>
                </a:extLst>
              </p:cNvPr>
              <p:cNvSpPr/>
              <p:nvPr/>
            </p:nvSpPr>
            <p:spPr>
              <a:xfrm>
                <a:off x="4452928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2" name="rc643">
                <a:extLst>
                  <a:ext uri="{FF2B5EF4-FFF2-40B4-BE49-F238E27FC236}">
                    <a16:creationId xmlns:a16="http://schemas.microsoft.com/office/drawing/2014/main" id="{66FF5AB1-84AE-42D0-AD83-9C547C94DAC4}"/>
                  </a:ext>
                </a:extLst>
              </p:cNvPr>
              <p:cNvSpPr/>
              <p:nvPr/>
            </p:nvSpPr>
            <p:spPr>
              <a:xfrm>
                <a:off x="4452928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3" name="rc644">
                <a:extLst>
                  <a:ext uri="{FF2B5EF4-FFF2-40B4-BE49-F238E27FC236}">
                    <a16:creationId xmlns:a16="http://schemas.microsoft.com/office/drawing/2014/main" id="{24B5AB47-DBBC-4EC1-BB58-240FE5A2C05E}"/>
                  </a:ext>
                </a:extLst>
              </p:cNvPr>
              <p:cNvSpPr/>
              <p:nvPr/>
            </p:nvSpPr>
            <p:spPr>
              <a:xfrm>
                <a:off x="4452928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4" name="rc645">
                <a:extLst>
                  <a:ext uri="{FF2B5EF4-FFF2-40B4-BE49-F238E27FC236}">
                    <a16:creationId xmlns:a16="http://schemas.microsoft.com/office/drawing/2014/main" id="{E1A3C683-EA00-4DAB-826B-82DED6936B58}"/>
                  </a:ext>
                </a:extLst>
              </p:cNvPr>
              <p:cNvSpPr/>
              <p:nvPr/>
            </p:nvSpPr>
            <p:spPr>
              <a:xfrm>
                <a:off x="4452928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5" name="rc646">
                <a:extLst>
                  <a:ext uri="{FF2B5EF4-FFF2-40B4-BE49-F238E27FC236}">
                    <a16:creationId xmlns:a16="http://schemas.microsoft.com/office/drawing/2014/main" id="{D4CC9B25-D085-46F8-96EF-A75DB5D601B0}"/>
                  </a:ext>
                </a:extLst>
              </p:cNvPr>
              <p:cNvSpPr/>
              <p:nvPr/>
            </p:nvSpPr>
            <p:spPr>
              <a:xfrm>
                <a:off x="4452928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6" name="rc647">
                <a:extLst>
                  <a:ext uri="{FF2B5EF4-FFF2-40B4-BE49-F238E27FC236}">
                    <a16:creationId xmlns:a16="http://schemas.microsoft.com/office/drawing/2014/main" id="{235F002B-E10A-4443-8347-3DDDD9201BD1}"/>
                  </a:ext>
                </a:extLst>
              </p:cNvPr>
              <p:cNvSpPr/>
              <p:nvPr/>
            </p:nvSpPr>
            <p:spPr>
              <a:xfrm>
                <a:off x="4452928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7" name="rc648">
                <a:extLst>
                  <a:ext uri="{FF2B5EF4-FFF2-40B4-BE49-F238E27FC236}">
                    <a16:creationId xmlns:a16="http://schemas.microsoft.com/office/drawing/2014/main" id="{877B1A6E-76DA-4A08-AC44-408DE3438B87}"/>
                  </a:ext>
                </a:extLst>
              </p:cNvPr>
              <p:cNvSpPr/>
              <p:nvPr/>
            </p:nvSpPr>
            <p:spPr>
              <a:xfrm>
                <a:off x="4452928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8" name="rc649">
                <a:extLst>
                  <a:ext uri="{FF2B5EF4-FFF2-40B4-BE49-F238E27FC236}">
                    <a16:creationId xmlns:a16="http://schemas.microsoft.com/office/drawing/2014/main" id="{5CAF6C63-5D85-44CC-9B73-D4CC4868316B}"/>
                  </a:ext>
                </a:extLst>
              </p:cNvPr>
              <p:cNvSpPr/>
              <p:nvPr/>
            </p:nvSpPr>
            <p:spPr>
              <a:xfrm>
                <a:off x="4452928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9" name="rc650">
                <a:extLst>
                  <a:ext uri="{FF2B5EF4-FFF2-40B4-BE49-F238E27FC236}">
                    <a16:creationId xmlns:a16="http://schemas.microsoft.com/office/drawing/2014/main" id="{C6AA4953-EFC3-4D61-B5BB-6305E74C2346}"/>
                  </a:ext>
                </a:extLst>
              </p:cNvPr>
              <p:cNvSpPr/>
              <p:nvPr/>
            </p:nvSpPr>
            <p:spPr>
              <a:xfrm>
                <a:off x="4452928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0" name="rc651">
                <a:extLst>
                  <a:ext uri="{FF2B5EF4-FFF2-40B4-BE49-F238E27FC236}">
                    <a16:creationId xmlns:a16="http://schemas.microsoft.com/office/drawing/2014/main" id="{5EA50716-9B73-4235-903F-0C56A2288870}"/>
                  </a:ext>
                </a:extLst>
              </p:cNvPr>
              <p:cNvSpPr/>
              <p:nvPr/>
            </p:nvSpPr>
            <p:spPr>
              <a:xfrm>
                <a:off x="4452928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1" name="rc652">
                <a:extLst>
                  <a:ext uri="{FF2B5EF4-FFF2-40B4-BE49-F238E27FC236}">
                    <a16:creationId xmlns:a16="http://schemas.microsoft.com/office/drawing/2014/main" id="{36BB6452-A163-428E-98DD-38522CBED707}"/>
                  </a:ext>
                </a:extLst>
              </p:cNvPr>
              <p:cNvSpPr/>
              <p:nvPr/>
            </p:nvSpPr>
            <p:spPr>
              <a:xfrm>
                <a:off x="4452928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2" name="rc653">
                <a:extLst>
                  <a:ext uri="{FF2B5EF4-FFF2-40B4-BE49-F238E27FC236}">
                    <a16:creationId xmlns:a16="http://schemas.microsoft.com/office/drawing/2014/main" id="{1F7F3BAF-532A-45A2-A33D-420F5F79E984}"/>
                  </a:ext>
                </a:extLst>
              </p:cNvPr>
              <p:cNvSpPr/>
              <p:nvPr/>
            </p:nvSpPr>
            <p:spPr>
              <a:xfrm>
                <a:off x="4452928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3" name="rc654">
                <a:extLst>
                  <a:ext uri="{FF2B5EF4-FFF2-40B4-BE49-F238E27FC236}">
                    <a16:creationId xmlns:a16="http://schemas.microsoft.com/office/drawing/2014/main" id="{494C9D18-B7A4-47DD-A2BC-C4C805895090}"/>
                  </a:ext>
                </a:extLst>
              </p:cNvPr>
              <p:cNvSpPr/>
              <p:nvPr/>
            </p:nvSpPr>
            <p:spPr>
              <a:xfrm>
                <a:off x="4452928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4" name="rc655">
                <a:extLst>
                  <a:ext uri="{FF2B5EF4-FFF2-40B4-BE49-F238E27FC236}">
                    <a16:creationId xmlns:a16="http://schemas.microsoft.com/office/drawing/2014/main" id="{3E59EAA1-BF5B-4D70-BF5E-7539EAE9455B}"/>
                  </a:ext>
                </a:extLst>
              </p:cNvPr>
              <p:cNvSpPr/>
              <p:nvPr/>
            </p:nvSpPr>
            <p:spPr>
              <a:xfrm>
                <a:off x="4452928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5" name="rc656">
                <a:extLst>
                  <a:ext uri="{FF2B5EF4-FFF2-40B4-BE49-F238E27FC236}">
                    <a16:creationId xmlns:a16="http://schemas.microsoft.com/office/drawing/2014/main" id="{E6ACE84C-D05F-4522-8B57-2D381E2C7DFB}"/>
                  </a:ext>
                </a:extLst>
              </p:cNvPr>
              <p:cNvSpPr/>
              <p:nvPr/>
            </p:nvSpPr>
            <p:spPr>
              <a:xfrm>
                <a:off x="4452928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6" name="rc657">
                <a:extLst>
                  <a:ext uri="{FF2B5EF4-FFF2-40B4-BE49-F238E27FC236}">
                    <a16:creationId xmlns:a16="http://schemas.microsoft.com/office/drawing/2014/main" id="{6E8B5661-201C-401F-A038-8EF4C53D5DBE}"/>
                  </a:ext>
                </a:extLst>
              </p:cNvPr>
              <p:cNvSpPr/>
              <p:nvPr/>
            </p:nvSpPr>
            <p:spPr>
              <a:xfrm>
                <a:off x="4452928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7" name="rc658">
                <a:extLst>
                  <a:ext uri="{FF2B5EF4-FFF2-40B4-BE49-F238E27FC236}">
                    <a16:creationId xmlns:a16="http://schemas.microsoft.com/office/drawing/2014/main" id="{49FEF439-C78A-448B-9F3F-418D75E581BE}"/>
                  </a:ext>
                </a:extLst>
              </p:cNvPr>
              <p:cNvSpPr/>
              <p:nvPr/>
            </p:nvSpPr>
            <p:spPr>
              <a:xfrm>
                <a:off x="4452928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8" name="rc659">
                <a:extLst>
                  <a:ext uri="{FF2B5EF4-FFF2-40B4-BE49-F238E27FC236}">
                    <a16:creationId xmlns:a16="http://schemas.microsoft.com/office/drawing/2014/main" id="{8463E841-5940-474A-866F-091D1A88FCB2}"/>
                  </a:ext>
                </a:extLst>
              </p:cNvPr>
              <p:cNvSpPr/>
              <p:nvPr/>
            </p:nvSpPr>
            <p:spPr>
              <a:xfrm>
                <a:off x="4452928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9" name="rc660">
                <a:extLst>
                  <a:ext uri="{FF2B5EF4-FFF2-40B4-BE49-F238E27FC236}">
                    <a16:creationId xmlns:a16="http://schemas.microsoft.com/office/drawing/2014/main" id="{CD4024F3-033C-45D8-9A6B-5C7A31309C20}"/>
                  </a:ext>
                </a:extLst>
              </p:cNvPr>
              <p:cNvSpPr/>
              <p:nvPr/>
            </p:nvSpPr>
            <p:spPr>
              <a:xfrm>
                <a:off x="4452928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0" name="rc661">
                <a:extLst>
                  <a:ext uri="{FF2B5EF4-FFF2-40B4-BE49-F238E27FC236}">
                    <a16:creationId xmlns:a16="http://schemas.microsoft.com/office/drawing/2014/main" id="{00E75A64-AE71-444B-BDB2-4B7393EF3727}"/>
                  </a:ext>
                </a:extLst>
              </p:cNvPr>
              <p:cNvSpPr/>
              <p:nvPr/>
            </p:nvSpPr>
            <p:spPr>
              <a:xfrm>
                <a:off x="4452928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1" name="rc662">
                <a:extLst>
                  <a:ext uri="{FF2B5EF4-FFF2-40B4-BE49-F238E27FC236}">
                    <a16:creationId xmlns:a16="http://schemas.microsoft.com/office/drawing/2014/main" id="{0471BFBF-4B42-4730-BEBD-A31A256EBCDA}"/>
                  </a:ext>
                </a:extLst>
              </p:cNvPr>
              <p:cNvSpPr/>
              <p:nvPr/>
            </p:nvSpPr>
            <p:spPr>
              <a:xfrm>
                <a:off x="4568813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2" name="rc663">
                <a:extLst>
                  <a:ext uri="{FF2B5EF4-FFF2-40B4-BE49-F238E27FC236}">
                    <a16:creationId xmlns:a16="http://schemas.microsoft.com/office/drawing/2014/main" id="{36F4999A-08A6-4FAC-9411-77D14BE357F4}"/>
                  </a:ext>
                </a:extLst>
              </p:cNvPr>
              <p:cNvSpPr/>
              <p:nvPr/>
            </p:nvSpPr>
            <p:spPr>
              <a:xfrm>
                <a:off x="4568813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3" name="rc664">
                <a:extLst>
                  <a:ext uri="{FF2B5EF4-FFF2-40B4-BE49-F238E27FC236}">
                    <a16:creationId xmlns:a16="http://schemas.microsoft.com/office/drawing/2014/main" id="{88BF9E00-0494-4D04-910C-C8AEE7F31F13}"/>
                  </a:ext>
                </a:extLst>
              </p:cNvPr>
              <p:cNvSpPr/>
              <p:nvPr/>
            </p:nvSpPr>
            <p:spPr>
              <a:xfrm>
                <a:off x="4568813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4" name="rc665">
                <a:extLst>
                  <a:ext uri="{FF2B5EF4-FFF2-40B4-BE49-F238E27FC236}">
                    <a16:creationId xmlns:a16="http://schemas.microsoft.com/office/drawing/2014/main" id="{96FE45E5-FCB9-4B6C-8C15-4A456FCB912C}"/>
                  </a:ext>
                </a:extLst>
              </p:cNvPr>
              <p:cNvSpPr/>
              <p:nvPr/>
            </p:nvSpPr>
            <p:spPr>
              <a:xfrm>
                <a:off x="4568813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5" name="rc666">
                <a:extLst>
                  <a:ext uri="{FF2B5EF4-FFF2-40B4-BE49-F238E27FC236}">
                    <a16:creationId xmlns:a16="http://schemas.microsoft.com/office/drawing/2014/main" id="{3EA8F45B-5A8C-4D37-BCE6-1C99F6179FB4}"/>
                  </a:ext>
                </a:extLst>
              </p:cNvPr>
              <p:cNvSpPr/>
              <p:nvPr/>
            </p:nvSpPr>
            <p:spPr>
              <a:xfrm>
                <a:off x="4568813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6" name="rc667">
                <a:extLst>
                  <a:ext uri="{FF2B5EF4-FFF2-40B4-BE49-F238E27FC236}">
                    <a16:creationId xmlns:a16="http://schemas.microsoft.com/office/drawing/2014/main" id="{3E6FA350-E464-4F42-8098-767D16151D05}"/>
                  </a:ext>
                </a:extLst>
              </p:cNvPr>
              <p:cNvSpPr/>
              <p:nvPr/>
            </p:nvSpPr>
            <p:spPr>
              <a:xfrm>
                <a:off x="4568813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7" name="rc668">
                <a:extLst>
                  <a:ext uri="{FF2B5EF4-FFF2-40B4-BE49-F238E27FC236}">
                    <a16:creationId xmlns:a16="http://schemas.microsoft.com/office/drawing/2014/main" id="{F46CAB57-1747-4ABC-9CD5-632D6B66C5F2}"/>
                  </a:ext>
                </a:extLst>
              </p:cNvPr>
              <p:cNvSpPr/>
              <p:nvPr/>
            </p:nvSpPr>
            <p:spPr>
              <a:xfrm>
                <a:off x="4568813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8" name="rc669">
                <a:extLst>
                  <a:ext uri="{FF2B5EF4-FFF2-40B4-BE49-F238E27FC236}">
                    <a16:creationId xmlns:a16="http://schemas.microsoft.com/office/drawing/2014/main" id="{FA3EB338-B7DC-4315-B62B-60B6A6729C63}"/>
                  </a:ext>
                </a:extLst>
              </p:cNvPr>
              <p:cNvSpPr/>
              <p:nvPr/>
            </p:nvSpPr>
            <p:spPr>
              <a:xfrm>
                <a:off x="4568813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9" name="rc670">
                <a:extLst>
                  <a:ext uri="{FF2B5EF4-FFF2-40B4-BE49-F238E27FC236}">
                    <a16:creationId xmlns:a16="http://schemas.microsoft.com/office/drawing/2014/main" id="{75D2D2BC-F5F6-4425-BA01-0526449D65CF}"/>
                  </a:ext>
                </a:extLst>
              </p:cNvPr>
              <p:cNvSpPr/>
              <p:nvPr/>
            </p:nvSpPr>
            <p:spPr>
              <a:xfrm>
                <a:off x="4568813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0" name="rc671">
                <a:extLst>
                  <a:ext uri="{FF2B5EF4-FFF2-40B4-BE49-F238E27FC236}">
                    <a16:creationId xmlns:a16="http://schemas.microsoft.com/office/drawing/2014/main" id="{40618760-D70A-479C-9EAB-7925D47B177F}"/>
                  </a:ext>
                </a:extLst>
              </p:cNvPr>
              <p:cNvSpPr/>
              <p:nvPr/>
            </p:nvSpPr>
            <p:spPr>
              <a:xfrm>
                <a:off x="4568813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1" name="rc672">
                <a:extLst>
                  <a:ext uri="{FF2B5EF4-FFF2-40B4-BE49-F238E27FC236}">
                    <a16:creationId xmlns:a16="http://schemas.microsoft.com/office/drawing/2014/main" id="{5C134B1A-37AB-49B3-94E3-662C5AD578A8}"/>
                  </a:ext>
                </a:extLst>
              </p:cNvPr>
              <p:cNvSpPr/>
              <p:nvPr/>
            </p:nvSpPr>
            <p:spPr>
              <a:xfrm>
                <a:off x="4568813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2" name="rc673">
                <a:extLst>
                  <a:ext uri="{FF2B5EF4-FFF2-40B4-BE49-F238E27FC236}">
                    <a16:creationId xmlns:a16="http://schemas.microsoft.com/office/drawing/2014/main" id="{781560D9-DD0F-4351-BD41-2104173F45FB}"/>
                  </a:ext>
                </a:extLst>
              </p:cNvPr>
              <p:cNvSpPr/>
              <p:nvPr/>
            </p:nvSpPr>
            <p:spPr>
              <a:xfrm>
                <a:off x="4568813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3" name="rc674">
                <a:extLst>
                  <a:ext uri="{FF2B5EF4-FFF2-40B4-BE49-F238E27FC236}">
                    <a16:creationId xmlns:a16="http://schemas.microsoft.com/office/drawing/2014/main" id="{EA87306D-86C5-4D0C-9F86-F8B74A5E96D4}"/>
                  </a:ext>
                </a:extLst>
              </p:cNvPr>
              <p:cNvSpPr/>
              <p:nvPr/>
            </p:nvSpPr>
            <p:spPr>
              <a:xfrm>
                <a:off x="4568813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4" name="rc675">
                <a:extLst>
                  <a:ext uri="{FF2B5EF4-FFF2-40B4-BE49-F238E27FC236}">
                    <a16:creationId xmlns:a16="http://schemas.microsoft.com/office/drawing/2014/main" id="{02ADFB7C-D3F5-4A82-994B-1FE10C2BEB9E}"/>
                  </a:ext>
                </a:extLst>
              </p:cNvPr>
              <p:cNvSpPr/>
              <p:nvPr/>
            </p:nvSpPr>
            <p:spPr>
              <a:xfrm>
                <a:off x="4568813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5" name="rc676">
                <a:extLst>
                  <a:ext uri="{FF2B5EF4-FFF2-40B4-BE49-F238E27FC236}">
                    <a16:creationId xmlns:a16="http://schemas.microsoft.com/office/drawing/2014/main" id="{DD203B01-D1D0-4C41-90CB-83D73BC1CEE1}"/>
                  </a:ext>
                </a:extLst>
              </p:cNvPr>
              <p:cNvSpPr/>
              <p:nvPr/>
            </p:nvSpPr>
            <p:spPr>
              <a:xfrm>
                <a:off x="4568813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6" name="rc677">
                <a:extLst>
                  <a:ext uri="{FF2B5EF4-FFF2-40B4-BE49-F238E27FC236}">
                    <a16:creationId xmlns:a16="http://schemas.microsoft.com/office/drawing/2014/main" id="{DC76204B-817C-4D68-B575-B0806F73DEF5}"/>
                  </a:ext>
                </a:extLst>
              </p:cNvPr>
              <p:cNvSpPr/>
              <p:nvPr/>
            </p:nvSpPr>
            <p:spPr>
              <a:xfrm>
                <a:off x="4568813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7" name="rc678">
                <a:extLst>
                  <a:ext uri="{FF2B5EF4-FFF2-40B4-BE49-F238E27FC236}">
                    <a16:creationId xmlns:a16="http://schemas.microsoft.com/office/drawing/2014/main" id="{50DA462B-2947-4068-8348-CB0D998B4BC5}"/>
                  </a:ext>
                </a:extLst>
              </p:cNvPr>
              <p:cNvSpPr/>
              <p:nvPr/>
            </p:nvSpPr>
            <p:spPr>
              <a:xfrm>
                <a:off x="4568813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8" name="rc679">
                <a:extLst>
                  <a:ext uri="{FF2B5EF4-FFF2-40B4-BE49-F238E27FC236}">
                    <a16:creationId xmlns:a16="http://schemas.microsoft.com/office/drawing/2014/main" id="{BCDCA7CA-1811-4445-A390-CFEB157AC178}"/>
                  </a:ext>
                </a:extLst>
              </p:cNvPr>
              <p:cNvSpPr/>
              <p:nvPr/>
            </p:nvSpPr>
            <p:spPr>
              <a:xfrm>
                <a:off x="4568813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9" name="rc680">
                <a:extLst>
                  <a:ext uri="{FF2B5EF4-FFF2-40B4-BE49-F238E27FC236}">
                    <a16:creationId xmlns:a16="http://schemas.microsoft.com/office/drawing/2014/main" id="{AA6CFF28-E899-43A5-A738-B8CB42CF3AD4}"/>
                  </a:ext>
                </a:extLst>
              </p:cNvPr>
              <p:cNvSpPr/>
              <p:nvPr/>
            </p:nvSpPr>
            <p:spPr>
              <a:xfrm>
                <a:off x="4568813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0" name="rc681">
                <a:extLst>
                  <a:ext uri="{FF2B5EF4-FFF2-40B4-BE49-F238E27FC236}">
                    <a16:creationId xmlns:a16="http://schemas.microsoft.com/office/drawing/2014/main" id="{000BB56D-483E-410E-A976-38022D3DF5B6}"/>
                  </a:ext>
                </a:extLst>
              </p:cNvPr>
              <p:cNvSpPr/>
              <p:nvPr/>
            </p:nvSpPr>
            <p:spPr>
              <a:xfrm>
                <a:off x="4568813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1" name="rc682">
                <a:extLst>
                  <a:ext uri="{FF2B5EF4-FFF2-40B4-BE49-F238E27FC236}">
                    <a16:creationId xmlns:a16="http://schemas.microsoft.com/office/drawing/2014/main" id="{6F2525D1-478E-4699-8073-E837ADA3DA34}"/>
                  </a:ext>
                </a:extLst>
              </p:cNvPr>
              <p:cNvSpPr/>
              <p:nvPr/>
            </p:nvSpPr>
            <p:spPr>
              <a:xfrm>
                <a:off x="4568813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2" name="rc683">
                <a:extLst>
                  <a:ext uri="{FF2B5EF4-FFF2-40B4-BE49-F238E27FC236}">
                    <a16:creationId xmlns:a16="http://schemas.microsoft.com/office/drawing/2014/main" id="{08AA4BC4-9C91-4057-8B8F-75EBC2F859F2}"/>
                  </a:ext>
                </a:extLst>
              </p:cNvPr>
              <p:cNvSpPr/>
              <p:nvPr/>
            </p:nvSpPr>
            <p:spPr>
              <a:xfrm>
                <a:off x="4568813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3" name="rc684">
                <a:extLst>
                  <a:ext uri="{FF2B5EF4-FFF2-40B4-BE49-F238E27FC236}">
                    <a16:creationId xmlns:a16="http://schemas.microsoft.com/office/drawing/2014/main" id="{41293711-E25C-4B54-B28B-79BFD31B9D80}"/>
                  </a:ext>
                </a:extLst>
              </p:cNvPr>
              <p:cNvSpPr/>
              <p:nvPr/>
            </p:nvSpPr>
            <p:spPr>
              <a:xfrm>
                <a:off x="4568813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4" name="rc685">
                <a:extLst>
                  <a:ext uri="{FF2B5EF4-FFF2-40B4-BE49-F238E27FC236}">
                    <a16:creationId xmlns:a16="http://schemas.microsoft.com/office/drawing/2014/main" id="{8C0A4BB9-54E5-425D-839F-6B6660694A36}"/>
                  </a:ext>
                </a:extLst>
              </p:cNvPr>
              <p:cNvSpPr/>
              <p:nvPr/>
            </p:nvSpPr>
            <p:spPr>
              <a:xfrm>
                <a:off x="4568813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5" name="rc686">
                <a:extLst>
                  <a:ext uri="{FF2B5EF4-FFF2-40B4-BE49-F238E27FC236}">
                    <a16:creationId xmlns:a16="http://schemas.microsoft.com/office/drawing/2014/main" id="{452A5342-74B1-4725-AAF6-E8BF312B880C}"/>
                  </a:ext>
                </a:extLst>
              </p:cNvPr>
              <p:cNvSpPr/>
              <p:nvPr/>
            </p:nvSpPr>
            <p:spPr>
              <a:xfrm>
                <a:off x="4568813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6" name="rc687">
                <a:extLst>
                  <a:ext uri="{FF2B5EF4-FFF2-40B4-BE49-F238E27FC236}">
                    <a16:creationId xmlns:a16="http://schemas.microsoft.com/office/drawing/2014/main" id="{9620C85D-B84A-42D2-A2E8-D47E6EB72808}"/>
                  </a:ext>
                </a:extLst>
              </p:cNvPr>
              <p:cNvSpPr/>
              <p:nvPr/>
            </p:nvSpPr>
            <p:spPr>
              <a:xfrm>
                <a:off x="4568813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7" name="rc688">
                <a:extLst>
                  <a:ext uri="{FF2B5EF4-FFF2-40B4-BE49-F238E27FC236}">
                    <a16:creationId xmlns:a16="http://schemas.microsoft.com/office/drawing/2014/main" id="{68ECF1A5-E4EA-4480-B28C-DCDCEBF6A901}"/>
                  </a:ext>
                </a:extLst>
              </p:cNvPr>
              <p:cNvSpPr/>
              <p:nvPr/>
            </p:nvSpPr>
            <p:spPr>
              <a:xfrm>
                <a:off x="4568813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8" name="rc689">
                <a:extLst>
                  <a:ext uri="{FF2B5EF4-FFF2-40B4-BE49-F238E27FC236}">
                    <a16:creationId xmlns:a16="http://schemas.microsoft.com/office/drawing/2014/main" id="{D30EF0E3-5D9F-4594-A04F-6289BDB45D6C}"/>
                  </a:ext>
                </a:extLst>
              </p:cNvPr>
              <p:cNvSpPr/>
              <p:nvPr/>
            </p:nvSpPr>
            <p:spPr>
              <a:xfrm>
                <a:off x="4568813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9" name="rc690">
                <a:extLst>
                  <a:ext uri="{FF2B5EF4-FFF2-40B4-BE49-F238E27FC236}">
                    <a16:creationId xmlns:a16="http://schemas.microsoft.com/office/drawing/2014/main" id="{A1EE9B1A-0A12-4B93-8880-76BF310B6A68}"/>
                  </a:ext>
                </a:extLst>
              </p:cNvPr>
              <p:cNvSpPr/>
              <p:nvPr/>
            </p:nvSpPr>
            <p:spPr>
              <a:xfrm>
                <a:off x="4568813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0" name="rc691">
                <a:extLst>
                  <a:ext uri="{FF2B5EF4-FFF2-40B4-BE49-F238E27FC236}">
                    <a16:creationId xmlns:a16="http://schemas.microsoft.com/office/drawing/2014/main" id="{2E59F077-347B-498B-8491-CACDD921E216}"/>
                  </a:ext>
                </a:extLst>
              </p:cNvPr>
              <p:cNvSpPr/>
              <p:nvPr/>
            </p:nvSpPr>
            <p:spPr>
              <a:xfrm>
                <a:off x="4684698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1" name="rc692">
                <a:extLst>
                  <a:ext uri="{FF2B5EF4-FFF2-40B4-BE49-F238E27FC236}">
                    <a16:creationId xmlns:a16="http://schemas.microsoft.com/office/drawing/2014/main" id="{DE1F2D2E-9657-4120-8D27-DE2EE62A54B7}"/>
                  </a:ext>
                </a:extLst>
              </p:cNvPr>
              <p:cNvSpPr/>
              <p:nvPr/>
            </p:nvSpPr>
            <p:spPr>
              <a:xfrm>
                <a:off x="4684698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2" name="rc693">
                <a:extLst>
                  <a:ext uri="{FF2B5EF4-FFF2-40B4-BE49-F238E27FC236}">
                    <a16:creationId xmlns:a16="http://schemas.microsoft.com/office/drawing/2014/main" id="{2CAE0029-08AF-470C-8BAE-9D089FEA8128}"/>
                  </a:ext>
                </a:extLst>
              </p:cNvPr>
              <p:cNvSpPr/>
              <p:nvPr/>
            </p:nvSpPr>
            <p:spPr>
              <a:xfrm>
                <a:off x="4684698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3" name="rc694">
                <a:extLst>
                  <a:ext uri="{FF2B5EF4-FFF2-40B4-BE49-F238E27FC236}">
                    <a16:creationId xmlns:a16="http://schemas.microsoft.com/office/drawing/2014/main" id="{53E6574E-4349-405E-B011-30B49E968419}"/>
                  </a:ext>
                </a:extLst>
              </p:cNvPr>
              <p:cNvSpPr/>
              <p:nvPr/>
            </p:nvSpPr>
            <p:spPr>
              <a:xfrm>
                <a:off x="4684698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4" name="rc695">
                <a:extLst>
                  <a:ext uri="{FF2B5EF4-FFF2-40B4-BE49-F238E27FC236}">
                    <a16:creationId xmlns:a16="http://schemas.microsoft.com/office/drawing/2014/main" id="{8DADFFCE-8D2F-4951-A905-0EA315863881}"/>
                  </a:ext>
                </a:extLst>
              </p:cNvPr>
              <p:cNvSpPr/>
              <p:nvPr/>
            </p:nvSpPr>
            <p:spPr>
              <a:xfrm>
                <a:off x="4684698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5" name="rc696">
                <a:extLst>
                  <a:ext uri="{FF2B5EF4-FFF2-40B4-BE49-F238E27FC236}">
                    <a16:creationId xmlns:a16="http://schemas.microsoft.com/office/drawing/2014/main" id="{DF1BA677-B5F1-4E4C-8FA5-91855017A7AA}"/>
                  </a:ext>
                </a:extLst>
              </p:cNvPr>
              <p:cNvSpPr/>
              <p:nvPr/>
            </p:nvSpPr>
            <p:spPr>
              <a:xfrm>
                <a:off x="4684698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6" name="rc697">
                <a:extLst>
                  <a:ext uri="{FF2B5EF4-FFF2-40B4-BE49-F238E27FC236}">
                    <a16:creationId xmlns:a16="http://schemas.microsoft.com/office/drawing/2014/main" id="{76F23A15-C1D0-4ECF-9094-1BAE0AB7E1DF}"/>
                  </a:ext>
                </a:extLst>
              </p:cNvPr>
              <p:cNvSpPr/>
              <p:nvPr/>
            </p:nvSpPr>
            <p:spPr>
              <a:xfrm>
                <a:off x="4684698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7" name="rc698">
                <a:extLst>
                  <a:ext uri="{FF2B5EF4-FFF2-40B4-BE49-F238E27FC236}">
                    <a16:creationId xmlns:a16="http://schemas.microsoft.com/office/drawing/2014/main" id="{472A7714-0BD3-4726-9DDF-EC6A481BFE4C}"/>
                  </a:ext>
                </a:extLst>
              </p:cNvPr>
              <p:cNvSpPr/>
              <p:nvPr/>
            </p:nvSpPr>
            <p:spPr>
              <a:xfrm>
                <a:off x="4684698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8" name="rc699">
                <a:extLst>
                  <a:ext uri="{FF2B5EF4-FFF2-40B4-BE49-F238E27FC236}">
                    <a16:creationId xmlns:a16="http://schemas.microsoft.com/office/drawing/2014/main" id="{014DF663-7592-490E-BC31-897D4AC24C46}"/>
                  </a:ext>
                </a:extLst>
              </p:cNvPr>
              <p:cNvSpPr/>
              <p:nvPr/>
            </p:nvSpPr>
            <p:spPr>
              <a:xfrm>
                <a:off x="4684698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9" name="rc700">
                <a:extLst>
                  <a:ext uri="{FF2B5EF4-FFF2-40B4-BE49-F238E27FC236}">
                    <a16:creationId xmlns:a16="http://schemas.microsoft.com/office/drawing/2014/main" id="{08919B1A-C6A1-47C4-945F-B6BC011A1EA8}"/>
                  </a:ext>
                </a:extLst>
              </p:cNvPr>
              <p:cNvSpPr/>
              <p:nvPr/>
            </p:nvSpPr>
            <p:spPr>
              <a:xfrm>
                <a:off x="4684698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0" name="rc701">
                <a:extLst>
                  <a:ext uri="{FF2B5EF4-FFF2-40B4-BE49-F238E27FC236}">
                    <a16:creationId xmlns:a16="http://schemas.microsoft.com/office/drawing/2014/main" id="{F83D03D9-87C1-411E-90F0-E9AE2E691573}"/>
                  </a:ext>
                </a:extLst>
              </p:cNvPr>
              <p:cNvSpPr/>
              <p:nvPr/>
            </p:nvSpPr>
            <p:spPr>
              <a:xfrm>
                <a:off x="4684698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1" name="rc702">
                <a:extLst>
                  <a:ext uri="{FF2B5EF4-FFF2-40B4-BE49-F238E27FC236}">
                    <a16:creationId xmlns:a16="http://schemas.microsoft.com/office/drawing/2014/main" id="{BB3C6A2E-196C-479C-857E-45B881D14892}"/>
                  </a:ext>
                </a:extLst>
              </p:cNvPr>
              <p:cNvSpPr/>
              <p:nvPr/>
            </p:nvSpPr>
            <p:spPr>
              <a:xfrm>
                <a:off x="4684698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2" name="rc703">
                <a:extLst>
                  <a:ext uri="{FF2B5EF4-FFF2-40B4-BE49-F238E27FC236}">
                    <a16:creationId xmlns:a16="http://schemas.microsoft.com/office/drawing/2014/main" id="{3E5EA01D-6D4D-48C5-9B35-A409FD771674}"/>
                  </a:ext>
                </a:extLst>
              </p:cNvPr>
              <p:cNvSpPr/>
              <p:nvPr/>
            </p:nvSpPr>
            <p:spPr>
              <a:xfrm>
                <a:off x="4684698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3" name="rc704">
                <a:extLst>
                  <a:ext uri="{FF2B5EF4-FFF2-40B4-BE49-F238E27FC236}">
                    <a16:creationId xmlns:a16="http://schemas.microsoft.com/office/drawing/2014/main" id="{01099E4C-F93C-4117-8AB2-50012CADEEEE}"/>
                  </a:ext>
                </a:extLst>
              </p:cNvPr>
              <p:cNvSpPr/>
              <p:nvPr/>
            </p:nvSpPr>
            <p:spPr>
              <a:xfrm>
                <a:off x="4684698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4" name="rc705">
                <a:extLst>
                  <a:ext uri="{FF2B5EF4-FFF2-40B4-BE49-F238E27FC236}">
                    <a16:creationId xmlns:a16="http://schemas.microsoft.com/office/drawing/2014/main" id="{713D0131-1F38-4C2A-BC7A-30BFAA82EE4A}"/>
                  </a:ext>
                </a:extLst>
              </p:cNvPr>
              <p:cNvSpPr/>
              <p:nvPr/>
            </p:nvSpPr>
            <p:spPr>
              <a:xfrm>
                <a:off x="4684698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5" name="rc706">
                <a:extLst>
                  <a:ext uri="{FF2B5EF4-FFF2-40B4-BE49-F238E27FC236}">
                    <a16:creationId xmlns:a16="http://schemas.microsoft.com/office/drawing/2014/main" id="{C892C037-745A-48EB-8096-0D54E8AC3BF0}"/>
                  </a:ext>
                </a:extLst>
              </p:cNvPr>
              <p:cNvSpPr/>
              <p:nvPr/>
            </p:nvSpPr>
            <p:spPr>
              <a:xfrm>
                <a:off x="4684698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6" name="rc707">
                <a:extLst>
                  <a:ext uri="{FF2B5EF4-FFF2-40B4-BE49-F238E27FC236}">
                    <a16:creationId xmlns:a16="http://schemas.microsoft.com/office/drawing/2014/main" id="{D306E78C-EC0F-45CA-938A-4882D7C8C62E}"/>
                  </a:ext>
                </a:extLst>
              </p:cNvPr>
              <p:cNvSpPr/>
              <p:nvPr/>
            </p:nvSpPr>
            <p:spPr>
              <a:xfrm>
                <a:off x="4684698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7" name="rc708">
                <a:extLst>
                  <a:ext uri="{FF2B5EF4-FFF2-40B4-BE49-F238E27FC236}">
                    <a16:creationId xmlns:a16="http://schemas.microsoft.com/office/drawing/2014/main" id="{6E16896E-DF2A-4B18-B877-589A13818FE9}"/>
                  </a:ext>
                </a:extLst>
              </p:cNvPr>
              <p:cNvSpPr/>
              <p:nvPr/>
            </p:nvSpPr>
            <p:spPr>
              <a:xfrm>
                <a:off x="4684698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8" name="rc709">
                <a:extLst>
                  <a:ext uri="{FF2B5EF4-FFF2-40B4-BE49-F238E27FC236}">
                    <a16:creationId xmlns:a16="http://schemas.microsoft.com/office/drawing/2014/main" id="{6A3E33C1-871D-4248-9F66-07DEF1C3B3E2}"/>
                  </a:ext>
                </a:extLst>
              </p:cNvPr>
              <p:cNvSpPr/>
              <p:nvPr/>
            </p:nvSpPr>
            <p:spPr>
              <a:xfrm>
                <a:off x="4684698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9" name="rc710">
                <a:extLst>
                  <a:ext uri="{FF2B5EF4-FFF2-40B4-BE49-F238E27FC236}">
                    <a16:creationId xmlns:a16="http://schemas.microsoft.com/office/drawing/2014/main" id="{831D426A-4868-4D95-889F-AFFAF4261BE3}"/>
                  </a:ext>
                </a:extLst>
              </p:cNvPr>
              <p:cNvSpPr/>
              <p:nvPr/>
            </p:nvSpPr>
            <p:spPr>
              <a:xfrm>
                <a:off x="4684698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0" name="rc711">
                <a:extLst>
                  <a:ext uri="{FF2B5EF4-FFF2-40B4-BE49-F238E27FC236}">
                    <a16:creationId xmlns:a16="http://schemas.microsoft.com/office/drawing/2014/main" id="{C0FABC0B-90AD-4E38-B853-1CA540B05EE1}"/>
                  </a:ext>
                </a:extLst>
              </p:cNvPr>
              <p:cNvSpPr/>
              <p:nvPr/>
            </p:nvSpPr>
            <p:spPr>
              <a:xfrm>
                <a:off x="4684698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1" name="rc712">
                <a:extLst>
                  <a:ext uri="{FF2B5EF4-FFF2-40B4-BE49-F238E27FC236}">
                    <a16:creationId xmlns:a16="http://schemas.microsoft.com/office/drawing/2014/main" id="{1DD50D15-788A-4B52-B3EC-80AF1B4386DD}"/>
                  </a:ext>
                </a:extLst>
              </p:cNvPr>
              <p:cNvSpPr/>
              <p:nvPr/>
            </p:nvSpPr>
            <p:spPr>
              <a:xfrm>
                <a:off x="4684698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2" name="rc713">
                <a:extLst>
                  <a:ext uri="{FF2B5EF4-FFF2-40B4-BE49-F238E27FC236}">
                    <a16:creationId xmlns:a16="http://schemas.microsoft.com/office/drawing/2014/main" id="{5DD5AB56-3F78-4AD4-A80B-131917D58272}"/>
                  </a:ext>
                </a:extLst>
              </p:cNvPr>
              <p:cNvSpPr/>
              <p:nvPr/>
            </p:nvSpPr>
            <p:spPr>
              <a:xfrm>
                <a:off x="4684698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3" name="rc714">
                <a:extLst>
                  <a:ext uri="{FF2B5EF4-FFF2-40B4-BE49-F238E27FC236}">
                    <a16:creationId xmlns:a16="http://schemas.microsoft.com/office/drawing/2014/main" id="{C130A03F-34E9-488B-954E-4B5D48A16C2C}"/>
                  </a:ext>
                </a:extLst>
              </p:cNvPr>
              <p:cNvSpPr/>
              <p:nvPr/>
            </p:nvSpPr>
            <p:spPr>
              <a:xfrm>
                <a:off x="4684698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4" name="rc715">
                <a:extLst>
                  <a:ext uri="{FF2B5EF4-FFF2-40B4-BE49-F238E27FC236}">
                    <a16:creationId xmlns:a16="http://schemas.microsoft.com/office/drawing/2014/main" id="{F2EFBEC0-7AB5-4064-A401-E3B280391B7F}"/>
                  </a:ext>
                </a:extLst>
              </p:cNvPr>
              <p:cNvSpPr/>
              <p:nvPr/>
            </p:nvSpPr>
            <p:spPr>
              <a:xfrm>
                <a:off x="4684698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5" name="rc716">
                <a:extLst>
                  <a:ext uri="{FF2B5EF4-FFF2-40B4-BE49-F238E27FC236}">
                    <a16:creationId xmlns:a16="http://schemas.microsoft.com/office/drawing/2014/main" id="{CE1B63D1-9511-43FB-B094-A709FAEECF36}"/>
                  </a:ext>
                </a:extLst>
              </p:cNvPr>
              <p:cNvSpPr/>
              <p:nvPr/>
            </p:nvSpPr>
            <p:spPr>
              <a:xfrm>
                <a:off x="4684698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6" name="rc717">
                <a:extLst>
                  <a:ext uri="{FF2B5EF4-FFF2-40B4-BE49-F238E27FC236}">
                    <a16:creationId xmlns:a16="http://schemas.microsoft.com/office/drawing/2014/main" id="{41575932-061D-4DDD-9775-B108D4FD7C4B}"/>
                  </a:ext>
                </a:extLst>
              </p:cNvPr>
              <p:cNvSpPr/>
              <p:nvPr/>
            </p:nvSpPr>
            <p:spPr>
              <a:xfrm>
                <a:off x="4684698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7" name="rc718">
                <a:extLst>
                  <a:ext uri="{FF2B5EF4-FFF2-40B4-BE49-F238E27FC236}">
                    <a16:creationId xmlns:a16="http://schemas.microsoft.com/office/drawing/2014/main" id="{AA873D67-8F6D-4129-AEA6-AD85CD56F7D4}"/>
                  </a:ext>
                </a:extLst>
              </p:cNvPr>
              <p:cNvSpPr/>
              <p:nvPr/>
            </p:nvSpPr>
            <p:spPr>
              <a:xfrm>
                <a:off x="4684698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8" name="rc719">
                <a:extLst>
                  <a:ext uri="{FF2B5EF4-FFF2-40B4-BE49-F238E27FC236}">
                    <a16:creationId xmlns:a16="http://schemas.microsoft.com/office/drawing/2014/main" id="{143F6917-B898-415B-BE8E-CF09587B792D}"/>
                  </a:ext>
                </a:extLst>
              </p:cNvPr>
              <p:cNvSpPr/>
              <p:nvPr/>
            </p:nvSpPr>
            <p:spPr>
              <a:xfrm>
                <a:off x="4684698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9" name="rc720">
                <a:extLst>
                  <a:ext uri="{FF2B5EF4-FFF2-40B4-BE49-F238E27FC236}">
                    <a16:creationId xmlns:a16="http://schemas.microsoft.com/office/drawing/2014/main" id="{BBD5144A-0F21-462D-AF40-9F3AD00EF38C}"/>
                  </a:ext>
                </a:extLst>
              </p:cNvPr>
              <p:cNvSpPr/>
              <p:nvPr/>
            </p:nvSpPr>
            <p:spPr>
              <a:xfrm>
                <a:off x="4800583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0" name="rc721">
                <a:extLst>
                  <a:ext uri="{FF2B5EF4-FFF2-40B4-BE49-F238E27FC236}">
                    <a16:creationId xmlns:a16="http://schemas.microsoft.com/office/drawing/2014/main" id="{A721F87A-FE80-4C3F-8F72-222B6FCA2B66}"/>
                  </a:ext>
                </a:extLst>
              </p:cNvPr>
              <p:cNvSpPr/>
              <p:nvPr/>
            </p:nvSpPr>
            <p:spPr>
              <a:xfrm>
                <a:off x="4800583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1" name="rc722">
                <a:extLst>
                  <a:ext uri="{FF2B5EF4-FFF2-40B4-BE49-F238E27FC236}">
                    <a16:creationId xmlns:a16="http://schemas.microsoft.com/office/drawing/2014/main" id="{E74D028C-998F-444B-995C-C3B2D14D1499}"/>
                  </a:ext>
                </a:extLst>
              </p:cNvPr>
              <p:cNvSpPr/>
              <p:nvPr/>
            </p:nvSpPr>
            <p:spPr>
              <a:xfrm>
                <a:off x="4800583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2" name="rc723">
                <a:extLst>
                  <a:ext uri="{FF2B5EF4-FFF2-40B4-BE49-F238E27FC236}">
                    <a16:creationId xmlns:a16="http://schemas.microsoft.com/office/drawing/2014/main" id="{A881AC1E-1F9F-4687-BEA5-197741A8AECC}"/>
                  </a:ext>
                </a:extLst>
              </p:cNvPr>
              <p:cNvSpPr/>
              <p:nvPr/>
            </p:nvSpPr>
            <p:spPr>
              <a:xfrm>
                <a:off x="4800583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3" name="rc724">
                <a:extLst>
                  <a:ext uri="{FF2B5EF4-FFF2-40B4-BE49-F238E27FC236}">
                    <a16:creationId xmlns:a16="http://schemas.microsoft.com/office/drawing/2014/main" id="{5F3BF24E-4D38-4937-943F-2424EBC08E7C}"/>
                  </a:ext>
                </a:extLst>
              </p:cNvPr>
              <p:cNvSpPr/>
              <p:nvPr/>
            </p:nvSpPr>
            <p:spPr>
              <a:xfrm>
                <a:off x="4800583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4" name="rc725">
                <a:extLst>
                  <a:ext uri="{FF2B5EF4-FFF2-40B4-BE49-F238E27FC236}">
                    <a16:creationId xmlns:a16="http://schemas.microsoft.com/office/drawing/2014/main" id="{C8456B8F-43C2-4BCB-B5AC-07463145E67F}"/>
                  </a:ext>
                </a:extLst>
              </p:cNvPr>
              <p:cNvSpPr/>
              <p:nvPr/>
            </p:nvSpPr>
            <p:spPr>
              <a:xfrm>
                <a:off x="4800583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5" name="rc726">
                <a:extLst>
                  <a:ext uri="{FF2B5EF4-FFF2-40B4-BE49-F238E27FC236}">
                    <a16:creationId xmlns:a16="http://schemas.microsoft.com/office/drawing/2014/main" id="{8A7CA94B-9C7D-489B-82F7-820694411C34}"/>
                  </a:ext>
                </a:extLst>
              </p:cNvPr>
              <p:cNvSpPr/>
              <p:nvPr/>
            </p:nvSpPr>
            <p:spPr>
              <a:xfrm>
                <a:off x="4800583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6" name="rc727">
                <a:extLst>
                  <a:ext uri="{FF2B5EF4-FFF2-40B4-BE49-F238E27FC236}">
                    <a16:creationId xmlns:a16="http://schemas.microsoft.com/office/drawing/2014/main" id="{FD7E848C-4049-4922-8CD6-4CDE1F661EC5}"/>
                  </a:ext>
                </a:extLst>
              </p:cNvPr>
              <p:cNvSpPr/>
              <p:nvPr/>
            </p:nvSpPr>
            <p:spPr>
              <a:xfrm>
                <a:off x="4800583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7" name="rc728">
                <a:extLst>
                  <a:ext uri="{FF2B5EF4-FFF2-40B4-BE49-F238E27FC236}">
                    <a16:creationId xmlns:a16="http://schemas.microsoft.com/office/drawing/2014/main" id="{1A95299B-192E-44E9-A020-947995342E97}"/>
                  </a:ext>
                </a:extLst>
              </p:cNvPr>
              <p:cNvSpPr/>
              <p:nvPr/>
            </p:nvSpPr>
            <p:spPr>
              <a:xfrm>
                <a:off x="4800583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8" name="rc729">
                <a:extLst>
                  <a:ext uri="{FF2B5EF4-FFF2-40B4-BE49-F238E27FC236}">
                    <a16:creationId xmlns:a16="http://schemas.microsoft.com/office/drawing/2014/main" id="{343FFC45-E1B0-4291-894E-511CAD156620}"/>
                  </a:ext>
                </a:extLst>
              </p:cNvPr>
              <p:cNvSpPr/>
              <p:nvPr/>
            </p:nvSpPr>
            <p:spPr>
              <a:xfrm>
                <a:off x="4800583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9" name="rc730">
                <a:extLst>
                  <a:ext uri="{FF2B5EF4-FFF2-40B4-BE49-F238E27FC236}">
                    <a16:creationId xmlns:a16="http://schemas.microsoft.com/office/drawing/2014/main" id="{4A61CAA1-34CB-4B10-9940-F9E7C328FC75}"/>
                  </a:ext>
                </a:extLst>
              </p:cNvPr>
              <p:cNvSpPr/>
              <p:nvPr/>
            </p:nvSpPr>
            <p:spPr>
              <a:xfrm>
                <a:off x="4800583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0" name="rc731">
                <a:extLst>
                  <a:ext uri="{FF2B5EF4-FFF2-40B4-BE49-F238E27FC236}">
                    <a16:creationId xmlns:a16="http://schemas.microsoft.com/office/drawing/2014/main" id="{550E03F6-FD85-4307-B97A-9EB2FDD4E089}"/>
                  </a:ext>
                </a:extLst>
              </p:cNvPr>
              <p:cNvSpPr/>
              <p:nvPr/>
            </p:nvSpPr>
            <p:spPr>
              <a:xfrm>
                <a:off x="4800583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1" name="rc732">
                <a:extLst>
                  <a:ext uri="{FF2B5EF4-FFF2-40B4-BE49-F238E27FC236}">
                    <a16:creationId xmlns:a16="http://schemas.microsoft.com/office/drawing/2014/main" id="{205484B0-CAC7-4B36-A47D-8732DD211D90}"/>
                  </a:ext>
                </a:extLst>
              </p:cNvPr>
              <p:cNvSpPr/>
              <p:nvPr/>
            </p:nvSpPr>
            <p:spPr>
              <a:xfrm>
                <a:off x="4800583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2" name="rc733">
                <a:extLst>
                  <a:ext uri="{FF2B5EF4-FFF2-40B4-BE49-F238E27FC236}">
                    <a16:creationId xmlns:a16="http://schemas.microsoft.com/office/drawing/2014/main" id="{A2C1AD19-1BC7-4BCE-9C67-86243EABD9AA}"/>
                  </a:ext>
                </a:extLst>
              </p:cNvPr>
              <p:cNvSpPr/>
              <p:nvPr/>
            </p:nvSpPr>
            <p:spPr>
              <a:xfrm>
                <a:off x="4800583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3" name="rc734">
                <a:extLst>
                  <a:ext uri="{FF2B5EF4-FFF2-40B4-BE49-F238E27FC236}">
                    <a16:creationId xmlns:a16="http://schemas.microsoft.com/office/drawing/2014/main" id="{BDEDB64D-7F8A-4C1E-9E43-2AFC3F1DBFCF}"/>
                  </a:ext>
                </a:extLst>
              </p:cNvPr>
              <p:cNvSpPr/>
              <p:nvPr/>
            </p:nvSpPr>
            <p:spPr>
              <a:xfrm>
                <a:off x="4800583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4" name="rc735">
                <a:extLst>
                  <a:ext uri="{FF2B5EF4-FFF2-40B4-BE49-F238E27FC236}">
                    <a16:creationId xmlns:a16="http://schemas.microsoft.com/office/drawing/2014/main" id="{9FFE0CA7-00FF-4B91-A944-BF4F8EA83E65}"/>
                  </a:ext>
                </a:extLst>
              </p:cNvPr>
              <p:cNvSpPr/>
              <p:nvPr/>
            </p:nvSpPr>
            <p:spPr>
              <a:xfrm>
                <a:off x="4800583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5" name="rc736">
                <a:extLst>
                  <a:ext uri="{FF2B5EF4-FFF2-40B4-BE49-F238E27FC236}">
                    <a16:creationId xmlns:a16="http://schemas.microsoft.com/office/drawing/2014/main" id="{2E316314-9059-423E-9F16-3C14AB0E6789}"/>
                  </a:ext>
                </a:extLst>
              </p:cNvPr>
              <p:cNvSpPr/>
              <p:nvPr/>
            </p:nvSpPr>
            <p:spPr>
              <a:xfrm>
                <a:off x="4800583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6" name="rc737">
                <a:extLst>
                  <a:ext uri="{FF2B5EF4-FFF2-40B4-BE49-F238E27FC236}">
                    <a16:creationId xmlns:a16="http://schemas.microsoft.com/office/drawing/2014/main" id="{1DCB701C-ED48-4C83-BF9E-CF050207508D}"/>
                  </a:ext>
                </a:extLst>
              </p:cNvPr>
              <p:cNvSpPr/>
              <p:nvPr/>
            </p:nvSpPr>
            <p:spPr>
              <a:xfrm>
                <a:off x="4800583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7" name="rc738">
                <a:extLst>
                  <a:ext uri="{FF2B5EF4-FFF2-40B4-BE49-F238E27FC236}">
                    <a16:creationId xmlns:a16="http://schemas.microsoft.com/office/drawing/2014/main" id="{EB6B3E4F-CA79-4863-A765-A00EE71F3A59}"/>
                  </a:ext>
                </a:extLst>
              </p:cNvPr>
              <p:cNvSpPr/>
              <p:nvPr/>
            </p:nvSpPr>
            <p:spPr>
              <a:xfrm>
                <a:off x="4800583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8" name="rc739">
                <a:extLst>
                  <a:ext uri="{FF2B5EF4-FFF2-40B4-BE49-F238E27FC236}">
                    <a16:creationId xmlns:a16="http://schemas.microsoft.com/office/drawing/2014/main" id="{BA2D41C5-402A-48AB-9BC8-AD3BEC7A7126}"/>
                  </a:ext>
                </a:extLst>
              </p:cNvPr>
              <p:cNvSpPr/>
              <p:nvPr/>
            </p:nvSpPr>
            <p:spPr>
              <a:xfrm>
                <a:off x="4800583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9" name="rc740">
                <a:extLst>
                  <a:ext uri="{FF2B5EF4-FFF2-40B4-BE49-F238E27FC236}">
                    <a16:creationId xmlns:a16="http://schemas.microsoft.com/office/drawing/2014/main" id="{4E62577D-A30F-46CA-B857-4FA82B54C8A9}"/>
                  </a:ext>
                </a:extLst>
              </p:cNvPr>
              <p:cNvSpPr/>
              <p:nvPr/>
            </p:nvSpPr>
            <p:spPr>
              <a:xfrm>
                <a:off x="4800583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0" name="rc741">
                <a:extLst>
                  <a:ext uri="{FF2B5EF4-FFF2-40B4-BE49-F238E27FC236}">
                    <a16:creationId xmlns:a16="http://schemas.microsoft.com/office/drawing/2014/main" id="{1D158012-EA34-4532-A3D5-3C53115EBB51}"/>
                  </a:ext>
                </a:extLst>
              </p:cNvPr>
              <p:cNvSpPr/>
              <p:nvPr/>
            </p:nvSpPr>
            <p:spPr>
              <a:xfrm>
                <a:off x="4800583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1" name="rc742">
                <a:extLst>
                  <a:ext uri="{FF2B5EF4-FFF2-40B4-BE49-F238E27FC236}">
                    <a16:creationId xmlns:a16="http://schemas.microsoft.com/office/drawing/2014/main" id="{F8C90F2F-634B-4736-BEB6-7EF16CDD3F63}"/>
                  </a:ext>
                </a:extLst>
              </p:cNvPr>
              <p:cNvSpPr/>
              <p:nvPr/>
            </p:nvSpPr>
            <p:spPr>
              <a:xfrm>
                <a:off x="4800583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2" name="rc743">
                <a:extLst>
                  <a:ext uri="{FF2B5EF4-FFF2-40B4-BE49-F238E27FC236}">
                    <a16:creationId xmlns:a16="http://schemas.microsoft.com/office/drawing/2014/main" id="{449863FF-A125-4EFE-A385-C27F08732D15}"/>
                  </a:ext>
                </a:extLst>
              </p:cNvPr>
              <p:cNvSpPr/>
              <p:nvPr/>
            </p:nvSpPr>
            <p:spPr>
              <a:xfrm>
                <a:off x="4800583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3" name="rc744">
                <a:extLst>
                  <a:ext uri="{FF2B5EF4-FFF2-40B4-BE49-F238E27FC236}">
                    <a16:creationId xmlns:a16="http://schemas.microsoft.com/office/drawing/2014/main" id="{F25012EA-3EE5-4A65-9235-2547B502288E}"/>
                  </a:ext>
                </a:extLst>
              </p:cNvPr>
              <p:cNvSpPr/>
              <p:nvPr/>
            </p:nvSpPr>
            <p:spPr>
              <a:xfrm>
                <a:off x="4800583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4" name="rc745">
                <a:extLst>
                  <a:ext uri="{FF2B5EF4-FFF2-40B4-BE49-F238E27FC236}">
                    <a16:creationId xmlns:a16="http://schemas.microsoft.com/office/drawing/2014/main" id="{F9E49CC3-2AFC-46B7-BDC0-8D566A78FAD5}"/>
                  </a:ext>
                </a:extLst>
              </p:cNvPr>
              <p:cNvSpPr/>
              <p:nvPr/>
            </p:nvSpPr>
            <p:spPr>
              <a:xfrm>
                <a:off x="4800583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5" name="rc746">
                <a:extLst>
                  <a:ext uri="{FF2B5EF4-FFF2-40B4-BE49-F238E27FC236}">
                    <a16:creationId xmlns:a16="http://schemas.microsoft.com/office/drawing/2014/main" id="{D93B524C-D73A-4CB4-9C62-89EB53B23830}"/>
                  </a:ext>
                </a:extLst>
              </p:cNvPr>
              <p:cNvSpPr/>
              <p:nvPr/>
            </p:nvSpPr>
            <p:spPr>
              <a:xfrm>
                <a:off x="4800583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6" name="rc747">
                <a:extLst>
                  <a:ext uri="{FF2B5EF4-FFF2-40B4-BE49-F238E27FC236}">
                    <a16:creationId xmlns:a16="http://schemas.microsoft.com/office/drawing/2014/main" id="{CDFB1043-6403-44D6-87E2-2305A0AD607C}"/>
                  </a:ext>
                </a:extLst>
              </p:cNvPr>
              <p:cNvSpPr/>
              <p:nvPr/>
            </p:nvSpPr>
            <p:spPr>
              <a:xfrm>
                <a:off x="4800583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7" name="rc748">
                <a:extLst>
                  <a:ext uri="{FF2B5EF4-FFF2-40B4-BE49-F238E27FC236}">
                    <a16:creationId xmlns:a16="http://schemas.microsoft.com/office/drawing/2014/main" id="{5638ABAE-6AB0-4630-9626-2715AFD36E74}"/>
                  </a:ext>
                </a:extLst>
              </p:cNvPr>
              <p:cNvSpPr/>
              <p:nvPr/>
            </p:nvSpPr>
            <p:spPr>
              <a:xfrm>
                <a:off x="4800583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8" name="rc749">
                <a:extLst>
                  <a:ext uri="{FF2B5EF4-FFF2-40B4-BE49-F238E27FC236}">
                    <a16:creationId xmlns:a16="http://schemas.microsoft.com/office/drawing/2014/main" id="{56757B8E-CC0C-4E71-9F86-6AD69B5EE729}"/>
                  </a:ext>
                </a:extLst>
              </p:cNvPr>
              <p:cNvSpPr/>
              <p:nvPr/>
            </p:nvSpPr>
            <p:spPr>
              <a:xfrm>
                <a:off x="4916467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9" name="rc750">
                <a:extLst>
                  <a:ext uri="{FF2B5EF4-FFF2-40B4-BE49-F238E27FC236}">
                    <a16:creationId xmlns:a16="http://schemas.microsoft.com/office/drawing/2014/main" id="{8C490D54-46C6-4F62-8912-917E2A98094D}"/>
                  </a:ext>
                </a:extLst>
              </p:cNvPr>
              <p:cNvSpPr/>
              <p:nvPr/>
            </p:nvSpPr>
            <p:spPr>
              <a:xfrm>
                <a:off x="4916467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0" name="rc751">
                <a:extLst>
                  <a:ext uri="{FF2B5EF4-FFF2-40B4-BE49-F238E27FC236}">
                    <a16:creationId xmlns:a16="http://schemas.microsoft.com/office/drawing/2014/main" id="{8C57C2EA-0B41-45BC-B19A-7FF4469ED6B2}"/>
                  </a:ext>
                </a:extLst>
              </p:cNvPr>
              <p:cNvSpPr/>
              <p:nvPr/>
            </p:nvSpPr>
            <p:spPr>
              <a:xfrm>
                <a:off x="4916467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1" name="rc752">
                <a:extLst>
                  <a:ext uri="{FF2B5EF4-FFF2-40B4-BE49-F238E27FC236}">
                    <a16:creationId xmlns:a16="http://schemas.microsoft.com/office/drawing/2014/main" id="{4A367036-C1E6-4E37-98A3-89E173B3A8D1}"/>
                  </a:ext>
                </a:extLst>
              </p:cNvPr>
              <p:cNvSpPr/>
              <p:nvPr/>
            </p:nvSpPr>
            <p:spPr>
              <a:xfrm>
                <a:off x="4916467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2" name="rc753">
                <a:extLst>
                  <a:ext uri="{FF2B5EF4-FFF2-40B4-BE49-F238E27FC236}">
                    <a16:creationId xmlns:a16="http://schemas.microsoft.com/office/drawing/2014/main" id="{F8E1F5EF-CAC0-4B0B-B9DA-32F0BC297628}"/>
                  </a:ext>
                </a:extLst>
              </p:cNvPr>
              <p:cNvSpPr/>
              <p:nvPr/>
            </p:nvSpPr>
            <p:spPr>
              <a:xfrm>
                <a:off x="4916467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3" name="rc754">
                <a:extLst>
                  <a:ext uri="{FF2B5EF4-FFF2-40B4-BE49-F238E27FC236}">
                    <a16:creationId xmlns:a16="http://schemas.microsoft.com/office/drawing/2014/main" id="{95130DCE-2BC4-40E9-AD45-21C439908473}"/>
                  </a:ext>
                </a:extLst>
              </p:cNvPr>
              <p:cNvSpPr/>
              <p:nvPr/>
            </p:nvSpPr>
            <p:spPr>
              <a:xfrm>
                <a:off x="4916467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4" name="rc755">
                <a:extLst>
                  <a:ext uri="{FF2B5EF4-FFF2-40B4-BE49-F238E27FC236}">
                    <a16:creationId xmlns:a16="http://schemas.microsoft.com/office/drawing/2014/main" id="{B274C417-B427-4E48-9E37-1CCB1E09B775}"/>
                  </a:ext>
                </a:extLst>
              </p:cNvPr>
              <p:cNvSpPr/>
              <p:nvPr/>
            </p:nvSpPr>
            <p:spPr>
              <a:xfrm>
                <a:off x="4916467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5" name="rc756">
                <a:extLst>
                  <a:ext uri="{FF2B5EF4-FFF2-40B4-BE49-F238E27FC236}">
                    <a16:creationId xmlns:a16="http://schemas.microsoft.com/office/drawing/2014/main" id="{EB580B21-0F17-45A5-891A-104953C4A0F7}"/>
                  </a:ext>
                </a:extLst>
              </p:cNvPr>
              <p:cNvSpPr/>
              <p:nvPr/>
            </p:nvSpPr>
            <p:spPr>
              <a:xfrm>
                <a:off x="4916467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6" name="rc757">
                <a:extLst>
                  <a:ext uri="{FF2B5EF4-FFF2-40B4-BE49-F238E27FC236}">
                    <a16:creationId xmlns:a16="http://schemas.microsoft.com/office/drawing/2014/main" id="{FB288067-8821-4FB5-8E91-D14375B474EB}"/>
                  </a:ext>
                </a:extLst>
              </p:cNvPr>
              <p:cNvSpPr/>
              <p:nvPr/>
            </p:nvSpPr>
            <p:spPr>
              <a:xfrm>
                <a:off x="4916467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7" name="rc758">
                <a:extLst>
                  <a:ext uri="{FF2B5EF4-FFF2-40B4-BE49-F238E27FC236}">
                    <a16:creationId xmlns:a16="http://schemas.microsoft.com/office/drawing/2014/main" id="{49C2D698-6413-4863-8229-7C55586C0004}"/>
                  </a:ext>
                </a:extLst>
              </p:cNvPr>
              <p:cNvSpPr/>
              <p:nvPr/>
            </p:nvSpPr>
            <p:spPr>
              <a:xfrm>
                <a:off x="4916467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8" name="rc759">
                <a:extLst>
                  <a:ext uri="{FF2B5EF4-FFF2-40B4-BE49-F238E27FC236}">
                    <a16:creationId xmlns:a16="http://schemas.microsoft.com/office/drawing/2014/main" id="{44536F24-EB27-4394-AB7B-AD9F10481028}"/>
                  </a:ext>
                </a:extLst>
              </p:cNvPr>
              <p:cNvSpPr/>
              <p:nvPr/>
            </p:nvSpPr>
            <p:spPr>
              <a:xfrm>
                <a:off x="4916467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9" name="rc760">
                <a:extLst>
                  <a:ext uri="{FF2B5EF4-FFF2-40B4-BE49-F238E27FC236}">
                    <a16:creationId xmlns:a16="http://schemas.microsoft.com/office/drawing/2014/main" id="{B7A98453-EAC0-44B4-86FE-47F1ECA5D950}"/>
                  </a:ext>
                </a:extLst>
              </p:cNvPr>
              <p:cNvSpPr/>
              <p:nvPr/>
            </p:nvSpPr>
            <p:spPr>
              <a:xfrm>
                <a:off x="4916467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0" name="rc761">
                <a:extLst>
                  <a:ext uri="{FF2B5EF4-FFF2-40B4-BE49-F238E27FC236}">
                    <a16:creationId xmlns:a16="http://schemas.microsoft.com/office/drawing/2014/main" id="{B403B35A-2E3E-438D-9CE5-6F3C4F4800E5}"/>
                  </a:ext>
                </a:extLst>
              </p:cNvPr>
              <p:cNvSpPr/>
              <p:nvPr/>
            </p:nvSpPr>
            <p:spPr>
              <a:xfrm>
                <a:off x="4916467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1" name="rc762">
                <a:extLst>
                  <a:ext uri="{FF2B5EF4-FFF2-40B4-BE49-F238E27FC236}">
                    <a16:creationId xmlns:a16="http://schemas.microsoft.com/office/drawing/2014/main" id="{F808FABC-27F2-4E64-A9BD-A7E242460D13}"/>
                  </a:ext>
                </a:extLst>
              </p:cNvPr>
              <p:cNvSpPr/>
              <p:nvPr/>
            </p:nvSpPr>
            <p:spPr>
              <a:xfrm>
                <a:off x="4916467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2" name="rc763">
                <a:extLst>
                  <a:ext uri="{FF2B5EF4-FFF2-40B4-BE49-F238E27FC236}">
                    <a16:creationId xmlns:a16="http://schemas.microsoft.com/office/drawing/2014/main" id="{322EA0D8-956A-4D25-946C-3D7674158EDA}"/>
                  </a:ext>
                </a:extLst>
              </p:cNvPr>
              <p:cNvSpPr/>
              <p:nvPr/>
            </p:nvSpPr>
            <p:spPr>
              <a:xfrm>
                <a:off x="4916467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3" name="rc764">
                <a:extLst>
                  <a:ext uri="{FF2B5EF4-FFF2-40B4-BE49-F238E27FC236}">
                    <a16:creationId xmlns:a16="http://schemas.microsoft.com/office/drawing/2014/main" id="{0DA7EF6A-0F14-48FB-8BDF-39A8D9B63EC9}"/>
                  </a:ext>
                </a:extLst>
              </p:cNvPr>
              <p:cNvSpPr/>
              <p:nvPr/>
            </p:nvSpPr>
            <p:spPr>
              <a:xfrm>
                <a:off x="4916467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4" name="rc765">
                <a:extLst>
                  <a:ext uri="{FF2B5EF4-FFF2-40B4-BE49-F238E27FC236}">
                    <a16:creationId xmlns:a16="http://schemas.microsoft.com/office/drawing/2014/main" id="{AEE01E90-1C59-4551-9C49-C922C30DC550}"/>
                  </a:ext>
                </a:extLst>
              </p:cNvPr>
              <p:cNvSpPr/>
              <p:nvPr/>
            </p:nvSpPr>
            <p:spPr>
              <a:xfrm>
                <a:off x="4916467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5" name="rc766">
                <a:extLst>
                  <a:ext uri="{FF2B5EF4-FFF2-40B4-BE49-F238E27FC236}">
                    <a16:creationId xmlns:a16="http://schemas.microsoft.com/office/drawing/2014/main" id="{CBAEDC9A-9AC3-4CE0-A13F-09F70FA76602}"/>
                  </a:ext>
                </a:extLst>
              </p:cNvPr>
              <p:cNvSpPr/>
              <p:nvPr/>
            </p:nvSpPr>
            <p:spPr>
              <a:xfrm>
                <a:off x="4916467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6" name="rc767">
                <a:extLst>
                  <a:ext uri="{FF2B5EF4-FFF2-40B4-BE49-F238E27FC236}">
                    <a16:creationId xmlns:a16="http://schemas.microsoft.com/office/drawing/2014/main" id="{1DDE35A1-2F15-44D4-AA3F-10323660EAC4}"/>
                  </a:ext>
                </a:extLst>
              </p:cNvPr>
              <p:cNvSpPr/>
              <p:nvPr/>
            </p:nvSpPr>
            <p:spPr>
              <a:xfrm>
                <a:off x="4916467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7" name="rc768">
                <a:extLst>
                  <a:ext uri="{FF2B5EF4-FFF2-40B4-BE49-F238E27FC236}">
                    <a16:creationId xmlns:a16="http://schemas.microsoft.com/office/drawing/2014/main" id="{E8BF5150-D1CE-4F47-82D1-CB9A5AB4DEE3}"/>
                  </a:ext>
                </a:extLst>
              </p:cNvPr>
              <p:cNvSpPr/>
              <p:nvPr/>
            </p:nvSpPr>
            <p:spPr>
              <a:xfrm>
                <a:off x="4916467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8" name="rc769">
                <a:extLst>
                  <a:ext uri="{FF2B5EF4-FFF2-40B4-BE49-F238E27FC236}">
                    <a16:creationId xmlns:a16="http://schemas.microsoft.com/office/drawing/2014/main" id="{EEDCC344-E8D8-4C42-8131-31BF3A5CB209}"/>
                  </a:ext>
                </a:extLst>
              </p:cNvPr>
              <p:cNvSpPr/>
              <p:nvPr/>
            </p:nvSpPr>
            <p:spPr>
              <a:xfrm>
                <a:off x="4916467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9" name="rc770">
                <a:extLst>
                  <a:ext uri="{FF2B5EF4-FFF2-40B4-BE49-F238E27FC236}">
                    <a16:creationId xmlns:a16="http://schemas.microsoft.com/office/drawing/2014/main" id="{8BAFC0B2-16E5-45E4-81B1-9727C73E2E50}"/>
                  </a:ext>
                </a:extLst>
              </p:cNvPr>
              <p:cNvSpPr/>
              <p:nvPr/>
            </p:nvSpPr>
            <p:spPr>
              <a:xfrm>
                <a:off x="4916467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0" name="rc771">
                <a:extLst>
                  <a:ext uri="{FF2B5EF4-FFF2-40B4-BE49-F238E27FC236}">
                    <a16:creationId xmlns:a16="http://schemas.microsoft.com/office/drawing/2014/main" id="{851B8381-5C8E-4F47-B88E-362F5E171109}"/>
                  </a:ext>
                </a:extLst>
              </p:cNvPr>
              <p:cNvSpPr/>
              <p:nvPr/>
            </p:nvSpPr>
            <p:spPr>
              <a:xfrm>
                <a:off x="491646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1" name="rc772">
                <a:extLst>
                  <a:ext uri="{FF2B5EF4-FFF2-40B4-BE49-F238E27FC236}">
                    <a16:creationId xmlns:a16="http://schemas.microsoft.com/office/drawing/2014/main" id="{0CAC7E76-7CDD-40FC-8A67-B82D6EB41EC3}"/>
                  </a:ext>
                </a:extLst>
              </p:cNvPr>
              <p:cNvSpPr/>
              <p:nvPr/>
            </p:nvSpPr>
            <p:spPr>
              <a:xfrm>
                <a:off x="4916467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2" name="rc773">
                <a:extLst>
                  <a:ext uri="{FF2B5EF4-FFF2-40B4-BE49-F238E27FC236}">
                    <a16:creationId xmlns:a16="http://schemas.microsoft.com/office/drawing/2014/main" id="{DA440D00-5A36-4BE3-921E-847B06E8504F}"/>
                  </a:ext>
                </a:extLst>
              </p:cNvPr>
              <p:cNvSpPr/>
              <p:nvPr/>
            </p:nvSpPr>
            <p:spPr>
              <a:xfrm>
                <a:off x="4916467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3" name="rc774">
                <a:extLst>
                  <a:ext uri="{FF2B5EF4-FFF2-40B4-BE49-F238E27FC236}">
                    <a16:creationId xmlns:a16="http://schemas.microsoft.com/office/drawing/2014/main" id="{7CB74105-EC79-425A-ACBF-3A569381DBCC}"/>
                  </a:ext>
                </a:extLst>
              </p:cNvPr>
              <p:cNvSpPr/>
              <p:nvPr/>
            </p:nvSpPr>
            <p:spPr>
              <a:xfrm>
                <a:off x="4916467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4" name="rc775">
                <a:extLst>
                  <a:ext uri="{FF2B5EF4-FFF2-40B4-BE49-F238E27FC236}">
                    <a16:creationId xmlns:a16="http://schemas.microsoft.com/office/drawing/2014/main" id="{F7079C3E-34C6-4A4E-AB32-C5535D107B5F}"/>
                  </a:ext>
                </a:extLst>
              </p:cNvPr>
              <p:cNvSpPr/>
              <p:nvPr/>
            </p:nvSpPr>
            <p:spPr>
              <a:xfrm>
                <a:off x="4916467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5" name="rc776">
                <a:extLst>
                  <a:ext uri="{FF2B5EF4-FFF2-40B4-BE49-F238E27FC236}">
                    <a16:creationId xmlns:a16="http://schemas.microsoft.com/office/drawing/2014/main" id="{F675355C-64E2-4497-82FB-C112358EA180}"/>
                  </a:ext>
                </a:extLst>
              </p:cNvPr>
              <p:cNvSpPr/>
              <p:nvPr/>
            </p:nvSpPr>
            <p:spPr>
              <a:xfrm>
                <a:off x="4916467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6" name="rc777">
                <a:extLst>
                  <a:ext uri="{FF2B5EF4-FFF2-40B4-BE49-F238E27FC236}">
                    <a16:creationId xmlns:a16="http://schemas.microsoft.com/office/drawing/2014/main" id="{DDABB5F9-07C4-44BB-A612-4EE1E9940EFE}"/>
                  </a:ext>
                </a:extLst>
              </p:cNvPr>
              <p:cNvSpPr/>
              <p:nvPr/>
            </p:nvSpPr>
            <p:spPr>
              <a:xfrm>
                <a:off x="4916467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7" name="rc778">
                <a:extLst>
                  <a:ext uri="{FF2B5EF4-FFF2-40B4-BE49-F238E27FC236}">
                    <a16:creationId xmlns:a16="http://schemas.microsoft.com/office/drawing/2014/main" id="{B7F7E965-4E90-4569-8B80-F2FCC1850B1F}"/>
                  </a:ext>
                </a:extLst>
              </p:cNvPr>
              <p:cNvSpPr/>
              <p:nvPr/>
            </p:nvSpPr>
            <p:spPr>
              <a:xfrm>
                <a:off x="4916467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8" name="rc779">
                <a:extLst>
                  <a:ext uri="{FF2B5EF4-FFF2-40B4-BE49-F238E27FC236}">
                    <a16:creationId xmlns:a16="http://schemas.microsoft.com/office/drawing/2014/main" id="{F3290151-DC9D-453F-BC7F-2142DEE55698}"/>
                  </a:ext>
                </a:extLst>
              </p:cNvPr>
              <p:cNvSpPr/>
              <p:nvPr/>
            </p:nvSpPr>
            <p:spPr>
              <a:xfrm>
                <a:off x="5032352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9" name="rc780">
                <a:extLst>
                  <a:ext uri="{FF2B5EF4-FFF2-40B4-BE49-F238E27FC236}">
                    <a16:creationId xmlns:a16="http://schemas.microsoft.com/office/drawing/2014/main" id="{D59C052E-7D82-4F1F-B643-EA3BD784A121}"/>
                  </a:ext>
                </a:extLst>
              </p:cNvPr>
              <p:cNvSpPr/>
              <p:nvPr/>
            </p:nvSpPr>
            <p:spPr>
              <a:xfrm>
                <a:off x="5032352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0" name="rc781">
                <a:extLst>
                  <a:ext uri="{FF2B5EF4-FFF2-40B4-BE49-F238E27FC236}">
                    <a16:creationId xmlns:a16="http://schemas.microsoft.com/office/drawing/2014/main" id="{0746AB4D-0644-4F64-BF89-1D652FF21F33}"/>
                  </a:ext>
                </a:extLst>
              </p:cNvPr>
              <p:cNvSpPr/>
              <p:nvPr/>
            </p:nvSpPr>
            <p:spPr>
              <a:xfrm>
                <a:off x="5032352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1" name="rc782">
                <a:extLst>
                  <a:ext uri="{FF2B5EF4-FFF2-40B4-BE49-F238E27FC236}">
                    <a16:creationId xmlns:a16="http://schemas.microsoft.com/office/drawing/2014/main" id="{81261CE4-2D45-4E19-84A5-CAB13C9712BC}"/>
                  </a:ext>
                </a:extLst>
              </p:cNvPr>
              <p:cNvSpPr/>
              <p:nvPr/>
            </p:nvSpPr>
            <p:spPr>
              <a:xfrm>
                <a:off x="5032352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2" name="rc783">
                <a:extLst>
                  <a:ext uri="{FF2B5EF4-FFF2-40B4-BE49-F238E27FC236}">
                    <a16:creationId xmlns:a16="http://schemas.microsoft.com/office/drawing/2014/main" id="{622FFDDC-FEE5-407E-BDC2-C1F0794BB841}"/>
                  </a:ext>
                </a:extLst>
              </p:cNvPr>
              <p:cNvSpPr/>
              <p:nvPr/>
            </p:nvSpPr>
            <p:spPr>
              <a:xfrm>
                <a:off x="5032352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3" name="rc784">
                <a:extLst>
                  <a:ext uri="{FF2B5EF4-FFF2-40B4-BE49-F238E27FC236}">
                    <a16:creationId xmlns:a16="http://schemas.microsoft.com/office/drawing/2014/main" id="{0FD8ADAC-7488-4F9A-B84D-8F495126DDCA}"/>
                  </a:ext>
                </a:extLst>
              </p:cNvPr>
              <p:cNvSpPr/>
              <p:nvPr/>
            </p:nvSpPr>
            <p:spPr>
              <a:xfrm>
                <a:off x="5032352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4" name="rc785">
                <a:extLst>
                  <a:ext uri="{FF2B5EF4-FFF2-40B4-BE49-F238E27FC236}">
                    <a16:creationId xmlns:a16="http://schemas.microsoft.com/office/drawing/2014/main" id="{08F45D4D-4010-4054-A9D7-13DC14D96906}"/>
                  </a:ext>
                </a:extLst>
              </p:cNvPr>
              <p:cNvSpPr/>
              <p:nvPr/>
            </p:nvSpPr>
            <p:spPr>
              <a:xfrm>
                <a:off x="5032352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5" name="rc786">
                <a:extLst>
                  <a:ext uri="{FF2B5EF4-FFF2-40B4-BE49-F238E27FC236}">
                    <a16:creationId xmlns:a16="http://schemas.microsoft.com/office/drawing/2014/main" id="{BFF7806C-64AD-4848-B31E-00860B8E5EEC}"/>
                  </a:ext>
                </a:extLst>
              </p:cNvPr>
              <p:cNvSpPr/>
              <p:nvPr/>
            </p:nvSpPr>
            <p:spPr>
              <a:xfrm>
                <a:off x="5032352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6" name="rc787">
                <a:extLst>
                  <a:ext uri="{FF2B5EF4-FFF2-40B4-BE49-F238E27FC236}">
                    <a16:creationId xmlns:a16="http://schemas.microsoft.com/office/drawing/2014/main" id="{DA9F6FFA-8A41-4741-A4CD-CA0342C7A052}"/>
                  </a:ext>
                </a:extLst>
              </p:cNvPr>
              <p:cNvSpPr/>
              <p:nvPr/>
            </p:nvSpPr>
            <p:spPr>
              <a:xfrm>
                <a:off x="5032352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7" name="rc788">
                <a:extLst>
                  <a:ext uri="{FF2B5EF4-FFF2-40B4-BE49-F238E27FC236}">
                    <a16:creationId xmlns:a16="http://schemas.microsoft.com/office/drawing/2014/main" id="{584FA858-368F-4922-B64B-B673B6D6E5D8}"/>
                  </a:ext>
                </a:extLst>
              </p:cNvPr>
              <p:cNvSpPr/>
              <p:nvPr/>
            </p:nvSpPr>
            <p:spPr>
              <a:xfrm>
                <a:off x="5032352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8" name="rc789">
                <a:extLst>
                  <a:ext uri="{FF2B5EF4-FFF2-40B4-BE49-F238E27FC236}">
                    <a16:creationId xmlns:a16="http://schemas.microsoft.com/office/drawing/2014/main" id="{A0D3807E-FD21-4C98-A769-5BD1D3B95640}"/>
                  </a:ext>
                </a:extLst>
              </p:cNvPr>
              <p:cNvSpPr/>
              <p:nvPr/>
            </p:nvSpPr>
            <p:spPr>
              <a:xfrm>
                <a:off x="5032352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9" name="rc790">
                <a:extLst>
                  <a:ext uri="{FF2B5EF4-FFF2-40B4-BE49-F238E27FC236}">
                    <a16:creationId xmlns:a16="http://schemas.microsoft.com/office/drawing/2014/main" id="{8938541A-D5C5-4EDA-A3D6-1070E991E4AA}"/>
                  </a:ext>
                </a:extLst>
              </p:cNvPr>
              <p:cNvSpPr/>
              <p:nvPr/>
            </p:nvSpPr>
            <p:spPr>
              <a:xfrm>
                <a:off x="5032352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0" name="rc791">
                <a:extLst>
                  <a:ext uri="{FF2B5EF4-FFF2-40B4-BE49-F238E27FC236}">
                    <a16:creationId xmlns:a16="http://schemas.microsoft.com/office/drawing/2014/main" id="{43370143-51E4-4AA7-88BA-0142F32CFD3E}"/>
                  </a:ext>
                </a:extLst>
              </p:cNvPr>
              <p:cNvSpPr/>
              <p:nvPr/>
            </p:nvSpPr>
            <p:spPr>
              <a:xfrm>
                <a:off x="5032352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1" name="rc792">
                <a:extLst>
                  <a:ext uri="{FF2B5EF4-FFF2-40B4-BE49-F238E27FC236}">
                    <a16:creationId xmlns:a16="http://schemas.microsoft.com/office/drawing/2014/main" id="{F5D191F0-9993-4EC7-875F-47911AFB34B4}"/>
                  </a:ext>
                </a:extLst>
              </p:cNvPr>
              <p:cNvSpPr/>
              <p:nvPr/>
            </p:nvSpPr>
            <p:spPr>
              <a:xfrm>
                <a:off x="5032352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2" name="rc793">
                <a:extLst>
                  <a:ext uri="{FF2B5EF4-FFF2-40B4-BE49-F238E27FC236}">
                    <a16:creationId xmlns:a16="http://schemas.microsoft.com/office/drawing/2014/main" id="{19ACAB71-5224-47C1-9AA1-DB584A066270}"/>
                  </a:ext>
                </a:extLst>
              </p:cNvPr>
              <p:cNvSpPr/>
              <p:nvPr/>
            </p:nvSpPr>
            <p:spPr>
              <a:xfrm>
                <a:off x="5032352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3" name="rc794">
                <a:extLst>
                  <a:ext uri="{FF2B5EF4-FFF2-40B4-BE49-F238E27FC236}">
                    <a16:creationId xmlns:a16="http://schemas.microsoft.com/office/drawing/2014/main" id="{71787808-1AF1-4396-A519-D0B6F1044947}"/>
                  </a:ext>
                </a:extLst>
              </p:cNvPr>
              <p:cNvSpPr/>
              <p:nvPr/>
            </p:nvSpPr>
            <p:spPr>
              <a:xfrm>
                <a:off x="5032352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4" name="rc795">
                <a:extLst>
                  <a:ext uri="{FF2B5EF4-FFF2-40B4-BE49-F238E27FC236}">
                    <a16:creationId xmlns:a16="http://schemas.microsoft.com/office/drawing/2014/main" id="{7CE295CE-5392-4BB2-9208-7ECC670CB5BA}"/>
                  </a:ext>
                </a:extLst>
              </p:cNvPr>
              <p:cNvSpPr/>
              <p:nvPr/>
            </p:nvSpPr>
            <p:spPr>
              <a:xfrm>
                <a:off x="5032352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5" name="rc796">
                <a:extLst>
                  <a:ext uri="{FF2B5EF4-FFF2-40B4-BE49-F238E27FC236}">
                    <a16:creationId xmlns:a16="http://schemas.microsoft.com/office/drawing/2014/main" id="{7819A6C3-79F8-4FA9-94AF-155A707D6207}"/>
                  </a:ext>
                </a:extLst>
              </p:cNvPr>
              <p:cNvSpPr/>
              <p:nvPr/>
            </p:nvSpPr>
            <p:spPr>
              <a:xfrm>
                <a:off x="5032352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6" name="rc797">
                <a:extLst>
                  <a:ext uri="{FF2B5EF4-FFF2-40B4-BE49-F238E27FC236}">
                    <a16:creationId xmlns:a16="http://schemas.microsoft.com/office/drawing/2014/main" id="{60637684-F969-448F-951D-DE28038CEE15}"/>
                  </a:ext>
                </a:extLst>
              </p:cNvPr>
              <p:cNvSpPr/>
              <p:nvPr/>
            </p:nvSpPr>
            <p:spPr>
              <a:xfrm>
                <a:off x="5032352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7" name="rc798">
                <a:extLst>
                  <a:ext uri="{FF2B5EF4-FFF2-40B4-BE49-F238E27FC236}">
                    <a16:creationId xmlns:a16="http://schemas.microsoft.com/office/drawing/2014/main" id="{3D3E2802-8243-458D-9F73-AD36A645C7D4}"/>
                  </a:ext>
                </a:extLst>
              </p:cNvPr>
              <p:cNvSpPr/>
              <p:nvPr/>
            </p:nvSpPr>
            <p:spPr>
              <a:xfrm>
                <a:off x="5032352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8" name="rc799">
                <a:extLst>
                  <a:ext uri="{FF2B5EF4-FFF2-40B4-BE49-F238E27FC236}">
                    <a16:creationId xmlns:a16="http://schemas.microsoft.com/office/drawing/2014/main" id="{6848D3F3-D937-437D-8863-CE0271E696E3}"/>
                  </a:ext>
                </a:extLst>
              </p:cNvPr>
              <p:cNvSpPr/>
              <p:nvPr/>
            </p:nvSpPr>
            <p:spPr>
              <a:xfrm>
                <a:off x="5032352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9" name="rc800">
                <a:extLst>
                  <a:ext uri="{FF2B5EF4-FFF2-40B4-BE49-F238E27FC236}">
                    <a16:creationId xmlns:a16="http://schemas.microsoft.com/office/drawing/2014/main" id="{8C237346-47B3-4F20-87B2-F798D761E7C1}"/>
                  </a:ext>
                </a:extLst>
              </p:cNvPr>
              <p:cNvSpPr/>
              <p:nvPr/>
            </p:nvSpPr>
            <p:spPr>
              <a:xfrm>
                <a:off x="5032352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0" name="rc801">
                <a:extLst>
                  <a:ext uri="{FF2B5EF4-FFF2-40B4-BE49-F238E27FC236}">
                    <a16:creationId xmlns:a16="http://schemas.microsoft.com/office/drawing/2014/main" id="{6CC3AC83-3A11-4905-A59E-2C507B5F9930}"/>
                  </a:ext>
                </a:extLst>
              </p:cNvPr>
              <p:cNvSpPr/>
              <p:nvPr/>
            </p:nvSpPr>
            <p:spPr>
              <a:xfrm>
                <a:off x="5032352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1" name="rc802">
                <a:extLst>
                  <a:ext uri="{FF2B5EF4-FFF2-40B4-BE49-F238E27FC236}">
                    <a16:creationId xmlns:a16="http://schemas.microsoft.com/office/drawing/2014/main" id="{3B1122B0-3F2C-40F5-A87F-5DB6B02C2A79}"/>
                  </a:ext>
                </a:extLst>
              </p:cNvPr>
              <p:cNvSpPr/>
              <p:nvPr/>
            </p:nvSpPr>
            <p:spPr>
              <a:xfrm>
                <a:off x="5032352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2" name="rc803">
                <a:extLst>
                  <a:ext uri="{FF2B5EF4-FFF2-40B4-BE49-F238E27FC236}">
                    <a16:creationId xmlns:a16="http://schemas.microsoft.com/office/drawing/2014/main" id="{67257E1B-EE69-4A78-92D2-28BDA3B9FE0B}"/>
                  </a:ext>
                </a:extLst>
              </p:cNvPr>
              <p:cNvSpPr/>
              <p:nvPr/>
            </p:nvSpPr>
            <p:spPr>
              <a:xfrm>
                <a:off x="5032352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3" name="rc804">
                <a:extLst>
                  <a:ext uri="{FF2B5EF4-FFF2-40B4-BE49-F238E27FC236}">
                    <a16:creationId xmlns:a16="http://schemas.microsoft.com/office/drawing/2014/main" id="{CCC02BCA-241E-4FEE-9BE3-2EE8389DD3F1}"/>
                  </a:ext>
                </a:extLst>
              </p:cNvPr>
              <p:cNvSpPr/>
              <p:nvPr/>
            </p:nvSpPr>
            <p:spPr>
              <a:xfrm>
                <a:off x="5032352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4" name="rc805">
                <a:extLst>
                  <a:ext uri="{FF2B5EF4-FFF2-40B4-BE49-F238E27FC236}">
                    <a16:creationId xmlns:a16="http://schemas.microsoft.com/office/drawing/2014/main" id="{7214A156-D60D-4FDA-8B63-31E1CD7B6A41}"/>
                  </a:ext>
                </a:extLst>
              </p:cNvPr>
              <p:cNvSpPr/>
              <p:nvPr/>
            </p:nvSpPr>
            <p:spPr>
              <a:xfrm>
                <a:off x="5032352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5" name="rc806">
                <a:extLst>
                  <a:ext uri="{FF2B5EF4-FFF2-40B4-BE49-F238E27FC236}">
                    <a16:creationId xmlns:a16="http://schemas.microsoft.com/office/drawing/2014/main" id="{B090E7CB-CE6C-4E3D-83B5-3AD5A2579331}"/>
                  </a:ext>
                </a:extLst>
              </p:cNvPr>
              <p:cNvSpPr/>
              <p:nvPr/>
            </p:nvSpPr>
            <p:spPr>
              <a:xfrm>
                <a:off x="5032352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6" name="rc807">
                <a:extLst>
                  <a:ext uri="{FF2B5EF4-FFF2-40B4-BE49-F238E27FC236}">
                    <a16:creationId xmlns:a16="http://schemas.microsoft.com/office/drawing/2014/main" id="{5E9C6634-7687-4AA3-8C0F-495983657523}"/>
                  </a:ext>
                </a:extLst>
              </p:cNvPr>
              <p:cNvSpPr/>
              <p:nvPr/>
            </p:nvSpPr>
            <p:spPr>
              <a:xfrm>
                <a:off x="5032352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7" name="rc808">
                <a:extLst>
                  <a:ext uri="{FF2B5EF4-FFF2-40B4-BE49-F238E27FC236}">
                    <a16:creationId xmlns:a16="http://schemas.microsoft.com/office/drawing/2014/main" id="{FFB91F4E-543A-4769-9716-0C5928F93ECC}"/>
                  </a:ext>
                </a:extLst>
              </p:cNvPr>
              <p:cNvSpPr/>
              <p:nvPr/>
            </p:nvSpPr>
            <p:spPr>
              <a:xfrm>
                <a:off x="5032352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8" name="rc809">
                <a:extLst>
                  <a:ext uri="{FF2B5EF4-FFF2-40B4-BE49-F238E27FC236}">
                    <a16:creationId xmlns:a16="http://schemas.microsoft.com/office/drawing/2014/main" id="{50B33FB1-B597-4CA1-B2F3-E258AECF0E9D}"/>
                  </a:ext>
                </a:extLst>
              </p:cNvPr>
              <p:cNvSpPr/>
              <p:nvPr/>
            </p:nvSpPr>
            <p:spPr>
              <a:xfrm>
                <a:off x="5032352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9" name="rc810">
                <a:extLst>
                  <a:ext uri="{FF2B5EF4-FFF2-40B4-BE49-F238E27FC236}">
                    <a16:creationId xmlns:a16="http://schemas.microsoft.com/office/drawing/2014/main" id="{D7281105-61FD-439A-8105-F7ED8F6C485F}"/>
                  </a:ext>
                </a:extLst>
              </p:cNvPr>
              <p:cNvSpPr/>
              <p:nvPr/>
            </p:nvSpPr>
            <p:spPr>
              <a:xfrm>
                <a:off x="5148237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0" name="rc811">
                <a:extLst>
                  <a:ext uri="{FF2B5EF4-FFF2-40B4-BE49-F238E27FC236}">
                    <a16:creationId xmlns:a16="http://schemas.microsoft.com/office/drawing/2014/main" id="{8CFA24CD-FFF2-47BD-8235-CEE031285DB6}"/>
                  </a:ext>
                </a:extLst>
              </p:cNvPr>
              <p:cNvSpPr/>
              <p:nvPr/>
            </p:nvSpPr>
            <p:spPr>
              <a:xfrm>
                <a:off x="5148237" y="6403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1" name="rc812">
                <a:extLst>
                  <a:ext uri="{FF2B5EF4-FFF2-40B4-BE49-F238E27FC236}">
                    <a16:creationId xmlns:a16="http://schemas.microsoft.com/office/drawing/2014/main" id="{5C9BA4E8-A914-4B45-821C-D2B72AFE041E}"/>
                  </a:ext>
                </a:extLst>
              </p:cNvPr>
              <p:cNvSpPr/>
              <p:nvPr/>
            </p:nvSpPr>
            <p:spPr>
              <a:xfrm>
                <a:off x="5148237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2" name="rc813">
                <a:extLst>
                  <a:ext uri="{FF2B5EF4-FFF2-40B4-BE49-F238E27FC236}">
                    <a16:creationId xmlns:a16="http://schemas.microsoft.com/office/drawing/2014/main" id="{C10F5A24-BE7F-4B4E-9DCC-C03CC6ACE168}"/>
                  </a:ext>
                </a:extLst>
              </p:cNvPr>
              <p:cNvSpPr/>
              <p:nvPr/>
            </p:nvSpPr>
            <p:spPr>
              <a:xfrm>
                <a:off x="5148237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3" name="rc814">
                <a:extLst>
                  <a:ext uri="{FF2B5EF4-FFF2-40B4-BE49-F238E27FC236}">
                    <a16:creationId xmlns:a16="http://schemas.microsoft.com/office/drawing/2014/main" id="{6C5547BC-7F5C-4BAC-BD82-17EF08D98CA3}"/>
                  </a:ext>
                </a:extLst>
              </p:cNvPr>
              <p:cNvSpPr/>
              <p:nvPr/>
            </p:nvSpPr>
            <p:spPr>
              <a:xfrm>
                <a:off x="5148237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4" name="rc815">
                <a:extLst>
                  <a:ext uri="{FF2B5EF4-FFF2-40B4-BE49-F238E27FC236}">
                    <a16:creationId xmlns:a16="http://schemas.microsoft.com/office/drawing/2014/main" id="{1FD1D6F1-1DE8-4D68-98D8-A8BBCD922658}"/>
                  </a:ext>
                </a:extLst>
              </p:cNvPr>
              <p:cNvSpPr/>
              <p:nvPr/>
            </p:nvSpPr>
            <p:spPr>
              <a:xfrm>
                <a:off x="5148237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5" name="rc816">
                <a:extLst>
                  <a:ext uri="{FF2B5EF4-FFF2-40B4-BE49-F238E27FC236}">
                    <a16:creationId xmlns:a16="http://schemas.microsoft.com/office/drawing/2014/main" id="{6E7CBD2A-F6CB-44E4-B1DA-9B7EC1A37B47}"/>
                  </a:ext>
                </a:extLst>
              </p:cNvPr>
              <p:cNvSpPr/>
              <p:nvPr/>
            </p:nvSpPr>
            <p:spPr>
              <a:xfrm>
                <a:off x="5148237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6" name="rc817">
                <a:extLst>
                  <a:ext uri="{FF2B5EF4-FFF2-40B4-BE49-F238E27FC236}">
                    <a16:creationId xmlns:a16="http://schemas.microsoft.com/office/drawing/2014/main" id="{6235A4BB-5BD3-4048-BFFB-28947CC4A938}"/>
                  </a:ext>
                </a:extLst>
              </p:cNvPr>
              <p:cNvSpPr/>
              <p:nvPr/>
            </p:nvSpPr>
            <p:spPr>
              <a:xfrm>
                <a:off x="5148237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7" name="rc818">
                <a:extLst>
                  <a:ext uri="{FF2B5EF4-FFF2-40B4-BE49-F238E27FC236}">
                    <a16:creationId xmlns:a16="http://schemas.microsoft.com/office/drawing/2014/main" id="{2BFAA7AC-76FB-451F-B873-956B5F20F862}"/>
                  </a:ext>
                </a:extLst>
              </p:cNvPr>
              <p:cNvSpPr/>
              <p:nvPr/>
            </p:nvSpPr>
            <p:spPr>
              <a:xfrm>
                <a:off x="5148237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8" name="rc819">
                <a:extLst>
                  <a:ext uri="{FF2B5EF4-FFF2-40B4-BE49-F238E27FC236}">
                    <a16:creationId xmlns:a16="http://schemas.microsoft.com/office/drawing/2014/main" id="{59B68B8B-262F-4683-8073-3AEDAF1DBB3F}"/>
                  </a:ext>
                </a:extLst>
              </p:cNvPr>
              <p:cNvSpPr/>
              <p:nvPr/>
            </p:nvSpPr>
            <p:spPr>
              <a:xfrm>
                <a:off x="5148237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9" name="rc820">
                <a:extLst>
                  <a:ext uri="{FF2B5EF4-FFF2-40B4-BE49-F238E27FC236}">
                    <a16:creationId xmlns:a16="http://schemas.microsoft.com/office/drawing/2014/main" id="{7D84DACD-FBB9-4BA7-B3EB-FEC263D5AFE2}"/>
                  </a:ext>
                </a:extLst>
              </p:cNvPr>
              <p:cNvSpPr/>
              <p:nvPr/>
            </p:nvSpPr>
            <p:spPr>
              <a:xfrm>
                <a:off x="5148237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0" name="rc821">
                <a:extLst>
                  <a:ext uri="{FF2B5EF4-FFF2-40B4-BE49-F238E27FC236}">
                    <a16:creationId xmlns:a16="http://schemas.microsoft.com/office/drawing/2014/main" id="{BE7BF144-8BD0-4AE0-9C20-86A898794E3B}"/>
                  </a:ext>
                </a:extLst>
              </p:cNvPr>
              <p:cNvSpPr/>
              <p:nvPr/>
            </p:nvSpPr>
            <p:spPr>
              <a:xfrm>
                <a:off x="5148237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1" name="rc822">
                <a:extLst>
                  <a:ext uri="{FF2B5EF4-FFF2-40B4-BE49-F238E27FC236}">
                    <a16:creationId xmlns:a16="http://schemas.microsoft.com/office/drawing/2014/main" id="{57F727F6-92F3-4322-BD9E-3A0E7B5F8563}"/>
                  </a:ext>
                </a:extLst>
              </p:cNvPr>
              <p:cNvSpPr/>
              <p:nvPr/>
            </p:nvSpPr>
            <p:spPr>
              <a:xfrm>
                <a:off x="5148237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2" name="rc823">
                <a:extLst>
                  <a:ext uri="{FF2B5EF4-FFF2-40B4-BE49-F238E27FC236}">
                    <a16:creationId xmlns:a16="http://schemas.microsoft.com/office/drawing/2014/main" id="{CF6059A3-344B-4D55-9DBF-7959C551C2F7}"/>
                  </a:ext>
                </a:extLst>
              </p:cNvPr>
              <p:cNvSpPr/>
              <p:nvPr/>
            </p:nvSpPr>
            <p:spPr>
              <a:xfrm>
                <a:off x="5148237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3" name="rc824">
                <a:extLst>
                  <a:ext uri="{FF2B5EF4-FFF2-40B4-BE49-F238E27FC236}">
                    <a16:creationId xmlns:a16="http://schemas.microsoft.com/office/drawing/2014/main" id="{2E3F1750-DB06-47FF-8EFF-EDE6765065B9}"/>
                  </a:ext>
                </a:extLst>
              </p:cNvPr>
              <p:cNvSpPr/>
              <p:nvPr/>
            </p:nvSpPr>
            <p:spPr>
              <a:xfrm>
                <a:off x="5148237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4" name="rc825">
                <a:extLst>
                  <a:ext uri="{FF2B5EF4-FFF2-40B4-BE49-F238E27FC236}">
                    <a16:creationId xmlns:a16="http://schemas.microsoft.com/office/drawing/2014/main" id="{633A3839-2117-4621-A9AA-9E5E94B741A3}"/>
                  </a:ext>
                </a:extLst>
              </p:cNvPr>
              <p:cNvSpPr/>
              <p:nvPr/>
            </p:nvSpPr>
            <p:spPr>
              <a:xfrm>
                <a:off x="5148237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5" name="rc826">
                <a:extLst>
                  <a:ext uri="{FF2B5EF4-FFF2-40B4-BE49-F238E27FC236}">
                    <a16:creationId xmlns:a16="http://schemas.microsoft.com/office/drawing/2014/main" id="{F1035434-2B08-4649-9CF1-B75F1A7A3251}"/>
                  </a:ext>
                </a:extLst>
              </p:cNvPr>
              <p:cNvSpPr/>
              <p:nvPr/>
            </p:nvSpPr>
            <p:spPr>
              <a:xfrm>
                <a:off x="5148237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6" name="rc827">
                <a:extLst>
                  <a:ext uri="{FF2B5EF4-FFF2-40B4-BE49-F238E27FC236}">
                    <a16:creationId xmlns:a16="http://schemas.microsoft.com/office/drawing/2014/main" id="{1B6CA15A-510D-4002-9FA8-94E9EB342221}"/>
                  </a:ext>
                </a:extLst>
              </p:cNvPr>
              <p:cNvSpPr/>
              <p:nvPr/>
            </p:nvSpPr>
            <p:spPr>
              <a:xfrm>
                <a:off x="5148237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7" name="rc828">
                <a:extLst>
                  <a:ext uri="{FF2B5EF4-FFF2-40B4-BE49-F238E27FC236}">
                    <a16:creationId xmlns:a16="http://schemas.microsoft.com/office/drawing/2014/main" id="{1F795113-81C7-4B29-8247-416DA9EAC084}"/>
                  </a:ext>
                </a:extLst>
              </p:cNvPr>
              <p:cNvSpPr/>
              <p:nvPr/>
            </p:nvSpPr>
            <p:spPr>
              <a:xfrm>
                <a:off x="5148237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8" name="rc829">
                <a:extLst>
                  <a:ext uri="{FF2B5EF4-FFF2-40B4-BE49-F238E27FC236}">
                    <a16:creationId xmlns:a16="http://schemas.microsoft.com/office/drawing/2014/main" id="{6D5A0A97-CFA2-4E31-A115-91CD223728C8}"/>
                  </a:ext>
                </a:extLst>
              </p:cNvPr>
              <p:cNvSpPr/>
              <p:nvPr/>
            </p:nvSpPr>
            <p:spPr>
              <a:xfrm>
                <a:off x="5148237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9" name="rc830">
                <a:extLst>
                  <a:ext uri="{FF2B5EF4-FFF2-40B4-BE49-F238E27FC236}">
                    <a16:creationId xmlns:a16="http://schemas.microsoft.com/office/drawing/2014/main" id="{D75F0F18-3290-4A33-A788-2B1F183B9CB0}"/>
                  </a:ext>
                </a:extLst>
              </p:cNvPr>
              <p:cNvSpPr/>
              <p:nvPr/>
            </p:nvSpPr>
            <p:spPr>
              <a:xfrm>
                <a:off x="5148237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0" name="rc831">
                <a:extLst>
                  <a:ext uri="{FF2B5EF4-FFF2-40B4-BE49-F238E27FC236}">
                    <a16:creationId xmlns:a16="http://schemas.microsoft.com/office/drawing/2014/main" id="{D0CFA47A-E6FF-42EE-9005-CAE11E149662}"/>
                  </a:ext>
                </a:extLst>
              </p:cNvPr>
              <p:cNvSpPr/>
              <p:nvPr/>
            </p:nvSpPr>
            <p:spPr>
              <a:xfrm>
                <a:off x="5148237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1" name="rc832">
                <a:extLst>
                  <a:ext uri="{FF2B5EF4-FFF2-40B4-BE49-F238E27FC236}">
                    <a16:creationId xmlns:a16="http://schemas.microsoft.com/office/drawing/2014/main" id="{4C8A666A-01F9-4F5E-8365-D542186A4801}"/>
                  </a:ext>
                </a:extLst>
              </p:cNvPr>
              <p:cNvSpPr/>
              <p:nvPr/>
            </p:nvSpPr>
            <p:spPr>
              <a:xfrm>
                <a:off x="5148237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2" name="rc833">
                <a:extLst>
                  <a:ext uri="{FF2B5EF4-FFF2-40B4-BE49-F238E27FC236}">
                    <a16:creationId xmlns:a16="http://schemas.microsoft.com/office/drawing/2014/main" id="{953D0B9A-5365-4CA9-90F2-0C98DD6E9A74}"/>
                  </a:ext>
                </a:extLst>
              </p:cNvPr>
              <p:cNvSpPr/>
              <p:nvPr/>
            </p:nvSpPr>
            <p:spPr>
              <a:xfrm>
                <a:off x="5148237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3" name="rc834">
                <a:extLst>
                  <a:ext uri="{FF2B5EF4-FFF2-40B4-BE49-F238E27FC236}">
                    <a16:creationId xmlns:a16="http://schemas.microsoft.com/office/drawing/2014/main" id="{F933DAB4-87EA-4E5C-9B77-C33883A3B1EF}"/>
                  </a:ext>
                </a:extLst>
              </p:cNvPr>
              <p:cNvSpPr/>
              <p:nvPr/>
            </p:nvSpPr>
            <p:spPr>
              <a:xfrm>
                <a:off x="514823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4" name="rc835">
                <a:extLst>
                  <a:ext uri="{FF2B5EF4-FFF2-40B4-BE49-F238E27FC236}">
                    <a16:creationId xmlns:a16="http://schemas.microsoft.com/office/drawing/2014/main" id="{065B6559-74D8-4D1A-83E8-DAE7B30D1B52}"/>
                  </a:ext>
                </a:extLst>
              </p:cNvPr>
              <p:cNvSpPr/>
              <p:nvPr/>
            </p:nvSpPr>
            <p:spPr>
              <a:xfrm>
                <a:off x="5148237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5" name="rc836">
                <a:extLst>
                  <a:ext uri="{FF2B5EF4-FFF2-40B4-BE49-F238E27FC236}">
                    <a16:creationId xmlns:a16="http://schemas.microsoft.com/office/drawing/2014/main" id="{0D458FB4-3673-4F4E-8B0F-7CEE99DB8E8B}"/>
                  </a:ext>
                </a:extLst>
              </p:cNvPr>
              <p:cNvSpPr/>
              <p:nvPr/>
            </p:nvSpPr>
            <p:spPr>
              <a:xfrm>
                <a:off x="5148237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6" name="rc837">
                <a:extLst>
                  <a:ext uri="{FF2B5EF4-FFF2-40B4-BE49-F238E27FC236}">
                    <a16:creationId xmlns:a16="http://schemas.microsoft.com/office/drawing/2014/main" id="{FC4E5969-999A-4650-B0A5-88C82ABBE201}"/>
                  </a:ext>
                </a:extLst>
              </p:cNvPr>
              <p:cNvSpPr/>
              <p:nvPr/>
            </p:nvSpPr>
            <p:spPr>
              <a:xfrm>
                <a:off x="5148237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7" name="rc838">
                <a:extLst>
                  <a:ext uri="{FF2B5EF4-FFF2-40B4-BE49-F238E27FC236}">
                    <a16:creationId xmlns:a16="http://schemas.microsoft.com/office/drawing/2014/main" id="{C449F45E-A6FD-4BBC-9D80-62A06B249F7A}"/>
                  </a:ext>
                </a:extLst>
              </p:cNvPr>
              <p:cNvSpPr/>
              <p:nvPr/>
            </p:nvSpPr>
            <p:spPr>
              <a:xfrm>
                <a:off x="5148237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8" name="rc839">
                <a:extLst>
                  <a:ext uri="{FF2B5EF4-FFF2-40B4-BE49-F238E27FC236}">
                    <a16:creationId xmlns:a16="http://schemas.microsoft.com/office/drawing/2014/main" id="{926F3F26-8FD4-4E75-94BE-218FD7B87CB6}"/>
                  </a:ext>
                </a:extLst>
              </p:cNvPr>
              <p:cNvSpPr/>
              <p:nvPr/>
            </p:nvSpPr>
            <p:spPr>
              <a:xfrm>
                <a:off x="5148237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9" name="rc840">
                <a:extLst>
                  <a:ext uri="{FF2B5EF4-FFF2-40B4-BE49-F238E27FC236}">
                    <a16:creationId xmlns:a16="http://schemas.microsoft.com/office/drawing/2014/main" id="{D47A249D-C2C3-48C4-9CC6-20425F6D9492}"/>
                  </a:ext>
                </a:extLst>
              </p:cNvPr>
              <p:cNvSpPr/>
              <p:nvPr/>
            </p:nvSpPr>
            <p:spPr>
              <a:xfrm>
                <a:off x="5148237" y="2385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0" name="rc841">
                <a:extLst>
                  <a:ext uri="{FF2B5EF4-FFF2-40B4-BE49-F238E27FC236}">
                    <a16:creationId xmlns:a16="http://schemas.microsoft.com/office/drawing/2014/main" id="{42C104D0-5587-40C9-9089-C4F509FE34F7}"/>
                  </a:ext>
                </a:extLst>
              </p:cNvPr>
              <p:cNvSpPr/>
              <p:nvPr/>
            </p:nvSpPr>
            <p:spPr>
              <a:xfrm>
                <a:off x="5148237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1" name="rc842">
                <a:extLst>
                  <a:ext uri="{FF2B5EF4-FFF2-40B4-BE49-F238E27FC236}">
                    <a16:creationId xmlns:a16="http://schemas.microsoft.com/office/drawing/2014/main" id="{25C9DC05-4042-4596-B73B-7A034383FE0A}"/>
                  </a:ext>
                </a:extLst>
              </p:cNvPr>
              <p:cNvSpPr/>
              <p:nvPr/>
            </p:nvSpPr>
            <p:spPr>
              <a:xfrm>
                <a:off x="5148237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2" name="rc843">
                <a:extLst>
                  <a:ext uri="{FF2B5EF4-FFF2-40B4-BE49-F238E27FC236}">
                    <a16:creationId xmlns:a16="http://schemas.microsoft.com/office/drawing/2014/main" id="{B9193628-4BA7-4517-A9B2-2E714B74FD54}"/>
                  </a:ext>
                </a:extLst>
              </p:cNvPr>
              <p:cNvSpPr/>
              <p:nvPr/>
            </p:nvSpPr>
            <p:spPr>
              <a:xfrm>
                <a:off x="5264122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3" name="rc844">
                <a:extLst>
                  <a:ext uri="{FF2B5EF4-FFF2-40B4-BE49-F238E27FC236}">
                    <a16:creationId xmlns:a16="http://schemas.microsoft.com/office/drawing/2014/main" id="{8D2DA374-6B64-4D70-8290-21195C8C8F2E}"/>
                  </a:ext>
                </a:extLst>
              </p:cNvPr>
              <p:cNvSpPr/>
              <p:nvPr/>
            </p:nvSpPr>
            <p:spPr>
              <a:xfrm>
                <a:off x="5264122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4" name="rc845">
                <a:extLst>
                  <a:ext uri="{FF2B5EF4-FFF2-40B4-BE49-F238E27FC236}">
                    <a16:creationId xmlns:a16="http://schemas.microsoft.com/office/drawing/2014/main" id="{AADEC9A3-44D5-4862-8698-47FB2B5D921C}"/>
                  </a:ext>
                </a:extLst>
              </p:cNvPr>
              <p:cNvSpPr/>
              <p:nvPr/>
            </p:nvSpPr>
            <p:spPr>
              <a:xfrm>
                <a:off x="5264122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5" name="rc846">
                <a:extLst>
                  <a:ext uri="{FF2B5EF4-FFF2-40B4-BE49-F238E27FC236}">
                    <a16:creationId xmlns:a16="http://schemas.microsoft.com/office/drawing/2014/main" id="{354B7197-52F0-4815-9F75-B50032CD5C33}"/>
                  </a:ext>
                </a:extLst>
              </p:cNvPr>
              <p:cNvSpPr/>
              <p:nvPr/>
            </p:nvSpPr>
            <p:spPr>
              <a:xfrm>
                <a:off x="5264122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6" name="rc847">
                <a:extLst>
                  <a:ext uri="{FF2B5EF4-FFF2-40B4-BE49-F238E27FC236}">
                    <a16:creationId xmlns:a16="http://schemas.microsoft.com/office/drawing/2014/main" id="{23F1FFF2-B102-4652-8F30-D8EA38C739A5}"/>
                  </a:ext>
                </a:extLst>
              </p:cNvPr>
              <p:cNvSpPr/>
              <p:nvPr/>
            </p:nvSpPr>
            <p:spPr>
              <a:xfrm>
                <a:off x="5264122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7" name="rc848">
                <a:extLst>
                  <a:ext uri="{FF2B5EF4-FFF2-40B4-BE49-F238E27FC236}">
                    <a16:creationId xmlns:a16="http://schemas.microsoft.com/office/drawing/2014/main" id="{2362CE2B-9462-47C7-8DAD-DE2FFF986214}"/>
                  </a:ext>
                </a:extLst>
              </p:cNvPr>
              <p:cNvSpPr/>
              <p:nvPr/>
            </p:nvSpPr>
            <p:spPr>
              <a:xfrm>
                <a:off x="5264122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8" name="rc849">
                <a:extLst>
                  <a:ext uri="{FF2B5EF4-FFF2-40B4-BE49-F238E27FC236}">
                    <a16:creationId xmlns:a16="http://schemas.microsoft.com/office/drawing/2014/main" id="{7FA15600-CAF9-4D67-AC2E-D084E4AC2252}"/>
                  </a:ext>
                </a:extLst>
              </p:cNvPr>
              <p:cNvSpPr/>
              <p:nvPr/>
            </p:nvSpPr>
            <p:spPr>
              <a:xfrm>
                <a:off x="5264122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9" name="rc850">
                <a:extLst>
                  <a:ext uri="{FF2B5EF4-FFF2-40B4-BE49-F238E27FC236}">
                    <a16:creationId xmlns:a16="http://schemas.microsoft.com/office/drawing/2014/main" id="{79F7079B-F912-4A01-AAFB-1DCB05E298C6}"/>
                  </a:ext>
                </a:extLst>
              </p:cNvPr>
              <p:cNvSpPr/>
              <p:nvPr/>
            </p:nvSpPr>
            <p:spPr>
              <a:xfrm>
                <a:off x="5264122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0" name="rc851">
                <a:extLst>
                  <a:ext uri="{FF2B5EF4-FFF2-40B4-BE49-F238E27FC236}">
                    <a16:creationId xmlns:a16="http://schemas.microsoft.com/office/drawing/2014/main" id="{AF5A8D59-4F94-4A9F-801D-7F9D6877CC98}"/>
                  </a:ext>
                </a:extLst>
              </p:cNvPr>
              <p:cNvSpPr/>
              <p:nvPr/>
            </p:nvSpPr>
            <p:spPr>
              <a:xfrm>
                <a:off x="5264122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1" name="rc852">
                <a:extLst>
                  <a:ext uri="{FF2B5EF4-FFF2-40B4-BE49-F238E27FC236}">
                    <a16:creationId xmlns:a16="http://schemas.microsoft.com/office/drawing/2014/main" id="{54E45D33-E002-4766-880C-747FE465157D}"/>
                  </a:ext>
                </a:extLst>
              </p:cNvPr>
              <p:cNvSpPr/>
              <p:nvPr/>
            </p:nvSpPr>
            <p:spPr>
              <a:xfrm>
                <a:off x="5264122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2" name="rc853">
                <a:extLst>
                  <a:ext uri="{FF2B5EF4-FFF2-40B4-BE49-F238E27FC236}">
                    <a16:creationId xmlns:a16="http://schemas.microsoft.com/office/drawing/2014/main" id="{5EB41AC8-01A3-4313-AE24-6D224CA02778}"/>
                  </a:ext>
                </a:extLst>
              </p:cNvPr>
              <p:cNvSpPr/>
              <p:nvPr/>
            </p:nvSpPr>
            <p:spPr>
              <a:xfrm>
                <a:off x="5264122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3" name="rc854">
                <a:extLst>
                  <a:ext uri="{FF2B5EF4-FFF2-40B4-BE49-F238E27FC236}">
                    <a16:creationId xmlns:a16="http://schemas.microsoft.com/office/drawing/2014/main" id="{D71D60A9-0997-4866-B968-DFE77D7E05AF}"/>
                  </a:ext>
                </a:extLst>
              </p:cNvPr>
              <p:cNvSpPr/>
              <p:nvPr/>
            </p:nvSpPr>
            <p:spPr>
              <a:xfrm>
                <a:off x="5264122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4" name="rc855">
                <a:extLst>
                  <a:ext uri="{FF2B5EF4-FFF2-40B4-BE49-F238E27FC236}">
                    <a16:creationId xmlns:a16="http://schemas.microsoft.com/office/drawing/2014/main" id="{5B414DBA-EB44-480B-A12F-0E11898CF4DD}"/>
                  </a:ext>
                </a:extLst>
              </p:cNvPr>
              <p:cNvSpPr/>
              <p:nvPr/>
            </p:nvSpPr>
            <p:spPr>
              <a:xfrm>
                <a:off x="5264122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5" name="rc856">
                <a:extLst>
                  <a:ext uri="{FF2B5EF4-FFF2-40B4-BE49-F238E27FC236}">
                    <a16:creationId xmlns:a16="http://schemas.microsoft.com/office/drawing/2014/main" id="{23C4B2C1-F936-408F-9C30-51638D8F8266}"/>
                  </a:ext>
                </a:extLst>
              </p:cNvPr>
              <p:cNvSpPr/>
              <p:nvPr/>
            </p:nvSpPr>
            <p:spPr>
              <a:xfrm>
                <a:off x="5264122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6" name="rc857">
                <a:extLst>
                  <a:ext uri="{FF2B5EF4-FFF2-40B4-BE49-F238E27FC236}">
                    <a16:creationId xmlns:a16="http://schemas.microsoft.com/office/drawing/2014/main" id="{E090F703-D16B-4342-9EE9-50745E088323}"/>
                  </a:ext>
                </a:extLst>
              </p:cNvPr>
              <p:cNvSpPr/>
              <p:nvPr/>
            </p:nvSpPr>
            <p:spPr>
              <a:xfrm>
                <a:off x="5264122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7" name="rc858">
                <a:extLst>
                  <a:ext uri="{FF2B5EF4-FFF2-40B4-BE49-F238E27FC236}">
                    <a16:creationId xmlns:a16="http://schemas.microsoft.com/office/drawing/2014/main" id="{8D3DF5B8-3F73-4D41-AA47-760C5E101620}"/>
                  </a:ext>
                </a:extLst>
              </p:cNvPr>
              <p:cNvSpPr/>
              <p:nvPr/>
            </p:nvSpPr>
            <p:spPr>
              <a:xfrm>
                <a:off x="5264122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8" name="rc859">
                <a:extLst>
                  <a:ext uri="{FF2B5EF4-FFF2-40B4-BE49-F238E27FC236}">
                    <a16:creationId xmlns:a16="http://schemas.microsoft.com/office/drawing/2014/main" id="{26579047-9095-4261-82E2-9A40BA8C2130}"/>
                  </a:ext>
                </a:extLst>
              </p:cNvPr>
              <p:cNvSpPr/>
              <p:nvPr/>
            </p:nvSpPr>
            <p:spPr>
              <a:xfrm>
                <a:off x="5264122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9" name="rc860">
                <a:extLst>
                  <a:ext uri="{FF2B5EF4-FFF2-40B4-BE49-F238E27FC236}">
                    <a16:creationId xmlns:a16="http://schemas.microsoft.com/office/drawing/2014/main" id="{DC84FB5F-27DB-4953-9C87-C4699A7776ED}"/>
                  </a:ext>
                </a:extLst>
              </p:cNvPr>
              <p:cNvSpPr/>
              <p:nvPr/>
            </p:nvSpPr>
            <p:spPr>
              <a:xfrm>
                <a:off x="5264122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1" name="rc861">
                <a:extLst>
                  <a:ext uri="{FF2B5EF4-FFF2-40B4-BE49-F238E27FC236}">
                    <a16:creationId xmlns:a16="http://schemas.microsoft.com/office/drawing/2014/main" id="{AFAC927C-E18A-4189-BAB4-B7C6ECE54032}"/>
                  </a:ext>
                </a:extLst>
              </p:cNvPr>
              <p:cNvSpPr/>
              <p:nvPr/>
            </p:nvSpPr>
            <p:spPr>
              <a:xfrm>
                <a:off x="5264122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3" name="rc862">
                <a:extLst>
                  <a:ext uri="{FF2B5EF4-FFF2-40B4-BE49-F238E27FC236}">
                    <a16:creationId xmlns:a16="http://schemas.microsoft.com/office/drawing/2014/main" id="{D0630B75-1C08-42F4-91FF-FF5DD15D6074}"/>
                  </a:ext>
                </a:extLst>
              </p:cNvPr>
              <p:cNvSpPr/>
              <p:nvPr/>
            </p:nvSpPr>
            <p:spPr>
              <a:xfrm>
                <a:off x="5264122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5" name="rc863">
                <a:extLst>
                  <a:ext uri="{FF2B5EF4-FFF2-40B4-BE49-F238E27FC236}">
                    <a16:creationId xmlns:a16="http://schemas.microsoft.com/office/drawing/2014/main" id="{BD6A5E65-7E14-4006-8230-0FA473F67B92}"/>
                  </a:ext>
                </a:extLst>
              </p:cNvPr>
              <p:cNvSpPr/>
              <p:nvPr/>
            </p:nvSpPr>
            <p:spPr>
              <a:xfrm>
                <a:off x="5264122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7" name="rc864">
                <a:extLst>
                  <a:ext uri="{FF2B5EF4-FFF2-40B4-BE49-F238E27FC236}">
                    <a16:creationId xmlns:a16="http://schemas.microsoft.com/office/drawing/2014/main" id="{5CD94A61-67F3-4E41-81D5-B3EAAEE34FB8}"/>
                  </a:ext>
                </a:extLst>
              </p:cNvPr>
              <p:cNvSpPr/>
              <p:nvPr/>
            </p:nvSpPr>
            <p:spPr>
              <a:xfrm>
                <a:off x="5264122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8" name="rc865">
                <a:extLst>
                  <a:ext uri="{FF2B5EF4-FFF2-40B4-BE49-F238E27FC236}">
                    <a16:creationId xmlns:a16="http://schemas.microsoft.com/office/drawing/2014/main" id="{937080AC-2CF7-4B49-B58F-18628D0AA14C}"/>
                  </a:ext>
                </a:extLst>
              </p:cNvPr>
              <p:cNvSpPr/>
              <p:nvPr/>
            </p:nvSpPr>
            <p:spPr>
              <a:xfrm>
                <a:off x="5264122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9" name="rc866">
                <a:extLst>
                  <a:ext uri="{FF2B5EF4-FFF2-40B4-BE49-F238E27FC236}">
                    <a16:creationId xmlns:a16="http://schemas.microsoft.com/office/drawing/2014/main" id="{3230AB1D-2090-4D19-849A-4C781565549E}"/>
                  </a:ext>
                </a:extLst>
              </p:cNvPr>
              <p:cNvSpPr/>
              <p:nvPr/>
            </p:nvSpPr>
            <p:spPr>
              <a:xfrm>
                <a:off x="5264122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0" name="rc867">
                <a:extLst>
                  <a:ext uri="{FF2B5EF4-FFF2-40B4-BE49-F238E27FC236}">
                    <a16:creationId xmlns:a16="http://schemas.microsoft.com/office/drawing/2014/main" id="{8B182311-CCC2-4DC9-8DD7-85D2090FAD99}"/>
                  </a:ext>
                </a:extLst>
              </p:cNvPr>
              <p:cNvSpPr/>
              <p:nvPr/>
            </p:nvSpPr>
            <p:spPr>
              <a:xfrm>
                <a:off x="5264122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1" name="rc868">
                <a:extLst>
                  <a:ext uri="{FF2B5EF4-FFF2-40B4-BE49-F238E27FC236}">
                    <a16:creationId xmlns:a16="http://schemas.microsoft.com/office/drawing/2014/main" id="{DCF4BAEC-562E-4E46-A67F-4AF4D1813415}"/>
                  </a:ext>
                </a:extLst>
              </p:cNvPr>
              <p:cNvSpPr/>
              <p:nvPr/>
            </p:nvSpPr>
            <p:spPr>
              <a:xfrm>
                <a:off x="5264122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2" name="rc869">
                <a:extLst>
                  <a:ext uri="{FF2B5EF4-FFF2-40B4-BE49-F238E27FC236}">
                    <a16:creationId xmlns:a16="http://schemas.microsoft.com/office/drawing/2014/main" id="{79FCBB2C-6490-43E9-8E84-94C1114E60F1}"/>
                  </a:ext>
                </a:extLst>
              </p:cNvPr>
              <p:cNvSpPr/>
              <p:nvPr/>
            </p:nvSpPr>
            <p:spPr>
              <a:xfrm>
                <a:off x="5264122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3" name="rc870">
                <a:extLst>
                  <a:ext uri="{FF2B5EF4-FFF2-40B4-BE49-F238E27FC236}">
                    <a16:creationId xmlns:a16="http://schemas.microsoft.com/office/drawing/2014/main" id="{21333A98-AC8D-40D9-909D-D181118F9C20}"/>
                  </a:ext>
                </a:extLst>
              </p:cNvPr>
              <p:cNvSpPr/>
              <p:nvPr/>
            </p:nvSpPr>
            <p:spPr>
              <a:xfrm>
                <a:off x="5264122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4" name="rc871">
                <a:extLst>
                  <a:ext uri="{FF2B5EF4-FFF2-40B4-BE49-F238E27FC236}">
                    <a16:creationId xmlns:a16="http://schemas.microsoft.com/office/drawing/2014/main" id="{612F86AF-8194-4210-91F0-1A45527B087C}"/>
                  </a:ext>
                </a:extLst>
              </p:cNvPr>
              <p:cNvSpPr/>
              <p:nvPr/>
            </p:nvSpPr>
            <p:spPr>
              <a:xfrm>
                <a:off x="5264122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5" name="rc872">
                <a:extLst>
                  <a:ext uri="{FF2B5EF4-FFF2-40B4-BE49-F238E27FC236}">
                    <a16:creationId xmlns:a16="http://schemas.microsoft.com/office/drawing/2014/main" id="{985E4FD8-8DAF-4235-83BD-84F58801E635}"/>
                  </a:ext>
                </a:extLst>
              </p:cNvPr>
              <p:cNvSpPr/>
              <p:nvPr/>
            </p:nvSpPr>
            <p:spPr>
              <a:xfrm>
                <a:off x="5264122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6" name="rc873">
                <a:extLst>
                  <a:ext uri="{FF2B5EF4-FFF2-40B4-BE49-F238E27FC236}">
                    <a16:creationId xmlns:a16="http://schemas.microsoft.com/office/drawing/2014/main" id="{2277D9E5-E3DE-4824-A5CE-3E2E10025BF5}"/>
                  </a:ext>
                </a:extLst>
              </p:cNvPr>
              <p:cNvSpPr/>
              <p:nvPr/>
            </p:nvSpPr>
            <p:spPr>
              <a:xfrm>
                <a:off x="5264122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7" name="rc874">
                <a:extLst>
                  <a:ext uri="{FF2B5EF4-FFF2-40B4-BE49-F238E27FC236}">
                    <a16:creationId xmlns:a16="http://schemas.microsoft.com/office/drawing/2014/main" id="{FCE2E99E-8FD0-41FB-AAD6-4F07C68393D1}"/>
                  </a:ext>
                </a:extLst>
              </p:cNvPr>
              <p:cNvSpPr/>
              <p:nvPr/>
            </p:nvSpPr>
            <p:spPr>
              <a:xfrm>
                <a:off x="5264122" y="2247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8" name="rc875">
                <a:extLst>
                  <a:ext uri="{FF2B5EF4-FFF2-40B4-BE49-F238E27FC236}">
                    <a16:creationId xmlns:a16="http://schemas.microsoft.com/office/drawing/2014/main" id="{F69298E6-2161-4E05-881F-D824CEF5750F}"/>
                  </a:ext>
                </a:extLst>
              </p:cNvPr>
              <p:cNvSpPr/>
              <p:nvPr/>
            </p:nvSpPr>
            <p:spPr>
              <a:xfrm>
                <a:off x="5264122" y="2108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9" name="rc876">
                <a:extLst>
                  <a:ext uri="{FF2B5EF4-FFF2-40B4-BE49-F238E27FC236}">
                    <a16:creationId xmlns:a16="http://schemas.microsoft.com/office/drawing/2014/main" id="{9713341C-D634-46CC-BD16-CA3603F68D6D}"/>
                  </a:ext>
                </a:extLst>
              </p:cNvPr>
              <p:cNvSpPr/>
              <p:nvPr/>
            </p:nvSpPr>
            <p:spPr>
              <a:xfrm>
                <a:off x="5380006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0" name="rc877">
                <a:extLst>
                  <a:ext uri="{FF2B5EF4-FFF2-40B4-BE49-F238E27FC236}">
                    <a16:creationId xmlns:a16="http://schemas.microsoft.com/office/drawing/2014/main" id="{953EFAF1-E967-475E-A30F-9C6F533B576F}"/>
                  </a:ext>
                </a:extLst>
              </p:cNvPr>
              <p:cNvSpPr/>
              <p:nvPr/>
            </p:nvSpPr>
            <p:spPr>
              <a:xfrm>
                <a:off x="5380006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1" name="rc878">
                <a:extLst>
                  <a:ext uri="{FF2B5EF4-FFF2-40B4-BE49-F238E27FC236}">
                    <a16:creationId xmlns:a16="http://schemas.microsoft.com/office/drawing/2014/main" id="{A697A783-E6E6-403E-A991-4CD865B1A0A3}"/>
                  </a:ext>
                </a:extLst>
              </p:cNvPr>
              <p:cNvSpPr/>
              <p:nvPr/>
            </p:nvSpPr>
            <p:spPr>
              <a:xfrm>
                <a:off x="5380006" y="6403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2" name="rc879">
                <a:extLst>
                  <a:ext uri="{FF2B5EF4-FFF2-40B4-BE49-F238E27FC236}">
                    <a16:creationId xmlns:a16="http://schemas.microsoft.com/office/drawing/2014/main" id="{67DA7815-7094-4A7C-9FB1-0D74415350F6}"/>
                  </a:ext>
                </a:extLst>
              </p:cNvPr>
              <p:cNvSpPr/>
              <p:nvPr/>
            </p:nvSpPr>
            <p:spPr>
              <a:xfrm>
                <a:off x="5380006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3" name="rc880">
                <a:extLst>
                  <a:ext uri="{FF2B5EF4-FFF2-40B4-BE49-F238E27FC236}">
                    <a16:creationId xmlns:a16="http://schemas.microsoft.com/office/drawing/2014/main" id="{64C92425-D48A-49F5-991E-D443B44C8DFE}"/>
                  </a:ext>
                </a:extLst>
              </p:cNvPr>
              <p:cNvSpPr/>
              <p:nvPr/>
            </p:nvSpPr>
            <p:spPr>
              <a:xfrm>
                <a:off x="5380006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4" name="rc881">
                <a:extLst>
                  <a:ext uri="{FF2B5EF4-FFF2-40B4-BE49-F238E27FC236}">
                    <a16:creationId xmlns:a16="http://schemas.microsoft.com/office/drawing/2014/main" id="{332D9CBF-BC40-45F6-9BB8-B41B19896220}"/>
                  </a:ext>
                </a:extLst>
              </p:cNvPr>
              <p:cNvSpPr/>
              <p:nvPr/>
            </p:nvSpPr>
            <p:spPr>
              <a:xfrm>
                <a:off x="5380006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5" name="rc882">
                <a:extLst>
                  <a:ext uri="{FF2B5EF4-FFF2-40B4-BE49-F238E27FC236}">
                    <a16:creationId xmlns:a16="http://schemas.microsoft.com/office/drawing/2014/main" id="{EB3CD9A8-6A72-44CE-B5A8-D2D93405CF0E}"/>
                  </a:ext>
                </a:extLst>
              </p:cNvPr>
              <p:cNvSpPr/>
              <p:nvPr/>
            </p:nvSpPr>
            <p:spPr>
              <a:xfrm>
                <a:off x="5380006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6" name="rc883">
                <a:extLst>
                  <a:ext uri="{FF2B5EF4-FFF2-40B4-BE49-F238E27FC236}">
                    <a16:creationId xmlns:a16="http://schemas.microsoft.com/office/drawing/2014/main" id="{B9487B88-5733-470B-B6F9-184C87293821}"/>
                  </a:ext>
                </a:extLst>
              </p:cNvPr>
              <p:cNvSpPr/>
              <p:nvPr/>
            </p:nvSpPr>
            <p:spPr>
              <a:xfrm>
                <a:off x="5380006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7" name="rc884">
                <a:extLst>
                  <a:ext uri="{FF2B5EF4-FFF2-40B4-BE49-F238E27FC236}">
                    <a16:creationId xmlns:a16="http://schemas.microsoft.com/office/drawing/2014/main" id="{0D4B8FB6-45F5-4761-A7B2-4EFF2C6B6F3D}"/>
                  </a:ext>
                </a:extLst>
              </p:cNvPr>
              <p:cNvSpPr/>
              <p:nvPr/>
            </p:nvSpPr>
            <p:spPr>
              <a:xfrm>
                <a:off x="5380006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8" name="rc885">
                <a:extLst>
                  <a:ext uri="{FF2B5EF4-FFF2-40B4-BE49-F238E27FC236}">
                    <a16:creationId xmlns:a16="http://schemas.microsoft.com/office/drawing/2014/main" id="{0F1C529F-3EC3-41E7-A0AA-7E30607ADADF}"/>
                  </a:ext>
                </a:extLst>
              </p:cNvPr>
              <p:cNvSpPr/>
              <p:nvPr/>
            </p:nvSpPr>
            <p:spPr>
              <a:xfrm>
                <a:off x="5380006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9" name="rc886">
                <a:extLst>
                  <a:ext uri="{FF2B5EF4-FFF2-40B4-BE49-F238E27FC236}">
                    <a16:creationId xmlns:a16="http://schemas.microsoft.com/office/drawing/2014/main" id="{286A3E3A-6975-4B18-A68A-1E01E3FD8F63}"/>
                  </a:ext>
                </a:extLst>
              </p:cNvPr>
              <p:cNvSpPr/>
              <p:nvPr/>
            </p:nvSpPr>
            <p:spPr>
              <a:xfrm>
                <a:off x="5380006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0" name="rc887">
                <a:extLst>
                  <a:ext uri="{FF2B5EF4-FFF2-40B4-BE49-F238E27FC236}">
                    <a16:creationId xmlns:a16="http://schemas.microsoft.com/office/drawing/2014/main" id="{C5F2EAEC-84F9-41B7-A8AE-A5887E2BD0B7}"/>
                  </a:ext>
                </a:extLst>
              </p:cNvPr>
              <p:cNvSpPr/>
              <p:nvPr/>
            </p:nvSpPr>
            <p:spPr>
              <a:xfrm>
                <a:off x="5380006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1" name="rc888">
                <a:extLst>
                  <a:ext uri="{FF2B5EF4-FFF2-40B4-BE49-F238E27FC236}">
                    <a16:creationId xmlns:a16="http://schemas.microsoft.com/office/drawing/2014/main" id="{6E4C0222-E56C-4741-9778-D08D80856DF8}"/>
                  </a:ext>
                </a:extLst>
              </p:cNvPr>
              <p:cNvSpPr/>
              <p:nvPr/>
            </p:nvSpPr>
            <p:spPr>
              <a:xfrm>
                <a:off x="5380006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2" name="rc889">
                <a:extLst>
                  <a:ext uri="{FF2B5EF4-FFF2-40B4-BE49-F238E27FC236}">
                    <a16:creationId xmlns:a16="http://schemas.microsoft.com/office/drawing/2014/main" id="{FCC618C2-2DA8-474D-8EDC-F71D7E643FB1}"/>
                  </a:ext>
                </a:extLst>
              </p:cNvPr>
              <p:cNvSpPr/>
              <p:nvPr/>
            </p:nvSpPr>
            <p:spPr>
              <a:xfrm>
                <a:off x="5380006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3" name="rc890">
                <a:extLst>
                  <a:ext uri="{FF2B5EF4-FFF2-40B4-BE49-F238E27FC236}">
                    <a16:creationId xmlns:a16="http://schemas.microsoft.com/office/drawing/2014/main" id="{03FE1C21-8B4F-4899-8A32-9DD35873EF6B}"/>
                  </a:ext>
                </a:extLst>
              </p:cNvPr>
              <p:cNvSpPr/>
              <p:nvPr/>
            </p:nvSpPr>
            <p:spPr>
              <a:xfrm>
                <a:off x="5380006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4" name="rc891">
                <a:extLst>
                  <a:ext uri="{FF2B5EF4-FFF2-40B4-BE49-F238E27FC236}">
                    <a16:creationId xmlns:a16="http://schemas.microsoft.com/office/drawing/2014/main" id="{32412CD6-8B2E-43A3-A945-EBB713DC374C}"/>
                  </a:ext>
                </a:extLst>
              </p:cNvPr>
              <p:cNvSpPr/>
              <p:nvPr/>
            </p:nvSpPr>
            <p:spPr>
              <a:xfrm>
                <a:off x="5380006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5" name="rc892">
                <a:extLst>
                  <a:ext uri="{FF2B5EF4-FFF2-40B4-BE49-F238E27FC236}">
                    <a16:creationId xmlns:a16="http://schemas.microsoft.com/office/drawing/2014/main" id="{8A88DD41-F125-492D-A4A8-B3B070EB545E}"/>
                  </a:ext>
                </a:extLst>
              </p:cNvPr>
              <p:cNvSpPr/>
              <p:nvPr/>
            </p:nvSpPr>
            <p:spPr>
              <a:xfrm>
                <a:off x="5380006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6" name="rc893">
                <a:extLst>
                  <a:ext uri="{FF2B5EF4-FFF2-40B4-BE49-F238E27FC236}">
                    <a16:creationId xmlns:a16="http://schemas.microsoft.com/office/drawing/2014/main" id="{EACFE60A-6EC5-4C32-A28C-537372EF0D57}"/>
                  </a:ext>
                </a:extLst>
              </p:cNvPr>
              <p:cNvSpPr/>
              <p:nvPr/>
            </p:nvSpPr>
            <p:spPr>
              <a:xfrm>
                <a:off x="5380006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7" name="rc894">
                <a:extLst>
                  <a:ext uri="{FF2B5EF4-FFF2-40B4-BE49-F238E27FC236}">
                    <a16:creationId xmlns:a16="http://schemas.microsoft.com/office/drawing/2014/main" id="{3608A051-72E7-4E99-B4E4-19D1627AF6C6}"/>
                  </a:ext>
                </a:extLst>
              </p:cNvPr>
              <p:cNvSpPr/>
              <p:nvPr/>
            </p:nvSpPr>
            <p:spPr>
              <a:xfrm>
                <a:off x="5380006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8" name="rc895">
                <a:extLst>
                  <a:ext uri="{FF2B5EF4-FFF2-40B4-BE49-F238E27FC236}">
                    <a16:creationId xmlns:a16="http://schemas.microsoft.com/office/drawing/2014/main" id="{15C2E533-B84E-4D70-8DA8-8A5D749AD11A}"/>
                  </a:ext>
                </a:extLst>
              </p:cNvPr>
              <p:cNvSpPr/>
              <p:nvPr/>
            </p:nvSpPr>
            <p:spPr>
              <a:xfrm>
                <a:off x="5380006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9" name="rc896">
                <a:extLst>
                  <a:ext uri="{FF2B5EF4-FFF2-40B4-BE49-F238E27FC236}">
                    <a16:creationId xmlns:a16="http://schemas.microsoft.com/office/drawing/2014/main" id="{66889E4E-FDB2-4968-AC13-AC03812E9143}"/>
                  </a:ext>
                </a:extLst>
              </p:cNvPr>
              <p:cNvSpPr/>
              <p:nvPr/>
            </p:nvSpPr>
            <p:spPr>
              <a:xfrm>
                <a:off x="5380006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0" name="rc897">
                <a:extLst>
                  <a:ext uri="{FF2B5EF4-FFF2-40B4-BE49-F238E27FC236}">
                    <a16:creationId xmlns:a16="http://schemas.microsoft.com/office/drawing/2014/main" id="{FB125EE5-BFC1-41E2-8F4C-3E2B02464D3C}"/>
                  </a:ext>
                </a:extLst>
              </p:cNvPr>
              <p:cNvSpPr/>
              <p:nvPr/>
            </p:nvSpPr>
            <p:spPr>
              <a:xfrm>
                <a:off x="5380006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1" name="rc898">
                <a:extLst>
                  <a:ext uri="{FF2B5EF4-FFF2-40B4-BE49-F238E27FC236}">
                    <a16:creationId xmlns:a16="http://schemas.microsoft.com/office/drawing/2014/main" id="{59CE0359-FE1D-471B-B7FA-D03FC54F06BA}"/>
                  </a:ext>
                </a:extLst>
              </p:cNvPr>
              <p:cNvSpPr/>
              <p:nvPr/>
            </p:nvSpPr>
            <p:spPr>
              <a:xfrm>
                <a:off x="5380006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2" name="rc899">
                <a:extLst>
                  <a:ext uri="{FF2B5EF4-FFF2-40B4-BE49-F238E27FC236}">
                    <a16:creationId xmlns:a16="http://schemas.microsoft.com/office/drawing/2014/main" id="{465B341C-9382-4C1C-807B-73E404F8B893}"/>
                  </a:ext>
                </a:extLst>
              </p:cNvPr>
              <p:cNvSpPr/>
              <p:nvPr/>
            </p:nvSpPr>
            <p:spPr>
              <a:xfrm>
                <a:off x="5380006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3" name="rc900">
                <a:extLst>
                  <a:ext uri="{FF2B5EF4-FFF2-40B4-BE49-F238E27FC236}">
                    <a16:creationId xmlns:a16="http://schemas.microsoft.com/office/drawing/2014/main" id="{E4EAD706-FBA2-408E-B4D6-B2D3A5198342}"/>
                  </a:ext>
                </a:extLst>
              </p:cNvPr>
              <p:cNvSpPr/>
              <p:nvPr/>
            </p:nvSpPr>
            <p:spPr>
              <a:xfrm>
                <a:off x="5380006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4" name="rc901">
                <a:extLst>
                  <a:ext uri="{FF2B5EF4-FFF2-40B4-BE49-F238E27FC236}">
                    <a16:creationId xmlns:a16="http://schemas.microsoft.com/office/drawing/2014/main" id="{B7D1C0B1-9670-4455-897C-B81057C82381}"/>
                  </a:ext>
                </a:extLst>
              </p:cNvPr>
              <p:cNvSpPr/>
              <p:nvPr/>
            </p:nvSpPr>
            <p:spPr>
              <a:xfrm>
                <a:off x="5380006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5" name="rc902">
                <a:extLst>
                  <a:ext uri="{FF2B5EF4-FFF2-40B4-BE49-F238E27FC236}">
                    <a16:creationId xmlns:a16="http://schemas.microsoft.com/office/drawing/2014/main" id="{43AE9099-62C7-411F-BA6B-4088D943AB94}"/>
                  </a:ext>
                </a:extLst>
              </p:cNvPr>
              <p:cNvSpPr/>
              <p:nvPr/>
            </p:nvSpPr>
            <p:spPr>
              <a:xfrm>
                <a:off x="5380006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6" name="rc903">
                <a:extLst>
                  <a:ext uri="{FF2B5EF4-FFF2-40B4-BE49-F238E27FC236}">
                    <a16:creationId xmlns:a16="http://schemas.microsoft.com/office/drawing/2014/main" id="{75754C07-48EE-4513-B41A-08B517FC8EB6}"/>
                  </a:ext>
                </a:extLst>
              </p:cNvPr>
              <p:cNvSpPr/>
              <p:nvPr/>
            </p:nvSpPr>
            <p:spPr>
              <a:xfrm>
                <a:off x="5380006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7" name="rc904">
                <a:extLst>
                  <a:ext uri="{FF2B5EF4-FFF2-40B4-BE49-F238E27FC236}">
                    <a16:creationId xmlns:a16="http://schemas.microsoft.com/office/drawing/2014/main" id="{414345D5-B6CB-4412-9E02-D433648D3722}"/>
                  </a:ext>
                </a:extLst>
              </p:cNvPr>
              <p:cNvSpPr/>
              <p:nvPr/>
            </p:nvSpPr>
            <p:spPr>
              <a:xfrm>
                <a:off x="5380006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8" name="rc905">
                <a:extLst>
                  <a:ext uri="{FF2B5EF4-FFF2-40B4-BE49-F238E27FC236}">
                    <a16:creationId xmlns:a16="http://schemas.microsoft.com/office/drawing/2014/main" id="{DD32D179-3536-460D-A773-A85C49384423}"/>
                  </a:ext>
                </a:extLst>
              </p:cNvPr>
              <p:cNvSpPr/>
              <p:nvPr/>
            </p:nvSpPr>
            <p:spPr>
              <a:xfrm>
                <a:off x="5380006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9" name="rc906">
                <a:extLst>
                  <a:ext uri="{FF2B5EF4-FFF2-40B4-BE49-F238E27FC236}">
                    <a16:creationId xmlns:a16="http://schemas.microsoft.com/office/drawing/2014/main" id="{BF13341E-53E0-4318-B23F-B6E3F967EAA4}"/>
                  </a:ext>
                </a:extLst>
              </p:cNvPr>
              <p:cNvSpPr/>
              <p:nvPr/>
            </p:nvSpPr>
            <p:spPr>
              <a:xfrm>
                <a:off x="5380006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0" name="rc907">
                <a:extLst>
                  <a:ext uri="{FF2B5EF4-FFF2-40B4-BE49-F238E27FC236}">
                    <a16:creationId xmlns:a16="http://schemas.microsoft.com/office/drawing/2014/main" id="{5B26B16D-EEBF-4DF5-ABB9-F004AB054535}"/>
                  </a:ext>
                </a:extLst>
              </p:cNvPr>
              <p:cNvSpPr/>
              <p:nvPr/>
            </p:nvSpPr>
            <p:spPr>
              <a:xfrm>
                <a:off x="5380006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1" name="rc908">
                <a:extLst>
                  <a:ext uri="{FF2B5EF4-FFF2-40B4-BE49-F238E27FC236}">
                    <a16:creationId xmlns:a16="http://schemas.microsoft.com/office/drawing/2014/main" id="{0D90A552-550F-4377-ADDF-B3BF17BC71FA}"/>
                  </a:ext>
                </a:extLst>
              </p:cNvPr>
              <p:cNvSpPr/>
              <p:nvPr/>
            </p:nvSpPr>
            <p:spPr>
              <a:xfrm>
                <a:off x="5380006" y="2247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2" name="rc909">
                <a:extLst>
                  <a:ext uri="{FF2B5EF4-FFF2-40B4-BE49-F238E27FC236}">
                    <a16:creationId xmlns:a16="http://schemas.microsoft.com/office/drawing/2014/main" id="{0EE39CB0-8A93-499D-B463-FFD68D4AEC12}"/>
                  </a:ext>
                </a:extLst>
              </p:cNvPr>
              <p:cNvSpPr/>
              <p:nvPr/>
            </p:nvSpPr>
            <p:spPr>
              <a:xfrm>
                <a:off x="5380006" y="2108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3" name="rc910">
                <a:extLst>
                  <a:ext uri="{FF2B5EF4-FFF2-40B4-BE49-F238E27FC236}">
                    <a16:creationId xmlns:a16="http://schemas.microsoft.com/office/drawing/2014/main" id="{48DE5E77-B2AD-4EE0-AD7B-21F959913D07}"/>
                  </a:ext>
                </a:extLst>
              </p:cNvPr>
              <p:cNvSpPr/>
              <p:nvPr/>
            </p:nvSpPr>
            <p:spPr>
              <a:xfrm>
                <a:off x="5495891" y="6680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4" name="rc911">
                <a:extLst>
                  <a:ext uri="{FF2B5EF4-FFF2-40B4-BE49-F238E27FC236}">
                    <a16:creationId xmlns:a16="http://schemas.microsoft.com/office/drawing/2014/main" id="{A56417ED-339C-426F-A44F-2063F348855E}"/>
                  </a:ext>
                </a:extLst>
              </p:cNvPr>
              <p:cNvSpPr/>
              <p:nvPr/>
            </p:nvSpPr>
            <p:spPr>
              <a:xfrm>
                <a:off x="5495891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5" name="rc912">
                <a:extLst>
                  <a:ext uri="{FF2B5EF4-FFF2-40B4-BE49-F238E27FC236}">
                    <a16:creationId xmlns:a16="http://schemas.microsoft.com/office/drawing/2014/main" id="{72A4AD29-50B7-4C71-B62A-A295341C2610}"/>
                  </a:ext>
                </a:extLst>
              </p:cNvPr>
              <p:cNvSpPr/>
              <p:nvPr/>
            </p:nvSpPr>
            <p:spPr>
              <a:xfrm>
                <a:off x="5495891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6" name="rc913">
                <a:extLst>
                  <a:ext uri="{FF2B5EF4-FFF2-40B4-BE49-F238E27FC236}">
                    <a16:creationId xmlns:a16="http://schemas.microsoft.com/office/drawing/2014/main" id="{43BCE522-C34C-495B-A336-4DF3FCA13167}"/>
                  </a:ext>
                </a:extLst>
              </p:cNvPr>
              <p:cNvSpPr/>
              <p:nvPr/>
            </p:nvSpPr>
            <p:spPr>
              <a:xfrm>
                <a:off x="5495891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7" name="rc914">
                <a:extLst>
                  <a:ext uri="{FF2B5EF4-FFF2-40B4-BE49-F238E27FC236}">
                    <a16:creationId xmlns:a16="http://schemas.microsoft.com/office/drawing/2014/main" id="{3135041F-7EE7-4883-9B22-EBF2A4381805}"/>
                  </a:ext>
                </a:extLst>
              </p:cNvPr>
              <p:cNvSpPr/>
              <p:nvPr/>
            </p:nvSpPr>
            <p:spPr>
              <a:xfrm>
                <a:off x="5495891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8" name="rc915">
                <a:extLst>
                  <a:ext uri="{FF2B5EF4-FFF2-40B4-BE49-F238E27FC236}">
                    <a16:creationId xmlns:a16="http://schemas.microsoft.com/office/drawing/2014/main" id="{62C9B816-486D-4562-B9BD-842E0CE53264}"/>
                  </a:ext>
                </a:extLst>
              </p:cNvPr>
              <p:cNvSpPr/>
              <p:nvPr/>
            </p:nvSpPr>
            <p:spPr>
              <a:xfrm>
                <a:off x="5495891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9" name="rc916">
                <a:extLst>
                  <a:ext uri="{FF2B5EF4-FFF2-40B4-BE49-F238E27FC236}">
                    <a16:creationId xmlns:a16="http://schemas.microsoft.com/office/drawing/2014/main" id="{7291AD69-4F42-4939-9AB5-B1396DA750C8}"/>
                  </a:ext>
                </a:extLst>
              </p:cNvPr>
              <p:cNvSpPr/>
              <p:nvPr/>
            </p:nvSpPr>
            <p:spPr>
              <a:xfrm>
                <a:off x="5495891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0" name="rc917">
                <a:extLst>
                  <a:ext uri="{FF2B5EF4-FFF2-40B4-BE49-F238E27FC236}">
                    <a16:creationId xmlns:a16="http://schemas.microsoft.com/office/drawing/2014/main" id="{06245D91-58FF-464A-AE53-C5E0BD30E827}"/>
                  </a:ext>
                </a:extLst>
              </p:cNvPr>
              <p:cNvSpPr/>
              <p:nvPr/>
            </p:nvSpPr>
            <p:spPr>
              <a:xfrm>
                <a:off x="5495891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1" name="rc918">
                <a:extLst>
                  <a:ext uri="{FF2B5EF4-FFF2-40B4-BE49-F238E27FC236}">
                    <a16:creationId xmlns:a16="http://schemas.microsoft.com/office/drawing/2014/main" id="{5357AD68-E3B2-4DA1-839C-54438420E22B}"/>
                  </a:ext>
                </a:extLst>
              </p:cNvPr>
              <p:cNvSpPr/>
              <p:nvPr/>
            </p:nvSpPr>
            <p:spPr>
              <a:xfrm>
                <a:off x="5495891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2" name="rc919">
                <a:extLst>
                  <a:ext uri="{FF2B5EF4-FFF2-40B4-BE49-F238E27FC236}">
                    <a16:creationId xmlns:a16="http://schemas.microsoft.com/office/drawing/2014/main" id="{2063DB35-7AF0-4985-8E60-0743CF58BF4A}"/>
                  </a:ext>
                </a:extLst>
              </p:cNvPr>
              <p:cNvSpPr/>
              <p:nvPr/>
            </p:nvSpPr>
            <p:spPr>
              <a:xfrm>
                <a:off x="5495891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3" name="rc920">
                <a:extLst>
                  <a:ext uri="{FF2B5EF4-FFF2-40B4-BE49-F238E27FC236}">
                    <a16:creationId xmlns:a16="http://schemas.microsoft.com/office/drawing/2014/main" id="{38CAF0CC-344A-48DD-88A9-8B41A6F17B4D}"/>
                  </a:ext>
                </a:extLst>
              </p:cNvPr>
              <p:cNvSpPr/>
              <p:nvPr/>
            </p:nvSpPr>
            <p:spPr>
              <a:xfrm>
                <a:off x="5495891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4" name="rc921">
                <a:extLst>
                  <a:ext uri="{FF2B5EF4-FFF2-40B4-BE49-F238E27FC236}">
                    <a16:creationId xmlns:a16="http://schemas.microsoft.com/office/drawing/2014/main" id="{F0AEEA79-1595-4CD0-92E5-07362CDE0C51}"/>
                  </a:ext>
                </a:extLst>
              </p:cNvPr>
              <p:cNvSpPr/>
              <p:nvPr/>
            </p:nvSpPr>
            <p:spPr>
              <a:xfrm>
                <a:off x="5495891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5" name="rc922">
                <a:extLst>
                  <a:ext uri="{FF2B5EF4-FFF2-40B4-BE49-F238E27FC236}">
                    <a16:creationId xmlns:a16="http://schemas.microsoft.com/office/drawing/2014/main" id="{D5507FDD-9023-4964-8D3C-2CF811497C39}"/>
                  </a:ext>
                </a:extLst>
              </p:cNvPr>
              <p:cNvSpPr/>
              <p:nvPr/>
            </p:nvSpPr>
            <p:spPr>
              <a:xfrm>
                <a:off x="5495891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6" name="rc923">
                <a:extLst>
                  <a:ext uri="{FF2B5EF4-FFF2-40B4-BE49-F238E27FC236}">
                    <a16:creationId xmlns:a16="http://schemas.microsoft.com/office/drawing/2014/main" id="{85EA9544-EB24-46D5-A2AD-1D2A66053CB0}"/>
                  </a:ext>
                </a:extLst>
              </p:cNvPr>
              <p:cNvSpPr/>
              <p:nvPr/>
            </p:nvSpPr>
            <p:spPr>
              <a:xfrm>
                <a:off x="5495891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7" name="rc924">
                <a:extLst>
                  <a:ext uri="{FF2B5EF4-FFF2-40B4-BE49-F238E27FC236}">
                    <a16:creationId xmlns:a16="http://schemas.microsoft.com/office/drawing/2014/main" id="{63D396F3-B8A2-457E-8732-DAD8BBAA4C03}"/>
                  </a:ext>
                </a:extLst>
              </p:cNvPr>
              <p:cNvSpPr/>
              <p:nvPr/>
            </p:nvSpPr>
            <p:spPr>
              <a:xfrm>
                <a:off x="5495891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8" name="rc925">
                <a:extLst>
                  <a:ext uri="{FF2B5EF4-FFF2-40B4-BE49-F238E27FC236}">
                    <a16:creationId xmlns:a16="http://schemas.microsoft.com/office/drawing/2014/main" id="{12FCDE40-262B-491D-956A-0FE2E7148F6F}"/>
                  </a:ext>
                </a:extLst>
              </p:cNvPr>
              <p:cNvSpPr/>
              <p:nvPr/>
            </p:nvSpPr>
            <p:spPr>
              <a:xfrm>
                <a:off x="5495891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9" name="rc926">
                <a:extLst>
                  <a:ext uri="{FF2B5EF4-FFF2-40B4-BE49-F238E27FC236}">
                    <a16:creationId xmlns:a16="http://schemas.microsoft.com/office/drawing/2014/main" id="{D4D02B88-9A58-4AEF-AE17-08C99E162A3A}"/>
                  </a:ext>
                </a:extLst>
              </p:cNvPr>
              <p:cNvSpPr/>
              <p:nvPr/>
            </p:nvSpPr>
            <p:spPr>
              <a:xfrm>
                <a:off x="5495891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0" name="rc927">
                <a:extLst>
                  <a:ext uri="{FF2B5EF4-FFF2-40B4-BE49-F238E27FC236}">
                    <a16:creationId xmlns:a16="http://schemas.microsoft.com/office/drawing/2014/main" id="{D44A74C0-C07A-4489-A2D6-76F9FBD1ED89}"/>
                  </a:ext>
                </a:extLst>
              </p:cNvPr>
              <p:cNvSpPr/>
              <p:nvPr/>
            </p:nvSpPr>
            <p:spPr>
              <a:xfrm>
                <a:off x="5495891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1" name="rc928">
                <a:extLst>
                  <a:ext uri="{FF2B5EF4-FFF2-40B4-BE49-F238E27FC236}">
                    <a16:creationId xmlns:a16="http://schemas.microsoft.com/office/drawing/2014/main" id="{8611968E-4FD9-4661-8E0E-EBFC8B184701}"/>
                  </a:ext>
                </a:extLst>
              </p:cNvPr>
              <p:cNvSpPr/>
              <p:nvPr/>
            </p:nvSpPr>
            <p:spPr>
              <a:xfrm>
                <a:off x="5495891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2" name="rc929">
                <a:extLst>
                  <a:ext uri="{FF2B5EF4-FFF2-40B4-BE49-F238E27FC236}">
                    <a16:creationId xmlns:a16="http://schemas.microsoft.com/office/drawing/2014/main" id="{B1A148B9-0D84-4066-A33B-FE96709F5139}"/>
                  </a:ext>
                </a:extLst>
              </p:cNvPr>
              <p:cNvSpPr/>
              <p:nvPr/>
            </p:nvSpPr>
            <p:spPr>
              <a:xfrm>
                <a:off x="5495891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3" name="rc930">
                <a:extLst>
                  <a:ext uri="{FF2B5EF4-FFF2-40B4-BE49-F238E27FC236}">
                    <a16:creationId xmlns:a16="http://schemas.microsoft.com/office/drawing/2014/main" id="{57543D45-7DC5-4A9D-B422-7F9A1197F4EA}"/>
                  </a:ext>
                </a:extLst>
              </p:cNvPr>
              <p:cNvSpPr/>
              <p:nvPr/>
            </p:nvSpPr>
            <p:spPr>
              <a:xfrm>
                <a:off x="5495891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4" name="rc931">
                <a:extLst>
                  <a:ext uri="{FF2B5EF4-FFF2-40B4-BE49-F238E27FC236}">
                    <a16:creationId xmlns:a16="http://schemas.microsoft.com/office/drawing/2014/main" id="{EEC37A14-D317-4B29-85B3-B7360EF6F994}"/>
                  </a:ext>
                </a:extLst>
              </p:cNvPr>
              <p:cNvSpPr/>
              <p:nvPr/>
            </p:nvSpPr>
            <p:spPr>
              <a:xfrm>
                <a:off x="5495891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5" name="rc932">
                <a:extLst>
                  <a:ext uri="{FF2B5EF4-FFF2-40B4-BE49-F238E27FC236}">
                    <a16:creationId xmlns:a16="http://schemas.microsoft.com/office/drawing/2014/main" id="{2DA073A9-37A0-4C14-9DC5-1CCF3C38D4C6}"/>
                  </a:ext>
                </a:extLst>
              </p:cNvPr>
              <p:cNvSpPr/>
              <p:nvPr/>
            </p:nvSpPr>
            <p:spPr>
              <a:xfrm>
                <a:off x="5495891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6" name="rc933">
                <a:extLst>
                  <a:ext uri="{FF2B5EF4-FFF2-40B4-BE49-F238E27FC236}">
                    <a16:creationId xmlns:a16="http://schemas.microsoft.com/office/drawing/2014/main" id="{9733E12B-9050-4458-8F5F-70220748FB8B}"/>
                  </a:ext>
                </a:extLst>
              </p:cNvPr>
              <p:cNvSpPr/>
              <p:nvPr/>
            </p:nvSpPr>
            <p:spPr>
              <a:xfrm>
                <a:off x="5495891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7" name="rc934">
                <a:extLst>
                  <a:ext uri="{FF2B5EF4-FFF2-40B4-BE49-F238E27FC236}">
                    <a16:creationId xmlns:a16="http://schemas.microsoft.com/office/drawing/2014/main" id="{283042F0-A0C1-4B5A-8C1B-55C84B31FA88}"/>
                  </a:ext>
                </a:extLst>
              </p:cNvPr>
              <p:cNvSpPr/>
              <p:nvPr/>
            </p:nvSpPr>
            <p:spPr>
              <a:xfrm>
                <a:off x="5495891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8" name="rc935">
                <a:extLst>
                  <a:ext uri="{FF2B5EF4-FFF2-40B4-BE49-F238E27FC236}">
                    <a16:creationId xmlns:a16="http://schemas.microsoft.com/office/drawing/2014/main" id="{92EB685B-7E03-4007-9DD8-C3D6203A7E2A}"/>
                  </a:ext>
                </a:extLst>
              </p:cNvPr>
              <p:cNvSpPr/>
              <p:nvPr/>
            </p:nvSpPr>
            <p:spPr>
              <a:xfrm>
                <a:off x="5495891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9" name="rc936">
                <a:extLst>
                  <a:ext uri="{FF2B5EF4-FFF2-40B4-BE49-F238E27FC236}">
                    <a16:creationId xmlns:a16="http://schemas.microsoft.com/office/drawing/2014/main" id="{5AAA9AD1-2171-448F-B5D9-98C683D38E8F}"/>
                  </a:ext>
                </a:extLst>
              </p:cNvPr>
              <p:cNvSpPr/>
              <p:nvPr/>
            </p:nvSpPr>
            <p:spPr>
              <a:xfrm>
                <a:off x="5495891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0" name="rc937">
                <a:extLst>
                  <a:ext uri="{FF2B5EF4-FFF2-40B4-BE49-F238E27FC236}">
                    <a16:creationId xmlns:a16="http://schemas.microsoft.com/office/drawing/2014/main" id="{889A9C5D-41FE-4391-BFA9-4713ACF59FB1}"/>
                  </a:ext>
                </a:extLst>
              </p:cNvPr>
              <p:cNvSpPr/>
              <p:nvPr/>
            </p:nvSpPr>
            <p:spPr>
              <a:xfrm>
                <a:off x="5495891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1" name="rc938">
                <a:extLst>
                  <a:ext uri="{FF2B5EF4-FFF2-40B4-BE49-F238E27FC236}">
                    <a16:creationId xmlns:a16="http://schemas.microsoft.com/office/drawing/2014/main" id="{AADC3CF6-0C76-4AFA-9CAA-7C0A2DF8F911}"/>
                  </a:ext>
                </a:extLst>
              </p:cNvPr>
              <p:cNvSpPr/>
              <p:nvPr/>
            </p:nvSpPr>
            <p:spPr>
              <a:xfrm>
                <a:off x="5495891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2" name="rc939">
                <a:extLst>
                  <a:ext uri="{FF2B5EF4-FFF2-40B4-BE49-F238E27FC236}">
                    <a16:creationId xmlns:a16="http://schemas.microsoft.com/office/drawing/2014/main" id="{93832B59-2282-43DE-958A-CD19566C5117}"/>
                  </a:ext>
                </a:extLst>
              </p:cNvPr>
              <p:cNvSpPr/>
              <p:nvPr/>
            </p:nvSpPr>
            <p:spPr>
              <a:xfrm>
                <a:off x="5495891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3" name="rc940">
                <a:extLst>
                  <a:ext uri="{FF2B5EF4-FFF2-40B4-BE49-F238E27FC236}">
                    <a16:creationId xmlns:a16="http://schemas.microsoft.com/office/drawing/2014/main" id="{95136F7C-935A-4FD9-BE9D-AE832978F440}"/>
                  </a:ext>
                </a:extLst>
              </p:cNvPr>
              <p:cNvSpPr/>
              <p:nvPr/>
            </p:nvSpPr>
            <p:spPr>
              <a:xfrm>
                <a:off x="5495891" y="2524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4" name="rc941">
                <a:extLst>
                  <a:ext uri="{FF2B5EF4-FFF2-40B4-BE49-F238E27FC236}">
                    <a16:creationId xmlns:a16="http://schemas.microsoft.com/office/drawing/2014/main" id="{995E0199-4F6D-46C4-9D53-FA4D36635261}"/>
                  </a:ext>
                </a:extLst>
              </p:cNvPr>
              <p:cNvSpPr/>
              <p:nvPr/>
            </p:nvSpPr>
            <p:spPr>
              <a:xfrm>
                <a:off x="5495891" y="2385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5" name="rc942">
                <a:extLst>
                  <a:ext uri="{FF2B5EF4-FFF2-40B4-BE49-F238E27FC236}">
                    <a16:creationId xmlns:a16="http://schemas.microsoft.com/office/drawing/2014/main" id="{FC667980-21CA-428A-9A38-F531422AD2E2}"/>
                  </a:ext>
                </a:extLst>
              </p:cNvPr>
              <p:cNvSpPr/>
              <p:nvPr/>
            </p:nvSpPr>
            <p:spPr>
              <a:xfrm>
                <a:off x="5611776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6" name="rc943">
                <a:extLst>
                  <a:ext uri="{FF2B5EF4-FFF2-40B4-BE49-F238E27FC236}">
                    <a16:creationId xmlns:a16="http://schemas.microsoft.com/office/drawing/2014/main" id="{4F2449A9-F621-41A1-A275-AE288CC29185}"/>
                  </a:ext>
                </a:extLst>
              </p:cNvPr>
              <p:cNvSpPr/>
              <p:nvPr/>
            </p:nvSpPr>
            <p:spPr>
              <a:xfrm>
                <a:off x="5611776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7" name="rc944">
                <a:extLst>
                  <a:ext uri="{FF2B5EF4-FFF2-40B4-BE49-F238E27FC236}">
                    <a16:creationId xmlns:a16="http://schemas.microsoft.com/office/drawing/2014/main" id="{E593AD22-4F5D-46F3-B690-ABFE33782835}"/>
                  </a:ext>
                </a:extLst>
              </p:cNvPr>
              <p:cNvSpPr/>
              <p:nvPr/>
            </p:nvSpPr>
            <p:spPr>
              <a:xfrm>
                <a:off x="5611776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8" name="rc945">
                <a:extLst>
                  <a:ext uri="{FF2B5EF4-FFF2-40B4-BE49-F238E27FC236}">
                    <a16:creationId xmlns:a16="http://schemas.microsoft.com/office/drawing/2014/main" id="{3B8525CD-4B88-4FDC-A890-A4878138ACC9}"/>
                  </a:ext>
                </a:extLst>
              </p:cNvPr>
              <p:cNvSpPr/>
              <p:nvPr/>
            </p:nvSpPr>
            <p:spPr>
              <a:xfrm>
                <a:off x="5611776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9" name="rc946">
                <a:extLst>
                  <a:ext uri="{FF2B5EF4-FFF2-40B4-BE49-F238E27FC236}">
                    <a16:creationId xmlns:a16="http://schemas.microsoft.com/office/drawing/2014/main" id="{A8139285-3F25-490A-8281-B6EF697B679E}"/>
                  </a:ext>
                </a:extLst>
              </p:cNvPr>
              <p:cNvSpPr/>
              <p:nvPr/>
            </p:nvSpPr>
            <p:spPr>
              <a:xfrm>
                <a:off x="5611776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0" name="rc947">
                <a:extLst>
                  <a:ext uri="{FF2B5EF4-FFF2-40B4-BE49-F238E27FC236}">
                    <a16:creationId xmlns:a16="http://schemas.microsoft.com/office/drawing/2014/main" id="{3E874789-255B-49B1-AB0F-414F5DFFF21F}"/>
                  </a:ext>
                </a:extLst>
              </p:cNvPr>
              <p:cNvSpPr/>
              <p:nvPr/>
            </p:nvSpPr>
            <p:spPr>
              <a:xfrm>
                <a:off x="5611776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1" name="rc948">
                <a:extLst>
                  <a:ext uri="{FF2B5EF4-FFF2-40B4-BE49-F238E27FC236}">
                    <a16:creationId xmlns:a16="http://schemas.microsoft.com/office/drawing/2014/main" id="{017A8135-A8EB-48D1-A577-81A4B9BC116A}"/>
                  </a:ext>
                </a:extLst>
              </p:cNvPr>
              <p:cNvSpPr/>
              <p:nvPr/>
            </p:nvSpPr>
            <p:spPr>
              <a:xfrm>
                <a:off x="5611776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2" name="rc949">
                <a:extLst>
                  <a:ext uri="{FF2B5EF4-FFF2-40B4-BE49-F238E27FC236}">
                    <a16:creationId xmlns:a16="http://schemas.microsoft.com/office/drawing/2014/main" id="{180BD0B8-BDA9-4DDF-BE39-2BC0FFD90E2E}"/>
                  </a:ext>
                </a:extLst>
              </p:cNvPr>
              <p:cNvSpPr/>
              <p:nvPr/>
            </p:nvSpPr>
            <p:spPr>
              <a:xfrm>
                <a:off x="5611776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3" name="rc950">
                <a:extLst>
                  <a:ext uri="{FF2B5EF4-FFF2-40B4-BE49-F238E27FC236}">
                    <a16:creationId xmlns:a16="http://schemas.microsoft.com/office/drawing/2014/main" id="{3353A2E6-3810-4596-A561-9D88EAA0BED3}"/>
                  </a:ext>
                </a:extLst>
              </p:cNvPr>
              <p:cNvSpPr/>
              <p:nvPr/>
            </p:nvSpPr>
            <p:spPr>
              <a:xfrm>
                <a:off x="5611776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4" name="rc951">
                <a:extLst>
                  <a:ext uri="{FF2B5EF4-FFF2-40B4-BE49-F238E27FC236}">
                    <a16:creationId xmlns:a16="http://schemas.microsoft.com/office/drawing/2014/main" id="{D87454B3-A2DA-4488-9F81-848F659606D3}"/>
                  </a:ext>
                </a:extLst>
              </p:cNvPr>
              <p:cNvSpPr/>
              <p:nvPr/>
            </p:nvSpPr>
            <p:spPr>
              <a:xfrm>
                <a:off x="5611776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5" name="rc952">
                <a:extLst>
                  <a:ext uri="{FF2B5EF4-FFF2-40B4-BE49-F238E27FC236}">
                    <a16:creationId xmlns:a16="http://schemas.microsoft.com/office/drawing/2014/main" id="{03829180-28B9-4926-94A7-9114AC1F7309}"/>
                  </a:ext>
                </a:extLst>
              </p:cNvPr>
              <p:cNvSpPr/>
              <p:nvPr/>
            </p:nvSpPr>
            <p:spPr>
              <a:xfrm>
                <a:off x="5611776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6" name="rc953">
                <a:extLst>
                  <a:ext uri="{FF2B5EF4-FFF2-40B4-BE49-F238E27FC236}">
                    <a16:creationId xmlns:a16="http://schemas.microsoft.com/office/drawing/2014/main" id="{D6D9DF0F-BB46-4C77-BD12-3BAB043D36EB}"/>
                  </a:ext>
                </a:extLst>
              </p:cNvPr>
              <p:cNvSpPr/>
              <p:nvPr/>
            </p:nvSpPr>
            <p:spPr>
              <a:xfrm>
                <a:off x="5611776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7" name="rc954">
                <a:extLst>
                  <a:ext uri="{FF2B5EF4-FFF2-40B4-BE49-F238E27FC236}">
                    <a16:creationId xmlns:a16="http://schemas.microsoft.com/office/drawing/2014/main" id="{5EE8C6F0-9B2C-457D-9191-7499E1DB0F17}"/>
                  </a:ext>
                </a:extLst>
              </p:cNvPr>
              <p:cNvSpPr/>
              <p:nvPr/>
            </p:nvSpPr>
            <p:spPr>
              <a:xfrm>
                <a:off x="5611776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8" name="rc955">
                <a:extLst>
                  <a:ext uri="{FF2B5EF4-FFF2-40B4-BE49-F238E27FC236}">
                    <a16:creationId xmlns:a16="http://schemas.microsoft.com/office/drawing/2014/main" id="{70BC2712-2BD5-42E9-AE25-263CC1ADDD9F}"/>
                  </a:ext>
                </a:extLst>
              </p:cNvPr>
              <p:cNvSpPr/>
              <p:nvPr/>
            </p:nvSpPr>
            <p:spPr>
              <a:xfrm>
                <a:off x="5611776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9" name="rc956">
                <a:extLst>
                  <a:ext uri="{FF2B5EF4-FFF2-40B4-BE49-F238E27FC236}">
                    <a16:creationId xmlns:a16="http://schemas.microsoft.com/office/drawing/2014/main" id="{9CD0DC74-FDBB-44C7-A31F-D2773F0BAA8C}"/>
                  </a:ext>
                </a:extLst>
              </p:cNvPr>
              <p:cNvSpPr/>
              <p:nvPr/>
            </p:nvSpPr>
            <p:spPr>
              <a:xfrm>
                <a:off x="5611776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0" name="rc957">
                <a:extLst>
                  <a:ext uri="{FF2B5EF4-FFF2-40B4-BE49-F238E27FC236}">
                    <a16:creationId xmlns:a16="http://schemas.microsoft.com/office/drawing/2014/main" id="{26826A63-65AB-4BB8-B5B4-9E5A69ABCF5C}"/>
                  </a:ext>
                </a:extLst>
              </p:cNvPr>
              <p:cNvSpPr/>
              <p:nvPr/>
            </p:nvSpPr>
            <p:spPr>
              <a:xfrm>
                <a:off x="5611776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1" name="rc958">
                <a:extLst>
                  <a:ext uri="{FF2B5EF4-FFF2-40B4-BE49-F238E27FC236}">
                    <a16:creationId xmlns:a16="http://schemas.microsoft.com/office/drawing/2014/main" id="{3F7F32F2-5E9D-4D74-952E-D4DF2BEB3FB9}"/>
                  </a:ext>
                </a:extLst>
              </p:cNvPr>
              <p:cNvSpPr/>
              <p:nvPr/>
            </p:nvSpPr>
            <p:spPr>
              <a:xfrm>
                <a:off x="5611776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2" name="rc959">
                <a:extLst>
                  <a:ext uri="{FF2B5EF4-FFF2-40B4-BE49-F238E27FC236}">
                    <a16:creationId xmlns:a16="http://schemas.microsoft.com/office/drawing/2014/main" id="{AA8C8B87-7631-461D-A43E-1E625611CAF8}"/>
                  </a:ext>
                </a:extLst>
              </p:cNvPr>
              <p:cNvSpPr/>
              <p:nvPr/>
            </p:nvSpPr>
            <p:spPr>
              <a:xfrm>
                <a:off x="5611776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3" name="rc960">
                <a:extLst>
                  <a:ext uri="{FF2B5EF4-FFF2-40B4-BE49-F238E27FC236}">
                    <a16:creationId xmlns:a16="http://schemas.microsoft.com/office/drawing/2014/main" id="{B88D1756-B38A-4088-B192-D55924F7371A}"/>
                  </a:ext>
                </a:extLst>
              </p:cNvPr>
              <p:cNvSpPr/>
              <p:nvPr/>
            </p:nvSpPr>
            <p:spPr>
              <a:xfrm>
                <a:off x="5611776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4" name="rc961">
                <a:extLst>
                  <a:ext uri="{FF2B5EF4-FFF2-40B4-BE49-F238E27FC236}">
                    <a16:creationId xmlns:a16="http://schemas.microsoft.com/office/drawing/2014/main" id="{669F901E-5948-481C-90BF-874B4BBEFAA0}"/>
                  </a:ext>
                </a:extLst>
              </p:cNvPr>
              <p:cNvSpPr/>
              <p:nvPr/>
            </p:nvSpPr>
            <p:spPr>
              <a:xfrm>
                <a:off x="5611776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5" name="rc962">
                <a:extLst>
                  <a:ext uri="{FF2B5EF4-FFF2-40B4-BE49-F238E27FC236}">
                    <a16:creationId xmlns:a16="http://schemas.microsoft.com/office/drawing/2014/main" id="{67A725B6-EA53-42CF-9BFE-29432E5E5939}"/>
                  </a:ext>
                </a:extLst>
              </p:cNvPr>
              <p:cNvSpPr/>
              <p:nvPr/>
            </p:nvSpPr>
            <p:spPr>
              <a:xfrm>
                <a:off x="5611776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6" name="rc963">
                <a:extLst>
                  <a:ext uri="{FF2B5EF4-FFF2-40B4-BE49-F238E27FC236}">
                    <a16:creationId xmlns:a16="http://schemas.microsoft.com/office/drawing/2014/main" id="{F5D9D6D4-0696-4A65-89EA-F6D4E60167B3}"/>
                  </a:ext>
                </a:extLst>
              </p:cNvPr>
              <p:cNvSpPr/>
              <p:nvPr/>
            </p:nvSpPr>
            <p:spPr>
              <a:xfrm>
                <a:off x="5611776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7" name="rc964">
                <a:extLst>
                  <a:ext uri="{FF2B5EF4-FFF2-40B4-BE49-F238E27FC236}">
                    <a16:creationId xmlns:a16="http://schemas.microsoft.com/office/drawing/2014/main" id="{24FAE074-1901-461B-A20B-60A568D79600}"/>
                  </a:ext>
                </a:extLst>
              </p:cNvPr>
              <p:cNvSpPr/>
              <p:nvPr/>
            </p:nvSpPr>
            <p:spPr>
              <a:xfrm>
                <a:off x="5611776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8" name="rc965">
                <a:extLst>
                  <a:ext uri="{FF2B5EF4-FFF2-40B4-BE49-F238E27FC236}">
                    <a16:creationId xmlns:a16="http://schemas.microsoft.com/office/drawing/2014/main" id="{DC775EE9-C85F-4F9A-B9D8-ACB961C31B40}"/>
                  </a:ext>
                </a:extLst>
              </p:cNvPr>
              <p:cNvSpPr/>
              <p:nvPr/>
            </p:nvSpPr>
            <p:spPr>
              <a:xfrm>
                <a:off x="5611776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9" name="rc966">
                <a:extLst>
                  <a:ext uri="{FF2B5EF4-FFF2-40B4-BE49-F238E27FC236}">
                    <a16:creationId xmlns:a16="http://schemas.microsoft.com/office/drawing/2014/main" id="{5764F782-1275-40E0-B854-E4A4A6FFE098}"/>
                  </a:ext>
                </a:extLst>
              </p:cNvPr>
              <p:cNvSpPr/>
              <p:nvPr/>
            </p:nvSpPr>
            <p:spPr>
              <a:xfrm>
                <a:off x="5611776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0" name="rc967">
                <a:extLst>
                  <a:ext uri="{FF2B5EF4-FFF2-40B4-BE49-F238E27FC236}">
                    <a16:creationId xmlns:a16="http://schemas.microsoft.com/office/drawing/2014/main" id="{EAE8A002-4FBE-4F5C-BD52-EE9F5036250C}"/>
                  </a:ext>
                </a:extLst>
              </p:cNvPr>
              <p:cNvSpPr/>
              <p:nvPr/>
            </p:nvSpPr>
            <p:spPr>
              <a:xfrm>
                <a:off x="5611776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1" name="rc968">
                <a:extLst>
                  <a:ext uri="{FF2B5EF4-FFF2-40B4-BE49-F238E27FC236}">
                    <a16:creationId xmlns:a16="http://schemas.microsoft.com/office/drawing/2014/main" id="{A769326E-22AA-41EE-9013-8CE2E7311331}"/>
                  </a:ext>
                </a:extLst>
              </p:cNvPr>
              <p:cNvSpPr/>
              <p:nvPr/>
            </p:nvSpPr>
            <p:spPr>
              <a:xfrm>
                <a:off x="5611776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2" name="rc969">
                <a:extLst>
                  <a:ext uri="{FF2B5EF4-FFF2-40B4-BE49-F238E27FC236}">
                    <a16:creationId xmlns:a16="http://schemas.microsoft.com/office/drawing/2014/main" id="{68ECF67E-5180-4ADF-8B54-2ACD7330F0D9}"/>
                  </a:ext>
                </a:extLst>
              </p:cNvPr>
              <p:cNvSpPr/>
              <p:nvPr/>
            </p:nvSpPr>
            <p:spPr>
              <a:xfrm>
                <a:off x="5611776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3" name="rc970">
                <a:extLst>
                  <a:ext uri="{FF2B5EF4-FFF2-40B4-BE49-F238E27FC236}">
                    <a16:creationId xmlns:a16="http://schemas.microsoft.com/office/drawing/2014/main" id="{7B119F3E-D58A-4B59-822E-28E89FBF4B66}"/>
                  </a:ext>
                </a:extLst>
              </p:cNvPr>
              <p:cNvSpPr/>
              <p:nvPr/>
            </p:nvSpPr>
            <p:spPr>
              <a:xfrm>
                <a:off x="5611776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4" name="rc971">
                <a:extLst>
                  <a:ext uri="{FF2B5EF4-FFF2-40B4-BE49-F238E27FC236}">
                    <a16:creationId xmlns:a16="http://schemas.microsoft.com/office/drawing/2014/main" id="{C426ED83-8952-4BC6-8DBF-C05E59CADE77}"/>
                  </a:ext>
                </a:extLst>
              </p:cNvPr>
              <p:cNvSpPr/>
              <p:nvPr/>
            </p:nvSpPr>
            <p:spPr>
              <a:xfrm>
                <a:off x="5611776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5" name="rc972">
                <a:extLst>
                  <a:ext uri="{FF2B5EF4-FFF2-40B4-BE49-F238E27FC236}">
                    <a16:creationId xmlns:a16="http://schemas.microsoft.com/office/drawing/2014/main" id="{F8AC004C-FBEC-427A-8BD1-9BD66FEC841D}"/>
                  </a:ext>
                </a:extLst>
              </p:cNvPr>
              <p:cNvSpPr/>
              <p:nvPr/>
            </p:nvSpPr>
            <p:spPr>
              <a:xfrm>
                <a:off x="5727661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6" name="rc973">
                <a:extLst>
                  <a:ext uri="{FF2B5EF4-FFF2-40B4-BE49-F238E27FC236}">
                    <a16:creationId xmlns:a16="http://schemas.microsoft.com/office/drawing/2014/main" id="{1F20911B-5CFB-4213-AAD0-C9EAD90D5952}"/>
                  </a:ext>
                </a:extLst>
              </p:cNvPr>
              <p:cNvSpPr/>
              <p:nvPr/>
            </p:nvSpPr>
            <p:spPr>
              <a:xfrm>
                <a:off x="5727661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7" name="rc974">
                <a:extLst>
                  <a:ext uri="{FF2B5EF4-FFF2-40B4-BE49-F238E27FC236}">
                    <a16:creationId xmlns:a16="http://schemas.microsoft.com/office/drawing/2014/main" id="{82FA35C6-9E38-4BE1-B80F-C1D0723E191B}"/>
                  </a:ext>
                </a:extLst>
              </p:cNvPr>
              <p:cNvSpPr/>
              <p:nvPr/>
            </p:nvSpPr>
            <p:spPr>
              <a:xfrm>
                <a:off x="5727661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8" name="rc975">
                <a:extLst>
                  <a:ext uri="{FF2B5EF4-FFF2-40B4-BE49-F238E27FC236}">
                    <a16:creationId xmlns:a16="http://schemas.microsoft.com/office/drawing/2014/main" id="{F156FC68-538F-4370-BF9E-045BECF940F5}"/>
                  </a:ext>
                </a:extLst>
              </p:cNvPr>
              <p:cNvSpPr/>
              <p:nvPr/>
            </p:nvSpPr>
            <p:spPr>
              <a:xfrm>
                <a:off x="5727661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9" name="rc976">
                <a:extLst>
                  <a:ext uri="{FF2B5EF4-FFF2-40B4-BE49-F238E27FC236}">
                    <a16:creationId xmlns:a16="http://schemas.microsoft.com/office/drawing/2014/main" id="{B537358B-5411-44E0-818F-78D09B3E06FF}"/>
                  </a:ext>
                </a:extLst>
              </p:cNvPr>
              <p:cNvSpPr/>
              <p:nvPr/>
            </p:nvSpPr>
            <p:spPr>
              <a:xfrm>
                <a:off x="5727661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0" name="rc977">
                <a:extLst>
                  <a:ext uri="{FF2B5EF4-FFF2-40B4-BE49-F238E27FC236}">
                    <a16:creationId xmlns:a16="http://schemas.microsoft.com/office/drawing/2014/main" id="{F45EBBC0-D53F-4632-A316-CE663685BC99}"/>
                  </a:ext>
                </a:extLst>
              </p:cNvPr>
              <p:cNvSpPr/>
              <p:nvPr/>
            </p:nvSpPr>
            <p:spPr>
              <a:xfrm>
                <a:off x="5727661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1" name="rc978">
                <a:extLst>
                  <a:ext uri="{FF2B5EF4-FFF2-40B4-BE49-F238E27FC236}">
                    <a16:creationId xmlns:a16="http://schemas.microsoft.com/office/drawing/2014/main" id="{A34E4584-656A-4E88-94F3-A69B0445F15B}"/>
                  </a:ext>
                </a:extLst>
              </p:cNvPr>
              <p:cNvSpPr/>
              <p:nvPr/>
            </p:nvSpPr>
            <p:spPr>
              <a:xfrm>
                <a:off x="5727661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2" name="rc979">
                <a:extLst>
                  <a:ext uri="{FF2B5EF4-FFF2-40B4-BE49-F238E27FC236}">
                    <a16:creationId xmlns:a16="http://schemas.microsoft.com/office/drawing/2014/main" id="{CBAD6111-F92C-4C62-BC7A-024C2517E351}"/>
                  </a:ext>
                </a:extLst>
              </p:cNvPr>
              <p:cNvSpPr/>
              <p:nvPr/>
            </p:nvSpPr>
            <p:spPr>
              <a:xfrm>
                <a:off x="5727661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3" name="rc980">
                <a:extLst>
                  <a:ext uri="{FF2B5EF4-FFF2-40B4-BE49-F238E27FC236}">
                    <a16:creationId xmlns:a16="http://schemas.microsoft.com/office/drawing/2014/main" id="{38BB1A9A-BFED-40BA-8FD5-0DB952A98343}"/>
                  </a:ext>
                </a:extLst>
              </p:cNvPr>
              <p:cNvSpPr/>
              <p:nvPr/>
            </p:nvSpPr>
            <p:spPr>
              <a:xfrm>
                <a:off x="5727661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4" name="rc981">
                <a:extLst>
                  <a:ext uri="{FF2B5EF4-FFF2-40B4-BE49-F238E27FC236}">
                    <a16:creationId xmlns:a16="http://schemas.microsoft.com/office/drawing/2014/main" id="{217C1905-1F21-4BD5-85F0-7A160CF6846B}"/>
                  </a:ext>
                </a:extLst>
              </p:cNvPr>
              <p:cNvSpPr/>
              <p:nvPr/>
            </p:nvSpPr>
            <p:spPr>
              <a:xfrm>
                <a:off x="5727661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5" name="rc982">
                <a:extLst>
                  <a:ext uri="{FF2B5EF4-FFF2-40B4-BE49-F238E27FC236}">
                    <a16:creationId xmlns:a16="http://schemas.microsoft.com/office/drawing/2014/main" id="{AA3B0D17-07E9-44BC-BA6C-38D47CB62273}"/>
                  </a:ext>
                </a:extLst>
              </p:cNvPr>
              <p:cNvSpPr/>
              <p:nvPr/>
            </p:nvSpPr>
            <p:spPr>
              <a:xfrm>
                <a:off x="5727661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6" name="rc983">
                <a:extLst>
                  <a:ext uri="{FF2B5EF4-FFF2-40B4-BE49-F238E27FC236}">
                    <a16:creationId xmlns:a16="http://schemas.microsoft.com/office/drawing/2014/main" id="{694EEE2A-AB05-4D16-94CD-3128F49787E5}"/>
                  </a:ext>
                </a:extLst>
              </p:cNvPr>
              <p:cNvSpPr/>
              <p:nvPr/>
            </p:nvSpPr>
            <p:spPr>
              <a:xfrm>
                <a:off x="5727661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7" name="rc984">
                <a:extLst>
                  <a:ext uri="{FF2B5EF4-FFF2-40B4-BE49-F238E27FC236}">
                    <a16:creationId xmlns:a16="http://schemas.microsoft.com/office/drawing/2014/main" id="{4676BBD0-ADA5-412C-9620-38E43BB43366}"/>
                  </a:ext>
                </a:extLst>
              </p:cNvPr>
              <p:cNvSpPr/>
              <p:nvPr/>
            </p:nvSpPr>
            <p:spPr>
              <a:xfrm>
                <a:off x="5727661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8" name="rc985">
                <a:extLst>
                  <a:ext uri="{FF2B5EF4-FFF2-40B4-BE49-F238E27FC236}">
                    <a16:creationId xmlns:a16="http://schemas.microsoft.com/office/drawing/2014/main" id="{D0263598-D71A-43B9-85FF-1A18F726EE6F}"/>
                  </a:ext>
                </a:extLst>
              </p:cNvPr>
              <p:cNvSpPr/>
              <p:nvPr/>
            </p:nvSpPr>
            <p:spPr>
              <a:xfrm>
                <a:off x="5727661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9" name="rc986">
                <a:extLst>
                  <a:ext uri="{FF2B5EF4-FFF2-40B4-BE49-F238E27FC236}">
                    <a16:creationId xmlns:a16="http://schemas.microsoft.com/office/drawing/2014/main" id="{DA9CB39E-1958-42CA-99DC-4136F37B34ED}"/>
                  </a:ext>
                </a:extLst>
              </p:cNvPr>
              <p:cNvSpPr/>
              <p:nvPr/>
            </p:nvSpPr>
            <p:spPr>
              <a:xfrm>
                <a:off x="5727661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0" name="rc987">
                <a:extLst>
                  <a:ext uri="{FF2B5EF4-FFF2-40B4-BE49-F238E27FC236}">
                    <a16:creationId xmlns:a16="http://schemas.microsoft.com/office/drawing/2014/main" id="{93008000-D6B8-42AB-8E12-2720E97514C0}"/>
                  </a:ext>
                </a:extLst>
              </p:cNvPr>
              <p:cNvSpPr/>
              <p:nvPr/>
            </p:nvSpPr>
            <p:spPr>
              <a:xfrm>
                <a:off x="5727661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1" name="rc988">
                <a:extLst>
                  <a:ext uri="{FF2B5EF4-FFF2-40B4-BE49-F238E27FC236}">
                    <a16:creationId xmlns:a16="http://schemas.microsoft.com/office/drawing/2014/main" id="{A66E9818-9B4D-4F65-8348-9447E3DEEA7B}"/>
                  </a:ext>
                </a:extLst>
              </p:cNvPr>
              <p:cNvSpPr/>
              <p:nvPr/>
            </p:nvSpPr>
            <p:spPr>
              <a:xfrm>
                <a:off x="5727661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2" name="rc989">
                <a:extLst>
                  <a:ext uri="{FF2B5EF4-FFF2-40B4-BE49-F238E27FC236}">
                    <a16:creationId xmlns:a16="http://schemas.microsoft.com/office/drawing/2014/main" id="{431EFF98-C428-4AB8-AF36-0B50EC1AF2FE}"/>
                  </a:ext>
                </a:extLst>
              </p:cNvPr>
              <p:cNvSpPr/>
              <p:nvPr/>
            </p:nvSpPr>
            <p:spPr>
              <a:xfrm>
                <a:off x="5727661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3" name="rc990">
                <a:extLst>
                  <a:ext uri="{FF2B5EF4-FFF2-40B4-BE49-F238E27FC236}">
                    <a16:creationId xmlns:a16="http://schemas.microsoft.com/office/drawing/2014/main" id="{C4204812-8B23-414E-ACC2-885DD3609A6E}"/>
                  </a:ext>
                </a:extLst>
              </p:cNvPr>
              <p:cNvSpPr/>
              <p:nvPr/>
            </p:nvSpPr>
            <p:spPr>
              <a:xfrm>
                <a:off x="5727661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4" name="rc991">
                <a:extLst>
                  <a:ext uri="{FF2B5EF4-FFF2-40B4-BE49-F238E27FC236}">
                    <a16:creationId xmlns:a16="http://schemas.microsoft.com/office/drawing/2014/main" id="{0E51FA11-172A-49EB-B36E-7BD6529021FC}"/>
                  </a:ext>
                </a:extLst>
              </p:cNvPr>
              <p:cNvSpPr/>
              <p:nvPr/>
            </p:nvSpPr>
            <p:spPr>
              <a:xfrm>
                <a:off x="5727661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5" name="rc992">
                <a:extLst>
                  <a:ext uri="{FF2B5EF4-FFF2-40B4-BE49-F238E27FC236}">
                    <a16:creationId xmlns:a16="http://schemas.microsoft.com/office/drawing/2014/main" id="{25D347AB-FDA5-490B-9FBE-EE54DB5A3EB6}"/>
                  </a:ext>
                </a:extLst>
              </p:cNvPr>
              <p:cNvSpPr/>
              <p:nvPr/>
            </p:nvSpPr>
            <p:spPr>
              <a:xfrm>
                <a:off x="5727661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6" name="rc993">
                <a:extLst>
                  <a:ext uri="{FF2B5EF4-FFF2-40B4-BE49-F238E27FC236}">
                    <a16:creationId xmlns:a16="http://schemas.microsoft.com/office/drawing/2014/main" id="{DA327D9E-1BA6-4364-BBB2-6A7A55C3F532}"/>
                  </a:ext>
                </a:extLst>
              </p:cNvPr>
              <p:cNvSpPr/>
              <p:nvPr/>
            </p:nvSpPr>
            <p:spPr>
              <a:xfrm>
                <a:off x="5727661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7" name="rc994">
                <a:extLst>
                  <a:ext uri="{FF2B5EF4-FFF2-40B4-BE49-F238E27FC236}">
                    <a16:creationId xmlns:a16="http://schemas.microsoft.com/office/drawing/2014/main" id="{C0785609-E701-497B-B896-C9D2EDDAE720}"/>
                  </a:ext>
                </a:extLst>
              </p:cNvPr>
              <p:cNvSpPr/>
              <p:nvPr/>
            </p:nvSpPr>
            <p:spPr>
              <a:xfrm>
                <a:off x="5727661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8" name="rc995">
                <a:extLst>
                  <a:ext uri="{FF2B5EF4-FFF2-40B4-BE49-F238E27FC236}">
                    <a16:creationId xmlns:a16="http://schemas.microsoft.com/office/drawing/2014/main" id="{06F5B549-BDE7-4946-AC1D-4446E238EDDB}"/>
                  </a:ext>
                </a:extLst>
              </p:cNvPr>
              <p:cNvSpPr/>
              <p:nvPr/>
            </p:nvSpPr>
            <p:spPr>
              <a:xfrm>
                <a:off x="5727661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9" name="rc996">
                <a:extLst>
                  <a:ext uri="{FF2B5EF4-FFF2-40B4-BE49-F238E27FC236}">
                    <a16:creationId xmlns:a16="http://schemas.microsoft.com/office/drawing/2014/main" id="{2B306204-2B5F-4822-8846-D81E93073823}"/>
                  </a:ext>
                </a:extLst>
              </p:cNvPr>
              <p:cNvSpPr/>
              <p:nvPr/>
            </p:nvSpPr>
            <p:spPr>
              <a:xfrm>
                <a:off x="5727661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0" name="rc997">
                <a:extLst>
                  <a:ext uri="{FF2B5EF4-FFF2-40B4-BE49-F238E27FC236}">
                    <a16:creationId xmlns:a16="http://schemas.microsoft.com/office/drawing/2014/main" id="{0FB7CCB7-08C8-4C3A-92D3-7D6F8C1A1F01}"/>
                  </a:ext>
                </a:extLst>
              </p:cNvPr>
              <p:cNvSpPr/>
              <p:nvPr/>
            </p:nvSpPr>
            <p:spPr>
              <a:xfrm>
                <a:off x="5727661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1" name="rc998">
                <a:extLst>
                  <a:ext uri="{FF2B5EF4-FFF2-40B4-BE49-F238E27FC236}">
                    <a16:creationId xmlns:a16="http://schemas.microsoft.com/office/drawing/2014/main" id="{8B762B90-011D-475B-8091-DB99606A03F5}"/>
                  </a:ext>
                </a:extLst>
              </p:cNvPr>
              <p:cNvSpPr/>
              <p:nvPr/>
            </p:nvSpPr>
            <p:spPr>
              <a:xfrm>
                <a:off x="5727661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2" name="rc999">
                <a:extLst>
                  <a:ext uri="{FF2B5EF4-FFF2-40B4-BE49-F238E27FC236}">
                    <a16:creationId xmlns:a16="http://schemas.microsoft.com/office/drawing/2014/main" id="{3785C6AD-9A24-4CA5-8A92-D707150BCEE1}"/>
                  </a:ext>
                </a:extLst>
              </p:cNvPr>
              <p:cNvSpPr/>
              <p:nvPr/>
            </p:nvSpPr>
            <p:spPr>
              <a:xfrm>
                <a:off x="5727661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3" name="rc1000">
                <a:extLst>
                  <a:ext uri="{FF2B5EF4-FFF2-40B4-BE49-F238E27FC236}">
                    <a16:creationId xmlns:a16="http://schemas.microsoft.com/office/drawing/2014/main" id="{FCE8F361-9185-4E44-AF24-568CB452D41D}"/>
                  </a:ext>
                </a:extLst>
              </p:cNvPr>
              <p:cNvSpPr/>
              <p:nvPr/>
            </p:nvSpPr>
            <p:spPr>
              <a:xfrm>
                <a:off x="5727661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4" name="rc1001">
                <a:extLst>
                  <a:ext uri="{FF2B5EF4-FFF2-40B4-BE49-F238E27FC236}">
                    <a16:creationId xmlns:a16="http://schemas.microsoft.com/office/drawing/2014/main" id="{2DAAB046-E34C-4A2F-BAFA-A12D791A6E61}"/>
                  </a:ext>
                </a:extLst>
              </p:cNvPr>
              <p:cNvSpPr/>
              <p:nvPr/>
            </p:nvSpPr>
            <p:spPr>
              <a:xfrm>
                <a:off x="5843546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5" name="rc1002">
                <a:extLst>
                  <a:ext uri="{FF2B5EF4-FFF2-40B4-BE49-F238E27FC236}">
                    <a16:creationId xmlns:a16="http://schemas.microsoft.com/office/drawing/2014/main" id="{8895FB8D-1E02-4E7A-9FCA-70152CBF4D95}"/>
                  </a:ext>
                </a:extLst>
              </p:cNvPr>
              <p:cNvSpPr/>
              <p:nvPr/>
            </p:nvSpPr>
            <p:spPr>
              <a:xfrm>
                <a:off x="5843546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6" name="rc1003">
                <a:extLst>
                  <a:ext uri="{FF2B5EF4-FFF2-40B4-BE49-F238E27FC236}">
                    <a16:creationId xmlns:a16="http://schemas.microsoft.com/office/drawing/2014/main" id="{773996B4-C108-4C91-8FFD-6CD16D64D2F8}"/>
                  </a:ext>
                </a:extLst>
              </p:cNvPr>
              <p:cNvSpPr/>
              <p:nvPr/>
            </p:nvSpPr>
            <p:spPr>
              <a:xfrm>
                <a:off x="5843546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7" name="rc1004">
                <a:extLst>
                  <a:ext uri="{FF2B5EF4-FFF2-40B4-BE49-F238E27FC236}">
                    <a16:creationId xmlns:a16="http://schemas.microsoft.com/office/drawing/2014/main" id="{B8A2AA5A-D111-48A9-B4A9-53FD09597726}"/>
                  </a:ext>
                </a:extLst>
              </p:cNvPr>
              <p:cNvSpPr/>
              <p:nvPr/>
            </p:nvSpPr>
            <p:spPr>
              <a:xfrm>
                <a:off x="5843546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8" name="rc1005">
                <a:extLst>
                  <a:ext uri="{FF2B5EF4-FFF2-40B4-BE49-F238E27FC236}">
                    <a16:creationId xmlns:a16="http://schemas.microsoft.com/office/drawing/2014/main" id="{2A31B74D-C365-4B73-A91D-EB2EE3EF5AB5}"/>
                  </a:ext>
                </a:extLst>
              </p:cNvPr>
              <p:cNvSpPr/>
              <p:nvPr/>
            </p:nvSpPr>
            <p:spPr>
              <a:xfrm>
                <a:off x="5843546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9" name="rc1006">
                <a:extLst>
                  <a:ext uri="{FF2B5EF4-FFF2-40B4-BE49-F238E27FC236}">
                    <a16:creationId xmlns:a16="http://schemas.microsoft.com/office/drawing/2014/main" id="{97DCE701-B95D-4E3B-B804-2062D5863562}"/>
                  </a:ext>
                </a:extLst>
              </p:cNvPr>
              <p:cNvSpPr/>
              <p:nvPr/>
            </p:nvSpPr>
            <p:spPr>
              <a:xfrm>
                <a:off x="5843546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0" name="rc1007">
                <a:extLst>
                  <a:ext uri="{FF2B5EF4-FFF2-40B4-BE49-F238E27FC236}">
                    <a16:creationId xmlns:a16="http://schemas.microsoft.com/office/drawing/2014/main" id="{626F4BE9-F021-4915-9731-D6094F391773}"/>
                  </a:ext>
                </a:extLst>
              </p:cNvPr>
              <p:cNvSpPr/>
              <p:nvPr/>
            </p:nvSpPr>
            <p:spPr>
              <a:xfrm>
                <a:off x="5843546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1" name="rc1008">
                <a:extLst>
                  <a:ext uri="{FF2B5EF4-FFF2-40B4-BE49-F238E27FC236}">
                    <a16:creationId xmlns:a16="http://schemas.microsoft.com/office/drawing/2014/main" id="{233D1FE1-A944-4F9D-9A77-95679B663F82}"/>
                  </a:ext>
                </a:extLst>
              </p:cNvPr>
              <p:cNvSpPr/>
              <p:nvPr/>
            </p:nvSpPr>
            <p:spPr>
              <a:xfrm>
                <a:off x="5843546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2" name="rc1009">
                <a:extLst>
                  <a:ext uri="{FF2B5EF4-FFF2-40B4-BE49-F238E27FC236}">
                    <a16:creationId xmlns:a16="http://schemas.microsoft.com/office/drawing/2014/main" id="{150FC1B0-9A68-4F52-A885-2657BC8648E0}"/>
                  </a:ext>
                </a:extLst>
              </p:cNvPr>
              <p:cNvSpPr/>
              <p:nvPr/>
            </p:nvSpPr>
            <p:spPr>
              <a:xfrm>
                <a:off x="5843546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3" name="rc1010">
                <a:extLst>
                  <a:ext uri="{FF2B5EF4-FFF2-40B4-BE49-F238E27FC236}">
                    <a16:creationId xmlns:a16="http://schemas.microsoft.com/office/drawing/2014/main" id="{6E9DE184-C80F-49B6-A509-339C006FA073}"/>
                  </a:ext>
                </a:extLst>
              </p:cNvPr>
              <p:cNvSpPr/>
              <p:nvPr/>
            </p:nvSpPr>
            <p:spPr>
              <a:xfrm>
                <a:off x="5843546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4" name="rc1011">
                <a:extLst>
                  <a:ext uri="{FF2B5EF4-FFF2-40B4-BE49-F238E27FC236}">
                    <a16:creationId xmlns:a16="http://schemas.microsoft.com/office/drawing/2014/main" id="{1114337E-AE51-4B83-8970-4BE4BCAF8FC3}"/>
                  </a:ext>
                </a:extLst>
              </p:cNvPr>
              <p:cNvSpPr/>
              <p:nvPr/>
            </p:nvSpPr>
            <p:spPr>
              <a:xfrm>
                <a:off x="5843546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5" name="rc1012">
                <a:extLst>
                  <a:ext uri="{FF2B5EF4-FFF2-40B4-BE49-F238E27FC236}">
                    <a16:creationId xmlns:a16="http://schemas.microsoft.com/office/drawing/2014/main" id="{88E945C5-6573-4F24-96C3-2B9B5C419A34}"/>
                  </a:ext>
                </a:extLst>
              </p:cNvPr>
              <p:cNvSpPr/>
              <p:nvPr/>
            </p:nvSpPr>
            <p:spPr>
              <a:xfrm>
                <a:off x="5843546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6" name="rc1013">
                <a:extLst>
                  <a:ext uri="{FF2B5EF4-FFF2-40B4-BE49-F238E27FC236}">
                    <a16:creationId xmlns:a16="http://schemas.microsoft.com/office/drawing/2014/main" id="{A3CE931C-F70F-4AC9-9116-5120547C3C3E}"/>
                  </a:ext>
                </a:extLst>
              </p:cNvPr>
              <p:cNvSpPr/>
              <p:nvPr/>
            </p:nvSpPr>
            <p:spPr>
              <a:xfrm>
                <a:off x="5843546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7" name="rc1014">
                <a:extLst>
                  <a:ext uri="{FF2B5EF4-FFF2-40B4-BE49-F238E27FC236}">
                    <a16:creationId xmlns:a16="http://schemas.microsoft.com/office/drawing/2014/main" id="{AB27D66A-3666-4377-A3E6-09E1D5A89613}"/>
                  </a:ext>
                </a:extLst>
              </p:cNvPr>
              <p:cNvSpPr/>
              <p:nvPr/>
            </p:nvSpPr>
            <p:spPr>
              <a:xfrm>
                <a:off x="5843546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8" name="rc1015">
                <a:extLst>
                  <a:ext uri="{FF2B5EF4-FFF2-40B4-BE49-F238E27FC236}">
                    <a16:creationId xmlns:a16="http://schemas.microsoft.com/office/drawing/2014/main" id="{8363B0B9-AFED-4E25-95D2-4AFF624BF198}"/>
                  </a:ext>
                </a:extLst>
              </p:cNvPr>
              <p:cNvSpPr/>
              <p:nvPr/>
            </p:nvSpPr>
            <p:spPr>
              <a:xfrm>
                <a:off x="5843546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9" name="rc1016">
                <a:extLst>
                  <a:ext uri="{FF2B5EF4-FFF2-40B4-BE49-F238E27FC236}">
                    <a16:creationId xmlns:a16="http://schemas.microsoft.com/office/drawing/2014/main" id="{80F88C79-3CB8-4B65-8C8D-F8380169CE58}"/>
                  </a:ext>
                </a:extLst>
              </p:cNvPr>
              <p:cNvSpPr/>
              <p:nvPr/>
            </p:nvSpPr>
            <p:spPr>
              <a:xfrm>
                <a:off x="5843546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0" name="rc1017">
                <a:extLst>
                  <a:ext uri="{FF2B5EF4-FFF2-40B4-BE49-F238E27FC236}">
                    <a16:creationId xmlns:a16="http://schemas.microsoft.com/office/drawing/2014/main" id="{D3D6B1B8-472D-4952-B798-41E25BECE577}"/>
                  </a:ext>
                </a:extLst>
              </p:cNvPr>
              <p:cNvSpPr/>
              <p:nvPr/>
            </p:nvSpPr>
            <p:spPr>
              <a:xfrm>
                <a:off x="5843546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1" name="rc1018">
                <a:extLst>
                  <a:ext uri="{FF2B5EF4-FFF2-40B4-BE49-F238E27FC236}">
                    <a16:creationId xmlns:a16="http://schemas.microsoft.com/office/drawing/2014/main" id="{1D9286AA-36CB-4B40-ADCA-68D720F987BF}"/>
                  </a:ext>
                </a:extLst>
              </p:cNvPr>
              <p:cNvSpPr/>
              <p:nvPr/>
            </p:nvSpPr>
            <p:spPr>
              <a:xfrm>
                <a:off x="5843546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2" name="rc1019">
                <a:extLst>
                  <a:ext uri="{FF2B5EF4-FFF2-40B4-BE49-F238E27FC236}">
                    <a16:creationId xmlns:a16="http://schemas.microsoft.com/office/drawing/2014/main" id="{834172DF-B9A9-4D4C-99B5-5255C2B77859}"/>
                  </a:ext>
                </a:extLst>
              </p:cNvPr>
              <p:cNvSpPr/>
              <p:nvPr/>
            </p:nvSpPr>
            <p:spPr>
              <a:xfrm>
                <a:off x="5843546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3" name="rc1020">
                <a:extLst>
                  <a:ext uri="{FF2B5EF4-FFF2-40B4-BE49-F238E27FC236}">
                    <a16:creationId xmlns:a16="http://schemas.microsoft.com/office/drawing/2014/main" id="{B0BD454D-8B30-4FC4-9FC4-FA1C6A45731D}"/>
                  </a:ext>
                </a:extLst>
              </p:cNvPr>
              <p:cNvSpPr/>
              <p:nvPr/>
            </p:nvSpPr>
            <p:spPr>
              <a:xfrm>
                <a:off x="5843546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4" name="rc1021">
                <a:extLst>
                  <a:ext uri="{FF2B5EF4-FFF2-40B4-BE49-F238E27FC236}">
                    <a16:creationId xmlns:a16="http://schemas.microsoft.com/office/drawing/2014/main" id="{3059B03B-15B9-4DF5-A2BE-E767C5750992}"/>
                  </a:ext>
                </a:extLst>
              </p:cNvPr>
              <p:cNvSpPr/>
              <p:nvPr/>
            </p:nvSpPr>
            <p:spPr>
              <a:xfrm>
                <a:off x="5843546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5" name="rc1022">
                <a:extLst>
                  <a:ext uri="{FF2B5EF4-FFF2-40B4-BE49-F238E27FC236}">
                    <a16:creationId xmlns:a16="http://schemas.microsoft.com/office/drawing/2014/main" id="{3C95A6F9-FD0C-41E1-A75A-4A345EEA5F2A}"/>
                  </a:ext>
                </a:extLst>
              </p:cNvPr>
              <p:cNvSpPr/>
              <p:nvPr/>
            </p:nvSpPr>
            <p:spPr>
              <a:xfrm>
                <a:off x="5843546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6" name="rc1023">
                <a:extLst>
                  <a:ext uri="{FF2B5EF4-FFF2-40B4-BE49-F238E27FC236}">
                    <a16:creationId xmlns:a16="http://schemas.microsoft.com/office/drawing/2014/main" id="{9F07E998-DA8A-4A03-8E54-42D6A40BC6F6}"/>
                  </a:ext>
                </a:extLst>
              </p:cNvPr>
              <p:cNvSpPr/>
              <p:nvPr/>
            </p:nvSpPr>
            <p:spPr>
              <a:xfrm>
                <a:off x="5843546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7" name="rc1024">
                <a:extLst>
                  <a:ext uri="{FF2B5EF4-FFF2-40B4-BE49-F238E27FC236}">
                    <a16:creationId xmlns:a16="http://schemas.microsoft.com/office/drawing/2014/main" id="{8A256816-701E-45E4-A735-ECACDDC59FD5}"/>
                  </a:ext>
                </a:extLst>
              </p:cNvPr>
              <p:cNvSpPr/>
              <p:nvPr/>
            </p:nvSpPr>
            <p:spPr>
              <a:xfrm>
                <a:off x="5843546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8" name="rc1025">
                <a:extLst>
                  <a:ext uri="{FF2B5EF4-FFF2-40B4-BE49-F238E27FC236}">
                    <a16:creationId xmlns:a16="http://schemas.microsoft.com/office/drawing/2014/main" id="{C37C551C-723C-45B0-9E9E-141596B7C5FF}"/>
                  </a:ext>
                </a:extLst>
              </p:cNvPr>
              <p:cNvSpPr/>
              <p:nvPr/>
            </p:nvSpPr>
            <p:spPr>
              <a:xfrm>
                <a:off x="5843546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9" name="rc1026">
                <a:extLst>
                  <a:ext uri="{FF2B5EF4-FFF2-40B4-BE49-F238E27FC236}">
                    <a16:creationId xmlns:a16="http://schemas.microsoft.com/office/drawing/2014/main" id="{842CE272-09C4-450A-8376-45F5A1EBDE33}"/>
                  </a:ext>
                </a:extLst>
              </p:cNvPr>
              <p:cNvSpPr/>
              <p:nvPr/>
            </p:nvSpPr>
            <p:spPr>
              <a:xfrm>
                <a:off x="5843546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0" name="rc1027">
                <a:extLst>
                  <a:ext uri="{FF2B5EF4-FFF2-40B4-BE49-F238E27FC236}">
                    <a16:creationId xmlns:a16="http://schemas.microsoft.com/office/drawing/2014/main" id="{8F99754F-855E-49E3-9303-1975552255B7}"/>
                  </a:ext>
                </a:extLst>
              </p:cNvPr>
              <p:cNvSpPr/>
              <p:nvPr/>
            </p:nvSpPr>
            <p:spPr>
              <a:xfrm>
                <a:off x="5843546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1" name="rc1028">
                <a:extLst>
                  <a:ext uri="{FF2B5EF4-FFF2-40B4-BE49-F238E27FC236}">
                    <a16:creationId xmlns:a16="http://schemas.microsoft.com/office/drawing/2014/main" id="{8B040AE8-3C78-4F51-AC97-42E369FE053A}"/>
                  </a:ext>
                </a:extLst>
              </p:cNvPr>
              <p:cNvSpPr/>
              <p:nvPr/>
            </p:nvSpPr>
            <p:spPr>
              <a:xfrm>
                <a:off x="5959430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2" name="rc1029">
                <a:extLst>
                  <a:ext uri="{FF2B5EF4-FFF2-40B4-BE49-F238E27FC236}">
                    <a16:creationId xmlns:a16="http://schemas.microsoft.com/office/drawing/2014/main" id="{5441B9D6-A09D-4AF8-A944-F3A702406779}"/>
                  </a:ext>
                </a:extLst>
              </p:cNvPr>
              <p:cNvSpPr/>
              <p:nvPr/>
            </p:nvSpPr>
            <p:spPr>
              <a:xfrm>
                <a:off x="5959430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3" name="rc1030">
                <a:extLst>
                  <a:ext uri="{FF2B5EF4-FFF2-40B4-BE49-F238E27FC236}">
                    <a16:creationId xmlns:a16="http://schemas.microsoft.com/office/drawing/2014/main" id="{22F47541-2F85-4699-81A9-CA3CAA9403E4}"/>
                  </a:ext>
                </a:extLst>
              </p:cNvPr>
              <p:cNvSpPr/>
              <p:nvPr/>
            </p:nvSpPr>
            <p:spPr>
              <a:xfrm>
                <a:off x="5959430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4" name="rc1031">
                <a:extLst>
                  <a:ext uri="{FF2B5EF4-FFF2-40B4-BE49-F238E27FC236}">
                    <a16:creationId xmlns:a16="http://schemas.microsoft.com/office/drawing/2014/main" id="{B87FBBCE-C378-491A-A2EB-E03459427773}"/>
                  </a:ext>
                </a:extLst>
              </p:cNvPr>
              <p:cNvSpPr/>
              <p:nvPr/>
            </p:nvSpPr>
            <p:spPr>
              <a:xfrm>
                <a:off x="5959430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5" name="rc1032">
                <a:extLst>
                  <a:ext uri="{FF2B5EF4-FFF2-40B4-BE49-F238E27FC236}">
                    <a16:creationId xmlns:a16="http://schemas.microsoft.com/office/drawing/2014/main" id="{7E6F6314-E668-4EC8-B1C4-286D6AD495B9}"/>
                  </a:ext>
                </a:extLst>
              </p:cNvPr>
              <p:cNvSpPr/>
              <p:nvPr/>
            </p:nvSpPr>
            <p:spPr>
              <a:xfrm>
                <a:off x="5959430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6" name="rc1033">
                <a:extLst>
                  <a:ext uri="{FF2B5EF4-FFF2-40B4-BE49-F238E27FC236}">
                    <a16:creationId xmlns:a16="http://schemas.microsoft.com/office/drawing/2014/main" id="{8A81EFF4-AB3D-4DC7-8F9B-59986532DBD9}"/>
                  </a:ext>
                </a:extLst>
              </p:cNvPr>
              <p:cNvSpPr/>
              <p:nvPr/>
            </p:nvSpPr>
            <p:spPr>
              <a:xfrm>
                <a:off x="5959430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7" name="rc1034">
                <a:extLst>
                  <a:ext uri="{FF2B5EF4-FFF2-40B4-BE49-F238E27FC236}">
                    <a16:creationId xmlns:a16="http://schemas.microsoft.com/office/drawing/2014/main" id="{6254A429-582F-45DD-AC28-B2AADD97D66D}"/>
                  </a:ext>
                </a:extLst>
              </p:cNvPr>
              <p:cNvSpPr/>
              <p:nvPr/>
            </p:nvSpPr>
            <p:spPr>
              <a:xfrm>
                <a:off x="5959430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8" name="rc1035">
                <a:extLst>
                  <a:ext uri="{FF2B5EF4-FFF2-40B4-BE49-F238E27FC236}">
                    <a16:creationId xmlns:a16="http://schemas.microsoft.com/office/drawing/2014/main" id="{5B190F53-D8F0-43EA-B5C9-E80BE0B201AA}"/>
                  </a:ext>
                </a:extLst>
              </p:cNvPr>
              <p:cNvSpPr/>
              <p:nvPr/>
            </p:nvSpPr>
            <p:spPr>
              <a:xfrm>
                <a:off x="5959430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9" name="rc1036">
                <a:extLst>
                  <a:ext uri="{FF2B5EF4-FFF2-40B4-BE49-F238E27FC236}">
                    <a16:creationId xmlns:a16="http://schemas.microsoft.com/office/drawing/2014/main" id="{13CAB6E5-CBB1-4460-94CA-8D759A177B27}"/>
                  </a:ext>
                </a:extLst>
              </p:cNvPr>
              <p:cNvSpPr/>
              <p:nvPr/>
            </p:nvSpPr>
            <p:spPr>
              <a:xfrm>
                <a:off x="5959430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0" name="rc1037">
                <a:extLst>
                  <a:ext uri="{FF2B5EF4-FFF2-40B4-BE49-F238E27FC236}">
                    <a16:creationId xmlns:a16="http://schemas.microsoft.com/office/drawing/2014/main" id="{4EE9C24F-D0D9-46E3-AD13-CA599C02266E}"/>
                  </a:ext>
                </a:extLst>
              </p:cNvPr>
              <p:cNvSpPr/>
              <p:nvPr/>
            </p:nvSpPr>
            <p:spPr>
              <a:xfrm>
                <a:off x="5959430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1" name="rc1038">
                <a:extLst>
                  <a:ext uri="{FF2B5EF4-FFF2-40B4-BE49-F238E27FC236}">
                    <a16:creationId xmlns:a16="http://schemas.microsoft.com/office/drawing/2014/main" id="{E45EF8F4-2980-4A2F-A473-BFED27E7389C}"/>
                  </a:ext>
                </a:extLst>
              </p:cNvPr>
              <p:cNvSpPr/>
              <p:nvPr/>
            </p:nvSpPr>
            <p:spPr>
              <a:xfrm>
                <a:off x="5959430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2" name="rc1039">
                <a:extLst>
                  <a:ext uri="{FF2B5EF4-FFF2-40B4-BE49-F238E27FC236}">
                    <a16:creationId xmlns:a16="http://schemas.microsoft.com/office/drawing/2014/main" id="{D066347E-DE0E-4590-86CF-401AE7D2F37C}"/>
                  </a:ext>
                </a:extLst>
              </p:cNvPr>
              <p:cNvSpPr/>
              <p:nvPr/>
            </p:nvSpPr>
            <p:spPr>
              <a:xfrm>
                <a:off x="5959430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3" name="rc1040">
                <a:extLst>
                  <a:ext uri="{FF2B5EF4-FFF2-40B4-BE49-F238E27FC236}">
                    <a16:creationId xmlns:a16="http://schemas.microsoft.com/office/drawing/2014/main" id="{9A2D2061-C05E-47DF-AFC9-1A38A7EC464D}"/>
                  </a:ext>
                </a:extLst>
              </p:cNvPr>
              <p:cNvSpPr/>
              <p:nvPr/>
            </p:nvSpPr>
            <p:spPr>
              <a:xfrm>
                <a:off x="5959430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4" name="rc1041">
                <a:extLst>
                  <a:ext uri="{FF2B5EF4-FFF2-40B4-BE49-F238E27FC236}">
                    <a16:creationId xmlns:a16="http://schemas.microsoft.com/office/drawing/2014/main" id="{C5D29F5C-5F9F-4F6D-A2C6-7803D3548DD1}"/>
                  </a:ext>
                </a:extLst>
              </p:cNvPr>
              <p:cNvSpPr/>
              <p:nvPr/>
            </p:nvSpPr>
            <p:spPr>
              <a:xfrm>
                <a:off x="5959430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5" name="rc1042">
                <a:extLst>
                  <a:ext uri="{FF2B5EF4-FFF2-40B4-BE49-F238E27FC236}">
                    <a16:creationId xmlns:a16="http://schemas.microsoft.com/office/drawing/2014/main" id="{609EEFE8-3C82-4426-B874-129591530977}"/>
                  </a:ext>
                </a:extLst>
              </p:cNvPr>
              <p:cNvSpPr/>
              <p:nvPr/>
            </p:nvSpPr>
            <p:spPr>
              <a:xfrm>
                <a:off x="5959430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6" name="rc1043">
                <a:extLst>
                  <a:ext uri="{FF2B5EF4-FFF2-40B4-BE49-F238E27FC236}">
                    <a16:creationId xmlns:a16="http://schemas.microsoft.com/office/drawing/2014/main" id="{427B6B46-C56E-4AB7-800E-CE3E1EF2717A}"/>
                  </a:ext>
                </a:extLst>
              </p:cNvPr>
              <p:cNvSpPr/>
              <p:nvPr/>
            </p:nvSpPr>
            <p:spPr>
              <a:xfrm>
                <a:off x="5959430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7" name="rc1044">
                <a:extLst>
                  <a:ext uri="{FF2B5EF4-FFF2-40B4-BE49-F238E27FC236}">
                    <a16:creationId xmlns:a16="http://schemas.microsoft.com/office/drawing/2014/main" id="{4E8B6CAB-654C-4ED4-93C9-45DE3134FE17}"/>
                  </a:ext>
                </a:extLst>
              </p:cNvPr>
              <p:cNvSpPr/>
              <p:nvPr/>
            </p:nvSpPr>
            <p:spPr>
              <a:xfrm>
                <a:off x="5959430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8" name="rc1045">
                <a:extLst>
                  <a:ext uri="{FF2B5EF4-FFF2-40B4-BE49-F238E27FC236}">
                    <a16:creationId xmlns:a16="http://schemas.microsoft.com/office/drawing/2014/main" id="{2478AE32-0229-4925-9090-56754A78C540}"/>
                  </a:ext>
                </a:extLst>
              </p:cNvPr>
              <p:cNvSpPr/>
              <p:nvPr/>
            </p:nvSpPr>
            <p:spPr>
              <a:xfrm>
                <a:off x="5959430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9" name="rc1046">
                <a:extLst>
                  <a:ext uri="{FF2B5EF4-FFF2-40B4-BE49-F238E27FC236}">
                    <a16:creationId xmlns:a16="http://schemas.microsoft.com/office/drawing/2014/main" id="{61B94329-CEA2-4385-B753-B9F3FEE499C7}"/>
                  </a:ext>
                </a:extLst>
              </p:cNvPr>
              <p:cNvSpPr/>
              <p:nvPr/>
            </p:nvSpPr>
            <p:spPr>
              <a:xfrm>
                <a:off x="5959430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0" name="rc1047">
                <a:extLst>
                  <a:ext uri="{FF2B5EF4-FFF2-40B4-BE49-F238E27FC236}">
                    <a16:creationId xmlns:a16="http://schemas.microsoft.com/office/drawing/2014/main" id="{DBE51F6E-8CD5-48AC-BEBD-EB7DE132C049}"/>
                  </a:ext>
                </a:extLst>
              </p:cNvPr>
              <p:cNvSpPr/>
              <p:nvPr/>
            </p:nvSpPr>
            <p:spPr>
              <a:xfrm>
                <a:off x="5959430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1" name="rc1048">
                <a:extLst>
                  <a:ext uri="{FF2B5EF4-FFF2-40B4-BE49-F238E27FC236}">
                    <a16:creationId xmlns:a16="http://schemas.microsoft.com/office/drawing/2014/main" id="{B4A956EC-2AFB-4BA9-A2C7-2C4F35623C95}"/>
                  </a:ext>
                </a:extLst>
              </p:cNvPr>
              <p:cNvSpPr/>
              <p:nvPr/>
            </p:nvSpPr>
            <p:spPr>
              <a:xfrm>
                <a:off x="5959430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2" name="rc1049">
                <a:extLst>
                  <a:ext uri="{FF2B5EF4-FFF2-40B4-BE49-F238E27FC236}">
                    <a16:creationId xmlns:a16="http://schemas.microsoft.com/office/drawing/2014/main" id="{A0D27255-197B-4D2F-BC47-BBCD342C754E}"/>
                  </a:ext>
                </a:extLst>
              </p:cNvPr>
              <p:cNvSpPr/>
              <p:nvPr/>
            </p:nvSpPr>
            <p:spPr>
              <a:xfrm>
                <a:off x="5959430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3" name="rc1050">
                <a:extLst>
                  <a:ext uri="{FF2B5EF4-FFF2-40B4-BE49-F238E27FC236}">
                    <a16:creationId xmlns:a16="http://schemas.microsoft.com/office/drawing/2014/main" id="{0271B305-DACA-4BF8-B210-910FB52168CF}"/>
                  </a:ext>
                </a:extLst>
              </p:cNvPr>
              <p:cNvSpPr/>
              <p:nvPr/>
            </p:nvSpPr>
            <p:spPr>
              <a:xfrm>
                <a:off x="5959430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4" name="rc1051">
                <a:extLst>
                  <a:ext uri="{FF2B5EF4-FFF2-40B4-BE49-F238E27FC236}">
                    <a16:creationId xmlns:a16="http://schemas.microsoft.com/office/drawing/2014/main" id="{6F31A743-D996-4351-BFFF-26D2548C3815}"/>
                  </a:ext>
                </a:extLst>
              </p:cNvPr>
              <p:cNvSpPr/>
              <p:nvPr/>
            </p:nvSpPr>
            <p:spPr>
              <a:xfrm>
                <a:off x="5959430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5" name="rc1052">
                <a:extLst>
                  <a:ext uri="{FF2B5EF4-FFF2-40B4-BE49-F238E27FC236}">
                    <a16:creationId xmlns:a16="http://schemas.microsoft.com/office/drawing/2014/main" id="{382B7A3A-8092-4C10-8C85-5B06C8D00218}"/>
                  </a:ext>
                </a:extLst>
              </p:cNvPr>
              <p:cNvSpPr/>
              <p:nvPr/>
            </p:nvSpPr>
            <p:spPr>
              <a:xfrm>
                <a:off x="5959430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6" name="rc1053">
                <a:extLst>
                  <a:ext uri="{FF2B5EF4-FFF2-40B4-BE49-F238E27FC236}">
                    <a16:creationId xmlns:a16="http://schemas.microsoft.com/office/drawing/2014/main" id="{4AE17264-770B-479B-BF42-F886D3E352C8}"/>
                  </a:ext>
                </a:extLst>
              </p:cNvPr>
              <p:cNvSpPr/>
              <p:nvPr/>
            </p:nvSpPr>
            <p:spPr>
              <a:xfrm>
                <a:off x="5959430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7" name="rc1054">
                <a:extLst>
                  <a:ext uri="{FF2B5EF4-FFF2-40B4-BE49-F238E27FC236}">
                    <a16:creationId xmlns:a16="http://schemas.microsoft.com/office/drawing/2014/main" id="{EB2E4661-663A-4405-A40E-8D000B08F0BF}"/>
                  </a:ext>
                </a:extLst>
              </p:cNvPr>
              <p:cNvSpPr/>
              <p:nvPr/>
            </p:nvSpPr>
            <p:spPr>
              <a:xfrm>
                <a:off x="6075315" y="6403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8" name="rc1055">
                <a:extLst>
                  <a:ext uri="{FF2B5EF4-FFF2-40B4-BE49-F238E27FC236}">
                    <a16:creationId xmlns:a16="http://schemas.microsoft.com/office/drawing/2014/main" id="{9DCEE641-3674-45B7-B57C-3E15B05CE84A}"/>
                  </a:ext>
                </a:extLst>
              </p:cNvPr>
              <p:cNvSpPr/>
              <p:nvPr/>
            </p:nvSpPr>
            <p:spPr>
              <a:xfrm>
                <a:off x="6075315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9" name="rc1056">
                <a:extLst>
                  <a:ext uri="{FF2B5EF4-FFF2-40B4-BE49-F238E27FC236}">
                    <a16:creationId xmlns:a16="http://schemas.microsoft.com/office/drawing/2014/main" id="{2E3C8ECE-1CB2-44AD-A97E-2C8E1B7104B0}"/>
                  </a:ext>
                </a:extLst>
              </p:cNvPr>
              <p:cNvSpPr/>
              <p:nvPr/>
            </p:nvSpPr>
            <p:spPr>
              <a:xfrm>
                <a:off x="6075315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0" name="rc1057">
                <a:extLst>
                  <a:ext uri="{FF2B5EF4-FFF2-40B4-BE49-F238E27FC236}">
                    <a16:creationId xmlns:a16="http://schemas.microsoft.com/office/drawing/2014/main" id="{80BCA298-DE7E-4726-A561-D3B3AE17730A}"/>
                  </a:ext>
                </a:extLst>
              </p:cNvPr>
              <p:cNvSpPr/>
              <p:nvPr/>
            </p:nvSpPr>
            <p:spPr>
              <a:xfrm>
                <a:off x="6075315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1" name="rc1058">
                <a:extLst>
                  <a:ext uri="{FF2B5EF4-FFF2-40B4-BE49-F238E27FC236}">
                    <a16:creationId xmlns:a16="http://schemas.microsoft.com/office/drawing/2014/main" id="{D7556670-60C8-478B-B4BF-3ADAEDC6942D}"/>
                  </a:ext>
                </a:extLst>
              </p:cNvPr>
              <p:cNvSpPr/>
              <p:nvPr/>
            </p:nvSpPr>
            <p:spPr>
              <a:xfrm>
                <a:off x="6075315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2" name="rc1059">
                <a:extLst>
                  <a:ext uri="{FF2B5EF4-FFF2-40B4-BE49-F238E27FC236}">
                    <a16:creationId xmlns:a16="http://schemas.microsoft.com/office/drawing/2014/main" id="{E0BB7313-CFEA-433D-9EC1-BEC54DE357DC}"/>
                  </a:ext>
                </a:extLst>
              </p:cNvPr>
              <p:cNvSpPr/>
              <p:nvPr/>
            </p:nvSpPr>
            <p:spPr>
              <a:xfrm>
                <a:off x="6075315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3" name="rc1060">
                <a:extLst>
                  <a:ext uri="{FF2B5EF4-FFF2-40B4-BE49-F238E27FC236}">
                    <a16:creationId xmlns:a16="http://schemas.microsoft.com/office/drawing/2014/main" id="{03669B36-68C0-4BDA-9992-C152E767BA61}"/>
                  </a:ext>
                </a:extLst>
              </p:cNvPr>
              <p:cNvSpPr/>
              <p:nvPr/>
            </p:nvSpPr>
            <p:spPr>
              <a:xfrm>
                <a:off x="6075315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4" name="rc1061">
                <a:extLst>
                  <a:ext uri="{FF2B5EF4-FFF2-40B4-BE49-F238E27FC236}">
                    <a16:creationId xmlns:a16="http://schemas.microsoft.com/office/drawing/2014/main" id="{07A25E31-C82F-4634-9660-2DC730B3E9AE}"/>
                  </a:ext>
                </a:extLst>
              </p:cNvPr>
              <p:cNvSpPr/>
              <p:nvPr/>
            </p:nvSpPr>
            <p:spPr>
              <a:xfrm>
                <a:off x="6075315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5" name="rc1062">
                <a:extLst>
                  <a:ext uri="{FF2B5EF4-FFF2-40B4-BE49-F238E27FC236}">
                    <a16:creationId xmlns:a16="http://schemas.microsoft.com/office/drawing/2014/main" id="{C4DCBF74-3427-44AF-A0EA-0D7D69416579}"/>
                  </a:ext>
                </a:extLst>
              </p:cNvPr>
              <p:cNvSpPr/>
              <p:nvPr/>
            </p:nvSpPr>
            <p:spPr>
              <a:xfrm>
                <a:off x="6075315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6" name="rc1063">
                <a:extLst>
                  <a:ext uri="{FF2B5EF4-FFF2-40B4-BE49-F238E27FC236}">
                    <a16:creationId xmlns:a16="http://schemas.microsoft.com/office/drawing/2014/main" id="{68CFEB5F-F2DB-4E27-BC7E-271FD864CC0C}"/>
                  </a:ext>
                </a:extLst>
              </p:cNvPr>
              <p:cNvSpPr/>
              <p:nvPr/>
            </p:nvSpPr>
            <p:spPr>
              <a:xfrm>
                <a:off x="6075315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7" name="rc1064">
                <a:extLst>
                  <a:ext uri="{FF2B5EF4-FFF2-40B4-BE49-F238E27FC236}">
                    <a16:creationId xmlns:a16="http://schemas.microsoft.com/office/drawing/2014/main" id="{9A5B852B-25AC-4E99-B28A-D78AF860D2A9}"/>
                  </a:ext>
                </a:extLst>
              </p:cNvPr>
              <p:cNvSpPr/>
              <p:nvPr/>
            </p:nvSpPr>
            <p:spPr>
              <a:xfrm>
                <a:off x="6075315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8" name="rc1065">
                <a:extLst>
                  <a:ext uri="{FF2B5EF4-FFF2-40B4-BE49-F238E27FC236}">
                    <a16:creationId xmlns:a16="http://schemas.microsoft.com/office/drawing/2014/main" id="{60590E47-714E-42C3-B609-0839889F77CC}"/>
                  </a:ext>
                </a:extLst>
              </p:cNvPr>
              <p:cNvSpPr/>
              <p:nvPr/>
            </p:nvSpPr>
            <p:spPr>
              <a:xfrm>
                <a:off x="6075315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9" name="rc1066">
                <a:extLst>
                  <a:ext uri="{FF2B5EF4-FFF2-40B4-BE49-F238E27FC236}">
                    <a16:creationId xmlns:a16="http://schemas.microsoft.com/office/drawing/2014/main" id="{A3A4D353-7F0A-4A2B-B542-056B1FF6449E}"/>
                  </a:ext>
                </a:extLst>
              </p:cNvPr>
              <p:cNvSpPr/>
              <p:nvPr/>
            </p:nvSpPr>
            <p:spPr>
              <a:xfrm>
                <a:off x="6075315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0" name="rc1067">
                <a:extLst>
                  <a:ext uri="{FF2B5EF4-FFF2-40B4-BE49-F238E27FC236}">
                    <a16:creationId xmlns:a16="http://schemas.microsoft.com/office/drawing/2014/main" id="{596E4C86-52E0-49C8-9E5F-AE956F638977}"/>
                  </a:ext>
                </a:extLst>
              </p:cNvPr>
              <p:cNvSpPr/>
              <p:nvPr/>
            </p:nvSpPr>
            <p:spPr>
              <a:xfrm>
                <a:off x="6075315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1" name="rc1068">
                <a:extLst>
                  <a:ext uri="{FF2B5EF4-FFF2-40B4-BE49-F238E27FC236}">
                    <a16:creationId xmlns:a16="http://schemas.microsoft.com/office/drawing/2014/main" id="{503A0F97-8DAB-471A-908D-A707ABDD0945}"/>
                  </a:ext>
                </a:extLst>
              </p:cNvPr>
              <p:cNvSpPr/>
              <p:nvPr/>
            </p:nvSpPr>
            <p:spPr>
              <a:xfrm>
                <a:off x="6075315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2" name="rc1069">
                <a:extLst>
                  <a:ext uri="{FF2B5EF4-FFF2-40B4-BE49-F238E27FC236}">
                    <a16:creationId xmlns:a16="http://schemas.microsoft.com/office/drawing/2014/main" id="{0A3C203B-DDE0-48E3-A6FC-E206A02D2BFA}"/>
                  </a:ext>
                </a:extLst>
              </p:cNvPr>
              <p:cNvSpPr/>
              <p:nvPr/>
            </p:nvSpPr>
            <p:spPr>
              <a:xfrm>
                <a:off x="6075315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3" name="rc1070">
                <a:extLst>
                  <a:ext uri="{FF2B5EF4-FFF2-40B4-BE49-F238E27FC236}">
                    <a16:creationId xmlns:a16="http://schemas.microsoft.com/office/drawing/2014/main" id="{0CBBD6F5-D8E5-4418-9525-079C895F5CC5}"/>
                  </a:ext>
                </a:extLst>
              </p:cNvPr>
              <p:cNvSpPr/>
              <p:nvPr/>
            </p:nvSpPr>
            <p:spPr>
              <a:xfrm>
                <a:off x="6075315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4" name="rc1071">
                <a:extLst>
                  <a:ext uri="{FF2B5EF4-FFF2-40B4-BE49-F238E27FC236}">
                    <a16:creationId xmlns:a16="http://schemas.microsoft.com/office/drawing/2014/main" id="{A15C947E-5158-4D8F-93FD-7C107CD839BA}"/>
                  </a:ext>
                </a:extLst>
              </p:cNvPr>
              <p:cNvSpPr/>
              <p:nvPr/>
            </p:nvSpPr>
            <p:spPr>
              <a:xfrm>
                <a:off x="6075315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5" name="rc1072">
                <a:extLst>
                  <a:ext uri="{FF2B5EF4-FFF2-40B4-BE49-F238E27FC236}">
                    <a16:creationId xmlns:a16="http://schemas.microsoft.com/office/drawing/2014/main" id="{E9A431DE-AE52-4435-B272-9AEF4D5515E8}"/>
                  </a:ext>
                </a:extLst>
              </p:cNvPr>
              <p:cNvSpPr/>
              <p:nvPr/>
            </p:nvSpPr>
            <p:spPr>
              <a:xfrm>
                <a:off x="6075315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6" name="rc1073">
                <a:extLst>
                  <a:ext uri="{FF2B5EF4-FFF2-40B4-BE49-F238E27FC236}">
                    <a16:creationId xmlns:a16="http://schemas.microsoft.com/office/drawing/2014/main" id="{B0F71BA2-5C74-4BDE-BEE5-6BE31002B914}"/>
                  </a:ext>
                </a:extLst>
              </p:cNvPr>
              <p:cNvSpPr/>
              <p:nvPr/>
            </p:nvSpPr>
            <p:spPr>
              <a:xfrm>
                <a:off x="6075315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7" name="rc1074">
                <a:extLst>
                  <a:ext uri="{FF2B5EF4-FFF2-40B4-BE49-F238E27FC236}">
                    <a16:creationId xmlns:a16="http://schemas.microsoft.com/office/drawing/2014/main" id="{22902DF2-410E-49D2-AECF-144ED4701310}"/>
                  </a:ext>
                </a:extLst>
              </p:cNvPr>
              <p:cNvSpPr/>
              <p:nvPr/>
            </p:nvSpPr>
            <p:spPr>
              <a:xfrm>
                <a:off x="6075315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8" name="rc1075">
                <a:extLst>
                  <a:ext uri="{FF2B5EF4-FFF2-40B4-BE49-F238E27FC236}">
                    <a16:creationId xmlns:a16="http://schemas.microsoft.com/office/drawing/2014/main" id="{832CC01C-0479-427B-A412-FBBC5E2C5259}"/>
                  </a:ext>
                </a:extLst>
              </p:cNvPr>
              <p:cNvSpPr/>
              <p:nvPr/>
            </p:nvSpPr>
            <p:spPr>
              <a:xfrm>
                <a:off x="6075315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9" name="rc1076">
                <a:extLst>
                  <a:ext uri="{FF2B5EF4-FFF2-40B4-BE49-F238E27FC236}">
                    <a16:creationId xmlns:a16="http://schemas.microsoft.com/office/drawing/2014/main" id="{CF485CC6-DEE6-4AE6-A1BB-D2E919FB63B1}"/>
                  </a:ext>
                </a:extLst>
              </p:cNvPr>
              <p:cNvSpPr/>
              <p:nvPr/>
            </p:nvSpPr>
            <p:spPr>
              <a:xfrm>
                <a:off x="6075315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0" name="rc1077">
                <a:extLst>
                  <a:ext uri="{FF2B5EF4-FFF2-40B4-BE49-F238E27FC236}">
                    <a16:creationId xmlns:a16="http://schemas.microsoft.com/office/drawing/2014/main" id="{94759411-E897-4FCA-A9EE-0D1CF8ECF5E9}"/>
                  </a:ext>
                </a:extLst>
              </p:cNvPr>
              <p:cNvSpPr/>
              <p:nvPr/>
            </p:nvSpPr>
            <p:spPr>
              <a:xfrm>
                <a:off x="6075315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1" name="rc1078">
                <a:extLst>
                  <a:ext uri="{FF2B5EF4-FFF2-40B4-BE49-F238E27FC236}">
                    <a16:creationId xmlns:a16="http://schemas.microsoft.com/office/drawing/2014/main" id="{A56AA38C-066A-4211-960F-9496A1429AC0}"/>
                  </a:ext>
                </a:extLst>
              </p:cNvPr>
              <p:cNvSpPr/>
              <p:nvPr/>
            </p:nvSpPr>
            <p:spPr>
              <a:xfrm>
                <a:off x="6075315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2" name="rc1079">
                <a:extLst>
                  <a:ext uri="{FF2B5EF4-FFF2-40B4-BE49-F238E27FC236}">
                    <a16:creationId xmlns:a16="http://schemas.microsoft.com/office/drawing/2014/main" id="{06800390-406C-4B0C-B782-B056AB3F4D17}"/>
                  </a:ext>
                </a:extLst>
              </p:cNvPr>
              <p:cNvSpPr/>
              <p:nvPr/>
            </p:nvSpPr>
            <p:spPr>
              <a:xfrm>
                <a:off x="6191200" y="6680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3" name="rc1080">
                <a:extLst>
                  <a:ext uri="{FF2B5EF4-FFF2-40B4-BE49-F238E27FC236}">
                    <a16:creationId xmlns:a16="http://schemas.microsoft.com/office/drawing/2014/main" id="{1C6AB88F-1D28-4D8C-932D-F6B58438FE2F}"/>
                  </a:ext>
                </a:extLst>
              </p:cNvPr>
              <p:cNvSpPr/>
              <p:nvPr/>
            </p:nvSpPr>
            <p:spPr>
              <a:xfrm>
                <a:off x="6191200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4" name="rc1081">
                <a:extLst>
                  <a:ext uri="{FF2B5EF4-FFF2-40B4-BE49-F238E27FC236}">
                    <a16:creationId xmlns:a16="http://schemas.microsoft.com/office/drawing/2014/main" id="{CC8721C0-C655-4233-9C91-B3C923A0261A}"/>
                  </a:ext>
                </a:extLst>
              </p:cNvPr>
              <p:cNvSpPr/>
              <p:nvPr/>
            </p:nvSpPr>
            <p:spPr>
              <a:xfrm>
                <a:off x="6191200" y="6403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5" name="rc1082">
                <a:extLst>
                  <a:ext uri="{FF2B5EF4-FFF2-40B4-BE49-F238E27FC236}">
                    <a16:creationId xmlns:a16="http://schemas.microsoft.com/office/drawing/2014/main" id="{A498EB00-DE34-494D-84C6-371AC32018A3}"/>
                  </a:ext>
                </a:extLst>
              </p:cNvPr>
              <p:cNvSpPr/>
              <p:nvPr/>
            </p:nvSpPr>
            <p:spPr>
              <a:xfrm>
                <a:off x="6191200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6" name="rc1083">
                <a:extLst>
                  <a:ext uri="{FF2B5EF4-FFF2-40B4-BE49-F238E27FC236}">
                    <a16:creationId xmlns:a16="http://schemas.microsoft.com/office/drawing/2014/main" id="{59E32758-2BD6-40AA-98F2-3FF6DB480A45}"/>
                  </a:ext>
                </a:extLst>
              </p:cNvPr>
              <p:cNvSpPr/>
              <p:nvPr/>
            </p:nvSpPr>
            <p:spPr>
              <a:xfrm>
                <a:off x="6191200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7" name="rc1084">
                <a:extLst>
                  <a:ext uri="{FF2B5EF4-FFF2-40B4-BE49-F238E27FC236}">
                    <a16:creationId xmlns:a16="http://schemas.microsoft.com/office/drawing/2014/main" id="{4A21B070-4781-4B36-BF6F-5AE7CB4FA51D}"/>
                  </a:ext>
                </a:extLst>
              </p:cNvPr>
              <p:cNvSpPr/>
              <p:nvPr/>
            </p:nvSpPr>
            <p:spPr>
              <a:xfrm>
                <a:off x="6191200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8" name="rc1085">
                <a:extLst>
                  <a:ext uri="{FF2B5EF4-FFF2-40B4-BE49-F238E27FC236}">
                    <a16:creationId xmlns:a16="http://schemas.microsoft.com/office/drawing/2014/main" id="{7FDB39BB-6F1C-4BF7-97C6-C780AEB0DFF6}"/>
                  </a:ext>
                </a:extLst>
              </p:cNvPr>
              <p:cNvSpPr/>
              <p:nvPr/>
            </p:nvSpPr>
            <p:spPr>
              <a:xfrm>
                <a:off x="6191200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9" name="rc1086">
                <a:extLst>
                  <a:ext uri="{FF2B5EF4-FFF2-40B4-BE49-F238E27FC236}">
                    <a16:creationId xmlns:a16="http://schemas.microsoft.com/office/drawing/2014/main" id="{F7CEC856-59BA-4C99-8A1C-13100660EA33}"/>
                  </a:ext>
                </a:extLst>
              </p:cNvPr>
              <p:cNvSpPr/>
              <p:nvPr/>
            </p:nvSpPr>
            <p:spPr>
              <a:xfrm>
                <a:off x="6191200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0" name="rc1087">
                <a:extLst>
                  <a:ext uri="{FF2B5EF4-FFF2-40B4-BE49-F238E27FC236}">
                    <a16:creationId xmlns:a16="http://schemas.microsoft.com/office/drawing/2014/main" id="{8BC7D415-230A-4FCD-BD42-2C82BCBA819C}"/>
                  </a:ext>
                </a:extLst>
              </p:cNvPr>
              <p:cNvSpPr/>
              <p:nvPr/>
            </p:nvSpPr>
            <p:spPr>
              <a:xfrm>
                <a:off x="6191200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1" name="rc1088">
                <a:extLst>
                  <a:ext uri="{FF2B5EF4-FFF2-40B4-BE49-F238E27FC236}">
                    <a16:creationId xmlns:a16="http://schemas.microsoft.com/office/drawing/2014/main" id="{D29FCC27-A699-4CB9-82A8-E791D5D09F5C}"/>
                  </a:ext>
                </a:extLst>
              </p:cNvPr>
              <p:cNvSpPr/>
              <p:nvPr/>
            </p:nvSpPr>
            <p:spPr>
              <a:xfrm>
                <a:off x="6191200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2" name="rc1089">
                <a:extLst>
                  <a:ext uri="{FF2B5EF4-FFF2-40B4-BE49-F238E27FC236}">
                    <a16:creationId xmlns:a16="http://schemas.microsoft.com/office/drawing/2014/main" id="{F4921415-0EB0-42EC-AEB7-A37D050238C2}"/>
                  </a:ext>
                </a:extLst>
              </p:cNvPr>
              <p:cNvSpPr/>
              <p:nvPr/>
            </p:nvSpPr>
            <p:spPr>
              <a:xfrm>
                <a:off x="6191200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3" name="rc1090">
                <a:extLst>
                  <a:ext uri="{FF2B5EF4-FFF2-40B4-BE49-F238E27FC236}">
                    <a16:creationId xmlns:a16="http://schemas.microsoft.com/office/drawing/2014/main" id="{B3925081-67B3-4A1C-A619-E9A043462260}"/>
                  </a:ext>
                </a:extLst>
              </p:cNvPr>
              <p:cNvSpPr/>
              <p:nvPr/>
            </p:nvSpPr>
            <p:spPr>
              <a:xfrm>
                <a:off x="6191200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4" name="rc1091">
                <a:extLst>
                  <a:ext uri="{FF2B5EF4-FFF2-40B4-BE49-F238E27FC236}">
                    <a16:creationId xmlns:a16="http://schemas.microsoft.com/office/drawing/2014/main" id="{49148547-58FA-445E-85F2-73D730691372}"/>
                  </a:ext>
                </a:extLst>
              </p:cNvPr>
              <p:cNvSpPr/>
              <p:nvPr/>
            </p:nvSpPr>
            <p:spPr>
              <a:xfrm>
                <a:off x="6191200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5" name="rc1092">
                <a:extLst>
                  <a:ext uri="{FF2B5EF4-FFF2-40B4-BE49-F238E27FC236}">
                    <a16:creationId xmlns:a16="http://schemas.microsoft.com/office/drawing/2014/main" id="{A2CFFBBC-0BE1-4409-A8BC-D54B261125ED}"/>
                  </a:ext>
                </a:extLst>
              </p:cNvPr>
              <p:cNvSpPr/>
              <p:nvPr/>
            </p:nvSpPr>
            <p:spPr>
              <a:xfrm>
                <a:off x="6191200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6" name="rc1093">
                <a:extLst>
                  <a:ext uri="{FF2B5EF4-FFF2-40B4-BE49-F238E27FC236}">
                    <a16:creationId xmlns:a16="http://schemas.microsoft.com/office/drawing/2014/main" id="{2770321A-886A-4AEE-AE24-1BB35DBE7059}"/>
                  </a:ext>
                </a:extLst>
              </p:cNvPr>
              <p:cNvSpPr/>
              <p:nvPr/>
            </p:nvSpPr>
            <p:spPr>
              <a:xfrm>
                <a:off x="6191200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7" name="rc1094">
                <a:extLst>
                  <a:ext uri="{FF2B5EF4-FFF2-40B4-BE49-F238E27FC236}">
                    <a16:creationId xmlns:a16="http://schemas.microsoft.com/office/drawing/2014/main" id="{9A9447AB-A7CE-4B03-A379-C561E30E23AA}"/>
                  </a:ext>
                </a:extLst>
              </p:cNvPr>
              <p:cNvSpPr/>
              <p:nvPr/>
            </p:nvSpPr>
            <p:spPr>
              <a:xfrm>
                <a:off x="6191200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8" name="rc1095">
                <a:extLst>
                  <a:ext uri="{FF2B5EF4-FFF2-40B4-BE49-F238E27FC236}">
                    <a16:creationId xmlns:a16="http://schemas.microsoft.com/office/drawing/2014/main" id="{62E22A7A-36ED-4092-948B-60F37440F5C7}"/>
                  </a:ext>
                </a:extLst>
              </p:cNvPr>
              <p:cNvSpPr/>
              <p:nvPr/>
            </p:nvSpPr>
            <p:spPr>
              <a:xfrm>
                <a:off x="6191200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9" name="rc1096">
                <a:extLst>
                  <a:ext uri="{FF2B5EF4-FFF2-40B4-BE49-F238E27FC236}">
                    <a16:creationId xmlns:a16="http://schemas.microsoft.com/office/drawing/2014/main" id="{68071478-C816-4242-BD9A-E68208D26331}"/>
                  </a:ext>
                </a:extLst>
              </p:cNvPr>
              <p:cNvSpPr/>
              <p:nvPr/>
            </p:nvSpPr>
            <p:spPr>
              <a:xfrm>
                <a:off x="6191200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0" name="rc1097">
                <a:extLst>
                  <a:ext uri="{FF2B5EF4-FFF2-40B4-BE49-F238E27FC236}">
                    <a16:creationId xmlns:a16="http://schemas.microsoft.com/office/drawing/2014/main" id="{6A0551A2-F748-4048-BAE3-9F51E16D46FD}"/>
                  </a:ext>
                </a:extLst>
              </p:cNvPr>
              <p:cNvSpPr/>
              <p:nvPr/>
            </p:nvSpPr>
            <p:spPr>
              <a:xfrm>
                <a:off x="6191200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1" name="rc1098">
                <a:extLst>
                  <a:ext uri="{FF2B5EF4-FFF2-40B4-BE49-F238E27FC236}">
                    <a16:creationId xmlns:a16="http://schemas.microsoft.com/office/drawing/2014/main" id="{A5C59C36-6C16-448B-9D0D-5598C80C979D}"/>
                  </a:ext>
                </a:extLst>
              </p:cNvPr>
              <p:cNvSpPr/>
              <p:nvPr/>
            </p:nvSpPr>
            <p:spPr>
              <a:xfrm>
                <a:off x="6191200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2" name="rc1099">
                <a:extLst>
                  <a:ext uri="{FF2B5EF4-FFF2-40B4-BE49-F238E27FC236}">
                    <a16:creationId xmlns:a16="http://schemas.microsoft.com/office/drawing/2014/main" id="{D36F37F4-50C9-4EEE-9C42-1CF68ACA4105}"/>
                  </a:ext>
                </a:extLst>
              </p:cNvPr>
              <p:cNvSpPr/>
              <p:nvPr/>
            </p:nvSpPr>
            <p:spPr>
              <a:xfrm>
                <a:off x="6191200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3" name="rc1100">
                <a:extLst>
                  <a:ext uri="{FF2B5EF4-FFF2-40B4-BE49-F238E27FC236}">
                    <a16:creationId xmlns:a16="http://schemas.microsoft.com/office/drawing/2014/main" id="{DBECCAFA-32F1-4B50-9904-80130615DFAC}"/>
                  </a:ext>
                </a:extLst>
              </p:cNvPr>
              <p:cNvSpPr/>
              <p:nvPr/>
            </p:nvSpPr>
            <p:spPr>
              <a:xfrm>
                <a:off x="6191200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4" name="rc1101">
                <a:extLst>
                  <a:ext uri="{FF2B5EF4-FFF2-40B4-BE49-F238E27FC236}">
                    <a16:creationId xmlns:a16="http://schemas.microsoft.com/office/drawing/2014/main" id="{65A4E544-1424-429A-B8F2-FAC3DDFF476E}"/>
                  </a:ext>
                </a:extLst>
              </p:cNvPr>
              <p:cNvSpPr/>
              <p:nvPr/>
            </p:nvSpPr>
            <p:spPr>
              <a:xfrm>
                <a:off x="6191200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5" name="rc1102">
                <a:extLst>
                  <a:ext uri="{FF2B5EF4-FFF2-40B4-BE49-F238E27FC236}">
                    <a16:creationId xmlns:a16="http://schemas.microsoft.com/office/drawing/2014/main" id="{97BC1159-AC0F-461E-9581-00C3F805233C}"/>
                  </a:ext>
                </a:extLst>
              </p:cNvPr>
              <p:cNvSpPr/>
              <p:nvPr/>
            </p:nvSpPr>
            <p:spPr>
              <a:xfrm>
                <a:off x="6191200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6" name="rc1103">
                <a:extLst>
                  <a:ext uri="{FF2B5EF4-FFF2-40B4-BE49-F238E27FC236}">
                    <a16:creationId xmlns:a16="http://schemas.microsoft.com/office/drawing/2014/main" id="{20B6E10C-71AD-406D-9D18-19BAF3EA25C1}"/>
                  </a:ext>
                </a:extLst>
              </p:cNvPr>
              <p:cNvSpPr/>
              <p:nvPr/>
            </p:nvSpPr>
            <p:spPr>
              <a:xfrm>
                <a:off x="6191200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7" name="rc1104">
                <a:extLst>
                  <a:ext uri="{FF2B5EF4-FFF2-40B4-BE49-F238E27FC236}">
                    <a16:creationId xmlns:a16="http://schemas.microsoft.com/office/drawing/2014/main" id="{75DC8B0D-ED94-4EE5-A0D3-EACA33A90586}"/>
                  </a:ext>
                </a:extLst>
              </p:cNvPr>
              <p:cNvSpPr/>
              <p:nvPr/>
            </p:nvSpPr>
            <p:spPr>
              <a:xfrm>
                <a:off x="6191200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8" name="rc1105">
                <a:extLst>
                  <a:ext uri="{FF2B5EF4-FFF2-40B4-BE49-F238E27FC236}">
                    <a16:creationId xmlns:a16="http://schemas.microsoft.com/office/drawing/2014/main" id="{60532AEE-043C-4CEF-8057-7F62DEA2A003}"/>
                  </a:ext>
                </a:extLst>
              </p:cNvPr>
              <p:cNvSpPr/>
              <p:nvPr/>
            </p:nvSpPr>
            <p:spPr>
              <a:xfrm>
                <a:off x="6191200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9" name="rc1106">
                <a:extLst>
                  <a:ext uri="{FF2B5EF4-FFF2-40B4-BE49-F238E27FC236}">
                    <a16:creationId xmlns:a16="http://schemas.microsoft.com/office/drawing/2014/main" id="{AA4A3A5D-2F11-4148-A590-CC43440D231C}"/>
                  </a:ext>
                </a:extLst>
              </p:cNvPr>
              <p:cNvSpPr/>
              <p:nvPr/>
            </p:nvSpPr>
            <p:spPr>
              <a:xfrm>
                <a:off x="6307085" y="6819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0" name="rc1107">
                <a:extLst>
                  <a:ext uri="{FF2B5EF4-FFF2-40B4-BE49-F238E27FC236}">
                    <a16:creationId xmlns:a16="http://schemas.microsoft.com/office/drawing/2014/main" id="{CC10515A-55DD-4580-BCB5-16B5666092B7}"/>
                  </a:ext>
                </a:extLst>
              </p:cNvPr>
              <p:cNvSpPr/>
              <p:nvPr/>
            </p:nvSpPr>
            <p:spPr>
              <a:xfrm>
                <a:off x="6307085" y="6680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1" name="rc1108">
                <a:extLst>
                  <a:ext uri="{FF2B5EF4-FFF2-40B4-BE49-F238E27FC236}">
                    <a16:creationId xmlns:a16="http://schemas.microsoft.com/office/drawing/2014/main" id="{BAACF62E-4BDD-43A4-B2E9-FA2E21115A8D}"/>
                  </a:ext>
                </a:extLst>
              </p:cNvPr>
              <p:cNvSpPr/>
              <p:nvPr/>
            </p:nvSpPr>
            <p:spPr>
              <a:xfrm>
                <a:off x="6307085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2" name="rc1109">
                <a:extLst>
                  <a:ext uri="{FF2B5EF4-FFF2-40B4-BE49-F238E27FC236}">
                    <a16:creationId xmlns:a16="http://schemas.microsoft.com/office/drawing/2014/main" id="{C02AC881-7F11-4181-851A-E336E68F3034}"/>
                  </a:ext>
                </a:extLst>
              </p:cNvPr>
              <p:cNvSpPr/>
              <p:nvPr/>
            </p:nvSpPr>
            <p:spPr>
              <a:xfrm>
                <a:off x="6307085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3" name="rc1110">
                <a:extLst>
                  <a:ext uri="{FF2B5EF4-FFF2-40B4-BE49-F238E27FC236}">
                    <a16:creationId xmlns:a16="http://schemas.microsoft.com/office/drawing/2014/main" id="{CE899479-0BA6-4081-9317-FD1B313FE77C}"/>
                  </a:ext>
                </a:extLst>
              </p:cNvPr>
              <p:cNvSpPr/>
              <p:nvPr/>
            </p:nvSpPr>
            <p:spPr>
              <a:xfrm>
                <a:off x="6307085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4" name="rc1111">
                <a:extLst>
                  <a:ext uri="{FF2B5EF4-FFF2-40B4-BE49-F238E27FC236}">
                    <a16:creationId xmlns:a16="http://schemas.microsoft.com/office/drawing/2014/main" id="{C571BE83-4B91-4445-AE77-2F9ED1298311}"/>
                  </a:ext>
                </a:extLst>
              </p:cNvPr>
              <p:cNvSpPr/>
              <p:nvPr/>
            </p:nvSpPr>
            <p:spPr>
              <a:xfrm>
                <a:off x="6307085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5" name="rc1112">
                <a:extLst>
                  <a:ext uri="{FF2B5EF4-FFF2-40B4-BE49-F238E27FC236}">
                    <a16:creationId xmlns:a16="http://schemas.microsoft.com/office/drawing/2014/main" id="{C08976E0-635D-4C5D-BCE0-AC33786BD019}"/>
                  </a:ext>
                </a:extLst>
              </p:cNvPr>
              <p:cNvSpPr/>
              <p:nvPr/>
            </p:nvSpPr>
            <p:spPr>
              <a:xfrm>
                <a:off x="6307085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6" name="rc1113">
                <a:extLst>
                  <a:ext uri="{FF2B5EF4-FFF2-40B4-BE49-F238E27FC236}">
                    <a16:creationId xmlns:a16="http://schemas.microsoft.com/office/drawing/2014/main" id="{5E7E1606-8304-406C-82E0-5D858AF6A803}"/>
                  </a:ext>
                </a:extLst>
              </p:cNvPr>
              <p:cNvSpPr/>
              <p:nvPr/>
            </p:nvSpPr>
            <p:spPr>
              <a:xfrm>
                <a:off x="6307085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7" name="rc1114">
                <a:extLst>
                  <a:ext uri="{FF2B5EF4-FFF2-40B4-BE49-F238E27FC236}">
                    <a16:creationId xmlns:a16="http://schemas.microsoft.com/office/drawing/2014/main" id="{3A567DCF-E397-43E3-9134-2F867DB2DFAF}"/>
                  </a:ext>
                </a:extLst>
              </p:cNvPr>
              <p:cNvSpPr/>
              <p:nvPr/>
            </p:nvSpPr>
            <p:spPr>
              <a:xfrm>
                <a:off x="6307085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8" name="rc1115">
                <a:extLst>
                  <a:ext uri="{FF2B5EF4-FFF2-40B4-BE49-F238E27FC236}">
                    <a16:creationId xmlns:a16="http://schemas.microsoft.com/office/drawing/2014/main" id="{F8CF2B0F-C5EB-4AC1-B762-1065FC085910}"/>
                  </a:ext>
                </a:extLst>
              </p:cNvPr>
              <p:cNvSpPr/>
              <p:nvPr/>
            </p:nvSpPr>
            <p:spPr>
              <a:xfrm>
                <a:off x="6307085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9" name="rc1116">
                <a:extLst>
                  <a:ext uri="{FF2B5EF4-FFF2-40B4-BE49-F238E27FC236}">
                    <a16:creationId xmlns:a16="http://schemas.microsoft.com/office/drawing/2014/main" id="{0D5CD5E6-D4CB-4422-99FB-177253728B1D}"/>
                  </a:ext>
                </a:extLst>
              </p:cNvPr>
              <p:cNvSpPr/>
              <p:nvPr/>
            </p:nvSpPr>
            <p:spPr>
              <a:xfrm>
                <a:off x="6307085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0" name="rc1117">
                <a:extLst>
                  <a:ext uri="{FF2B5EF4-FFF2-40B4-BE49-F238E27FC236}">
                    <a16:creationId xmlns:a16="http://schemas.microsoft.com/office/drawing/2014/main" id="{62113ACE-4502-4AA0-B9C3-842315CC6342}"/>
                  </a:ext>
                </a:extLst>
              </p:cNvPr>
              <p:cNvSpPr/>
              <p:nvPr/>
            </p:nvSpPr>
            <p:spPr>
              <a:xfrm>
                <a:off x="6307085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1" name="rc1118">
                <a:extLst>
                  <a:ext uri="{FF2B5EF4-FFF2-40B4-BE49-F238E27FC236}">
                    <a16:creationId xmlns:a16="http://schemas.microsoft.com/office/drawing/2014/main" id="{101DBB15-221C-46BD-ABE3-92373F7273D7}"/>
                  </a:ext>
                </a:extLst>
              </p:cNvPr>
              <p:cNvSpPr/>
              <p:nvPr/>
            </p:nvSpPr>
            <p:spPr>
              <a:xfrm>
                <a:off x="6307085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2" name="rc1119">
                <a:extLst>
                  <a:ext uri="{FF2B5EF4-FFF2-40B4-BE49-F238E27FC236}">
                    <a16:creationId xmlns:a16="http://schemas.microsoft.com/office/drawing/2014/main" id="{63AAC658-ADCB-40CD-A2B3-F412F0CB9BA8}"/>
                  </a:ext>
                </a:extLst>
              </p:cNvPr>
              <p:cNvSpPr/>
              <p:nvPr/>
            </p:nvSpPr>
            <p:spPr>
              <a:xfrm>
                <a:off x="6307085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3" name="rc1120">
                <a:extLst>
                  <a:ext uri="{FF2B5EF4-FFF2-40B4-BE49-F238E27FC236}">
                    <a16:creationId xmlns:a16="http://schemas.microsoft.com/office/drawing/2014/main" id="{1081C7B5-7CDC-4579-A68D-5EC63FA7288F}"/>
                  </a:ext>
                </a:extLst>
              </p:cNvPr>
              <p:cNvSpPr/>
              <p:nvPr/>
            </p:nvSpPr>
            <p:spPr>
              <a:xfrm>
                <a:off x="6307085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4" name="rc1121">
                <a:extLst>
                  <a:ext uri="{FF2B5EF4-FFF2-40B4-BE49-F238E27FC236}">
                    <a16:creationId xmlns:a16="http://schemas.microsoft.com/office/drawing/2014/main" id="{7B203BC6-02C4-4BE2-AF70-34CAE134A2F6}"/>
                  </a:ext>
                </a:extLst>
              </p:cNvPr>
              <p:cNvSpPr/>
              <p:nvPr/>
            </p:nvSpPr>
            <p:spPr>
              <a:xfrm>
                <a:off x="6307085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5" name="rc1122">
                <a:extLst>
                  <a:ext uri="{FF2B5EF4-FFF2-40B4-BE49-F238E27FC236}">
                    <a16:creationId xmlns:a16="http://schemas.microsoft.com/office/drawing/2014/main" id="{4C13AA00-E347-45AB-A668-EE62A9F0F324}"/>
                  </a:ext>
                </a:extLst>
              </p:cNvPr>
              <p:cNvSpPr/>
              <p:nvPr/>
            </p:nvSpPr>
            <p:spPr>
              <a:xfrm>
                <a:off x="6307085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6" name="rc1123">
                <a:extLst>
                  <a:ext uri="{FF2B5EF4-FFF2-40B4-BE49-F238E27FC236}">
                    <a16:creationId xmlns:a16="http://schemas.microsoft.com/office/drawing/2014/main" id="{97C28404-E41A-42CC-87ED-DC9DE626361D}"/>
                  </a:ext>
                </a:extLst>
              </p:cNvPr>
              <p:cNvSpPr/>
              <p:nvPr/>
            </p:nvSpPr>
            <p:spPr>
              <a:xfrm>
                <a:off x="6307085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7" name="rc1124">
                <a:extLst>
                  <a:ext uri="{FF2B5EF4-FFF2-40B4-BE49-F238E27FC236}">
                    <a16:creationId xmlns:a16="http://schemas.microsoft.com/office/drawing/2014/main" id="{220B9433-B755-4C1E-9B78-4F684995BA71}"/>
                  </a:ext>
                </a:extLst>
              </p:cNvPr>
              <p:cNvSpPr/>
              <p:nvPr/>
            </p:nvSpPr>
            <p:spPr>
              <a:xfrm>
                <a:off x="6307085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8" name="rc1125">
                <a:extLst>
                  <a:ext uri="{FF2B5EF4-FFF2-40B4-BE49-F238E27FC236}">
                    <a16:creationId xmlns:a16="http://schemas.microsoft.com/office/drawing/2014/main" id="{03F64BF8-EEF4-4BC8-AB02-1F323BC6834E}"/>
                  </a:ext>
                </a:extLst>
              </p:cNvPr>
              <p:cNvSpPr/>
              <p:nvPr/>
            </p:nvSpPr>
            <p:spPr>
              <a:xfrm>
                <a:off x="6307085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39" name="rc1126">
                <a:extLst>
                  <a:ext uri="{FF2B5EF4-FFF2-40B4-BE49-F238E27FC236}">
                    <a16:creationId xmlns:a16="http://schemas.microsoft.com/office/drawing/2014/main" id="{81B63136-5820-493C-93DC-9584416DF1D4}"/>
                  </a:ext>
                </a:extLst>
              </p:cNvPr>
              <p:cNvSpPr/>
              <p:nvPr/>
            </p:nvSpPr>
            <p:spPr>
              <a:xfrm>
                <a:off x="6307085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0" name="rc1127">
                <a:extLst>
                  <a:ext uri="{FF2B5EF4-FFF2-40B4-BE49-F238E27FC236}">
                    <a16:creationId xmlns:a16="http://schemas.microsoft.com/office/drawing/2014/main" id="{50984987-C574-4FAD-AF86-3DD26BB9389D}"/>
                  </a:ext>
                </a:extLst>
              </p:cNvPr>
              <p:cNvSpPr/>
              <p:nvPr/>
            </p:nvSpPr>
            <p:spPr>
              <a:xfrm>
                <a:off x="6307085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1" name="rc1128">
                <a:extLst>
                  <a:ext uri="{FF2B5EF4-FFF2-40B4-BE49-F238E27FC236}">
                    <a16:creationId xmlns:a16="http://schemas.microsoft.com/office/drawing/2014/main" id="{AF9413B1-AB82-47EE-896C-DAE0864BD3AC}"/>
                  </a:ext>
                </a:extLst>
              </p:cNvPr>
              <p:cNvSpPr/>
              <p:nvPr/>
            </p:nvSpPr>
            <p:spPr>
              <a:xfrm>
                <a:off x="6307085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2" name="rc1129">
                <a:extLst>
                  <a:ext uri="{FF2B5EF4-FFF2-40B4-BE49-F238E27FC236}">
                    <a16:creationId xmlns:a16="http://schemas.microsoft.com/office/drawing/2014/main" id="{A98BF72A-5596-4061-A3F4-9B63F18D839B}"/>
                  </a:ext>
                </a:extLst>
              </p:cNvPr>
              <p:cNvSpPr/>
              <p:nvPr/>
            </p:nvSpPr>
            <p:spPr>
              <a:xfrm>
                <a:off x="6307085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3" name="rc1130">
                <a:extLst>
                  <a:ext uri="{FF2B5EF4-FFF2-40B4-BE49-F238E27FC236}">
                    <a16:creationId xmlns:a16="http://schemas.microsoft.com/office/drawing/2014/main" id="{19153643-9F6A-4481-B522-608F4449815B}"/>
                  </a:ext>
                </a:extLst>
              </p:cNvPr>
              <p:cNvSpPr/>
              <p:nvPr/>
            </p:nvSpPr>
            <p:spPr>
              <a:xfrm>
                <a:off x="6307085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4" name="rc1131">
                <a:extLst>
                  <a:ext uri="{FF2B5EF4-FFF2-40B4-BE49-F238E27FC236}">
                    <a16:creationId xmlns:a16="http://schemas.microsoft.com/office/drawing/2014/main" id="{F4C5B65F-71FE-411A-93F6-62048BF52F8D}"/>
                  </a:ext>
                </a:extLst>
              </p:cNvPr>
              <p:cNvSpPr/>
              <p:nvPr/>
            </p:nvSpPr>
            <p:spPr>
              <a:xfrm>
                <a:off x="6307085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5" name="rc1132">
                <a:extLst>
                  <a:ext uri="{FF2B5EF4-FFF2-40B4-BE49-F238E27FC236}">
                    <a16:creationId xmlns:a16="http://schemas.microsoft.com/office/drawing/2014/main" id="{5D166B04-07F6-42E2-B1FD-0A359C647315}"/>
                  </a:ext>
                </a:extLst>
              </p:cNvPr>
              <p:cNvSpPr/>
              <p:nvPr/>
            </p:nvSpPr>
            <p:spPr>
              <a:xfrm>
                <a:off x="6307085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6" name="rc1133">
                <a:extLst>
                  <a:ext uri="{FF2B5EF4-FFF2-40B4-BE49-F238E27FC236}">
                    <a16:creationId xmlns:a16="http://schemas.microsoft.com/office/drawing/2014/main" id="{5FB44C15-4C3B-4073-917C-F425C7A1E82C}"/>
                  </a:ext>
                </a:extLst>
              </p:cNvPr>
              <p:cNvSpPr/>
              <p:nvPr/>
            </p:nvSpPr>
            <p:spPr>
              <a:xfrm>
                <a:off x="6307085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7" name="rc1134">
                <a:extLst>
                  <a:ext uri="{FF2B5EF4-FFF2-40B4-BE49-F238E27FC236}">
                    <a16:creationId xmlns:a16="http://schemas.microsoft.com/office/drawing/2014/main" id="{188CBC33-FF5E-47E2-8822-816BC5DD7923}"/>
                  </a:ext>
                </a:extLst>
              </p:cNvPr>
              <p:cNvSpPr/>
              <p:nvPr/>
            </p:nvSpPr>
            <p:spPr>
              <a:xfrm>
                <a:off x="6422969" y="6819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8" name="rc1135">
                <a:extLst>
                  <a:ext uri="{FF2B5EF4-FFF2-40B4-BE49-F238E27FC236}">
                    <a16:creationId xmlns:a16="http://schemas.microsoft.com/office/drawing/2014/main" id="{97030883-E97D-4A01-80B2-E31B7CA0C977}"/>
                  </a:ext>
                </a:extLst>
              </p:cNvPr>
              <p:cNvSpPr/>
              <p:nvPr/>
            </p:nvSpPr>
            <p:spPr>
              <a:xfrm>
                <a:off x="6422969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49" name="rc1136">
                <a:extLst>
                  <a:ext uri="{FF2B5EF4-FFF2-40B4-BE49-F238E27FC236}">
                    <a16:creationId xmlns:a16="http://schemas.microsoft.com/office/drawing/2014/main" id="{4FE25307-12EC-46E9-9DAA-FA177EAEB049}"/>
                  </a:ext>
                </a:extLst>
              </p:cNvPr>
              <p:cNvSpPr/>
              <p:nvPr/>
            </p:nvSpPr>
            <p:spPr>
              <a:xfrm>
                <a:off x="6422969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0" name="rc1137">
                <a:extLst>
                  <a:ext uri="{FF2B5EF4-FFF2-40B4-BE49-F238E27FC236}">
                    <a16:creationId xmlns:a16="http://schemas.microsoft.com/office/drawing/2014/main" id="{D4F41FE5-587C-4595-850C-A17B44BE213A}"/>
                  </a:ext>
                </a:extLst>
              </p:cNvPr>
              <p:cNvSpPr/>
              <p:nvPr/>
            </p:nvSpPr>
            <p:spPr>
              <a:xfrm>
                <a:off x="6422969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1" name="rc1138">
                <a:extLst>
                  <a:ext uri="{FF2B5EF4-FFF2-40B4-BE49-F238E27FC236}">
                    <a16:creationId xmlns:a16="http://schemas.microsoft.com/office/drawing/2014/main" id="{5FE85B0D-027C-425B-A939-E97379F652FE}"/>
                  </a:ext>
                </a:extLst>
              </p:cNvPr>
              <p:cNvSpPr/>
              <p:nvPr/>
            </p:nvSpPr>
            <p:spPr>
              <a:xfrm>
                <a:off x="6422969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2" name="rc1139">
                <a:extLst>
                  <a:ext uri="{FF2B5EF4-FFF2-40B4-BE49-F238E27FC236}">
                    <a16:creationId xmlns:a16="http://schemas.microsoft.com/office/drawing/2014/main" id="{ECE801CA-1F1B-474F-9091-12DFC3014AFF}"/>
                  </a:ext>
                </a:extLst>
              </p:cNvPr>
              <p:cNvSpPr/>
              <p:nvPr/>
            </p:nvSpPr>
            <p:spPr>
              <a:xfrm>
                <a:off x="6422969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3" name="rc1140">
                <a:extLst>
                  <a:ext uri="{FF2B5EF4-FFF2-40B4-BE49-F238E27FC236}">
                    <a16:creationId xmlns:a16="http://schemas.microsoft.com/office/drawing/2014/main" id="{CF1BA432-CB79-4DD4-9711-7F5B6D59A29F}"/>
                  </a:ext>
                </a:extLst>
              </p:cNvPr>
              <p:cNvSpPr/>
              <p:nvPr/>
            </p:nvSpPr>
            <p:spPr>
              <a:xfrm>
                <a:off x="6422969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4" name="rc1141">
                <a:extLst>
                  <a:ext uri="{FF2B5EF4-FFF2-40B4-BE49-F238E27FC236}">
                    <a16:creationId xmlns:a16="http://schemas.microsoft.com/office/drawing/2014/main" id="{1A3BE52E-0E65-46EE-8317-0D795A4BC515}"/>
                  </a:ext>
                </a:extLst>
              </p:cNvPr>
              <p:cNvSpPr/>
              <p:nvPr/>
            </p:nvSpPr>
            <p:spPr>
              <a:xfrm>
                <a:off x="6422969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5" name="rc1142">
                <a:extLst>
                  <a:ext uri="{FF2B5EF4-FFF2-40B4-BE49-F238E27FC236}">
                    <a16:creationId xmlns:a16="http://schemas.microsoft.com/office/drawing/2014/main" id="{4115691D-EC89-4089-B20B-85C34FAA7430}"/>
                  </a:ext>
                </a:extLst>
              </p:cNvPr>
              <p:cNvSpPr/>
              <p:nvPr/>
            </p:nvSpPr>
            <p:spPr>
              <a:xfrm>
                <a:off x="6422969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6" name="rc1143">
                <a:extLst>
                  <a:ext uri="{FF2B5EF4-FFF2-40B4-BE49-F238E27FC236}">
                    <a16:creationId xmlns:a16="http://schemas.microsoft.com/office/drawing/2014/main" id="{684E885C-26EA-4C05-A25E-BEBD434CBF9D}"/>
                  </a:ext>
                </a:extLst>
              </p:cNvPr>
              <p:cNvSpPr/>
              <p:nvPr/>
            </p:nvSpPr>
            <p:spPr>
              <a:xfrm>
                <a:off x="6422969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7" name="rc1144">
                <a:extLst>
                  <a:ext uri="{FF2B5EF4-FFF2-40B4-BE49-F238E27FC236}">
                    <a16:creationId xmlns:a16="http://schemas.microsoft.com/office/drawing/2014/main" id="{BF22A72A-5BD4-4B0D-B55D-BC7057E16F52}"/>
                  </a:ext>
                </a:extLst>
              </p:cNvPr>
              <p:cNvSpPr/>
              <p:nvPr/>
            </p:nvSpPr>
            <p:spPr>
              <a:xfrm>
                <a:off x="6422969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8" name="rc1145">
                <a:extLst>
                  <a:ext uri="{FF2B5EF4-FFF2-40B4-BE49-F238E27FC236}">
                    <a16:creationId xmlns:a16="http://schemas.microsoft.com/office/drawing/2014/main" id="{D093C1CC-9CB4-4AD1-B54F-0F4F9B015771}"/>
                  </a:ext>
                </a:extLst>
              </p:cNvPr>
              <p:cNvSpPr/>
              <p:nvPr/>
            </p:nvSpPr>
            <p:spPr>
              <a:xfrm>
                <a:off x="6422969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9" name="rc1146">
                <a:extLst>
                  <a:ext uri="{FF2B5EF4-FFF2-40B4-BE49-F238E27FC236}">
                    <a16:creationId xmlns:a16="http://schemas.microsoft.com/office/drawing/2014/main" id="{6B486B55-C47A-4AE4-9578-A87D11562A43}"/>
                  </a:ext>
                </a:extLst>
              </p:cNvPr>
              <p:cNvSpPr/>
              <p:nvPr/>
            </p:nvSpPr>
            <p:spPr>
              <a:xfrm>
                <a:off x="6422969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0" name="rc1147">
                <a:extLst>
                  <a:ext uri="{FF2B5EF4-FFF2-40B4-BE49-F238E27FC236}">
                    <a16:creationId xmlns:a16="http://schemas.microsoft.com/office/drawing/2014/main" id="{CA8AED27-11CB-4DC2-BD8D-88D3F466B919}"/>
                  </a:ext>
                </a:extLst>
              </p:cNvPr>
              <p:cNvSpPr/>
              <p:nvPr/>
            </p:nvSpPr>
            <p:spPr>
              <a:xfrm>
                <a:off x="6422969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1" name="rc1148">
                <a:extLst>
                  <a:ext uri="{FF2B5EF4-FFF2-40B4-BE49-F238E27FC236}">
                    <a16:creationId xmlns:a16="http://schemas.microsoft.com/office/drawing/2014/main" id="{42F101B5-AE15-46D8-8E07-8AE2924C6DD0}"/>
                  </a:ext>
                </a:extLst>
              </p:cNvPr>
              <p:cNvSpPr/>
              <p:nvPr/>
            </p:nvSpPr>
            <p:spPr>
              <a:xfrm>
                <a:off x="6422969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2" name="rc1149">
                <a:extLst>
                  <a:ext uri="{FF2B5EF4-FFF2-40B4-BE49-F238E27FC236}">
                    <a16:creationId xmlns:a16="http://schemas.microsoft.com/office/drawing/2014/main" id="{0DF699F2-614B-4DA3-BEC9-DFB6E10524A1}"/>
                  </a:ext>
                </a:extLst>
              </p:cNvPr>
              <p:cNvSpPr/>
              <p:nvPr/>
            </p:nvSpPr>
            <p:spPr>
              <a:xfrm>
                <a:off x="6422969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3" name="rc1150">
                <a:extLst>
                  <a:ext uri="{FF2B5EF4-FFF2-40B4-BE49-F238E27FC236}">
                    <a16:creationId xmlns:a16="http://schemas.microsoft.com/office/drawing/2014/main" id="{799945B6-4EDB-43FA-BB9F-306421D9D42F}"/>
                  </a:ext>
                </a:extLst>
              </p:cNvPr>
              <p:cNvSpPr/>
              <p:nvPr/>
            </p:nvSpPr>
            <p:spPr>
              <a:xfrm>
                <a:off x="6422969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4" name="rc1151">
                <a:extLst>
                  <a:ext uri="{FF2B5EF4-FFF2-40B4-BE49-F238E27FC236}">
                    <a16:creationId xmlns:a16="http://schemas.microsoft.com/office/drawing/2014/main" id="{5B564D3B-95BF-4AFA-9E44-9D0DA4DCADEC}"/>
                  </a:ext>
                </a:extLst>
              </p:cNvPr>
              <p:cNvSpPr/>
              <p:nvPr/>
            </p:nvSpPr>
            <p:spPr>
              <a:xfrm>
                <a:off x="6422969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5" name="rc1152">
                <a:extLst>
                  <a:ext uri="{FF2B5EF4-FFF2-40B4-BE49-F238E27FC236}">
                    <a16:creationId xmlns:a16="http://schemas.microsoft.com/office/drawing/2014/main" id="{E2B6CDD1-FBC5-4C7F-B078-1C445A79ED70}"/>
                  </a:ext>
                </a:extLst>
              </p:cNvPr>
              <p:cNvSpPr/>
              <p:nvPr/>
            </p:nvSpPr>
            <p:spPr>
              <a:xfrm>
                <a:off x="6422969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6" name="rc1153">
                <a:extLst>
                  <a:ext uri="{FF2B5EF4-FFF2-40B4-BE49-F238E27FC236}">
                    <a16:creationId xmlns:a16="http://schemas.microsoft.com/office/drawing/2014/main" id="{4B256AAD-4157-4183-B563-A1CBDC7336C5}"/>
                  </a:ext>
                </a:extLst>
              </p:cNvPr>
              <p:cNvSpPr/>
              <p:nvPr/>
            </p:nvSpPr>
            <p:spPr>
              <a:xfrm>
                <a:off x="6422969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7" name="rc1154">
                <a:extLst>
                  <a:ext uri="{FF2B5EF4-FFF2-40B4-BE49-F238E27FC236}">
                    <a16:creationId xmlns:a16="http://schemas.microsoft.com/office/drawing/2014/main" id="{B47E8D6C-AAEE-4CAE-9138-233355C1A89A}"/>
                  </a:ext>
                </a:extLst>
              </p:cNvPr>
              <p:cNvSpPr/>
              <p:nvPr/>
            </p:nvSpPr>
            <p:spPr>
              <a:xfrm>
                <a:off x="6422969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8" name="rc1155">
                <a:extLst>
                  <a:ext uri="{FF2B5EF4-FFF2-40B4-BE49-F238E27FC236}">
                    <a16:creationId xmlns:a16="http://schemas.microsoft.com/office/drawing/2014/main" id="{82132B59-17B9-46D0-BE6C-938864FC3A47}"/>
                  </a:ext>
                </a:extLst>
              </p:cNvPr>
              <p:cNvSpPr/>
              <p:nvPr/>
            </p:nvSpPr>
            <p:spPr>
              <a:xfrm>
                <a:off x="6422969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9" name="rc1156">
                <a:extLst>
                  <a:ext uri="{FF2B5EF4-FFF2-40B4-BE49-F238E27FC236}">
                    <a16:creationId xmlns:a16="http://schemas.microsoft.com/office/drawing/2014/main" id="{2B894107-74A2-4448-BB00-94CEE7D1563B}"/>
                  </a:ext>
                </a:extLst>
              </p:cNvPr>
              <p:cNvSpPr/>
              <p:nvPr/>
            </p:nvSpPr>
            <p:spPr>
              <a:xfrm>
                <a:off x="6422969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0" name="rc1157">
                <a:extLst>
                  <a:ext uri="{FF2B5EF4-FFF2-40B4-BE49-F238E27FC236}">
                    <a16:creationId xmlns:a16="http://schemas.microsoft.com/office/drawing/2014/main" id="{09DB9096-4620-453B-A5A6-3DAEB7E1BE5F}"/>
                  </a:ext>
                </a:extLst>
              </p:cNvPr>
              <p:cNvSpPr/>
              <p:nvPr/>
            </p:nvSpPr>
            <p:spPr>
              <a:xfrm>
                <a:off x="6422969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1" name="rc1158">
                <a:extLst>
                  <a:ext uri="{FF2B5EF4-FFF2-40B4-BE49-F238E27FC236}">
                    <a16:creationId xmlns:a16="http://schemas.microsoft.com/office/drawing/2014/main" id="{18D58871-3512-4D57-A1D2-FA7CC3C9FDDC}"/>
                  </a:ext>
                </a:extLst>
              </p:cNvPr>
              <p:cNvSpPr/>
              <p:nvPr/>
            </p:nvSpPr>
            <p:spPr>
              <a:xfrm>
                <a:off x="6422969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2" name="rc1159">
                <a:extLst>
                  <a:ext uri="{FF2B5EF4-FFF2-40B4-BE49-F238E27FC236}">
                    <a16:creationId xmlns:a16="http://schemas.microsoft.com/office/drawing/2014/main" id="{8E4D0EE1-1696-42CA-8465-2DBB4E167EA4}"/>
                  </a:ext>
                </a:extLst>
              </p:cNvPr>
              <p:cNvSpPr/>
              <p:nvPr/>
            </p:nvSpPr>
            <p:spPr>
              <a:xfrm>
                <a:off x="6422969" y="3355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3" name="rc1160">
                <a:extLst>
                  <a:ext uri="{FF2B5EF4-FFF2-40B4-BE49-F238E27FC236}">
                    <a16:creationId xmlns:a16="http://schemas.microsoft.com/office/drawing/2014/main" id="{ECCA8A9D-2CE9-4132-AFD2-5A1755314520}"/>
                  </a:ext>
                </a:extLst>
              </p:cNvPr>
              <p:cNvSpPr/>
              <p:nvPr/>
            </p:nvSpPr>
            <p:spPr>
              <a:xfrm>
                <a:off x="6422969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4" name="rc1161">
                <a:extLst>
                  <a:ext uri="{FF2B5EF4-FFF2-40B4-BE49-F238E27FC236}">
                    <a16:creationId xmlns:a16="http://schemas.microsoft.com/office/drawing/2014/main" id="{BCCB5A54-E12A-407D-AB49-9069558FB570}"/>
                  </a:ext>
                </a:extLst>
              </p:cNvPr>
              <p:cNvSpPr/>
              <p:nvPr/>
            </p:nvSpPr>
            <p:spPr>
              <a:xfrm>
                <a:off x="6422969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5" name="rc1162">
                <a:extLst>
                  <a:ext uri="{FF2B5EF4-FFF2-40B4-BE49-F238E27FC236}">
                    <a16:creationId xmlns:a16="http://schemas.microsoft.com/office/drawing/2014/main" id="{89EF3F83-C7ED-4579-A906-4E3CEF8488D6}"/>
                  </a:ext>
                </a:extLst>
              </p:cNvPr>
              <p:cNvSpPr/>
              <p:nvPr/>
            </p:nvSpPr>
            <p:spPr>
              <a:xfrm>
                <a:off x="6422969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6" name="rc1163">
                <a:extLst>
                  <a:ext uri="{FF2B5EF4-FFF2-40B4-BE49-F238E27FC236}">
                    <a16:creationId xmlns:a16="http://schemas.microsoft.com/office/drawing/2014/main" id="{14642CDD-2ADA-4C4F-919B-F1F04E7E1BC5}"/>
                  </a:ext>
                </a:extLst>
              </p:cNvPr>
              <p:cNvSpPr/>
              <p:nvPr/>
            </p:nvSpPr>
            <p:spPr>
              <a:xfrm>
                <a:off x="6538854" y="6819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7" name="rc1164">
                <a:extLst>
                  <a:ext uri="{FF2B5EF4-FFF2-40B4-BE49-F238E27FC236}">
                    <a16:creationId xmlns:a16="http://schemas.microsoft.com/office/drawing/2014/main" id="{79B072DF-B8D1-4B8F-BE3E-ACB54675B293}"/>
                  </a:ext>
                </a:extLst>
              </p:cNvPr>
              <p:cNvSpPr/>
              <p:nvPr/>
            </p:nvSpPr>
            <p:spPr>
              <a:xfrm>
                <a:off x="6538854" y="6680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8" name="rc1165">
                <a:extLst>
                  <a:ext uri="{FF2B5EF4-FFF2-40B4-BE49-F238E27FC236}">
                    <a16:creationId xmlns:a16="http://schemas.microsoft.com/office/drawing/2014/main" id="{E18287A1-7A0C-42D5-8B6F-73B8245C72F7}"/>
                  </a:ext>
                </a:extLst>
              </p:cNvPr>
              <p:cNvSpPr/>
              <p:nvPr/>
            </p:nvSpPr>
            <p:spPr>
              <a:xfrm>
                <a:off x="6538854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9" name="rc1166">
                <a:extLst>
                  <a:ext uri="{FF2B5EF4-FFF2-40B4-BE49-F238E27FC236}">
                    <a16:creationId xmlns:a16="http://schemas.microsoft.com/office/drawing/2014/main" id="{F6C20035-BCA8-4C42-BF02-D5152A861985}"/>
                  </a:ext>
                </a:extLst>
              </p:cNvPr>
              <p:cNvSpPr/>
              <p:nvPr/>
            </p:nvSpPr>
            <p:spPr>
              <a:xfrm>
                <a:off x="6538854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0" name="rc1167">
                <a:extLst>
                  <a:ext uri="{FF2B5EF4-FFF2-40B4-BE49-F238E27FC236}">
                    <a16:creationId xmlns:a16="http://schemas.microsoft.com/office/drawing/2014/main" id="{5C487D08-8F4A-48C5-AB16-D47E4D923BE0}"/>
                  </a:ext>
                </a:extLst>
              </p:cNvPr>
              <p:cNvSpPr/>
              <p:nvPr/>
            </p:nvSpPr>
            <p:spPr>
              <a:xfrm>
                <a:off x="6538854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1" name="rc1168">
                <a:extLst>
                  <a:ext uri="{FF2B5EF4-FFF2-40B4-BE49-F238E27FC236}">
                    <a16:creationId xmlns:a16="http://schemas.microsoft.com/office/drawing/2014/main" id="{DECF6061-2CB0-472D-97F0-9D8B2F604090}"/>
                  </a:ext>
                </a:extLst>
              </p:cNvPr>
              <p:cNvSpPr/>
              <p:nvPr/>
            </p:nvSpPr>
            <p:spPr>
              <a:xfrm>
                <a:off x="6538854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2" name="rc1169">
                <a:extLst>
                  <a:ext uri="{FF2B5EF4-FFF2-40B4-BE49-F238E27FC236}">
                    <a16:creationId xmlns:a16="http://schemas.microsoft.com/office/drawing/2014/main" id="{38265519-3780-408E-87DF-74F45527CC19}"/>
                  </a:ext>
                </a:extLst>
              </p:cNvPr>
              <p:cNvSpPr/>
              <p:nvPr/>
            </p:nvSpPr>
            <p:spPr>
              <a:xfrm>
                <a:off x="6538854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3" name="rc1170">
                <a:extLst>
                  <a:ext uri="{FF2B5EF4-FFF2-40B4-BE49-F238E27FC236}">
                    <a16:creationId xmlns:a16="http://schemas.microsoft.com/office/drawing/2014/main" id="{827916DA-3C19-42BA-B282-25C6747B4941}"/>
                  </a:ext>
                </a:extLst>
              </p:cNvPr>
              <p:cNvSpPr/>
              <p:nvPr/>
            </p:nvSpPr>
            <p:spPr>
              <a:xfrm>
                <a:off x="6538854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4" name="rc1171">
                <a:extLst>
                  <a:ext uri="{FF2B5EF4-FFF2-40B4-BE49-F238E27FC236}">
                    <a16:creationId xmlns:a16="http://schemas.microsoft.com/office/drawing/2014/main" id="{2B632846-A6FB-4B47-9208-14BFDDC7C5A2}"/>
                  </a:ext>
                </a:extLst>
              </p:cNvPr>
              <p:cNvSpPr/>
              <p:nvPr/>
            </p:nvSpPr>
            <p:spPr>
              <a:xfrm>
                <a:off x="6538854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5" name="rc1172">
                <a:extLst>
                  <a:ext uri="{FF2B5EF4-FFF2-40B4-BE49-F238E27FC236}">
                    <a16:creationId xmlns:a16="http://schemas.microsoft.com/office/drawing/2014/main" id="{2F4F7203-8D7C-4976-8208-EB27FA0A9C25}"/>
                  </a:ext>
                </a:extLst>
              </p:cNvPr>
              <p:cNvSpPr/>
              <p:nvPr/>
            </p:nvSpPr>
            <p:spPr>
              <a:xfrm>
                <a:off x="6538854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6" name="rc1173">
                <a:extLst>
                  <a:ext uri="{FF2B5EF4-FFF2-40B4-BE49-F238E27FC236}">
                    <a16:creationId xmlns:a16="http://schemas.microsoft.com/office/drawing/2014/main" id="{0BD28775-352E-4C51-8D13-F43B2F0DFA89}"/>
                  </a:ext>
                </a:extLst>
              </p:cNvPr>
              <p:cNvSpPr/>
              <p:nvPr/>
            </p:nvSpPr>
            <p:spPr>
              <a:xfrm>
                <a:off x="6538854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7" name="rc1174">
                <a:extLst>
                  <a:ext uri="{FF2B5EF4-FFF2-40B4-BE49-F238E27FC236}">
                    <a16:creationId xmlns:a16="http://schemas.microsoft.com/office/drawing/2014/main" id="{20A3737C-B1A8-4A82-B527-21BE50C0AF52}"/>
                  </a:ext>
                </a:extLst>
              </p:cNvPr>
              <p:cNvSpPr/>
              <p:nvPr/>
            </p:nvSpPr>
            <p:spPr>
              <a:xfrm>
                <a:off x="6538854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8" name="rc1175">
                <a:extLst>
                  <a:ext uri="{FF2B5EF4-FFF2-40B4-BE49-F238E27FC236}">
                    <a16:creationId xmlns:a16="http://schemas.microsoft.com/office/drawing/2014/main" id="{053044AC-00DC-46C0-AF86-2064188243F4}"/>
                  </a:ext>
                </a:extLst>
              </p:cNvPr>
              <p:cNvSpPr/>
              <p:nvPr/>
            </p:nvSpPr>
            <p:spPr>
              <a:xfrm>
                <a:off x="6538854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9" name="rc1176">
                <a:extLst>
                  <a:ext uri="{FF2B5EF4-FFF2-40B4-BE49-F238E27FC236}">
                    <a16:creationId xmlns:a16="http://schemas.microsoft.com/office/drawing/2014/main" id="{42F31C51-21DB-40B5-81C8-A42DC4FFA0B0}"/>
                  </a:ext>
                </a:extLst>
              </p:cNvPr>
              <p:cNvSpPr/>
              <p:nvPr/>
            </p:nvSpPr>
            <p:spPr>
              <a:xfrm>
                <a:off x="6538854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0" name="rc1177">
                <a:extLst>
                  <a:ext uri="{FF2B5EF4-FFF2-40B4-BE49-F238E27FC236}">
                    <a16:creationId xmlns:a16="http://schemas.microsoft.com/office/drawing/2014/main" id="{17A56CC8-B191-4F5C-AB1F-D0A61867F570}"/>
                  </a:ext>
                </a:extLst>
              </p:cNvPr>
              <p:cNvSpPr/>
              <p:nvPr/>
            </p:nvSpPr>
            <p:spPr>
              <a:xfrm>
                <a:off x="6538854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1" name="rc1178">
                <a:extLst>
                  <a:ext uri="{FF2B5EF4-FFF2-40B4-BE49-F238E27FC236}">
                    <a16:creationId xmlns:a16="http://schemas.microsoft.com/office/drawing/2014/main" id="{46660B93-56FE-41DA-8502-63FEBBFA85AB}"/>
                  </a:ext>
                </a:extLst>
              </p:cNvPr>
              <p:cNvSpPr/>
              <p:nvPr/>
            </p:nvSpPr>
            <p:spPr>
              <a:xfrm>
                <a:off x="6538854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2" name="rc1179">
                <a:extLst>
                  <a:ext uri="{FF2B5EF4-FFF2-40B4-BE49-F238E27FC236}">
                    <a16:creationId xmlns:a16="http://schemas.microsoft.com/office/drawing/2014/main" id="{CD4C0166-9705-47DD-A5DD-EE9781084661}"/>
                  </a:ext>
                </a:extLst>
              </p:cNvPr>
              <p:cNvSpPr/>
              <p:nvPr/>
            </p:nvSpPr>
            <p:spPr>
              <a:xfrm>
                <a:off x="6538854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3" name="rc1180">
                <a:extLst>
                  <a:ext uri="{FF2B5EF4-FFF2-40B4-BE49-F238E27FC236}">
                    <a16:creationId xmlns:a16="http://schemas.microsoft.com/office/drawing/2014/main" id="{6E09FAA7-0BC2-45EB-8D2B-503F5A37F306}"/>
                  </a:ext>
                </a:extLst>
              </p:cNvPr>
              <p:cNvSpPr/>
              <p:nvPr/>
            </p:nvSpPr>
            <p:spPr>
              <a:xfrm>
                <a:off x="6538854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4" name="rc1181">
                <a:extLst>
                  <a:ext uri="{FF2B5EF4-FFF2-40B4-BE49-F238E27FC236}">
                    <a16:creationId xmlns:a16="http://schemas.microsoft.com/office/drawing/2014/main" id="{72B1D72E-6CD7-4D5B-80A9-34B7BE7325F8}"/>
                  </a:ext>
                </a:extLst>
              </p:cNvPr>
              <p:cNvSpPr/>
              <p:nvPr/>
            </p:nvSpPr>
            <p:spPr>
              <a:xfrm>
                <a:off x="6538854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5" name="rc1182">
                <a:extLst>
                  <a:ext uri="{FF2B5EF4-FFF2-40B4-BE49-F238E27FC236}">
                    <a16:creationId xmlns:a16="http://schemas.microsoft.com/office/drawing/2014/main" id="{93A22548-94F9-4AD5-98BD-2BE7D30FB70C}"/>
                  </a:ext>
                </a:extLst>
              </p:cNvPr>
              <p:cNvSpPr/>
              <p:nvPr/>
            </p:nvSpPr>
            <p:spPr>
              <a:xfrm>
                <a:off x="6538854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6" name="rc1183">
                <a:extLst>
                  <a:ext uri="{FF2B5EF4-FFF2-40B4-BE49-F238E27FC236}">
                    <a16:creationId xmlns:a16="http://schemas.microsoft.com/office/drawing/2014/main" id="{1F236EC5-B239-4D0D-B557-8EF8332B8767}"/>
                  </a:ext>
                </a:extLst>
              </p:cNvPr>
              <p:cNvSpPr/>
              <p:nvPr/>
            </p:nvSpPr>
            <p:spPr>
              <a:xfrm>
                <a:off x="6538854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7" name="rc1184">
                <a:extLst>
                  <a:ext uri="{FF2B5EF4-FFF2-40B4-BE49-F238E27FC236}">
                    <a16:creationId xmlns:a16="http://schemas.microsoft.com/office/drawing/2014/main" id="{21931AC0-D94A-4605-BA5C-71091C5685D5}"/>
                  </a:ext>
                </a:extLst>
              </p:cNvPr>
              <p:cNvSpPr/>
              <p:nvPr/>
            </p:nvSpPr>
            <p:spPr>
              <a:xfrm>
                <a:off x="6538854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8" name="rc1185">
                <a:extLst>
                  <a:ext uri="{FF2B5EF4-FFF2-40B4-BE49-F238E27FC236}">
                    <a16:creationId xmlns:a16="http://schemas.microsoft.com/office/drawing/2014/main" id="{3A93D3AD-7DA9-4D75-82FD-3B8924F65294}"/>
                  </a:ext>
                </a:extLst>
              </p:cNvPr>
              <p:cNvSpPr/>
              <p:nvPr/>
            </p:nvSpPr>
            <p:spPr>
              <a:xfrm>
                <a:off x="6538854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9" name="rc1186">
                <a:extLst>
                  <a:ext uri="{FF2B5EF4-FFF2-40B4-BE49-F238E27FC236}">
                    <a16:creationId xmlns:a16="http://schemas.microsoft.com/office/drawing/2014/main" id="{8CAC2E0E-B8DA-473E-AF33-754D706C8693}"/>
                  </a:ext>
                </a:extLst>
              </p:cNvPr>
              <p:cNvSpPr/>
              <p:nvPr/>
            </p:nvSpPr>
            <p:spPr>
              <a:xfrm>
                <a:off x="6538854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0" name="rc1187">
                <a:extLst>
                  <a:ext uri="{FF2B5EF4-FFF2-40B4-BE49-F238E27FC236}">
                    <a16:creationId xmlns:a16="http://schemas.microsoft.com/office/drawing/2014/main" id="{05520417-4BD8-49D7-B5E2-98B51D8C8913}"/>
                  </a:ext>
                </a:extLst>
              </p:cNvPr>
              <p:cNvSpPr/>
              <p:nvPr/>
            </p:nvSpPr>
            <p:spPr>
              <a:xfrm>
                <a:off x="6538854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1" name="rc1188">
                <a:extLst>
                  <a:ext uri="{FF2B5EF4-FFF2-40B4-BE49-F238E27FC236}">
                    <a16:creationId xmlns:a16="http://schemas.microsoft.com/office/drawing/2014/main" id="{BFC6B9F6-2CF0-488B-B2C5-522E57D5FA3D}"/>
                  </a:ext>
                </a:extLst>
              </p:cNvPr>
              <p:cNvSpPr/>
              <p:nvPr/>
            </p:nvSpPr>
            <p:spPr>
              <a:xfrm>
                <a:off x="6538854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2" name="rc1189">
                <a:extLst>
                  <a:ext uri="{FF2B5EF4-FFF2-40B4-BE49-F238E27FC236}">
                    <a16:creationId xmlns:a16="http://schemas.microsoft.com/office/drawing/2014/main" id="{3E82EFC4-94AD-4232-8A3C-D25E2428155F}"/>
                  </a:ext>
                </a:extLst>
              </p:cNvPr>
              <p:cNvSpPr/>
              <p:nvPr/>
            </p:nvSpPr>
            <p:spPr>
              <a:xfrm>
                <a:off x="6538854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3" name="rc1190">
                <a:extLst>
                  <a:ext uri="{FF2B5EF4-FFF2-40B4-BE49-F238E27FC236}">
                    <a16:creationId xmlns:a16="http://schemas.microsoft.com/office/drawing/2014/main" id="{F35176F7-D096-4401-A06B-EE8CBB89BAAA}"/>
                  </a:ext>
                </a:extLst>
              </p:cNvPr>
              <p:cNvSpPr/>
              <p:nvPr/>
            </p:nvSpPr>
            <p:spPr>
              <a:xfrm>
                <a:off x="6538854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4" name="rc1191">
                <a:extLst>
                  <a:ext uri="{FF2B5EF4-FFF2-40B4-BE49-F238E27FC236}">
                    <a16:creationId xmlns:a16="http://schemas.microsoft.com/office/drawing/2014/main" id="{68848AA8-4126-4BB0-8ED0-FDB38168ECD7}"/>
                  </a:ext>
                </a:extLst>
              </p:cNvPr>
              <p:cNvSpPr/>
              <p:nvPr/>
            </p:nvSpPr>
            <p:spPr>
              <a:xfrm>
                <a:off x="6538854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5" name="rc1192">
                <a:extLst>
                  <a:ext uri="{FF2B5EF4-FFF2-40B4-BE49-F238E27FC236}">
                    <a16:creationId xmlns:a16="http://schemas.microsoft.com/office/drawing/2014/main" id="{FD819E2B-300A-4DBE-BCF9-4C5EC17C9477}"/>
                  </a:ext>
                </a:extLst>
              </p:cNvPr>
              <p:cNvSpPr/>
              <p:nvPr/>
            </p:nvSpPr>
            <p:spPr>
              <a:xfrm>
                <a:off x="6654739" y="6819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6" name="rc1193">
                <a:extLst>
                  <a:ext uri="{FF2B5EF4-FFF2-40B4-BE49-F238E27FC236}">
                    <a16:creationId xmlns:a16="http://schemas.microsoft.com/office/drawing/2014/main" id="{FACAF482-2111-438C-9E89-C5AF6F3E0F2B}"/>
                  </a:ext>
                </a:extLst>
              </p:cNvPr>
              <p:cNvSpPr/>
              <p:nvPr/>
            </p:nvSpPr>
            <p:spPr>
              <a:xfrm>
                <a:off x="6654739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7" name="rc1194">
                <a:extLst>
                  <a:ext uri="{FF2B5EF4-FFF2-40B4-BE49-F238E27FC236}">
                    <a16:creationId xmlns:a16="http://schemas.microsoft.com/office/drawing/2014/main" id="{3C284E33-C923-486F-B23F-FD3C0AF0556D}"/>
                  </a:ext>
                </a:extLst>
              </p:cNvPr>
              <p:cNvSpPr/>
              <p:nvPr/>
            </p:nvSpPr>
            <p:spPr>
              <a:xfrm>
                <a:off x="6654739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8" name="rc1195">
                <a:extLst>
                  <a:ext uri="{FF2B5EF4-FFF2-40B4-BE49-F238E27FC236}">
                    <a16:creationId xmlns:a16="http://schemas.microsoft.com/office/drawing/2014/main" id="{EEDC0100-A5D8-4FE5-9A6D-04F4405EEB9D}"/>
                  </a:ext>
                </a:extLst>
              </p:cNvPr>
              <p:cNvSpPr/>
              <p:nvPr/>
            </p:nvSpPr>
            <p:spPr>
              <a:xfrm>
                <a:off x="6654739" y="6403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9" name="rc1196">
                <a:extLst>
                  <a:ext uri="{FF2B5EF4-FFF2-40B4-BE49-F238E27FC236}">
                    <a16:creationId xmlns:a16="http://schemas.microsoft.com/office/drawing/2014/main" id="{1A330305-6DAB-485C-9D0B-856D79F55CEC}"/>
                  </a:ext>
                </a:extLst>
              </p:cNvPr>
              <p:cNvSpPr/>
              <p:nvPr/>
            </p:nvSpPr>
            <p:spPr>
              <a:xfrm>
                <a:off x="6654739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0" name="rc1197">
                <a:extLst>
                  <a:ext uri="{FF2B5EF4-FFF2-40B4-BE49-F238E27FC236}">
                    <a16:creationId xmlns:a16="http://schemas.microsoft.com/office/drawing/2014/main" id="{8997607B-09D2-4E74-B80C-BA8807021FDD}"/>
                  </a:ext>
                </a:extLst>
              </p:cNvPr>
              <p:cNvSpPr/>
              <p:nvPr/>
            </p:nvSpPr>
            <p:spPr>
              <a:xfrm>
                <a:off x="6654739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1" name="rc1198">
                <a:extLst>
                  <a:ext uri="{FF2B5EF4-FFF2-40B4-BE49-F238E27FC236}">
                    <a16:creationId xmlns:a16="http://schemas.microsoft.com/office/drawing/2014/main" id="{A48C1F89-ECBF-4A69-9649-22BD2C8B38C7}"/>
                  </a:ext>
                </a:extLst>
              </p:cNvPr>
              <p:cNvSpPr/>
              <p:nvPr/>
            </p:nvSpPr>
            <p:spPr>
              <a:xfrm>
                <a:off x="6654739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2" name="rc1199">
                <a:extLst>
                  <a:ext uri="{FF2B5EF4-FFF2-40B4-BE49-F238E27FC236}">
                    <a16:creationId xmlns:a16="http://schemas.microsoft.com/office/drawing/2014/main" id="{6C2FE24A-6457-4FCB-88F6-0C2C77BC1316}"/>
                  </a:ext>
                </a:extLst>
              </p:cNvPr>
              <p:cNvSpPr/>
              <p:nvPr/>
            </p:nvSpPr>
            <p:spPr>
              <a:xfrm>
                <a:off x="6654739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3" name="rc1200">
                <a:extLst>
                  <a:ext uri="{FF2B5EF4-FFF2-40B4-BE49-F238E27FC236}">
                    <a16:creationId xmlns:a16="http://schemas.microsoft.com/office/drawing/2014/main" id="{FB1E95B1-C137-482D-8D6A-FC129AA371B2}"/>
                  </a:ext>
                </a:extLst>
              </p:cNvPr>
              <p:cNvSpPr/>
              <p:nvPr/>
            </p:nvSpPr>
            <p:spPr>
              <a:xfrm>
                <a:off x="6654739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4" name="rc1201">
                <a:extLst>
                  <a:ext uri="{FF2B5EF4-FFF2-40B4-BE49-F238E27FC236}">
                    <a16:creationId xmlns:a16="http://schemas.microsoft.com/office/drawing/2014/main" id="{D72BBD0C-86F5-4FD2-852F-712F9D4A1D3F}"/>
                  </a:ext>
                </a:extLst>
              </p:cNvPr>
              <p:cNvSpPr/>
              <p:nvPr/>
            </p:nvSpPr>
            <p:spPr>
              <a:xfrm>
                <a:off x="6654739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5" name="rc1202">
                <a:extLst>
                  <a:ext uri="{FF2B5EF4-FFF2-40B4-BE49-F238E27FC236}">
                    <a16:creationId xmlns:a16="http://schemas.microsoft.com/office/drawing/2014/main" id="{56FAD158-560C-465A-AE00-9EBFD11AA137}"/>
                  </a:ext>
                </a:extLst>
              </p:cNvPr>
              <p:cNvSpPr/>
              <p:nvPr/>
            </p:nvSpPr>
            <p:spPr>
              <a:xfrm>
                <a:off x="6654739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6" name="rc1203">
                <a:extLst>
                  <a:ext uri="{FF2B5EF4-FFF2-40B4-BE49-F238E27FC236}">
                    <a16:creationId xmlns:a16="http://schemas.microsoft.com/office/drawing/2014/main" id="{327793E7-902D-4746-8268-3564622F7ACA}"/>
                  </a:ext>
                </a:extLst>
              </p:cNvPr>
              <p:cNvSpPr/>
              <p:nvPr/>
            </p:nvSpPr>
            <p:spPr>
              <a:xfrm>
                <a:off x="6654739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7" name="rc1204">
                <a:extLst>
                  <a:ext uri="{FF2B5EF4-FFF2-40B4-BE49-F238E27FC236}">
                    <a16:creationId xmlns:a16="http://schemas.microsoft.com/office/drawing/2014/main" id="{A0135595-D2BA-4FA0-8756-645BC8E10229}"/>
                  </a:ext>
                </a:extLst>
              </p:cNvPr>
              <p:cNvSpPr/>
              <p:nvPr/>
            </p:nvSpPr>
            <p:spPr>
              <a:xfrm>
                <a:off x="6654739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8" name="rc1205">
                <a:extLst>
                  <a:ext uri="{FF2B5EF4-FFF2-40B4-BE49-F238E27FC236}">
                    <a16:creationId xmlns:a16="http://schemas.microsoft.com/office/drawing/2014/main" id="{AC8B6A7F-8A58-45A0-9751-07D2FADB86DF}"/>
                  </a:ext>
                </a:extLst>
              </p:cNvPr>
              <p:cNvSpPr/>
              <p:nvPr/>
            </p:nvSpPr>
            <p:spPr>
              <a:xfrm>
                <a:off x="6654739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9" name="rc1206">
                <a:extLst>
                  <a:ext uri="{FF2B5EF4-FFF2-40B4-BE49-F238E27FC236}">
                    <a16:creationId xmlns:a16="http://schemas.microsoft.com/office/drawing/2014/main" id="{B97D1FED-0737-4897-81E8-C2C45DEEAE30}"/>
                  </a:ext>
                </a:extLst>
              </p:cNvPr>
              <p:cNvSpPr/>
              <p:nvPr/>
            </p:nvSpPr>
            <p:spPr>
              <a:xfrm>
                <a:off x="6654739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0" name="rc1207">
                <a:extLst>
                  <a:ext uri="{FF2B5EF4-FFF2-40B4-BE49-F238E27FC236}">
                    <a16:creationId xmlns:a16="http://schemas.microsoft.com/office/drawing/2014/main" id="{8FC22382-8A0A-4A01-895E-9E9935AA924D}"/>
                  </a:ext>
                </a:extLst>
              </p:cNvPr>
              <p:cNvSpPr/>
              <p:nvPr/>
            </p:nvSpPr>
            <p:spPr>
              <a:xfrm>
                <a:off x="6654739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1" name="rc1208">
                <a:extLst>
                  <a:ext uri="{FF2B5EF4-FFF2-40B4-BE49-F238E27FC236}">
                    <a16:creationId xmlns:a16="http://schemas.microsoft.com/office/drawing/2014/main" id="{54C84851-44FD-47BD-B128-B4A42A63DCD6}"/>
                  </a:ext>
                </a:extLst>
              </p:cNvPr>
              <p:cNvSpPr/>
              <p:nvPr/>
            </p:nvSpPr>
            <p:spPr>
              <a:xfrm>
                <a:off x="6654739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2" name="rc1209">
                <a:extLst>
                  <a:ext uri="{FF2B5EF4-FFF2-40B4-BE49-F238E27FC236}">
                    <a16:creationId xmlns:a16="http://schemas.microsoft.com/office/drawing/2014/main" id="{C1ED202C-61A7-4148-A826-EF49EFD03647}"/>
                  </a:ext>
                </a:extLst>
              </p:cNvPr>
              <p:cNvSpPr/>
              <p:nvPr/>
            </p:nvSpPr>
            <p:spPr>
              <a:xfrm>
                <a:off x="6654739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3" name="rc1210">
                <a:extLst>
                  <a:ext uri="{FF2B5EF4-FFF2-40B4-BE49-F238E27FC236}">
                    <a16:creationId xmlns:a16="http://schemas.microsoft.com/office/drawing/2014/main" id="{960A0A62-212E-4B6D-BF56-8ABEB83BA8C7}"/>
                  </a:ext>
                </a:extLst>
              </p:cNvPr>
              <p:cNvSpPr/>
              <p:nvPr/>
            </p:nvSpPr>
            <p:spPr>
              <a:xfrm>
                <a:off x="6654739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4" name="rc1211">
                <a:extLst>
                  <a:ext uri="{FF2B5EF4-FFF2-40B4-BE49-F238E27FC236}">
                    <a16:creationId xmlns:a16="http://schemas.microsoft.com/office/drawing/2014/main" id="{E19E71CD-B3DB-461E-BFDF-8ECD5B6A41A9}"/>
                  </a:ext>
                </a:extLst>
              </p:cNvPr>
              <p:cNvSpPr/>
              <p:nvPr/>
            </p:nvSpPr>
            <p:spPr>
              <a:xfrm>
                <a:off x="6654739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5" name="rc1212">
                <a:extLst>
                  <a:ext uri="{FF2B5EF4-FFF2-40B4-BE49-F238E27FC236}">
                    <a16:creationId xmlns:a16="http://schemas.microsoft.com/office/drawing/2014/main" id="{B06C6079-6EBD-4544-B3EF-82C390758A73}"/>
                  </a:ext>
                </a:extLst>
              </p:cNvPr>
              <p:cNvSpPr/>
              <p:nvPr/>
            </p:nvSpPr>
            <p:spPr>
              <a:xfrm>
                <a:off x="6654739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6" name="rc1213">
                <a:extLst>
                  <a:ext uri="{FF2B5EF4-FFF2-40B4-BE49-F238E27FC236}">
                    <a16:creationId xmlns:a16="http://schemas.microsoft.com/office/drawing/2014/main" id="{3C7548F9-182C-4E3F-8955-BBAD23C84952}"/>
                  </a:ext>
                </a:extLst>
              </p:cNvPr>
              <p:cNvSpPr/>
              <p:nvPr/>
            </p:nvSpPr>
            <p:spPr>
              <a:xfrm>
                <a:off x="6654739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7" name="rc1214">
                <a:extLst>
                  <a:ext uri="{FF2B5EF4-FFF2-40B4-BE49-F238E27FC236}">
                    <a16:creationId xmlns:a16="http://schemas.microsoft.com/office/drawing/2014/main" id="{9CE54FD4-6A99-466E-BE9A-9FEFA321D48E}"/>
                  </a:ext>
                </a:extLst>
              </p:cNvPr>
              <p:cNvSpPr/>
              <p:nvPr/>
            </p:nvSpPr>
            <p:spPr>
              <a:xfrm>
                <a:off x="6654739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8" name="rc1215">
                <a:extLst>
                  <a:ext uri="{FF2B5EF4-FFF2-40B4-BE49-F238E27FC236}">
                    <a16:creationId xmlns:a16="http://schemas.microsoft.com/office/drawing/2014/main" id="{3B152F8C-5357-4DA9-9CD8-1B438B37F6A1}"/>
                  </a:ext>
                </a:extLst>
              </p:cNvPr>
              <p:cNvSpPr/>
              <p:nvPr/>
            </p:nvSpPr>
            <p:spPr>
              <a:xfrm>
                <a:off x="6654739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9" name="rc1216">
                <a:extLst>
                  <a:ext uri="{FF2B5EF4-FFF2-40B4-BE49-F238E27FC236}">
                    <a16:creationId xmlns:a16="http://schemas.microsoft.com/office/drawing/2014/main" id="{33A7D993-3E33-4E1E-9915-5FE84EC321BF}"/>
                  </a:ext>
                </a:extLst>
              </p:cNvPr>
              <p:cNvSpPr/>
              <p:nvPr/>
            </p:nvSpPr>
            <p:spPr>
              <a:xfrm>
                <a:off x="6654739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0" name="rc1217">
                <a:extLst>
                  <a:ext uri="{FF2B5EF4-FFF2-40B4-BE49-F238E27FC236}">
                    <a16:creationId xmlns:a16="http://schemas.microsoft.com/office/drawing/2014/main" id="{2C39AA96-AAF1-4D87-B9C1-318AF6EE6EA2}"/>
                  </a:ext>
                </a:extLst>
              </p:cNvPr>
              <p:cNvSpPr/>
              <p:nvPr/>
            </p:nvSpPr>
            <p:spPr>
              <a:xfrm>
                <a:off x="6654739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1" name="rc1218">
                <a:extLst>
                  <a:ext uri="{FF2B5EF4-FFF2-40B4-BE49-F238E27FC236}">
                    <a16:creationId xmlns:a16="http://schemas.microsoft.com/office/drawing/2014/main" id="{809A8A85-3158-4D49-AA71-EBA4EAB98DE5}"/>
                  </a:ext>
                </a:extLst>
              </p:cNvPr>
              <p:cNvSpPr/>
              <p:nvPr/>
            </p:nvSpPr>
            <p:spPr>
              <a:xfrm>
                <a:off x="6654739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2" name="rc1219">
                <a:extLst>
                  <a:ext uri="{FF2B5EF4-FFF2-40B4-BE49-F238E27FC236}">
                    <a16:creationId xmlns:a16="http://schemas.microsoft.com/office/drawing/2014/main" id="{001E42FD-9E99-4A7B-B0B2-B8FDA6C4C2B3}"/>
                  </a:ext>
                </a:extLst>
              </p:cNvPr>
              <p:cNvSpPr/>
              <p:nvPr/>
            </p:nvSpPr>
            <p:spPr>
              <a:xfrm>
                <a:off x="6654739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3" name="rc1220">
                <a:extLst>
                  <a:ext uri="{FF2B5EF4-FFF2-40B4-BE49-F238E27FC236}">
                    <a16:creationId xmlns:a16="http://schemas.microsoft.com/office/drawing/2014/main" id="{6B622505-D695-4FD2-8080-D58E94F05F7E}"/>
                  </a:ext>
                </a:extLst>
              </p:cNvPr>
              <p:cNvSpPr/>
              <p:nvPr/>
            </p:nvSpPr>
            <p:spPr>
              <a:xfrm>
                <a:off x="6654739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4" name="rc1221">
                <a:extLst>
                  <a:ext uri="{FF2B5EF4-FFF2-40B4-BE49-F238E27FC236}">
                    <a16:creationId xmlns:a16="http://schemas.microsoft.com/office/drawing/2014/main" id="{9779424D-3F4E-4C89-AB06-48FFD517D4FC}"/>
                  </a:ext>
                </a:extLst>
              </p:cNvPr>
              <p:cNvSpPr/>
              <p:nvPr/>
            </p:nvSpPr>
            <p:spPr>
              <a:xfrm>
                <a:off x="6770624" y="6819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5" name="rc1222">
                <a:extLst>
                  <a:ext uri="{FF2B5EF4-FFF2-40B4-BE49-F238E27FC236}">
                    <a16:creationId xmlns:a16="http://schemas.microsoft.com/office/drawing/2014/main" id="{9EE2E9D3-25E6-493E-9CC2-0046FAE0FD45}"/>
                  </a:ext>
                </a:extLst>
              </p:cNvPr>
              <p:cNvSpPr/>
              <p:nvPr/>
            </p:nvSpPr>
            <p:spPr>
              <a:xfrm>
                <a:off x="6770624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6" name="rc1223">
                <a:extLst>
                  <a:ext uri="{FF2B5EF4-FFF2-40B4-BE49-F238E27FC236}">
                    <a16:creationId xmlns:a16="http://schemas.microsoft.com/office/drawing/2014/main" id="{4746A88C-9644-4720-A4C0-405C72B5A60E}"/>
                  </a:ext>
                </a:extLst>
              </p:cNvPr>
              <p:cNvSpPr/>
              <p:nvPr/>
            </p:nvSpPr>
            <p:spPr>
              <a:xfrm>
                <a:off x="6770624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7" name="rc1224">
                <a:extLst>
                  <a:ext uri="{FF2B5EF4-FFF2-40B4-BE49-F238E27FC236}">
                    <a16:creationId xmlns:a16="http://schemas.microsoft.com/office/drawing/2014/main" id="{D02A9C17-7C00-4BC2-9A7E-AAF2DE51D62E}"/>
                  </a:ext>
                </a:extLst>
              </p:cNvPr>
              <p:cNvSpPr/>
              <p:nvPr/>
            </p:nvSpPr>
            <p:spPr>
              <a:xfrm>
                <a:off x="6770624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8" name="rc1225">
                <a:extLst>
                  <a:ext uri="{FF2B5EF4-FFF2-40B4-BE49-F238E27FC236}">
                    <a16:creationId xmlns:a16="http://schemas.microsoft.com/office/drawing/2014/main" id="{02FDE5A8-8E2E-443D-8747-F0E36B3EB849}"/>
                  </a:ext>
                </a:extLst>
              </p:cNvPr>
              <p:cNvSpPr/>
              <p:nvPr/>
            </p:nvSpPr>
            <p:spPr>
              <a:xfrm>
                <a:off x="6770624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9" name="rc1226">
                <a:extLst>
                  <a:ext uri="{FF2B5EF4-FFF2-40B4-BE49-F238E27FC236}">
                    <a16:creationId xmlns:a16="http://schemas.microsoft.com/office/drawing/2014/main" id="{12FC485C-C9BB-4408-A5FA-048B80F48110}"/>
                  </a:ext>
                </a:extLst>
              </p:cNvPr>
              <p:cNvSpPr/>
              <p:nvPr/>
            </p:nvSpPr>
            <p:spPr>
              <a:xfrm>
                <a:off x="6770624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0" name="rc1227">
                <a:extLst>
                  <a:ext uri="{FF2B5EF4-FFF2-40B4-BE49-F238E27FC236}">
                    <a16:creationId xmlns:a16="http://schemas.microsoft.com/office/drawing/2014/main" id="{73F37F4E-9949-491B-8563-44C65EA337B0}"/>
                  </a:ext>
                </a:extLst>
              </p:cNvPr>
              <p:cNvSpPr/>
              <p:nvPr/>
            </p:nvSpPr>
            <p:spPr>
              <a:xfrm>
                <a:off x="6770624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1" name="rc1228">
                <a:extLst>
                  <a:ext uri="{FF2B5EF4-FFF2-40B4-BE49-F238E27FC236}">
                    <a16:creationId xmlns:a16="http://schemas.microsoft.com/office/drawing/2014/main" id="{B39063DE-25A7-4B10-8787-568DCBC4B0FD}"/>
                  </a:ext>
                </a:extLst>
              </p:cNvPr>
              <p:cNvSpPr/>
              <p:nvPr/>
            </p:nvSpPr>
            <p:spPr>
              <a:xfrm>
                <a:off x="6770624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2" name="rc1229">
                <a:extLst>
                  <a:ext uri="{FF2B5EF4-FFF2-40B4-BE49-F238E27FC236}">
                    <a16:creationId xmlns:a16="http://schemas.microsoft.com/office/drawing/2014/main" id="{C5902CCD-645D-4F56-B2F9-8DCEEC78ADD1}"/>
                  </a:ext>
                </a:extLst>
              </p:cNvPr>
              <p:cNvSpPr/>
              <p:nvPr/>
            </p:nvSpPr>
            <p:spPr>
              <a:xfrm>
                <a:off x="6770624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3" name="rc1230">
                <a:extLst>
                  <a:ext uri="{FF2B5EF4-FFF2-40B4-BE49-F238E27FC236}">
                    <a16:creationId xmlns:a16="http://schemas.microsoft.com/office/drawing/2014/main" id="{D83D6D75-21E4-43C9-8F90-9C33DA170CB5}"/>
                  </a:ext>
                </a:extLst>
              </p:cNvPr>
              <p:cNvSpPr/>
              <p:nvPr/>
            </p:nvSpPr>
            <p:spPr>
              <a:xfrm>
                <a:off x="6770624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4" name="rc1231">
                <a:extLst>
                  <a:ext uri="{FF2B5EF4-FFF2-40B4-BE49-F238E27FC236}">
                    <a16:creationId xmlns:a16="http://schemas.microsoft.com/office/drawing/2014/main" id="{EFF971DF-B263-4615-B3FA-3A1A60F95855}"/>
                  </a:ext>
                </a:extLst>
              </p:cNvPr>
              <p:cNvSpPr/>
              <p:nvPr/>
            </p:nvSpPr>
            <p:spPr>
              <a:xfrm>
                <a:off x="6770624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5" name="rc1232">
                <a:extLst>
                  <a:ext uri="{FF2B5EF4-FFF2-40B4-BE49-F238E27FC236}">
                    <a16:creationId xmlns:a16="http://schemas.microsoft.com/office/drawing/2014/main" id="{9D3A5B50-C456-4E35-BFD3-2398B97BA96C}"/>
                  </a:ext>
                </a:extLst>
              </p:cNvPr>
              <p:cNvSpPr/>
              <p:nvPr/>
            </p:nvSpPr>
            <p:spPr>
              <a:xfrm>
                <a:off x="6770624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6" name="rc1233">
                <a:extLst>
                  <a:ext uri="{FF2B5EF4-FFF2-40B4-BE49-F238E27FC236}">
                    <a16:creationId xmlns:a16="http://schemas.microsoft.com/office/drawing/2014/main" id="{FC919CDE-0B76-47BB-8557-6BA9F6169DFA}"/>
                  </a:ext>
                </a:extLst>
              </p:cNvPr>
              <p:cNvSpPr/>
              <p:nvPr/>
            </p:nvSpPr>
            <p:spPr>
              <a:xfrm>
                <a:off x="6770624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7" name="rc1234">
                <a:extLst>
                  <a:ext uri="{FF2B5EF4-FFF2-40B4-BE49-F238E27FC236}">
                    <a16:creationId xmlns:a16="http://schemas.microsoft.com/office/drawing/2014/main" id="{2849B6F2-F1AA-4866-BCFE-44AFDB09FF98}"/>
                  </a:ext>
                </a:extLst>
              </p:cNvPr>
              <p:cNvSpPr/>
              <p:nvPr/>
            </p:nvSpPr>
            <p:spPr>
              <a:xfrm>
                <a:off x="6770624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8" name="rc1235">
                <a:extLst>
                  <a:ext uri="{FF2B5EF4-FFF2-40B4-BE49-F238E27FC236}">
                    <a16:creationId xmlns:a16="http://schemas.microsoft.com/office/drawing/2014/main" id="{7565647C-D967-40F4-9F51-538E119E446A}"/>
                  </a:ext>
                </a:extLst>
              </p:cNvPr>
              <p:cNvSpPr/>
              <p:nvPr/>
            </p:nvSpPr>
            <p:spPr>
              <a:xfrm>
                <a:off x="6770624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9" name="rc1236">
                <a:extLst>
                  <a:ext uri="{FF2B5EF4-FFF2-40B4-BE49-F238E27FC236}">
                    <a16:creationId xmlns:a16="http://schemas.microsoft.com/office/drawing/2014/main" id="{D19F3633-A9BE-4D97-AF3C-CE9DA8DD5152}"/>
                  </a:ext>
                </a:extLst>
              </p:cNvPr>
              <p:cNvSpPr/>
              <p:nvPr/>
            </p:nvSpPr>
            <p:spPr>
              <a:xfrm>
                <a:off x="6770624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0" name="rc1237">
                <a:extLst>
                  <a:ext uri="{FF2B5EF4-FFF2-40B4-BE49-F238E27FC236}">
                    <a16:creationId xmlns:a16="http://schemas.microsoft.com/office/drawing/2014/main" id="{015EF677-A810-4D28-93DB-203D3F0BC65B}"/>
                  </a:ext>
                </a:extLst>
              </p:cNvPr>
              <p:cNvSpPr/>
              <p:nvPr/>
            </p:nvSpPr>
            <p:spPr>
              <a:xfrm>
                <a:off x="6770624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1" name="rc1238">
                <a:extLst>
                  <a:ext uri="{FF2B5EF4-FFF2-40B4-BE49-F238E27FC236}">
                    <a16:creationId xmlns:a16="http://schemas.microsoft.com/office/drawing/2014/main" id="{A2898D6C-3580-4787-AEA7-40E3A56039EC}"/>
                  </a:ext>
                </a:extLst>
              </p:cNvPr>
              <p:cNvSpPr/>
              <p:nvPr/>
            </p:nvSpPr>
            <p:spPr>
              <a:xfrm>
                <a:off x="6770624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2" name="rc1239">
                <a:extLst>
                  <a:ext uri="{FF2B5EF4-FFF2-40B4-BE49-F238E27FC236}">
                    <a16:creationId xmlns:a16="http://schemas.microsoft.com/office/drawing/2014/main" id="{1B3E6A01-8D6E-4E11-AA91-14D6117EDD85}"/>
                  </a:ext>
                </a:extLst>
              </p:cNvPr>
              <p:cNvSpPr/>
              <p:nvPr/>
            </p:nvSpPr>
            <p:spPr>
              <a:xfrm>
                <a:off x="6770624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3" name="rc1240">
                <a:extLst>
                  <a:ext uri="{FF2B5EF4-FFF2-40B4-BE49-F238E27FC236}">
                    <a16:creationId xmlns:a16="http://schemas.microsoft.com/office/drawing/2014/main" id="{7331E4E6-999E-4BFA-92AB-A6135834B60C}"/>
                  </a:ext>
                </a:extLst>
              </p:cNvPr>
              <p:cNvSpPr/>
              <p:nvPr/>
            </p:nvSpPr>
            <p:spPr>
              <a:xfrm>
                <a:off x="6770624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4" name="rc1241">
                <a:extLst>
                  <a:ext uri="{FF2B5EF4-FFF2-40B4-BE49-F238E27FC236}">
                    <a16:creationId xmlns:a16="http://schemas.microsoft.com/office/drawing/2014/main" id="{6705C9A6-48EC-41F4-A1D1-1CBFD48B9E90}"/>
                  </a:ext>
                </a:extLst>
              </p:cNvPr>
              <p:cNvSpPr/>
              <p:nvPr/>
            </p:nvSpPr>
            <p:spPr>
              <a:xfrm>
                <a:off x="6770624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5" name="rc1242">
                <a:extLst>
                  <a:ext uri="{FF2B5EF4-FFF2-40B4-BE49-F238E27FC236}">
                    <a16:creationId xmlns:a16="http://schemas.microsoft.com/office/drawing/2014/main" id="{BA923DC7-473B-478D-A602-3E6C27262B4F}"/>
                  </a:ext>
                </a:extLst>
              </p:cNvPr>
              <p:cNvSpPr/>
              <p:nvPr/>
            </p:nvSpPr>
            <p:spPr>
              <a:xfrm>
                <a:off x="6770624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6" name="rc1243">
                <a:extLst>
                  <a:ext uri="{FF2B5EF4-FFF2-40B4-BE49-F238E27FC236}">
                    <a16:creationId xmlns:a16="http://schemas.microsoft.com/office/drawing/2014/main" id="{643B87F5-C874-4959-83C1-FACC6BD843BD}"/>
                  </a:ext>
                </a:extLst>
              </p:cNvPr>
              <p:cNvSpPr/>
              <p:nvPr/>
            </p:nvSpPr>
            <p:spPr>
              <a:xfrm>
                <a:off x="6770624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7" name="rc1244">
                <a:extLst>
                  <a:ext uri="{FF2B5EF4-FFF2-40B4-BE49-F238E27FC236}">
                    <a16:creationId xmlns:a16="http://schemas.microsoft.com/office/drawing/2014/main" id="{C96F5296-E11B-4A0A-8141-B6175CEF6983}"/>
                  </a:ext>
                </a:extLst>
              </p:cNvPr>
              <p:cNvSpPr/>
              <p:nvPr/>
            </p:nvSpPr>
            <p:spPr>
              <a:xfrm>
                <a:off x="6770624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8" name="rc1245">
                <a:extLst>
                  <a:ext uri="{FF2B5EF4-FFF2-40B4-BE49-F238E27FC236}">
                    <a16:creationId xmlns:a16="http://schemas.microsoft.com/office/drawing/2014/main" id="{0B937A43-6619-48B7-B88A-2C36881AC3C1}"/>
                  </a:ext>
                </a:extLst>
              </p:cNvPr>
              <p:cNvSpPr/>
              <p:nvPr/>
            </p:nvSpPr>
            <p:spPr>
              <a:xfrm>
                <a:off x="6770624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9" name="rc1246">
                <a:extLst>
                  <a:ext uri="{FF2B5EF4-FFF2-40B4-BE49-F238E27FC236}">
                    <a16:creationId xmlns:a16="http://schemas.microsoft.com/office/drawing/2014/main" id="{830D40AD-94DD-4AAF-82D1-318B0D20516B}"/>
                  </a:ext>
                </a:extLst>
              </p:cNvPr>
              <p:cNvSpPr/>
              <p:nvPr/>
            </p:nvSpPr>
            <p:spPr>
              <a:xfrm>
                <a:off x="6770624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0" name="rc1247">
                <a:extLst>
                  <a:ext uri="{FF2B5EF4-FFF2-40B4-BE49-F238E27FC236}">
                    <a16:creationId xmlns:a16="http://schemas.microsoft.com/office/drawing/2014/main" id="{7CFB937B-0878-48C7-897E-17B69CD7C076}"/>
                  </a:ext>
                </a:extLst>
              </p:cNvPr>
              <p:cNvSpPr/>
              <p:nvPr/>
            </p:nvSpPr>
            <p:spPr>
              <a:xfrm>
                <a:off x="6770624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1" name="rc1248">
                <a:extLst>
                  <a:ext uri="{FF2B5EF4-FFF2-40B4-BE49-F238E27FC236}">
                    <a16:creationId xmlns:a16="http://schemas.microsoft.com/office/drawing/2014/main" id="{15414130-B35B-4738-9769-89094E98C4D2}"/>
                  </a:ext>
                </a:extLst>
              </p:cNvPr>
              <p:cNvSpPr/>
              <p:nvPr/>
            </p:nvSpPr>
            <p:spPr>
              <a:xfrm>
                <a:off x="6770624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2" name="rc1249">
                <a:extLst>
                  <a:ext uri="{FF2B5EF4-FFF2-40B4-BE49-F238E27FC236}">
                    <a16:creationId xmlns:a16="http://schemas.microsoft.com/office/drawing/2014/main" id="{A235B64B-FCDE-4067-97BE-A1DB7CC3C9B6}"/>
                  </a:ext>
                </a:extLst>
              </p:cNvPr>
              <p:cNvSpPr/>
              <p:nvPr/>
            </p:nvSpPr>
            <p:spPr>
              <a:xfrm>
                <a:off x="6770624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3" name="rc1250">
                <a:extLst>
                  <a:ext uri="{FF2B5EF4-FFF2-40B4-BE49-F238E27FC236}">
                    <a16:creationId xmlns:a16="http://schemas.microsoft.com/office/drawing/2014/main" id="{2DA5B677-49EC-462B-9380-B8F77A0A1544}"/>
                  </a:ext>
                </a:extLst>
              </p:cNvPr>
              <p:cNvSpPr/>
              <p:nvPr/>
            </p:nvSpPr>
            <p:spPr>
              <a:xfrm>
                <a:off x="6770624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4" name="rc1251">
                <a:extLst>
                  <a:ext uri="{FF2B5EF4-FFF2-40B4-BE49-F238E27FC236}">
                    <a16:creationId xmlns:a16="http://schemas.microsoft.com/office/drawing/2014/main" id="{1E26A2E7-ACFD-499A-B170-3F0D53F05D98}"/>
                  </a:ext>
                </a:extLst>
              </p:cNvPr>
              <p:cNvSpPr/>
              <p:nvPr/>
            </p:nvSpPr>
            <p:spPr>
              <a:xfrm>
                <a:off x="6770624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5" name="rc1252">
                <a:extLst>
                  <a:ext uri="{FF2B5EF4-FFF2-40B4-BE49-F238E27FC236}">
                    <a16:creationId xmlns:a16="http://schemas.microsoft.com/office/drawing/2014/main" id="{8D454D56-DAFF-46BE-AE2D-6DFD1FA97868}"/>
                  </a:ext>
                </a:extLst>
              </p:cNvPr>
              <p:cNvSpPr/>
              <p:nvPr/>
            </p:nvSpPr>
            <p:spPr>
              <a:xfrm>
                <a:off x="6886508" y="6819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6" name="rc1253">
                <a:extLst>
                  <a:ext uri="{FF2B5EF4-FFF2-40B4-BE49-F238E27FC236}">
                    <a16:creationId xmlns:a16="http://schemas.microsoft.com/office/drawing/2014/main" id="{B3057321-256E-48A9-BA4A-BD0F6CD2CDD5}"/>
                  </a:ext>
                </a:extLst>
              </p:cNvPr>
              <p:cNvSpPr/>
              <p:nvPr/>
            </p:nvSpPr>
            <p:spPr>
              <a:xfrm>
                <a:off x="6886508" y="6680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7" name="rc1254">
                <a:extLst>
                  <a:ext uri="{FF2B5EF4-FFF2-40B4-BE49-F238E27FC236}">
                    <a16:creationId xmlns:a16="http://schemas.microsoft.com/office/drawing/2014/main" id="{EB0FB8BD-8076-4351-A0A8-4E45DF097876}"/>
                  </a:ext>
                </a:extLst>
              </p:cNvPr>
              <p:cNvSpPr/>
              <p:nvPr/>
            </p:nvSpPr>
            <p:spPr>
              <a:xfrm>
                <a:off x="6886508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8" name="rc1255">
                <a:extLst>
                  <a:ext uri="{FF2B5EF4-FFF2-40B4-BE49-F238E27FC236}">
                    <a16:creationId xmlns:a16="http://schemas.microsoft.com/office/drawing/2014/main" id="{F74B3431-32EB-4B2E-B70D-ADE6ACB2759D}"/>
                  </a:ext>
                </a:extLst>
              </p:cNvPr>
              <p:cNvSpPr/>
              <p:nvPr/>
            </p:nvSpPr>
            <p:spPr>
              <a:xfrm>
                <a:off x="6886508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9" name="rc1256">
                <a:extLst>
                  <a:ext uri="{FF2B5EF4-FFF2-40B4-BE49-F238E27FC236}">
                    <a16:creationId xmlns:a16="http://schemas.microsoft.com/office/drawing/2014/main" id="{7CFD5BA8-155F-4CFB-BD4D-6EAB139A94DA}"/>
                  </a:ext>
                </a:extLst>
              </p:cNvPr>
              <p:cNvSpPr/>
              <p:nvPr/>
            </p:nvSpPr>
            <p:spPr>
              <a:xfrm>
                <a:off x="6886508" y="6265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0" name="rc1257">
                <a:extLst>
                  <a:ext uri="{FF2B5EF4-FFF2-40B4-BE49-F238E27FC236}">
                    <a16:creationId xmlns:a16="http://schemas.microsoft.com/office/drawing/2014/main" id="{F6523EC4-A6F9-4DCA-892A-663534DB0782}"/>
                  </a:ext>
                </a:extLst>
              </p:cNvPr>
              <p:cNvSpPr/>
              <p:nvPr/>
            </p:nvSpPr>
            <p:spPr>
              <a:xfrm>
                <a:off x="6886508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1" name="rc1258">
                <a:extLst>
                  <a:ext uri="{FF2B5EF4-FFF2-40B4-BE49-F238E27FC236}">
                    <a16:creationId xmlns:a16="http://schemas.microsoft.com/office/drawing/2014/main" id="{F5F4FF8A-1A03-49AF-9334-6DB45D4240D3}"/>
                  </a:ext>
                </a:extLst>
              </p:cNvPr>
              <p:cNvSpPr/>
              <p:nvPr/>
            </p:nvSpPr>
            <p:spPr>
              <a:xfrm>
                <a:off x="6886508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2" name="rc1259">
                <a:extLst>
                  <a:ext uri="{FF2B5EF4-FFF2-40B4-BE49-F238E27FC236}">
                    <a16:creationId xmlns:a16="http://schemas.microsoft.com/office/drawing/2014/main" id="{BB7CD2FB-D7E3-4BAA-80EC-3311F84BB38C}"/>
                  </a:ext>
                </a:extLst>
              </p:cNvPr>
              <p:cNvSpPr/>
              <p:nvPr/>
            </p:nvSpPr>
            <p:spPr>
              <a:xfrm>
                <a:off x="6886508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3" name="rc1260">
                <a:extLst>
                  <a:ext uri="{FF2B5EF4-FFF2-40B4-BE49-F238E27FC236}">
                    <a16:creationId xmlns:a16="http://schemas.microsoft.com/office/drawing/2014/main" id="{1D084716-D77E-42A6-B40D-D1C2475BC896}"/>
                  </a:ext>
                </a:extLst>
              </p:cNvPr>
              <p:cNvSpPr/>
              <p:nvPr/>
            </p:nvSpPr>
            <p:spPr>
              <a:xfrm>
                <a:off x="6886508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4" name="rc1261">
                <a:extLst>
                  <a:ext uri="{FF2B5EF4-FFF2-40B4-BE49-F238E27FC236}">
                    <a16:creationId xmlns:a16="http://schemas.microsoft.com/office/drawing/2014/main" id="{4193F837-7E9B-4F40-86AE-ED06090E041C}"/>
                  </a:ext>
                </a:extLst>
              </p:cNvPr>
              <p:cNvSpPr/>
              <p:nvPr/>
            </p:nvSpPr>
            <p:spPr>
              <a:xfrm>
                <a:off x="6886508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5" name="rc1262">
                <a:extLst>
                  <a:ext uri="{FF2B5EF4-FFF2-40B4-BE49-F238E27FC236}">
                    <a16:creationId xmlns:a16="http://schemas.microsoft.com/office/drawing/2014/main" id="{8A33CAC0-5FFC-4A04-ADB6-5C91100D8CAF}"/>
                  </a:ext>
                </a:extLst>
              </p:cNvPr>
              <p:cNvSpPr/>
              <p:nvPr/>
            </p:nvSpPr>
            <p:spPr>
              <a:xfrm>
                <a:off x="6886508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6" name="rc1263">
                <a:extLst>
                  <a:ext uri="{FF2B5EF4-FFF2-40B4-BE49-F238E27FC236}">
                    <a16:creationId xmlns:a16="http://schemas.microsoft.com/office/drawing/2014/main" id="{8F54698A-9A9E-4E02-B6FB-75100DFC8296}"/>
                  </a:ext>
                </a:extLst>
              </p:cNvPr>
              <p:cNvSpPr/>
              <p:nvPr/>
            </p:nvSpPr>
            <p:spPr>
              <a:xfrm>
                <a:off x="6886508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7" name="rc1264">
                <a:extLst>
                  <a:ext uri="{FF2B5EF4-FFF2-40B4-BE49-F238E27FC236}">
                    <a16:creationId xmlns:a16="http://schemas.microsoft.com/office/drawing/2014/main" id="{A49F352A-0351-40E0-89B2-FDAA46E54714}"/>
                  </a:ext>
                </a:extLst>
              </p:cNvPr>
              <p:cNvSpPr/>
              <p:nvPr/>
            </p:nvSpPr>
            <p:spPr>
              <a:xfrm>
                <a:off x="6886508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8" name="rc1265">
                <a:extLst>
                  <a:ext uri="{FF2B5EF4-FFF2-40B4-BE49-F238E27FC236}">
                    <a16:creationId xmlns:a16="http://schemas.microsoft.com/office/drawing/2014/main" id="{4E9C8B68-3AFC-4C94-A90A-1FC09310C45F}"/>
                  </a:ext>
                </a:extLst>
              </p:cNvPr>
              <p:cNvSpPr/>
              <p:nvPr/>
            </p:nvSpPr>
            <p:spPr>
              <a:xfrm>
                <a:off x="6886508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9" name="rc1266">
                <a:extLst>
                  <a:ext uri="{FF2B5EF4-FFF2-40B4-BE49-F238E27FC236}">
                    <a16:creationId xmlns:a16="http://schemas.microsoft.com/office/drawing/2014/main" id="{6D19339E-42EE-4EA6-BFAB-38C76417433C}"/>
                  </a:ext>
                </a:extLst>
              </p:cNvPr>
              <p:cNvSpPr/>
              <p:nvPr/>
            </p:nvSpPr>
            <p:spPr>
              <a:xfrm>
                <a:off x="6886508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0" name="rc1267">
                <a:extLst>
                  <a:ext uri="{FF2B5EF4-FFF2-40B4-BE49-F238E27FC236}">
                    <a16:creationId xmlns:a16="http://schemas.microsoft.com/office/drawing/2014/main" id="{5B4246F8-C852-4B3D-9C2F-83608817BDBB}"/>
                  </a:ext>
                </a:extLst>
              </p:cNvPr>
              <p:cNvSpPr/>
              <p:nvPr/>
            </p:nvSpPr>
            <p:spPr>
              <a:xfrm>
                <a:off x="6886508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1" name="rc1268">
                <a:extLst>
                  <a:ext uri="{FF2B5EF4-FFF2-40B4-BE49-F238E27FC236}">
                    <a16:creationId xmlns:a16="http://schemas.microsoft.com/office/drawing/2014/main" id="{956590F4-6025-4AFA-845F-D070604589E7}"/>
                  </a:ext>
                </a:extLst>
              </p:cNvPr>
              <p:cNvSpPr/>
              <p:nvPr/>
            </p:nvSpPr>
            <p:spPr>
              <a:xfrm>
                <a:off x="6886508" y="4602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2" name="rc1269">
                <a:extLst>
                  <a:ext uri="{FF2B5EF4-FFF2-40B4-BE49-F238E27FC236}">
                    <a16:creationId xmlns:a16="http://schemas.microsoft.com/office/drawing/2014/main" id="{2A0B6A77-ED1F-4E4F-85DE-DF459CF0E768}"/>
                  </a:ext>
                </a:extLst>
              </p:cNvPr>
              <p:cNvSpPr/>
              <p:nvPr/>
            </p:nvSpPr>
            <p:spPr>
              <a:xfrm>
                <a:off x="6886508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3" name="rc1270">
                <a:extLst>
                  <a:ext uri="{FF2B5EF4-FFF2-40B4-BE49-F238E27FC236}">
                    <a16:creationId xmlns:a16="http://schemas.microsoft.com/office/drawing/2014/main" id="{7308E7EC-3E19-431B-BDF9-E143BFDD5B00}"/>
                  </a:ext>
                </a:extLst>
              </p:cNvPr>
              <p:cNvSpPr/>
              <p:nvPr/>
            </p:nvSpPr>
            <p:spPr>
              <a:xfrm>
                <a:off x="6886508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4" name="rc1271">
                <a:extLst>
                  <a:ext uri="{FF2B5EF4-FFF2-40B4-BE49-F238E27FC236}">
                    <a16:creationId xmlns:a16="http://schemas.microsoft.com/office/drawing/2014/main" id="{CECE72C1-BA0E-437C-9938-ED4972BE196D}"/>
                  </a:ext>
                </a:extLst>
              </p:cNvPr>
              <p:cNvSpPr/>
              <p:nvPr/>
            </p:nvSpPr>
            <p:spPr>
              <a:xfrm>
                <a:off x="6886508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5" name="rc1272">
                <a:extLst>
                  <a:ext uri="{FF2B5EF4-FFF2-40B4-BE49-F238E27FC236}">
                    <a16:creationId xmlns:a16="http://schemas.microsoft.com/office/drawing/2014/main" id="{8441E812-812D-46B3-99F6-2DAB5E504507}"/>
                  </a:ext>
                </a:extLst>
              </p:cNvPr>
              <p:cNvSpPr/>
              <p:nvPr/>
            </p:nvSpPr>
            <p:spPr>
              <a:xfrm>
                <a:off x="6886508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6" name="rc1273">
                <a:extLst>
                  <a:ext uri="{FF2B5EF4-FFF2-40B4-BE49-F238E27FC236}">
                    <a16:creationId xmlns:a16="http://schemas.microsoft.com/office/drawing/2014/main" id="{C7151F93-735C-4229-A596-4CD1751253CC}"/>
                  </a:ext>
                </a:extLst>
              </p:cNvPr>
              <p:cNvSpPr/>
              <p:nvPr/>
            </p:nvSpPr>
            <p:spPr>
              <a:xfrm>
                <a:off x="6886508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7" name="rc1274">
                <a:extLst>
                  <a:ext uri="{FF2B5EF4-FFF2-40B4-BE49-F238E27FC236}">
                    <a16:creationId xmlns:a16="http://schemas.microsoft.com/office/drawing/2014/main" id="{2BA93145-F6CE-4D37-9571-E91CD1A913BC}"/>
                  </a:ext>
                </a:extLst>
              </p:cNvPr>
              <p:cNvSpPr/>
              <p:nvPr/>
            </p:nvSpPr>
            <p:spPr>
              <a:xfrm>
                <a:off x="6886508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8" name="rc1275">
                <a:extLst>
                  <a:ext uri="{FF2B5EF4-FFF2-40B4-BE49-F238E27FC236}">
                    <a16:creationId xmlns:a16="http://schemas.microsoft.com/office/drawing/2014/main" id="{BAFE2C5E-8594-4B06-8B56-BCA67162B432}"/>
                  </a:ext>
                </a:extLst>
              </p:cNvPr>
              <p:cNvSpPr/>
              <p:nvPr/>
            </p:nvSpPr>
            <p:spPr>
              <a:xfrm>
                <a:off x="6886508" y="3632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9" name="rc1276">
                <a:extLst>
                  <a:ext uri="{FF2B5EF4-FFF2-40B4-BE49-F238E27FC236}">
                    <a16:creationId xmlns:a16="http://schemas.microsoft.com/office/drawing/2014/main" id="{A9A935C1-E26F-4723-B1CA-AE329297D7FD}"/>
                  </a:ext>
                </a:extLst>
              </p:cNvPr>
              <p:cNvSpPr/>
              <p:nvPr/>
            </p:nvSpPr>
            <p:spPr>
              <a:xfrm>
                <a:off x="6886508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0" name="rc1277">
                <a:extLst>
                  <a:ext uri="{FF2B5EF4-FFF2-40B4-BE49-F238E27FC236}">
                    <a16:creationId xmlns:a16="http://schemas.microsoft.com/office/drawing/2014/main" id="{21CA199F-2A54-40E7-A17C-E74BFB9B7EE2}"/>
                  </a:ext>
                </a:extLst>
              </p:cNvPr>
              <p:cNvSpPr/>
              <p:nvPr/>
            </p:nvSpPr>
            <p:spPr>
              <a:xfrm>
                <a:off x="6886508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1" name="rc1278">
                <a:extLst>
                  <a:ext uri="{FF2B5EF4-FFF2-40B4-BE49-F238E27FC236}">
                    <a16:creationId xmlns:a16="http://schemas.microsoft.com/office/drawing/2014/main" id="{5D7F44EF-1806-48DD-AF99-43E21DEF1F3D}"/>
                  </a:ext>
                </a:extLst>
              </p:cNvPr>
              <p:cNvSpPr/>
              <p:nvPr/>
            </p:nvSpPr>
            <p:spPr>
              <a:xfrm>
                <a:off x="6886508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2" name="rc1279">
                <a:extLst>
                  <a:ext uri="{FF2B5EF4-FFF2-40B4-BE49-F238E27FC236}">
                    <a16:creationId xmlns:a16="http://schemas.microsoft.com/office/drawing/2014/main" id="{5DEA34D8-7C70-4E66-9FDD-0426BBCD63A6}"/>
                  </a:ext>
                </a:extLst>
              </p:cNvPr>
              <p:cNvSpPr/>
              <p:nvPr/>
            </p:nvSpPr>
            <p:spPr>
              <a:xfrm>
                <a:off x="6886508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3" name="rc1280">
                <a:extLst>
                  <a:ext uri="{FF2B5EF4-FFF2-40B4-BE49-F238E27FC236}">
                    <a16:creationId xmlns:a16="http://schemas.microsoft.com/office/drawing/2014/main" id="{80687694-2680-4954-9CC2-371138B3C19B}"/>
                  </a:ext>
                </a:extLst>
              </p:cNvPr>
              <p:cNvSpPr/>
              <p:nvPr/>
            </p:nvSpPr>
            <p:spPr>
              <a:xfrm>
                <a:off x="6886508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4" name="rc1281">
                <a:extLst>
                  <a:ext uri="{FF2B5EF4-FFF2-40B4-BE49-F238E27FC236}">
                    <a16:creationId xmlns:a16="http://schemas.microsoft.com/office/drawing/2014/main" id="{C3145695-0677-4CB7-864B-2065ADEE3C35}"/>
                  </a:ext>
                </a:extLst>
              </p:cNvPr>
              <p:cNvSpPr/>
              <p:nvPr/>
            </p:nvSpPr>
            <p:spPr>
              <a:xfrm>
                <a:off x="6886508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5" name="rc1282">
                <a:extLst>
                  <a:ext uri="{FF2B5EF4-FFF2-40B4-BE49-F238E27FC236}">
                    <a16:creationId xmlns:a16="http://schemas.microsoft.com/office/drawing/2014/main" id="{2E465098-B19C-4729-B4C4-EBF9D77656AA}"/>
                  </a:ext>
                </a:extLst>
              </p:cNvPr>
              <p:cNvSpPr/>
              <p:nvPr/>
            </p:nvSpPr>
            <p:spPr>
              <a:xfrm>
                <a:off x="6886508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6" name="rc1283">
                <a:extLst>
                  <a:ext uri="{FF2B5EF4-FFF2-40B4-BE49-F238E27FC236}">
                    <a16:creationId xmlns:a16="http://schemas.microsoft.com/office/drawing/2014/main" id="{9F4DDF76-35FD-407B-AC79-95A5656FDAAD}"/>
                  </a:ext>
                </a:extLst>
              </p:cNvPr>
              <p:cNvSpPr/>
              <p:nvPr/>
            </p:nvSpPr>
            <p:spPr>
              <a:xfrm>
                <a:off x="7002393" y="6819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7" name="rc1284">
                <a:extLst>
                  <a:ext uri="{FF2B5EF4-FFF2-40B4-BE49-F238E27FC236}">
                    <a16:creationId xmlns:a16="http://schemas.microsoft.com/office/drawing/2014/main" id="{6B28C958-D306-490D-86C7-BDD04EB423C5}"/>
                  </a:ext>
                </a:extLst>
              </p:cNvPr>
              <p:cNvSpPr/>
              <p:nvPr/>
            </p:nvSpPr>
            <p:spPr>
              <a:xfrm>
                <a:off x="7002393" y="6680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8" name="rc1285">
                <a:extLst>
                  <a:ext uri="{FF2B5EF4-FFF2-40B4-BE49-F238E27FC236}">
                    <a16:creationId xmlns:a16="http://schemas.microsoft.com/office/drawing/2014/main" id="{F467DC1E-2F3A-426E-B318-7EDF7C707BD8}"/>
                  </a:ext>
                </a:extLst>
              </p:cNvPr>
              <p:cNvSpPr/>
              <p:nvPr/>
            </p:nvSpPr>
            <p:spPr>
              <a:xfrm>
                <a:off x="7002393" y="6542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9" name="rc1286">
                <a:extLst>
                  <a:ext uri="{FF2B5EF4-FFF2-40B4-BE49-F238E27FC236}">
                    <a16:creationId xmlns:a16="http://schemas.microsoft.com/office/drawing/2014/main" id="{F7ADB313-1BD2-4370-AC6B-502E510C7A5B}"/>
                  </a:ext>
                </a:extLst>
              </p:cNvPr>
              <p:cNvSpPr/>
              <p:nvPr/>
            </p:nvSpPr>
            <p:spPr>
              <a:xfrm>
                <a:off x="7002393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0" name="rc1287">
                <a:extLst>
                  <a:ext uri="{FF2B5EF4-FFF2-40B4-BE49-F238E27FC236}">
                    <a16:creationId xmlns:a16="http://schemas.microsoft.com/office/drawing/2014/main" id="{4A33AD16-4D76-4151-88AF-6931571C5803}"/>
                  </a:ext>
                </a:extLst>
              </p:cNvPr>
              <p:cNvSpPr/>
              <p:nvPr/>
            </p:nvSpPr>
            <p:spPr>
              <a:xfrm>
                <a:off x="7002393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1" name="rc1288">
                <a:extLst>
                  <a:ext uri="{FF2B5EF4-FFF2-40B4-BE49-F238E27FC236}">
                    <a16:creationId xmlns:a16="http://schemas.microsoft.com/office/drawing/2014/main" id="{34F81514-5754-4FE3-9C25-3421304C3C59}"/>
                  </a:ext>
                </a:extLst>
              </p:cNvPr>
              <p:cNvSpPr/>
              <p:nvPr/>
            </p:nvSpPr>
            <p:spPr>
              <a:xfrm>
                <a:off x="7002393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2" name="rc1289">
                <a:extLst>
                  <a:ext uri="{FF2B5EF4-FFF2-40B4-BE49-F238E27FC236}">
                    <a16:creationId xmlns:a16="http://schemas.microsoft.com/office/drawing/2014/main" id="{195B7AE1-2A3C-4440-8BAB-FEDA2C3C147D}"/>
                  </a:ext>
                </a:extLst>
              </p:cNvPr>
              <p:cNvSpPr/>
              <p:nvPr/>
            </p:nvSpPr>
            <p:spPr>
              <a:xfrm>
                <a:off x="7002393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3" name="rc1290">
                <a:extLst>
                  <a:ext uri="{FF2B5EF4-FFF2-40B4-BE49-F238E27FC236}">
                    <a16:creationId xmlns:a16="http://schemas.microsoft.com/office/drawing/2014/main" id="{1A4BDE63-1B2A-4278-9D46-DC0149FD3DDD}"/>
                  </a:ext>
                </a:extLst>
              </p:cNvPr>
              <p:cNvSpPr/>
              <p:nvPr/>
            </p:nvSpPr>
            <p:spPr>
              <a:xfrm>
                <a:off x="7002393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4" name="rc1291">
                <a:extLst>
                  <a:ext uri="{FF2B5EF4-FFF2-40B4-BE49-F238E27FC236}">
                    <a16:creationId xmlns:a16="http://schemas.microsoft.com/office/drawing/2014/main" id="{B23FCF24-ED6D-48DE-94EF-AEA8D6624BE9}"/>
                  </a:ext>
                </a:extLst>
              </p:cNvPr>
              <p:cNvSpPr/>
              <p:nvPr/>
            </p:nvSpPr>
            <p:spPr>
              <a:xfrm>
                <a:off x="7002393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5" name="rc1292">
                <a:extLst>
                  <a:ext uri="{FF2B5EF4-FFF2-40B4-BE49-F238E27FC236}">
                    <a16:creationId xmlns:a16="http://schemas.microsoft.com/office/drawing/2014/main" id="{D156306A-D310-4D6C-8522-86E4D92FAD18}"/>
                  </a:ext>
                </a:extLst>
              </p:cNvPr>
              <p:cNvSpPr/>
              <p:nvPr/>
            </p:nvSpPr>
            <p:spPr>
              <a:xfrm>
                <a:off x="7002393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6" name="rc1293">
                <a:extLst>
                  <a:ext uri="{FF2B5EF4-FFF2-40B4-BE49-F238E27FC236}">
                    <a16:creationId xmlns:a16="http://schemas.microsoft.com/office/drawing/2014/main" id="{60538E09-6D19-4C99-BC70-34BF99B4A3D1}"/>
                  </a:ext>
                </a:extLst>
              </p:cNvPr>
              <p:cNvSpPr/>
              <p:nvPr/>
            </p:nvSpPr>
            <p:spPr>
              <a:xfrm>
                <a:off x="7002393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7" name="rc1294">
                <a:extLst>
                  <a:ext uri="{FF2B5EF4-FFF2-40B4-BE49-F238E27FC236}">
                    <a16:creationId xmlns:a16="http://schemas.microsoft.com/office/drawing/2014/main" id="{1DD47B00-D5A7-429A-BEAC-0B1AF67C1B69}"/>
                  </a:ext>
                </a:extLst>
              </p:cNvPr>
              <p:cNvSpPr/>
              <p:nvPr/>
            </p:nvSpPr>
            <p:spPr>
              <a:xfrm>
                <a:off x="7002393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8" name="rc1295">
                <a:extLst>
                  <a:ext uri="{FF2B5EF4-FFF2-40B4-BE49-F238E27FC236}">
                    <a16:creationId xmlns:a16="http://schemas.microsoft.com/office/drawing/2014/main" id="{C5F4751D-4F1E-40D2-9CBC-A9A9C69D1D2F}"/>
                  </a:ext>
                </a:extLst>
              </p:cNvPr>
              <p:cNvSpPr/>
              <p:nvPr/>
            </p:nvSpPr>
            <p:spPr>
              <a:xfrm>
                <a:off x="7002393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9" name="rc1296">
                <a:extLst>
                  <a:ext uri="{FF2B5EF4-FFF2-40B4-BE49-F238E27FC236}">
                    <a16:creationId xmlns:a16="http://schemas.microsoft.com/office/drawing/2014/main" id="{C5CA5F6E-251F-4BD4-8702-645A56E10B2F}"/>
                  </a:ext>
                </a:extLst>
              </p:cNvPr>
              <p:cNvSpPr/>
              <p:nvPr/>
            </p:nvSpPr>
            <p:spPr>
              <a:xfrm>
                <a:off x="7002393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0" name="rc1297">
                <a:extLst>
                  <a:ext uri="{FF2B5EF4-FFF2-40B4-BE49-F238E27FC236}">
                    <a16:creationId xmlns:a16="http://schemas.microsoft.com/office/drawing/2014/main" id="{FBF797F3-42AA-48B4-AFC0-134C89D3DE61}"/>
                  </a:ext>
                </a:extLst>
              </p:cNvPr>
              <p:cNvSpPr/>
              <p:nvPr/>
            </p:nvSpPr>
            <p:spPr>
              <a:xfrm>
                <a:off x="7002393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1" name="rc1298">
                <a:extLst>
                  <a:ext uri="{FF2B5EF4-FFF2-40B4-BE49-F238E27FC236}">
                    <a16:creationId xmlns:a16="http://schemas.microsoft.com/office/drawing/2014/main" id="{8E9276F4-1C31-4255-A4CC-C7C20ECFA8E6}"/>
                  </a:ext>
                </a:extLst>
              </p:cNvPr>
              <p:cNvSpPr/>
              <p:nvPr/>
            </p:nvSpPr>
            <p:spPr>
              <a:xfrm>
                <a:off x="7002393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2" name="rc1299">
                <a:extLst>
                  <a:ext uri="{FF2B5EF4-FFF2-40B4-BE49-F238E27FC236}">
                    <a16:creationId xmlns:a16="http://schemas.microsoft.com/office/drawing/2014/main" id="{02E5E20B-7F39-4EDD-A94B-765D930D9D61}"/>
                  </a:ext>
                </a:extLst>
              </p:cNvPr>
              <p:cNvSpPr/>
              <p:nvPr/>
            </p:nvSpPr>
            <p:spPr>
              <a:xfrm>
                <a:off x="7002393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3" name="rc1300">
                <a:extLst>
                  <a:ext uri="{FF2B5EF4-FFF2-40B4-BE49-F238E27FC236}">
                    <a16:creationId xmlns:a16="http://schemas.microsoft.com/office/drawing/2014/main" id="{4C65E317-7CFA-4C40-9D73-11309A3F1D43}"/>
                  </a:ext>
                </a:extLst>
              </p:cNvPr>
              <p:cNvSpPr/>
              <p:nvPr/>
            </p:nvSpPr>
            <p:spPr>
              <a:xfrm>
                <a:off x="7002393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4" name="rc1301">
                <a:extLst>
                  <a:ext uri="{FF2B5EF4-FFF2-40B4-BE49-F238E27FC236}">
                    <a16:creationId xmlns:a16="http://schemas.microsoft.com/office/drawing/2014/main" id="{EC519EA9-CB9A-4E5C-8979-83E239EFE6C3}"/>
                  </a:ext>
                </a:extLst>
              </p:cNvPr>
              <p:cNvSpPr/>
              <p:nvPr/>
            </p:nvSpPr>
            <p:spPr>
              <a:xfrm>
                <a:off x="7002393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5" name="rc1302">
                <a:extLst>
                  <a:ext uri="{FF2B5EF4-FFF2-40B4-BE49-F238E27FC236}">
                    <a16:creationId xmlns:a16="http://schemas.microsoft.com/office/drawing/2014/main" id="{F34CC60C-3745-415F-8E25-EF4BDB1CEC85}"/>
                  </a:ext>
                </a:extLst>
              </p:cNvPr>
              <p:cNvSpPr/>
              <p:nvPr/>
            </p:nvSpPr>
            <p:spPr>
              <a:xfrm>
                <a:off x="7002393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6" name="rc1303">
                <a:extLst>
                  <a:ext uri="{FF2B5EF4-FFF2-40B4-BE49-F238E27FC236}">
                    <a16:creationId xmlns:a16="http://schemas.microsoft.com/office/drawing/2014/main" id="{8CA7B137-B485-4FD4-A4A4-B8FD2D41E7AF}"/>
                  </a:ext>
                </a:extLst>
              </p:cNvPr>
              <p:cNvSpPr/>
              <p:nvPr/>
            </p:nvSpPr>
            <p:spPr>
              <a:xfrm>
                <a:off x="7002393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7" name="rc1304">
                <a:extLst>
                  <a:ext uri="{FF2B5EF4-FFF2-40B4-BE49-F238E27FC236}">
                    <a16:creationId xmlns:a16="http://schemas.microsoft.com/office/drawing/2014/main" id="{A56FA81E-2C83-4CB1-9D1A-A5AEDA3D8657}"/>
                  </a:ext>
                </a:extLst>
              </p:cNvPr>
              <p:cNvSpPr/>
              <p:nvPr/>
            </p:nvSpPr>
            <p:spPr>
              <a:xfrm>
                <a:off x="7002393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8" name="rc1305">
                <a:extLst>
                  <a:ext uri="{FF2B5EF4-FFF2-40B4-BE49-F238E27FC236}">
                    <a16:creationId xmlns:a16="http://schemas.microsoft.com/office/drawing/2014/main" id="{B8DC16E2-0E1B-4F8E-A448-F735FE16904B}"/>
                  </a:ext>
                </a:extLst>
              </p:cNvPr>
              <p:cNvSpPr/>
              <p:nvPr/>
            </p:nvSpPr>
            <p:spPr>
              <a:xfrm>
                <a:off x="7002393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9" name="rc1306">
                <a:extLst>
                  <a:ext uri="{FF2B5EF4-FFF2-40B4-BE49-F238E27FC236}">
                    <a16:creationId xmlns:a16="http://schemas.microsoft.com/office/drawing/2014/main" id="{DECB9A93-B655-4BD6-A368-B9806842D9B6}"/>
                  </a:ext>
                </a:extLst>
              </p:cNvPr>
              <p:cNvSpPr/>
              <p:nvPr/>
            </p:nvSpPr>
            <p:spPr>
              <a:xfrm>
                <a:off x="7002393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0" name="rc1307">
                <a:extLst>
                  <a:ext uri="{FF2B5EF4-FFF2-40B4-BE49-F238E27FC236}">
                    <a16:creationId xmlns:a16="http://schemas.microsoft.com/office/drawing/2014/main" id="{3FEC2A97-2FD1-4F76-90EB-CA859DB7A0FE}"/>
                  </a:ext>
                </a:extLst>
              </p:cNvPr>
              <p:cNvSpPr/>
              <p:nvPr/>
            </p:nvSpPr>
            <p:spPr>
              <a:xfrm>
                <a:off x="7002393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1" name="rc1308">
                <a:extLst>
                  <a:ext uri="{FF2B5EF4-FFF2-40B4-BE49-F238E27FC236}">
                    <a16:creationId xmlns:a16="http://schemas.microsoft.com/office/drawing/2014/main" id="{186C79B1-36C4-4FE5-96C2-A789AB859A0E}"/>
                  </a:ext>
                </a:extLst>
              </p:cNvPr>
              <p:cNvSpPr/>
              <p:nvPr/>
            </p:nvSpPr>
            <p:spPr>
              <a:xfrm>
                <a:off x="7002393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2" name="rc1309">
                <a:extLst>
                  <a:ext uri="{FF2B5EF4-FFF2-40B4-BE49-F238E27FC236}">
                    <a16:creationId xmlns:a16="http://schemas.microsoft.com/office/drawing/2014/main" id="{11B7876E-24F0-4F77-A9B0-2A192AB2A88D}"/>
                  </a:ext>
                </a:extLst>
              </p:cNvPr>
              <p:cNvSpPr/>
              <p:nvPr/>
            </p:nvSpPr>
            <p:spPr>
              <a:xfrm>
                <a:off x="7002393" y="3217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3" name="rc1310">
                <a:extLst>
                  <a:ext uri="{FF2B5EF4-FFF2-40B4-BE49-F238E27FC236}">
                    <a16:creationId xmlns:a16="http://schemas.microsoft.com/office/drawing/2014/main" id="{6CD772B0-912D-4500-B6D8-DE467C0CD672}"/>
                  </a:ext>
                </a:extLst>
              </p:cNvPr>
              <p:cNvSpPr/>
              <p:nvPr/>
            </p:nvSpPr>
            <p:spPr>
              <a:xfrm>
                <a:off x="7002393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4" name="rc1311">
                <a:extLst>
                  <a:ext uri="{FF2B5EF4-FFF2-40B4-BE49-F238E27FC236}">
                    <a16:creationId xmlns:a16="http://schemas.microsoft.com/office/drawing/2014/main" id="{10AEBF93-258E-4BC8-81EB-6CFB383CC17A}"/>
                  </a:ext>
                </a:extLst>
              </p:cNvPr>
              <p:cNvSpPr/>
              <p:nvPr/>
            </p:nvSpPr>
            <p:spPr>
              <a:xfrm>
                <a:off x="7002393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5" name="rc1312">
                <a:extLst>
                  <a:ext uri="{FF2B5EF4-FFF2-40B4-BE49-F238E27FC236}">
                    <a16:creationId xmlns:a16="http://schemas.microsoft.com/office/drawing/2014/main" id="{E595AF48-98BA-4B7A-8CFB-28A23369B943}"/>
                  </a:ext>
                </a:extLst>
              </p:cNvPr>
              <p:cNvSpPr/>
              <p:nvPr/>
            </p:nvSpPr>
            <p:spPr>
              <a:xfrm>
                <a:off x="7002393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6" name="rc1313">
                <a:extLst>
                  <a:ext uri="{FF2B5EF4-FFF2-40B4-BE49-F238E27FC236}">
                    <a16:creationId xmlns:a16="http://schemas.microsoft.com/office/drawing/2014/main" id="{C9FCFC05-4CA7-41DD-9774-BE245C9FB9CF}"/>
                  </a:ext>
                </a:extLst>
              </p:cNvPr>
              <p:cNvSpPr/>
              <p:nvPr/>
            </p:nvSpPr>
            <p:spPr>
              <a:xfrm>
                <a:off x="7002393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7" name="rc1314">
                <a:extLst>
                  <a:ext uri="{FF2B5EF4-FFF2-40B4-BE49-F238E27FC236}">
                    <a16:creationId xmlns:a16="http://schemas.microsoft.com/office/drawing/2014/main" id="{81E9837C-726D-4F4E-A50D-8FB9768D2DFC}"/>
                  </a:ext>
                </a:extLst>
              </p:cNvPr>
              <p:cNvSpPr/>
              <p:nvPr/>
            </p:nvSpPr>
            <p:spPr>
              <a:xfrm>
                <a:off x="7002393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8" name="rc1315">
                <a:extLst>
                  <a:ext uri="{FF2B5EF4-FFF2-40B4-BE49-F238E27FC236}">
                    <a16:creationId xmlns:a16="http://schemas.microsoft.com/office/drawing/2014/main" id="{038B219F-707B-4CEA-832B-2479CEA5283F}"/>
                  </a:ext>
                </a:extLst>
              </p:cNvPr>
              <p:cNvSpPr/>
              <p:nvPr/>
            </p:nvSpPr>
            <p:spPr>
              <a:xfrm>
                <a:off x="7118278" y="6542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9" name="rc1316">
                <a:extLst>
                  <a:ext uri="{FF2B5EF4-FFF2-40B4-BE49-F238E27FC236}">
                    <a16:creationId xmlns:a16="http://schemas.microsoft.com/office/drawing/2014/main" id="{FD277933-C342-4A76-BCE5-C7ACBD470F59}"/>
                  </a:ext>
                </a:extLst>
              </p:cNvPr>
              <p:cNvSpPr/>
              <p:nvPr/>
            </p:nvSpPr>
            <p:spPr>
              <a:xfrm>
                <a:off x="7118278" y="6403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0" name="rc1317">
                <a:extLst>
                  <a:ext uri="{FF2B5EF4-FFF2-40B4-BE49-F238E27FC236}">
                    <a16:creationId xmlns:a16="http://schemas.microsoft.com/office/drawing/2014/main" id="{8711D31D-E710-4F9B-8FA0-106799DD7D56}"/>
                  </a:ext>
                </a:extLst>
              </p:cNvPr>
              <p:cNvSpPr/>
              <p:nvPr/>
            </p:nvSpPr>
            <p:spPr>
              <a:xfrm>
                <a:off x="7118278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1" name="rc1318">
                <a:extLst>
                  <a:ext uri="{FF2B5EF4-FFF2-40B4-BE49-F238E27FC236}">
                    <a16:creationId xmlns:a16="http://schemas.microsoft.com/office/drawing/2014/main" id="{665FF88D-9C7F-42A4-881D-FC40ACC36EED}"/>
                  </a:ext>
                </a:extLst>
              </p:cNvPr>
              <p:cNvSpPr/>
              <p:nvPr/>
            </p:nvSpPr>
            <p:spPr>
              <a:xfrm>
                <a:off x="7118278" y="6126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2" name="rc1319">
                <a:extLst>
                  <a:ext uri="{FF2B5EF4-FFF2-40B4-BE49-F238E27FC236}">
                    <a16:creationId xmlns:a16="http://schemas.microsoft.com/office/drawing/2014/main" id="{F5D6328E-8C24-4F8A-8B2A-2D620EE9FAE2}"/>
                  </a:ext>
                </a:extLst>
              </p:cNvPr>
              <p:cNvSpPr/>
              <p:nvPr/>
            </p:nvSpPr>
            <p:spPr>
              <a:xfrm>
                <a:off x="7118278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3" name="rc1320">
                <a:extLst>
                  <a:ext uri="{FF2B5EF4-FFF2-40B4-BE49-F238E27FC236}">
                    <a16:creationId xmlns:a16="http://schemas.microsoft.com/office/drawing/2014/main" id="{FFBD41D7-CC5A-44C6-BC3E-FD5D6DA66939}"/>
                  </a:ext>
                </a:extLst>
              </p:cNvPr>
              <p:cNvSpPr/>
              <p:nvPr/>
            </p:nvSpPr>
            <p:spPr>
              <a:xfrm>
                <a:off x="7118278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4" name="rc1321">
                <a:extLst>
                  <a:ext uri="{FF2B5EF4-FFF2-40B4-BE49-F238E27FC236}">
                    <a16:creationId xmlns:a16="http://schemas.microsoft.com/office/drawing/2014/main" id="{9E280971-CBA8-4D2B-80F5-7F65060CD05F}"/>
                  </a:ext>
                </a:extLst>
              </p:cNvPr>
              <p:cNvSpPr/>
              <p:nvPr/>
            </p:nvSpPr>
            <p:spPr>
              <a:xfrm>
                <a:off x="7118278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5" name="rc1322">
                <a:extLst>
                  <a:ext uri="{FF2B5EF4-FFF2-40B4-BE49-F238E27FC236}">
                    <a16:creationId xmlns:a16="http://schemas.microsoft.com/office/drawing/2014/main" id="{3C1E728F-65D4-4EF4-9A6E-1D62A9192AE5}"/>
                  </a:ext>
                </a:extLst>
              </p:cNvPr>
              <p:cNvSpPr/>
              <p:nvPr/>
            </p:nvSpPr>
            <p:spPr>
              <a:xfrm>
                <a:off x="7118278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6" name="rc1323">
                <a:extLst>
                  <a:ext uri="{FF2B5EF4-FFF2-40B4-BE49-F238E27FC236}">
                    <a16:creationId xmlns:a16="http://schemas.microsoft.com/office/drawing/2014/main" id="{33E9B610-A0EA-428A-B2BB-7494E88D2A80}"/>
                  </a:ext>
                </a:extLst>
              </p:cNvPr>
              <p:cNvSpPr/>
              <p:nvPr/>
            </p:nvSpPr>
            <p:spPr>
              <a:xfrm>
                <a:off x="7118278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7" name="rc1324">
                <a:extLst>
                  <a:ext uri="{FF2B5EF4-FFF2-40B4-BE49-F238E27FC236}">
                    <a16:creationId xmlns:a16="http://schemas.microsoft.com/office/drawing/2014/main" id="{C38885BD-79F7-4E6F-AC16-DD232023161F}"/>
                  </a:ext>
                </a:extLst>
              </p:cNvPr>
              <p:cNvSpPr/>
              <p:nvPr/>
            </p:nvSpPr>
            <p:spPr>
              <a:xfrm>
                <a:off x="7118278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8" name="rc1325">
                <a:extLst>
                  <a:ext uri="{FF2B5EF4-FFF2-40B4-BE49-F238E27FC236}">
                    <a16:creationId xmlns:a16="http://schemas.microsoft.com/office/drawing/2014/main" id="{A86189B5-9010-4D60-B7F7-4340FC98CE4D}"/>
                  </a:ext>
                </a:extLst>
              </p:cNvPr>
              <p:cNvSpPr/>
              <p:nvPr/>
            </p:nvSpPr>
            <p:spPr>
              <a:xfrm>
                <a:off x="7118278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9" name="rc1326">
                <a:extLst>
                  <a:ext uri="{FF2B5EF4-FFF2-40B4-BE49-F238E27FC236}">
                    <a16:creationId xmlns:a16="http://schemas.microsoft.com/office/drawing/2014/main" id="{68E48F9D-CBF8-460A-A725-714A34FCCB4F}"/>
                  </a:ext>
                </a:extLst>
              </p:cNvPr>
              <p:cNvSpPr/>
              <p:nvPr/>
            </p:nvSpPr>
            <p:spPr>
              <a:xfrm>
                <a:off x="7118278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0" name="rc1327">
                <a:extLst>
                  <a:ext uri="{FF2B5EF4-FFF2-40B4-BE49-F238E27FC236}">
                    <a16:creationId xmlns:a16="http://schemas.microsoft.com/office/drawing/2014/main" id="{937985B0-0381-473F-B191-C2FA8AE74F38}"/>
                  </a:ext>
                </a:extLst>
              </p:cNvPr>
              <p:cNvSpPr/>
              <p:nvPr/>
            </p:nvSpPr>
            <p:spPr>
              <a:xfrm>
                <a:off x="7118278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1" name="rc1328">
                <a:extLst>
                  <a:ext uri="{FF2B5EF4-FFF2-40B4-BE49-F238E27FC236}">
                    <a16:creationId xmlns:a16="http://schemas.microsoft.com/office/drawing/2014/main" id="{40043ECB-8EFB-415E-89C2-7953779474E0}"/>
                  </a:ext>
                </a:extLst>
              </p:cNvPr>
              <p:cNvSpPr/>
              <p:nvPr/>
            </p:nvSpPr>
            <p:spPr>
              <a:xfrm>
                <a:off x="7118278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2" name="rc1329">
                <a:extLst>
                  <a:ext uri="{FF2B5EF4-FFF2-40B4-BE49-F238E27FC236}">
                    <a16:creationId xmlns:a16="http://schemas.microsoft.com/office/drawing/2014/main" id="{89B0E9FC-7D1D-433D-A3EB-7C99EC120364}"/>
                  </a:ext>
                </a:extLst>
              </p:cNvPr>
              <p:cNvSpPr/>
              <p:nvPr/>
            </p:nvSpPr>
            <p:spPr>
              <a:xfrm>
                <a:off x="7118278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3" name="rc1330">
                <a:extLst>
                  <a:ext uri="{FF2B5EF4-FFF2-40B4-BE49-F238E27FC236}">
                    <a16:creationId xmlns:a16="http://schemas.microsoft.com/office/drawing/2014/main" id="{353CAEDB-62DF-4D42-8E64-9AF9070707D7}"/>
                  </a:ext>
                </a:extLst>
              </p:cNvPr>
              <p:cNvSpPr/>
              <p:nvPr/>
            </p:nvSpPr>
            <p:spPr>
              <a:xfrm>
                <a:off x="7118278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4" name="rc1331">
                <a:extLst>
                  <a:ext uri="{FF2B5EF4-FFF2-40B4-BE49-F238E27FC236}">
                    <a16:creationId xmlns:a16="http://schemas.microsoft.com/office/drawing/2014/main" id="{F2EB43C6-20A4-4F59-8789-F4F539016BCB}"/>
                  </a:ext>
                </a:extLst>
              </p:cNvPr>
              <p:cNvSpPr/>
              <p:nvPr/>
            </p:nvSpPr>
            <p:spPr>
              <a:xfrm>
                <a:off x="7118278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5" name="rc1332">
                <a:extLst>
                  <a:ext uri="{FF2B5EF4-FFF2-40B4-BE49-F238E27FC236}">
                    <a16:creationId xmlns:a16="http://schemas.microsoft.com/office/drawing/2014/main" id="{381C1867-5699-404D-A1DA-4F2498ABBD48}"/>
                  </a:ext>
                </a:extLst>
              </p:cNvPr>
              <p:cNvSpPr/>
              <p:nvPr/>
            </p:nvSpPr>
            <p:spPr>
              <a:xfrm>
                <a:off x="7118278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6" name="rc1333">
                <a:extLst>
                  <a:ext uri="{FF2B5EF4-FFF2-40B4-BE49-F238E27FC236}">
                    <a16:creationId xmlns:a16="http://schemas.microsoft.com/office/drawing/2014/main" id="{382F82FC-AC0C-402E-AE71-2CAB90AD8E34}"/>
                  </a:ext>
                </a:extLst>
              </p:cNvPr>
              <p:cNvSpPr/>
              <p:nvPr/>
            </p:nvSpPr>
            <p:spPr>
              <a:xfrm>
                <a:off x="7118278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7" name="rc1334">
                <a:extLst>
                  <a:ext uri="{FF2B5EF4-FFF2-40B4-BE49-F238E27FC236}">
                    <a16:creationId xmlns:a16="http://schemas.microsoft.com/office/drawing/2014/main" id="{715520E6-8807-497E-BDC3-B790A3CEC763}"/>
                  </a:ext>
                </a:extLst>
              </p:cNvPr>
              <p:cNvSpPr/>
              <p:nvPr/>
            </p:nvSpPr>
            <p:spPr>
              <a:xfrm>
                <a:off x="7118278" y="3909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8" name="rc1335">
                <a:extLst>
                  <a:ext uri="{FF2B5EF4-FFF2-40B4-BE49-F238E27FC236}">
                    <a16:creationId xmlns:a16="http://schemas.microsoft.com/office/drawing/2014/main" id="{60D4AC56-E35D-40B1-9B15-14206F89285F}"/>
                  </a:ext>
                </a:extLst>
              </p:cNvPr>
              <p:cNvSpPr/>
              <p:nvPr/>
            </p:nvSpPr>
            <p:spPr>
              <a:xfrm>
                <a:off x="7118278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9" name="rc1336">
                <a:extLst>
                  <a:ext uri="{FF2B5EF4-FFF2-40B4-BE49-F238E27FC236}">
                    <a16:creationId xmlns:a16="http://schemas.microsoft.com/office/drawing/2014/main" id="{5C566E15-6335-4362-9F99-99DB31C60826}"/>
                  </a:ext>
                </a:extLst>
              </p:cNvPr>
              <p:cNvSpPr/>
              <p:nvPr/>
            </p:nvSpPr>
            <p:spPr>
              <a:xfrm>
                <a:off x="7118278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0" name="rc1337">
                <a:extLst>
                  <a:ext uri="{FF2B5EF4-FFF2-40B4-BE49-F238E27FC236}">
                    <a16:creationId xmlns:a16="http://schemas.microsoft.com/office/drawing/2014/main" id="{3FB628F5-6FEB-4421-898A-F93C5997EC93}"/>
                  </a:ext>
                </a:extLst>
              </p:cNvPr>
              <p:cNvSpPr/>
              <p:nvPr/>
            </p:nvSpPr>
            <p:spPr>
              <a:xfrm>
                <a:off x="7118278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1" name="rc1338">
                <a:extLst>
                  <a:ext uri="{FF2B5EF4-FFF2-40B4-BE49-F238E27FC236}">
                    <a16:creationId xmlns:a16="http://schemas.microsoft.com/office/drawing/2014/main" id="{703C8930-421D-4AAD-BF20-7F4F03703AFF}"/>
                  </a:ext>
                </a:extLst>
              </p:cNvPr>
              <p:cNvSpPr/>
              <p:nvPr/>
            </p:nvSpPr>
            <p:spPr>
              <a:xfrm>
                <a:off x="7118278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2" name="rc1339">
                <a:extLst>
                  <a:ext uri="{FF2B5EF4-FFF2-40B4-BE49-F238E27FC236}">
                    <a16:creationId xmlns:a16="http://schemas.microsoft.com/office/drawing/2014/main" id="{A628BF0E-B91D-4FB8-AB82-288E45FE9E82}"/>
                  </a:ext>
                </a:extLst>
              </p:cNvPr>
              <p:cNvSpPr/>
              <p:nvPr/>
            </p:nvSpPr>
            <p:spPr>
              <a:xfrm>
                <a:off x="7118278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3" name="rc1340">
                <a:extLst>
                  <a:ext uri="{FF2B5EF4-FFF2-40B4-BE49-F238E27FC236}">
                    <a16:creationId xmlns:a16="http://schemas.microsoft.com/office/drawing/2014/main" id="{4D23AA32-3BB7-4DC7-9CF8-C7AC9F8D770A}"/>
                  </a:ext>
                </a:extLst>
              </p:cNvPr>
              <p:cNvSpPr/>
              <p:nvPr/>
            </p:nvSpPr>
            <p:spPr>
              <a:xfrm>
                <a:off x="7118278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4" name="rc1341">
                <a:extLst>
                  <a:ext uri="{FF2B5EF4-FFF2-40B4-BE49-F238E27FC236}">
                    <a16:creationId xmlns:a16="http://schemas.microsoft.com/office/drawing/2014/main" id="{83BF0F3B-E888-43A6-8067-13910233A678}"/>
                  </a:ext>
                </a:extLst>
              </p:cNvPr>
              <p:cNvSpPr/>
              <p:nvPr/>
            </p:nvSpPr>
            <p:spPr>
              <a:xfrm>
                <a:off x="7118278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5" name="rc1342">
                <a:extLst>
                  <a:ext uri="{FF2B5EF4-FFF2-40B4-BE49-F238E27FC236}">
                    <a16:creationId xmlns:a16="http://schemas.microsoft.com/office/drawing/2014/main" id="{22BD5B49-AA42-4AC4-9788-C7539601CF48}"/>
                  </a:ext>
                </a:extLst>
              </p:cNvPr>
              <p:cNvSpPr/>
              <p:nvPr/>
            </p:nvSpPr>
            <p:spPr>
              <a:xfrm>
                <a:off x="7118278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6" name="rc1343">
                <a:extLst>
                  <a:ext uri="{FF2B5EF4-FFF2-40B4-BE49-F238E27FC236}">
                    <a16:creationId xmlns:a16="http://schemas.microsoft.com/office/drawing/2014/main" id="{75272740-4AA7-4D40-8EB5-6745457F3ED0}"/>
                  </a:ext>
                </a:extLst>
              </p:cNvPr>
              <p:cNvSpPr/>
              <p:nvPr/>
            </p:nvSpPr>
            <p:spPr>
              <a:xfrm>
                <a:off x="7118278" y="2662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7" name="rc1344">
                <a:extLst>
                  <a:ext uri="{FF2B5EF4-FFF2-40B4-BE49-F238E27FC236}">
                    <a16:creationId xmlns:a16="http://schemas.microsoft.com/office/drawing/2014/main" id="{0177486C-5415-437D-B327-6B46DF4C9EE9}"/>
                  </a:ext>
                </a:extLst>
              </p:cNvPr>
              <p:cNvSpPr/>
              <p:nvPr/>
            </p:nvSpPr>
            <p:spPr>
              <a:xfrm>
                <a:off x="7118278" y="2524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8" name="rc1345">
                <a:extLst>
                  <a:ext uri="{FF2B5EF4-FFF2-40B4-BE49-F238E27FC236}">
                    <a16:creationId xmlns:a16="http://schemas.microsoft.com/office/drawing/2014/main" id="{597EA63A-44A4-43FA-8E00-74252065F139}"/>
                  </a:ext>
                </a:extLst>
              </p:cNvPr>
              <p:cNvSpPr/>
              <p:nvPr/>
            </p:nvSpPr>
            <p:spPr>
              <a:xfrm>
                <a:off x="7234163" y="6265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9" name="rc1346">
                <a:extLst>
                  <a:ext uri="{FF2B5EF4-FFF2-40B4-BE49-F238E27FC236}">
                    <a16:creationId xmlns:a16="http://schemas.microsoft.com/office/drawing/2014/main" id="{FBA07956-D0AA-4743-8950-5C35B7D0A35C}"/>
                  </a:ext>
                </a:extLst>
              </p:cNvPr>
              <p:cNvSpPr/>
              <p:nvPr/>
            </p:nvSpPr>
            <p:spPr>
              <a:xfrm>
                <a:off x="7234163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0" name="rc1347">
                <a:extLst>
                  <a:ext uri="{FF2B5EF4-FFF2-40B4-BE49-F238E27FC236}">
                    <a16:creationId xmlns:a16="http://schemas.microsoft.com/office/drawing/2014/main" id="{4A0C6E37-47ED-4C32-8219-614EA10AA033}"/>
                  </a:ext>
                </a:extLst>
              </p:cNvPr>
              <p:cNvSpPr/>
              <p:nvPr/>
            </p:nvSpPr>
            <p:spPr>
              <a:xfrm>
                <a:off x="7234163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1" name="rc1348">
                <a:extLst>
                  <a:ext uri="{FF2B5EF4-FFF2-40B4-BE49-F238E27FC236}">
                    <a16:creationId xmlns:a16="http://schemas.microsoft.com/office/drawing/2014/main" id="{1F19F691-AA83-42D7-95BD-CACA08B87133}"/>
                  </a:ext>
                </a:extLst>
              </p:cNvPr>
              <p:cNvSpPr/>
              <p:nvPr/>
            </p:nvSpPr>
            <p:spPr>
              <a:xfrm>
                <a:off x="7234163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2" name="rc1349">
                <a:extLst>
                  <a:ext uri="{FF2B5EF4-FFF2-40B4-BE49-F238E27FC236}">
                    <a16:creationId xmlns:a16="http://schemas.microsoft.com/office/drawing/2014/main" id="{EA410705-87DE-4A0E-8FA5-52083EB2E2C2}"/>
                  </a:ext>
                </a:extLst>
              </p:cNvPr>
              <p:cNvSpPr/>
              <p:nvPr/>
            </p:nvSpPr>
            <p:spPr>
              <a:xfrm>
                <a:off x="7234163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3" name="rc1350">
                <a:extLst>
                  <a:ext uri="{FF2B5EF4-FFF2-40B4-BE49-F238E27FC236}">
                    <a16:creationId xmlns:a16="http://schemas.microsoft.com/office/drawing/2014/main" id="{E7938649-3EAB-4904-8F51-88DDA9BED39D}"/>
                  </a:ext>
                </a:extLst>
              </p:cNvPr>
              <p:cNvSpPr/>
              <p:nvPr/>
            </p:nvSpPr>
            <p:spPr>
              <a:xfrm>
                <a:off x="7234163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4" name="rc1351">
                <a:extLst>
                  <a:ext uri="{FF2B5EF4-FFF2-40B4-BE49-F238E27FC236}">
                    <a16:creationId xmlns:a16="http://schemas.microsoft.com/office/drawing/2014/main" id="{B7626EC6-CCD8-4DB6-8271-80A3852CEB19}"/>
                  </a:ext>
                </a:extLst>
              </p:cNvPr>
              <p:cNvSpPr/>
              <p:nvPr/>
            </p:nvSpPr>
            <p:spPr>
              <a:xfrm>
                <a:off x="7234163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5" name="rc1352">
                <a:extLst>
                  <a:ext uri="{FF2B5EF4-FFF2-40B4-BE49-F238E27FC236}">
                    <a16:creationId xmlns:a16="http://schemas.microsoft.com/office/drawing/2014/main" id="{B268FE52-C970-432F-8037-0C565B9662AB}"/>
                  </a:ext>
                </a:extLst>
              </p:cNvPr>
              <p:cNvSpPr/>
              <p:nvPr/>
            </p:nvSpPr>
            <p:spPr>
              <a:xfrm>
                <a:off x="7234163" y="5295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6" name="rc1353">
                <a:extLst>
                  <a:ext uri="{FF2B5EF4-FFF2-40B4-BE49-F238E27FC236}">
                    <a16:creationId xmlns:a16="http://schemas.microsoft.com/office/drawing/2014/main" id="{8428F9AE-46DF-477F-ACE8-37774F3953C9}"/>
                  </a:ext>
                </a:extLst>
              </p:cNvPr>
              <p:cNvSpPr/>
              <p:nvPr/>
            </p:nvSpPr>
            <p:spPr>
              <a:xfrm>
                <a:off x="7234163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7" name="rc1354">
                <a:extLst>
                  <a:ext uri="{FF2B5EF4-FFF2-40B4-BE49-F238E27FC236}">
                    <a16:creationId xmlns:a16="http://schemas.microsoft.com/office/drawing/2014/main" id="{AB1754D5-63B1-4C7A-B361-852EA4BD838F}"/>
                  </a:ext>
                </a:extLst>
              </p:cNvPr>
              <p:cNvSpPr/>
              <p:nvPr/>
            </p:nvSpPr>
            <p:spPr>
              <a:xfrm>
                <a:off x="7234163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8" name="rc1355">
                <a:extLst>
                  <a:ext uri="{FF2B5EF4-FFF2-40B4-BE49-F238E27FC236}">
                    <a16:creationId xmlns:a16="http://schemas.microsoft.com/office/drawing/2014/main" id="{9044A29F-7BC9-472A-A59D-614DCB6B3B6F}"/>
                  </a:ext>
                </a:extLst>
              </p:cNvPr>
              <p:cNvSpPr/>
              <p:nvPr/>
            </p:nvSpPr>
            <p:spPr>
              <a:xfrm>
                <a:off x="7234163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9" name="rc1356">
                <a:extLst>
                  <a:ext uri="{FF2B5EF4-FFF2-40B4-BE49-F238E27FC236}">
                    <a16:creationId xmlns:a16="http://schemas.microsoft.com/office/drawing/2014/main" id="{06AB39B8-1295-420C-AF93-7D583B472EE6}"/>
                  </a:ext>
                </a:extLst>
              </p:cNvPr>
              <p:cNvSpPr/>
              <p:nvPr/>
            </p:nvSpPr>
            <p:spPr>
              <a:xfrm>
                <a:off x="7234163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0" name="rc1357">
                <a:extLst>
                  <a:ext uri="{FF2B5EF4-FFF2-40B4-BE49-F238E27FC236}">
                    <a16:creationId xmlns:a16="http://schemas.microsoft.com/office/drawing/2014/main" id="{6CDA10B6-F6C6-415F-AFFB-89CECF5476DD}"/>
                  </a:ext>
                </a:extLst>
              </p:cNvPr>
              <p:cNvSpPr/>
              <p:nvPr/>
            </p:nvSpPr>
            <p:spPr>
              <a:xfrm>
                <a:off x="7234163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1" name="rc1358">
                <a:extLst>
                  <a:ext uri="{FF2B5EF4-FFF2-40B4-BE49-F238E27FC236}">
                    <a16:creationId xmlns:a16="http://schemas.microsoft.com/office/drawing/2014/main" id="{0230A84C-12DF-47F9-B87E-EAA1DC654A07}"/>
                  </a:ext>
                </a:extLst>
              </p:cNvPr>
              <p:cNvSpPr/>
              <p:nvPr/>
            </p:nvSpPr>
            <p:spPr>
              <a:xfrm>
                <a:off x="7234163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2" name="rc1359">
                <a:extLst>
                  <a:ext uri="{FF2B5EF4-FFF2-40B4-BE49-F238E27FC236}">
                    <a16:creationId xmlns:a16="http://schemas.microsoft.com/office/drawing/2014/main" id="{453F44C9-865E-416F-81E8-BA5D90FC5AD2}"/>
                  </a:ext>
                </a:extLst>
              </p:cNvPr>
              <p:cNvSpPr/>
              <p:nvPr/>
            </p:nvSpPr>
            <p:spPr>
              <a:xfrm>
                <a:off x="7234163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3" name="rc1360">
                <a:extLst>
                  <a:ext uri="{FF2B5EF4-FFF2-40B4-BE49-F238E27FC236}">
                    <a16:creationId xmlns:a16="http://schemas.microsoft.com/office/drawing/2014/main" id="{C959503C-23C4-46E6-966B-F3E830724D96}"/>
                  </a:ext>
                </a:extLst>
              </p:cNvPr>
              <p:cNvSpPr/>
              <p:nvPr/>
            </p:nvSpPr>
            <p:spPr>
              <a:xfrm>
                <a:off x="7234163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4" name="rc1361">
                <a:extLst>
                  <a:ext uri="{FF2B5EF4-FFF2-40B4-BE49-F238E27FC236}">
                    <a16:creationId xmlns:a16="http://schemas.microsoft.com/office/drawing/2014/main" id="{6A7E2FE2-6AE6-452A-95CC-D86EEBA2E301}"/>
                  </a:ext>
                </a:extLst>
              </p:cNvPr>
              <p:cNvSpPr/>
              <p:nvPr/>
            </p:nvSpPr>
            <p:spPr>
              <a:xfrm>
                <a:off x="7234163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5" name="rc1362">
                <a:extLst>
                  <a:ext uri="{FF2B5EF4-FFF2-40B4-BE49-F238E27FC236}">
                    <a16:creationId xmlns:a16="http://schemas.microsoft.com/office/drawing/2014/main" id="{1F0B8DB4-F246-4523-A72B-E6B10C1377DD}"/>
                  </a:ext>
                </a:extLst>
              </p:cNvPr>
              <p:cNvSpPr/>
              <p:nvPr/>
            </p:nvSpPr>
            <p:spPr>
              <a:xfrm>
                <a:off x="7234163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6" name="rc1363">
                <a:extLst>
                  <a:ext uri="{FF2B5EF4-FFF2-40B4-BE49-F238E27FC236}">
                    <a16:creationId xmlns:a16="http://schemas.microsoft.com/office/drawing/2014/main" id="{DBE706AA-E54A-4D5B-98D8-92F5E833DA1C}"/>
                  </a:ext>
                </a:extLst>
              </p:cNvPr>
              <p:cNvSpPr/>
              <p:nvPr/>
            </p:nvSpPr>
            <p:spPr>
              <a:xfrm>
                <a:off x="7234163" y="3771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7" name="rc1364">
                <a:extLst>
                  <a:ext uri="{FF2B5EF4-FFF2-40B4-BE49-F238E27FC236}">
                    <a16:creationId xmlns:a16="http://schemas.microsoft.com/office/drawing/2014/main" id="{EBF05627-A1FB-441B-9A10-2B911D4F9DE5}"/>
                  </a:ext>
                </a:extLst>
              </p:cNvPr>
              <p:cNvSpPr/>
              <p:nvPr/>
            </p:nvSpPr>
            <p:spPr>
              <a:xfrm>
                <a:off x="7234163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8" name="rc1365">
                <a:extLst>
                  <a:ext uri="{FF2B5EF4-FFF2-40B4-BE49-F238E27FC236}">
                    <a16:creationId xmlns:a16="http://schemas.microsoft.com/office/drawing/2014/main" id="{073E2926-153F-4E6D-BA5E-31A8CB62C3ED}"/>
                  </a:ext>
                </a:extLst>
              </p:cNvPr>
              <p:cNvSpPr/>
              <p:nvPr/>
            </p:nvSpPr>
            <p:spPr>
              <a:xfrm>
                <a:off x="7234163" y="3494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9" name="rc1366">
                <a:extLst>
                  <a:ext uri="{FF2B5EF4-FFF2-40B4-BE49-F238E27FC236}">
                    <a16:creationId xmlns:a16="http://schemas.microsoft.com/office/drawing/2014/main" id="{B75993DA-6A22-47AC-AE1C-90F12297E16B}"/>
                  </a:ext>
                </a:extLst>
              </p:cNvPr>
              <p:cNvSpPr/>
              <p:nvPr/>
            </p:nvSpPr>
            <p:spPr>
              <a:xfrm>
                <a:off x="7234163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0" name="rc1367">
                <a:extLst>
                  <a:ext uri="{FF2B5EF4-FFF2-40B4-BE49-F238E27FC236}">
                    <a16:creationId xmlns:a16="http://schemas.microsoft.com/office/drawing/2014/main" id="{59A5B58A-EE8E-4B7E-8CE2-37812C9437CC}"/>
                  </a:ext>
                </a:extLst>
              </p:cNvPr>
              <p:cNvSpPr/>
              <p:nvPr/>
            </p:nvSpPr>
            <p:spPr>
              <a:xfrm>
                <a:off x="7234163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1" name="rc1368">
                <a:extLst>
                  <a:ext uri="{FF2B5EF4-FFF2-40B4-BE49-F238E27FC236}">
                    <a16:creationId xmlns:a16="http://schemas.microsoft.com/office/drawing/2014/main" id="{2342971C-C5C4-4EDA-9FDE-B5D0EF9EE705}"/>
                  </a:ext>
                </a:extLst>
              </p:cNvPr>
              <p:cNvSpPr/>
              <p:nvPr/>
            </p:nvSpPr>
            <p:spPr>
              <a:xfrm>
                <a:off x="7234163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2" name="rc1369">
                <a:extLst>
                  <a:ext uri="{FF2B5EF4-FFF2-40B4-BE49-F238E27FC236}">
                    <a16:creationId xmlns:a16="http://schemas.microsoft.com/office/drawing/2014/main" id="{2A4D5D95-34F6-4736-89A6-EFADAE10710C}"/>
                  </a:ext>
                </a:extLst>
              </p:cNvPr>
              <p:cNvSpPr/>
              <p:nvPr/>
            </p:nvSpPr>
            <p:spPr>
              <a:xfrm>
                <a:off x="7234163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3" name="rc1370">
                <a:extLst>
                  <a:ext uri="{FF2B5EF4-FFF2-40B4-BE49-F238E27FC236}">
                    <a16:creationId xmlns:a16="http://schemas.microsoft.com/office/drawing/2014/main" id="{ED09E9F0-3914-4113-91E2-599FB433DCF8}"/>
                  </a:ext>
                </a:extLst>
              </p:cNvPr>
              <p:cNvSpPr/>
              <p:nvPr/>
            </p:nvSpPr>
            <p:spPr>
              <a:xfrm>
                <a:off x="7234163" y="2801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4" name="rc1371">
                <a:extLst>
                  <a:ext uri="{FF2B5EF4-FFF2-40B4-BE49-F238E27FC236}">
                    <a16:creationId xmlns:a16="http://schemas.microsoft.com/office/drawing/2014/main" id="{2FF2468B-A742-40A4-BCA1-9B0592231E2D}"/>
                  </a:ext>
                </a:extLst>
              </p:cNvPr>
              <p:cNvSpPr/>
              <p:nvPr/>
            </p:nvSpPr>
            <p:spPr>
              <a:xfrm>
                <a:off x="7234163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5" name="rc1372">
                <a:extLst>
                  <a:ext uri="{FF2B5EF4-FFF2-40B4-BE49-F238E27FC236}">
                    <a16:creationId xmlns:a16="http://schemas.microsoft.com/office/drawing/2014/main" id="{B5DFFD0A-C400-4A43-ABE3-05AA31BD4081}"/>
                  </a:ext>
                </a:extLst>
              </p:cNvPr>
              <p:cNvSpPr/>
              <p:nvPr/>
            </p:nvSpPr>
            <p:spPr>
              <a:xfrm>
                <a:off x="7350047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6" name="rc1373">
                <a:extLst>
                  <a:ext uri="{FF2B5EF4-FFF2-40B4-BE49-F238E27FC236}">
                    <a16:creationId xmlns:a16="http://schemas.microsoft.com/office/drawing/2014/main" id="{6359DE07-C35C-4430-901F-E117070BAC77}"/>
                  </a:ext>
                </a:extLst>
              </p:cNvPr>
              <p:cNvSpPr/>
              <p:nvPr/>
            </p:nvSpPr>
            <p:spPr>
              <a:xfrm>
                <a:off x="7350047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7" name="rc1374">
                <a:extLst>
                  <a:ext uri="{FF2B5EF4-FFF2-40B4-BE49-F238E27FC236}">
                    <a16:creationId xmlns:a16="http://schemas.microsoft.com/office/drawing/2014/main" id="{D731F219-B186-4F0C-9117-62893F6B8C40}"/>
                  </a:ext>
                </a:extLst>
              </p:cNvPr>
              <p:cNvSpPr/>
              <p:nvPr/>
            </p:nvSpPr>
            <p:spPr>
              <a:xfrm>
                <a:off x="7350047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8" name="rc1375">
                <a:extLst>
                  <a:ext uri="{FF2B5EF4-FFF2-40B4-BE49-F238E27FC236}">
                    <a16:creationId xmlns:a16="http://schemas.microsoft.com/office/drawing/2014/main" id="{B223ADF2-3915-468A-95DE-3B87822B324A}"/>
                  </a:ext>
                </a:extLst>
              </p:cNvPr>
              <p:cNvSpPr/>
              <p:nvPr/>
            </p:nvSpPr>
            <p:spPr>
              <a:xfrm>
                <a:off x="7350047" y="5710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9" name="rc1376">
                <a:extLst>
                  <a:ext uri="{FF2B5EF4-FFF2-40B4-BE49-F238E27FC236}">
                    <a16:creationId xmlns:a16="http://schemas.microsoft.com/office/drawing/2014/main" id="{3A69D0C9-632D-4D60-90FD-38A7564B69CE}"/>
                  </a:ext>
                </a:extLst>
              </p:cNvPr>
              <p:cNvSpPr/>
              <p:nvPr/>
            </p:nvSpPr>
            <p:spPr>
              <a:xfrm>
                <a:off x="7350047" y="5572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0" name="rc1377">
                <a:extLst>
                  <a:ext uri="{FF2B5EF4-FFF2-40B4-BE49-F238E27FC236}">
                    <a16:creationId xmlns:a16="http://schemas.microsoft.com/office/drawing/2014/main" id="{0D81FF8D-06C6-4E8D-97F1-C50102BB59AA}"/>
                  </a:ext>
                </a:extLst>
              </p:cNvPr>
              <p:cNvSpPr/>
              <p:nvPr/>
            </p:nvSpPr>
            <p:spPr>
              <a:xfrm>
                <a:off x="7350047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1" name="rc1378">
                <a:extLst>
                  <a:ext uri="{FF2B5EF4-FFF2-40B4-BE49-F238E27FC236}">
                    <a16:creationId xmlns:a16="http://schemas.microsoft.com/office/drawing/2014/main" id="{3D2F783A-821F-45B3-8300-6ECE1AA3FD7A}"/>
                  </a:ext>
                </a:extLst>
              </p:cNvPr>
              <p:cNvSpPr/>
              <p:nvPr/>
            </p:nvSpPr>
            <p:spPr>
              <a:xfrm>
                <a:off x="7350047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2" name="rc1379">
                <a:extLst>
                  <a:ext uri="{FF2B5EF4-FFF2-40B4-BE49-F238E27FC236}">
                    <a16:creationId xmlns:a16="http://schemas.microsoft.com/office/drawing/2014/main" id="{1323CE7E-5353-4E1D-8314-0D5A703E0FA0}"/>
                  </a:ext>
                </a:extLst>
              </p:cNvPr>
              <p:cNvSpPr/>
              <p:nvPr/>
            </p:nvSpPr>
            <p:spPr>
              <a:xfrm>
                <a:off x="7350047" y="5156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3" name="rc1380">
                <a:extLst>
                  <a:ext uri="{FF2B5EF4-FFF2-40B4-BE49-F238E27FC236}">
                    <a16:creationId xmlns:a16="http://schemas.microsoft.com/office/drawing/2014/main" id="{14DD6633-05A0-4D83-B8B0-9893CF4AC316}"/>
                  </a:ext>
                </a:extLst>
              </p:cNvPr>
              <p:cNvSpPr/>
              <p:nvPr/>
            </p:nvSpPr>
            <p:spPr>
              <a:xfrm>
                <a:off x="7350047" y="5018175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4" name="rc1381">
                <a:extLst>
                  <a:ext uri="{FF2B5EF4-FFF2-40B4-BE49-F238E27FC236}">
                    <a16:creationId xmlns:a16="http://schemas.microsoft.com/office/drawing/2014/main" id="{33BD338E-E98F-4B7B-988E-427DE85767FB}"/>
                  </a:ext>
                </a:extLst>
              </p:cNvPr>
              <p:cNvSpPr/>
              <p:nvPr/>
            </p:nvSpPr>
            <p:spPr>
              <a:xfrm>
                <a:off x="7350047" y="4879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5" name="rc1382">
                <a:extLst>
                  <a:ext uri="{FF2B5EF4-FFF2-40B4-BE49-F238E27FC236}">
                    <a16:creationId xmlns:a16="http://schemas.microsoft.com/office/drawing/2014/main" id="{8974057A-6AB7-4C8F-B5C5-9FA3D62EACFF}"/>
                  </a:ext>
                </a:extLst>
              </p:cNvPr>
              <p:cNvSpPr/>
              <p:nvPr/>
            </p:nvSpPr>
            <p:spPr>
              <a:xfrm>
                <a:off x="7350047" y="4741084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6" name="rc1383">
                <a:extLst>
                  <a:ext uri="{FF2B5EF4-FFF2-40B4-BE49-F238E27FC236}">
                    <a16:creationId xmlns:a16="http://schemas.microsoft.com/office/drawing/2014/main" id="{A5038945-D98D-4DAF-B076-E4F27A9770A5}"/>
                  </a:ext>
                </a:extLst>
              </p:cNvPr>
              <p:cNvSpPr/>
              <p:nvPr/>
            </p:nvSpPr>
            <p:spPr>
              <a:xfrm>
                <a:off x="7350047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7" name="rc1384">
                <a:extLst>
                  <a:ext uri="{FF2B5EF4-FFF2-40B4-BE49-F238E27FC236}">
                    <a16:creationId xmlns:a16="http://schemas.microsoft.com/office/drawing/2014/main" id="{008D53E9-E233-4613-8E7C-995C086273E0}"/>
                  </a:ext>
                </a:extLst>
              </p:cNvPr>
              <p:cNvSpPr/>
              <p:nvPr/>
            </p:nvSpPr>
            <p:spPr>
              <a:xfrm>
                <a:off x="7350047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8" name="rc1385">
                <a:extLst>
                  <a:ext uri="{FF2B5EF4-FFF2-40B4-BE49-F238E27FC236}">
                    <a16:creationId xmlns:a16="http://schemas.microsoft.com/office/drawing/2014/main" id="{0A039460-3C78-49FA-8E73-EAF6F8503204}"/>
                  </a:ext>
                </a:extLst>
              </p:cNvPr>
              <p:cNvSpPr/>
              <p:nvPr/>
            </p:nvSpPr>
            <p:spPr>
              <a:xfrm>
                <a:off x="7350047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9" name="rc1386">
                <a:extLst>
                  <a:ext uri="{FF2B5EF4-FFF2-40B4-BE49-F238E27FC236}">
                    <a16:creationId xmlns:a16="http://schemas.microsoft.com/office/drawing/2014/main" id="{9A107F9D-249F-4E12-ABB1-17DB514D6B37}"/>
                  </a:ext>
                </a:extLst>
              </p:cNvPr>
              <p:cNvSpPr/>
              <p:nvPr/>
            </p:nvSpPr>
            <p:spPr>
              <a:xfrm>
                <a:off x="7350047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0" name="rc1387">
                <a:extLst>
                  <a:ext uri="{FF2B5EF4-FFF2-40B4-BE49-F238E27FC236}">
                    <a16:creationId xmlns:a16="http://schemas.microsoft.com/office/drawing/2014/main" id="{02A5337F-2F9B-4976-B5A4-E9E2ED79F3C5}"/>
                  </a:ext>
                </a:extLst>
              </p:cNvPr>
              <p:cNvSpPr/>
              <p:nvPr/>
            </p:nvSpPr>
            <p:spPr>
              <a:xfrm>
                <a:off x="7350047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1" name="rc1388">
                <a:extLst>
                  <a:ext uri="{FF2B5EF4-FFF2-40B4-BE49-F238E27FC236}">
                    <a16:creationId xmlns:a16="http://schemas.microsoft.com/office/drawing/2014/main" id="{070727B3-94CA-499D-BEAD-10F95B08E251}"/>
                  </a:ext>
                </a:extLst>
              </p:cNvPr>
              <p:cNvSpPr/>
              <p:nvPr/>
            </p:nvSpPr>
            <p:spPr>
              <a:xfrm>
                <a:off x="7350047" y="3909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2" name="rc1389">
                <a:extLst>
                  <a:ext uri="{FF2B5EF4-FFF2-40B4-BE49-F238E27FC236}">
                    <a16:creationId xmlns:a16="http://schemas.microsoft.com/office/drawing/2014/main" id="{C659751D-A033-45A2-BBC7-889678C1BBFC}"/>
                  </a:ext>
                </a:extLst>
              </p:cNvPr>
              <p:cNvSpPr/>
              <p:nvPr/>
            </p:nvSpPr>
            <p:spPr>
              <a:xfrm>
                <a:off x="7350047" y="3771266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3" name="rc1390">
                <a:extLst>
                  <a:ext uri="{FF2B5EF4-FFF2-40B4-BE49-F238E27FC236}">
                    <a16:creationId xmlns:a16="http://schemas.microsoft.com/office/drawing/2014/main" id="{50E8BE78-D894-4302-A9D0-791FA79846FC}"/>
                  </a:ext>
                </a:extLst>
              </p:cNvPr>
              <p:cNvSpPr/>
              <p:nvPr/>
            </p:nvSpPr>
            <p:spPr>
              <a:xfrm>
                <a:off x="7350047" y="3632720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4" name="rc1391">
                <a:extLst>
                  <a:ext uri="{FF2B5EF4-FFF2-40B4-BE49-F238E27FC236}">
                    <a16:creationId xmlns:a16="http://schemas.microsoft.com/office/drawing/2014/main" id="{F36ED155-0EF9-42E5-81EA-BFDB28904438}"/>
                  </a:ext>
                </a:extLst>
              </p:cNvPr>
              <p:cNvSpPr/>
              <p:nvPr/>
            </p:nvSpPr>
            <p:spPr>
              <a:xfrm>
                <a:off x="7350047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5" name="rc1392">
                <a:extLst>
                  <a:ext uri="{FF2B5EF4-FFF2-40B4-BE49-F238E27FC236}">
                    <a16:creationId xmlns:a16="http://schemas.microsoft.com/office/drawing/2014/main" id="{53E41C4F-47EB-4403-9FA7-BBB70F6BAE3A}"/>
                  </a:ext>
                </a:extLst>
              </p:cNvPr>
              <p:cNvSpPr/>
              <p:nvPr/>
            </p:nvSpPr>
            <p:spPr>
              <a:xfrm>
                <a:off x="7350047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6" name="rc1393">
                <a:extLst>
                  <a:ext uri="{FF2B5EF4-FFF2-40B4-BE49-F238E27FC236}">
                    <a16:creationId xmlns:a16="http://schemas.microsoft.com/office/drawing/2014/main" id="{CF925BFD-BDDF-4818-954E-15DFE9168742}"/>
                  </a:ext>
                </a:extLst>
              </p:cNvPr>
              <p:cNvSpPr/>
              <p:nvPr/>
            </p:nvSpPr>
            <p:spPr>
              <a:xfrm>
                <a:off x="735004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7" name="rc1394">
                <a:extLst>
                  <a:ext uri="{FF2B5EF4-FFF2-40B4-BE49-F238E27FC236}">
                    <a16:creationId xmlns:a16="http://schemas.microsoft.com/office/drawing/2014/main" id="{28BAE2F8-703C-4AC4-822A-E09721B0BC5B}"/>
                  </a:ext>
                </a:extLst>
              </p:cNvPr>
              <p:cNvSpPr/>
              <p:nvPr/>
            </p:nvSpPr>
            <p:spPr>
              <a:xfrm>
                <a:off x="7350047" y="3078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8" name="rc1395">
                <a:extLst>
                  <a:ext uri="{FF2B5EF4-FFF2-40B4-BE49-F238E27FC236}">
                    <a16:creationId xmlns:a16="http://schemas.microsoft.com/office/drawing/2014/main" id="{E77C1EA4-81A1-4A7D-BCAF-E2900734A0D9}"/>
                  </a:ext>
                </a:extLst>
              </p:cNvPr>
              <p:cNvSpPr/>
              <p:nvPr/>
            </p:nvSpPr>
            <p:spPr>
              <a:xfrm>
                <a:off x="7350047" y="2939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9" name="rc1396">
                <a:extLst>
                  <a:ext uri="{FF2B5EF4-FFF2-40B4-BE49-F238E27FC236}">
                    <a16:creationId xmlns:a16="http://schemas.microsoft.com/office/drawing/2014/main" id="{5A97BE21-C73B-4A34-B60E-0D4AB067ADBA}"/>
                  </a:ext>
                </a:extLst>
              </p:cNvPr>
              <p:cNvSpPr/>
              <p:nvPr/>
            </p:nvSpPr>
            <p:spPr>
              <a:xfrm>
                <a:off x="7350047" y="2801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0" name="rc1397">
                <a:extLst>
                  <a:ext uri="{FF2B5EF4-FFF2-40B4-BE49-F238E27FC236}">
                    <a16:creationId xmlns:a16="http://schemas.microsoft.com/office/drawing/2014/main" id="{288D107F-D4DE-43C2-985E-1A72FDFC7273}"/>
                  </a:ext>
                </a:extLst>
              </p:cNvPr>
              <p:cNvSpPr/>
              <p:nvPr/>
            </p:nvSpPr>
            <p:spPr>
              <a:xfrm>
                <a:off x="7350047" y="2662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1" name="rc1398">
                <a:extLst>
                  <a:ext uri="{FF2B5EF4-FFF2-40B4-BE49-F238E27FC236}">
                    <a16:creationId xmlns:a16="http://schemas.microsoft.com/office/drawing/2014/main" id="{92508B92-81EF-4CB1-B1CF-0BCD54BB80D0}"/>
                  </a:ext>
                </a:extLst>
              </p:cNvPr>
              <p:cNvSpPr/>
              <p:nvPr/>
            </p:nvSpPr>
            <p:spPr>
              <a:xfrm>
                <a:off x="7465932" y="6126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2" name="rc1399">
                <a:extLst>
                  <a:ext uri="{FF2B5EF4-FFF2-40B4-BE49-F238E27FC236}">
                    <a16:creationId xmlns:a16="http://schemas.microsoft.com/office/drawing/2014/main" id="{F31F56FB-6BE2-4A69-B568-EB6D3894ADAC}"/>
                  </a:ext>
                </a:extLst>
              </p:cNvPr>
              <p:cNvSpPr/>
              <p:nvPr/>
            </p:nvSpPr>
            <p:spPr>
              <a:xfrm>
                <a:off x="7465932" y="5987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3" name="rc1400">
                <a:extLst>
                  <a:ext uri="{FF2B5EF4-FFF2-40B4-BE49-F238E27FC236}">
                    <a16:creationId xmlns:a16="http://schemas.microsoft.com/office/drawing/2014/main" id="{ED9D793C-2577-4404-A256-B06EE3A8D207}"/>
                  </a:ext>
                </a:extLst>
              </p:cNvPr>
              <p:cNvSpPr/>
              <p:nvPr/>
            </p:nvSpPr>
            <p:spPr>
              <a:xfrm>
                <a:off x="7465932" y="5849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4" name="rc1401">
                <a:extLst>
                  <a:ext uri="{FF2B5EF4-FFF2-40B4-BE49-F238E27FC236}">
                    <a16:creationId xmlns:a16="http://schemas.microsoft.com/office/drawing/2014/main" id="{A919FDA5-1383-4F6A-9A6E-802EE0EDBD4B}"/>
                  </a:ext>
                </a:extLst>
              </p:cNvPr>
              <p:cNvSpPr/>
              <p:nvPr/>
            </p:nvSpPr>
            <p:spPr>
              <a:xfrm>
                <a:off x="7465932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5" name="rc1402">
                <a:extLst>
                  <a:ext uri="{FF2B5EF4-FFF2-40B4-BE49-F238E27FC236}">
                    <a16:creationId xmlns:a16="http://schemas.microsoft.com/office/drawing/2014/main" id="{861E1151-CA61-4A64-8133-02D610750F39}"/>
                  </a:ext>
                </a:extLst>
              </p:cNvPr>
              <p:cNvSpPr/>
              <p:nvPr/>
            </p:nvSpPr>
            <p:spPr>
              <a:xfrm>
                <a:off x="7465932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6" name="rc1403">
                <a:extLst>
                  <a:ext uri="{FF2B5EF4-FFF2-40B4-BE49-F238E27FC236}">
                    <a16:creationId xmlns:a16="http://schemas.microsoft.com/office/drawing/2014/main" id="{554BA182-54EE-4570-8207-FF00648544AA}"/>
                  </a:ext>
                </a:extLst>
              </p:cNvPr>
              <p:cNvSpPr/>
              <p:nvPr/>
            </p:nvSpPr>
            <p:spPr>
              <a:xfrm>
                <a:off x="7465932" y="5433811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7" name="rc1404">
                <a:extLst>
                  <a:ext uri="{FF2B5EF4-FFF2-40B4-BE49-F238E27FC236}">
                    <a16:creationId xmlns:a16="http://schemas.microsoft.com/office/drawing/2014/main" id="{BCCEEEFD-ED1A-4B0D-A45C-4F5905F13238}"/>
                  </a:ext>
                </a:extLst>
              </p:cNvPr>
              <p:cNvSpPr/>
              <p:nvPr/>
            </p:nvSpPr>
            <p:spPr>
              <a:xfrm>
                <a:off x="7465932" y="5295266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8" name="rc1405">
                <a:extLst>
                  <a:ext uri="{FF2B5EF4-FFF2-40B4-BE49-F238E27FC236}">
                    <a16:creationId xmlns:a16="http://schemas.microsoft.com/office/drawing/2014/main" id="{9B2F1D8D-B6E4-483A-86AC-0BBFA7FC75B0}"/>
                  </a:ext>
                </a:extLst>
              </p:cNvPr>
              <p:cNvSpPr/>
              <p:nvPr/>
            </p:nvSpPr>
            <p:spPr>
              <a:xfrm>
                <a:off x="7465932" y="5156720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19" name="rc1406">
                <a:extLst>
                  <a:ext uri="{FF2B5EF4-FFF2-40B4-BE49-F238E27FC236}">
                    <a16:creationId xmlns:a16="http://schemas.microsoft.com/office/drawing/2014/main" id="{2156D82F-EDA7-4239-8F65-0900A1760480}"/>
                  </a:ext>
                </a:extLst>
              </p:cNvPr>
              <p:cNvSpPr/>
              <p:nvPr/>
            </p:nvSpPr>
            <p:spPr>
              <a:xfrm>
                <a:off x="7465932" y="5018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0" name="rc1407">
                <a:extLst>
                  <a:ext uri="{FF2B5EF4-FFF2-40B4-BE49-F238E27FC236}">
                    <a16:creationId xmlns:a16="http://schemas.microsoft.com/office/drawing/2014/main" id="{3B9F7962-DBE4-4B36-ADE9-D20E68A1C5B7}"/>
                  </a:ext>
                </a:extLst>
              </p:cNvPr>
              <p:cNvSpPr/>
              <p:nvPr/>
            </p:nvSpPr>
            <p:spPr>
              <a:xfrm>
                <a:off x="7465932" y="4879629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1" name="rc1408">
                <a:extLst>
                  <a:ext uri="{FF2B5EF4-FFF2-40B4-BE49-F238E27FC236}">
                    <a16:creationId xmlns:a16="http://schemas.microsoft.com/office/drawing/2014/main" id="{441077F9-5855-437E-A0BC-3AB826599EFC}"/>
                  </a:ext>
                </a:extLst>
              </p:cNvPr>
              <p:cNvSpPr/>
              <p:nvPr/>
            </p:nvSpPr>
            <p:spPr>
              <a:xfrm>
                <a:off x="7465932" y="4741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2" name="rc1409">
                <a:extLst>
                  <a:ext uri="{FF2B5EF4-FFF2-40B4-BE49-F238E27FC236}">
                    <a16:creationId xmlns:a16="http://schemas.microsoft.com/office/drawing/2014/main" id="{B6D31553-2696-4173-9EFA-282F5D7E677C}"/>
                  </a:ext>
                </a:extLst>
              </p:cNvPr>
              <p:cNvSpPr/>
              <p:nvPr/>
            </p:nvSpPr>
            <p:spPr>
              <a:xfrm>
                <a:off x="7465932" y="460253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3" name="rc1410">
                <a:extLst>
                  <a:ext uri="{FF2B5EF4-FFF2-40B4-BE49-F238E27FC236}">
                    <a16:creationId xmlns:a16="http://schemas.microsoft.com/office/drawing/2014/main" id="{A039CABF-DF9D-4565-A26E-E54B444B33A0}"/>
                  </a:ext>
                </a:extLst>
              </p:cNvPr>
              <p:cNvSpPr/>
              <p:nvPr/>
            </p:nvSpPr>
            <p:spPr>
              <a:xfrm>
                <a:off x="7465932" y="4463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4" name="rc1411">
                <a:extLst>
                  <a:ext uri="{FF2B5EF4-FFF2-40B4-BE49-F238E27FC236}">
                    <a16:creationId xmlns:a16="http://schemas.microsoft.com/office/drawing/2014/main" id="{EF992363-5E6B-4BCE-9ED6-61D44EE823DC}"/>
                  </a:ext>
                </a:extLst>
              </p:cNvPr>
              <p:cNvSpPr/>
              <p:nvPr/>
            </p:nvSpPr>
            <p:spPr>
              <a:xfrm>
                <a:off x="7465932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5" name="rc1412">
                <a:extLst>
                  <a:ext uri="{FF2B5EF4-FFF2-40B4-BE49-F238E27FC236}">
                    <a16:creationId xmlns:a16="http://schemas.microsoft.com/office/drawing/2014/main" id="{F99C91F8-CD64-4609-9C38-E886D48891C1}"/>
                  </a:ext>
                </a:extLst>
              </p:cNvPr>
              <p:cNvSpPr/>
              <p:nvPr/>
            </p:nvSpPr>
            <p:spPr>
              <a:xfrm>
                <a:off x="7465932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6" name="rc1413">
                <a:extLst>
                  <a:ext uri="{FF2B5EF4-FFF2-40B4-BE49-F238E27FC236}">
                    <a16:creationId xmlns:a16="http://schemas.microsoft.com/office/drawing/2014/main" id="{FA6AACC1-C10A-4C3A-A186-790975B0782C}"/>
                  </a:ext>
                </a:extLst>
              </p:cNvPr>
              <p:cNvSpPr/>
              <p:nvPr/>
            </p:nvSpPr>
            <p:spPr>
              <a:xfrm>
                <a:off x="7465932" y="4048357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7" name="rc1414">
                <a:extLst>
                  <a:ext uri="{FF2B5EF4-FFF2-40B4-BE49-F238E27FC236}">
                    <a16:creationId xmlns:a16="http://schemas.microsoft.com/office/drawing/2014/main" id="{9C4E61D3-03EF-420F-A180-43BE26DB5675}"/>
                  </a:ext>
                </a:extLst>
              </p:cNvPr>
              <p:cNvSpPr/>
              <p:nvPr/>
            </p:nvSpPr>
            <p:spPr>
              <a:xfrm>
                <a:off x="7465932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8" name="rc1415">
                <a:extLst>
                  <a:ext uri="{FF2B5EF4-FFF2-40B4-BE49-F238E27FC236}">
                    <a16:creationId xmlns:a16="http://schemas.microsoft.com/office/drawing/2014/main" id="{0CFC2465-0F3E-4B02-87D4-4318B0CD4807}"/>
                  </a:ext>
                </a:extLst>
              </p:cNvPr>
              <p:cNvSpPr/>
              <p:nvPr/>
            </p:nvSpPr>
            <p:spPr>
              <a:xfrm>
                <a:off x="7465932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29" name="rc1416">
                <a:extLst>
                  <a:ext uri="{FF2B5EF4-FFF2-40B4-BE49-F238E27FC236}">
                    <a16:creationId xmlns:a16="http://schemas.microsoft.com/office/drawing/2014/main" id="{A43F40FA-F030-4C98-B2F0-34836D1F2FD4}"/>
                  </a:ext>
                </a:extLst>
              </p:cNvPr>
              <p:cNvSpPr/>
              <p:nvPr/>
            </p:nvSpPr>
            <p:spPr>
              <a:xfrm>
                <a:off x="7465932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0" name="rc1417">
                <a:extLst>
                  <a:ext uri="{FF2B5EF4-FFF2-40B4-BE49-F238E27FC236}">
                    <a16:creationId xmlns:a16="http://schemas.microsoft.com/office/drawing/2014/main" id="{06F751A4-6439-4E27-B575-37FEB1799823}"/>
                  </a:ext>
                </a:extLst>
              </p:cNvPr>
              <p:cNvSpPr/>
              <p:nvPr/>
            </p:nvSpPr>
            <p:spPr>
              <a:xfrm>
                <a:off x="7465932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1" name="rc1418">
                <a:extLst>
                  <a:ext uri="{FF2B5EF4-FFF2-40B4-BE49-F238E27FC236}">
                    <a16:creationId xmlns:a16="http://schemas.microsoft.com/office/drawing/2014/main" id="{BB8213AE-542E-4A67-91B9-61E4806BF306}"/>
                  </a:ext>
                </a:extLst>
              </p:cNvPr>
              <p:cNvSpPr/>
              <p:nvPr/>
            </p:nvSpPr>
            <p:spPr>
              <a:xfrm>
                <a:off x="7465932" y="2939993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2" name="rc1419">
                <a:extLst>
                  <a:ext uri="{FF2B5EF4-FFF2-40B4-BE49-F238E27FC236}">
                    <a16:creationId xmlns:a16="http://schemas.microsoft.com/office/drawing/2014/main" id="{31CAE238-61CC-43A5-AC09-C5B3F6336703}"/>
                  </a:ext>
                </a:extLst>
              </p:cNvPr>
              <p:cNvSpPr/>
              <p:nvPr/>
            </p:nvSpPr>
            <p:spPr>
              <a:xfrm>
                <a:off x="7581817" y="5987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3" name="rc1420">
                <a:extLst>
                  <a:ext uri="{FF2B5EF4-FFF2-40B4-BE49-F238E27FC236}">
                    <a16:creationId xmlns:a16="http://schemas.microsoft.com/office/drawing/2014/main" id="{46CDE3EF-E381-49E4-A4FA-C029743C190C}"/>
                  </a:ext>
                </a:extLst>
              </p:cNvPr>
              <p:cNvSpPr/>
              <p:nvPr/>
            </p:nvSpPr>
            <p:spPr>
              <a:xfrm>
                <a:off x="7581817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4" name="rc1421">
                <a:extLst>
                  <a:ext uri="{FF2B5EF4-FFF2-40B4-BE49-F238E27FC236}">
                    <a16:creationId xmlns:a16="http://schemas.microsoft.com/office/drawing/2014/main" id="{72C74782-53D7-4712-9CE4-3B99EB26ABB6}"/>
                  </a:ext>
                </a:extLst>
              </p:cNvPr>
              <p:cNvSpPr/>
              <p:nvPr/>
            </p:nvSpPr>
            <p:spPr>
              <a:xfrm>
                <a:off x="7581817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5" name="rc1422">
                <a:extLst>
                  <a:ext uri="{FF2B5EF4-FFF2-40B4-BE49-F238E27FC236}">
                    <a16:creationId xmlns:a16="http://schemas.microsoft.com/office/drawing/2014/main" id="{1005B6EB-F164-4BF7-8544-BAF67DF4DA2E}"/>
                  </a:ext>
                </a:extLst>
              </p:cNvPr>
              <p:cNvSpPr/>
              <p:nvPr/>
            </p:nvSpPr>
            <p:spPr>
              <a:xfrm>
                <a:off x="7581817" y="5572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6" name="rc1423">
                <a:extLst>
                  <a:ext uri="{FF2B5EF4-FFF2-40B4-BE49-F238E27FC236}">
                    <a16:creationId xmlns:a16="http://schemas.microsoft.com/office/drawing/2014/main" id="{E52D2CC5-333C-44FB-8642-8180137DC9C1}"/>
                  </a:ext>
                </a:extLst>
              </p:cNvPr>
              <p:cNvSpPr/>
              <p:nvPr/>
            </p:nvSpPr>
            <p:spPr>
              <a:xfrm>
                <a:off x="7581817" y="5433811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7" name="rc1424">
                <a:extLst>
                  <a:ext uri="{FF2B5EF4-FFF2-40B4-BE49-F238E27FC236}">
                    <a16:creationId xmlns:a16="http://schemas.microsoft.com/office/drawing/2014/main" id="{2D8D3CA1-EE9E-4DA2-BC2F-471B56E1C497}"/>
                  </a:ext>
                </a:extLst>
              </p:cNvPr>
              <p:cNvSpPr/>
              <p:nvPr/>
            </p:nvSpPr>
            <p:spPr>
              <a:xfrm>
                <a:off x="7581817" y="4463993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8" name="rc1425">
                <a:extLst>
                  <a:ext uri="{FF2B5EF4-FFF2-40B4-BE49-F238E27FC236}">
                    <a16:creationId xmlns:a16="http://schemas.microsoft.com/office/drawing/2014/main" id="{A0A8D82B-B7DD-48E6-8DEC-CFA351659B88}"/>
                  </a:ext>
                </a:extLst>
              </p:cNvPr>
              <p:cNvSpPr/>
              <p:nvPr/>
            </p:nvSpPr>
            <p:spPr>
              <a:xfrm>
                <a:off x="7581817" y="432544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9" name="rc1426">
                <a:extLst>
                  <a:ext uri="{FF2B5EF4-FFF2-40B4-BE49-F238E27FC236}">
                    <a16:creationId xmlns:a16="http://schemas.microsoft.com/office/drawing/2014/main" id="{0F2007F7-2023-4EDB-98E3-9600B503397D}"/>
                  </a:ext>
                </a:extLst>
              </p:cNvPr>
              <p:cNvSpPr/>
              <p:nvPr/>
            </p:nvSpPr>
            <p:spPr>
              <a:xfrm>
                <a:off x="7581817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0" name="rc1427">
                <a:extLst>
                  <a:ext uri="{FF2B5EF4-FFF2-40B4-BE49-F238E27FC236}">
                    <a16:creationId xmlns:a16="http://schemas.microsoft.com/office/drawing/2014/main" id="{8FF47D48-DFA0-4E05-AABD-4949D0647171}"/>
                  </a:ext>
                </a:extLst>
              </p:cNvPr>
              <p:cNvSpPr/>
              <p:nvPr/>
            </p:nvSpPr>
            <p:spPr>
              <a:xfrm>
                <a:off x="7581817" y="4048357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1" name="rc1428">
                <a:extLst>
                  <a:ext uri="{FF2B5EF4-FFF2-40B4-BE49-F238E27FC236}">
                    <a16:creationId xmlns:a16="http://schemas.microsoft.com/office/drawing/2014/main" id="{2240ED3B-1E92-4E7B-933C-067E393D8738}"/>
                  </a:ext>
                </a:extLst>
              </p:cNvPr>
              <p:cNvSpPr/>
              <p:nvPr/>
            </p:nvSpPr>
            <p:spPr>
              <a:xfrm>
                <a:off x="7581817" y="3494175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2" name="rc1429">
                <a:extLst>
                  <a:ext uri="{FF2B5EF4-FFF2-40B4-BE49-F238E27FC236}">
                    <a16:creationId xmlns:a16="http://schemas.microsoft.com/office/drawing/2014/main" id="{DA1FC0C5-C048-4389-8462-9658C2DF4B19}"/>
                  </a:ext>
                </a:extLst>
              </p:cNvPr>
              <p:cNvSpPr/>
              <p:nvPr/>
            </p:nvSpPr>
            <p:spPr>
              <a:xfrm>
                <a:off x="7581817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3" name="rc1430">
                <a:extLst>
                  <a:ext uri="{FF2B5EF4-FFF2-40B4-BE49-F238E27FC236}">
                    <a16:creationId xmlns:a16="http://schemas.microsoft.com/office/drawing/2014/main" id="{947E6515-0529-42E1-9003-6FEC22574561}"/>
                  </a:ext>
                </a:extLst>
              </p:cNvPr>
              <p:cNvSpPr/>
              <p:nvPr/>
            </p:nvSpPr>
            <p:spPr>
              <a:xfrm>
                <a:off x="7581817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4" name="rc1431">
                <a:extLst>
                  <a:ext uri="{FF2B5EF4-FFF2-40B4-BE49-F238E27FC236}">
                    <a16:creationId xmlns:a16="http://schemas.microsoft.com/office/drawing/2014/main" id="{847E111A-2C05-491D-9C89-CAC37D858339}"/>
                  </a:ext>
                </a:extLst>
              </p:cNvPr>
              <p:cNvSpPr/>
              <p:nvPr/>
            </p:nvSpPr>
            <p:spPr>
              <a:xfrm>
                <a:off x="7581817" y="3078538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5" name="rc1432">
                <a:extLst>
                  <a:ext uri="{FF2B5EF4-FFF2-40B4-BE49-F238E27FC236}">
                    <a16:creationId xmlns:a16="http://schemas.microsoft.com/office/drawing/2014/main" id="{A23DAD93-C0F2-4540-92DC-35D202F4602A}"/>
                  </a:ext>
                </a:extLst>
              </p:cNvPr>
              <p:cNvSpPr/>
              <p:nvPr/>
            </p:nvSpPr>
            <p:spPr>
              <a:xfrm>
                <a:off x="7697702" y="5849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6" name="rc1433">
                <a:extLst>
                  <a:ext uri="{FF2B5EF4-FFF2-40B4-BE49-F238E27FC236}">
                    <a16:creationId xmlns:a16="http://schemas.microsoft.com/office/drawing/2014/main" id="{E41F5CD5-9225-412D-A480-7111920207FE}"/>
                  </a:ext>
                </a:extLst>
              </p:cNvPr>
              <p:cNvSpPr/>
              <p:nvPr/>
            </p:nvSpPr>
            <p:spPr>
              <a:xfrm>
                <a:off x="7697702" y="5710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7" name="rc1434">
                <a:extLst>
                  <a:ext uri="{FF2B5EF4-FFF2-40B4-BE49-F238E27FC236}">
                    <a16:creationId xmlns:a16="http://schemas.microsoft.com/office/drawing/2014/main" id="{94A0D980-6DDC-4CF5-995A-6146DFE800FE}"/>
                  </a:ext>
                </a:extLst>
              </p:cNvPr>
              <p:cNvSpPr/>
              <p:nvPr/>
            </p:nvSpPr>
            <p:spPr>
              <a:xfrm>
                <a:off x="7697702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8" name="rc1435">
                <a:extLst>
                  <a:ext uri="{FF2B5EF4-FFF2-40B4-BE49-F238E27FC236}">
                    <a16:creationId xmlns:a16="http://schemas.microsoft.com/office/drawing/2014/main" id="{C269D590-52DC-458D-A55D-1D671BD9B9E6}"/>
                  </a:ext>
                </a:extLst>
              </p:cNvPr>
              <p:cNvSpPr/>
              <p:nvPr/>
            </p:nvSpPr>
            <p:spPr>
              <a:xfrm>
                <a:off x="7697702" y="4186902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9" name="rc1436">
                <a:extLst>
                  <a:ext uri="{FF2B5EF4-FFF2-40B4-BE49-F238E27FC236}">
                    <a16:creationId xmlns:a16="http://schemas.microsoft.com/office/drawing/2014/main" id="{2371155D-9404-4D80-9946-B8FE4D925563}"/>
                  </a:ext>
                </a:extLst>
              </p:cNvPr>
              <p:cNvSpPr/>
              <p:nvPr/>
            </p:nvSpPr>
            <p:spPr>
              <a:xfrm>
                <a:off x="7697702" y="3355629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50" name="rc1437">
                <a:extLst>
                  <a:ext uri="{FF2B5EF4-FFF2-40B4-BE49-F238E27FC236}">
                    <a16:creationId xmlns:a16="http://schemas.microsoft.com/office/drawing/2014/main" id="{C90A834D-51F5-4487-888A-F782FA139F6E}"/>
                  </a:ext>
                </a:extLst>
              </p:cNvPr>
              <p:cNvSpPr/>
              <p:nvPr/>
            </p:nvSpPr>
            <p:spPr>
              <a:xfrm>
                <a:off x="7697702" y="3217084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51" name="rc1438">
                <a:extLst>
                  <a:ext uri="{FF2B5EF4-FFF2-40B4-BE49-F238E27FC236}">
                    <a16:creationId xmlns:a16="http://schemas.microsoft.com/office/drawing/2014/main" id="{0B9A8BEE-BD0C-4CE9-BB08-0447E839E8C6}"/>
                  </a:ext>
                </a:extLst>
              </p:cNvPr>
              <p:cNvSpPr/>
              <p:nvPr/>
            </p:nvSpPr>
            <p:spPr>
              <a:xfrm>
                <a:off x="7813586" y="4325448"/>
                <a:ext cx="128065" cy="128065"/>
              </a:xfrm>
              <a:prstGeom prst="rect">
                <a:avLst/>
              </a:prstGeom>
              <a:solidFill>
                <a:srgbClr val="BEBEB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52" name="rc1439">
                <a:extLst>
                  <a:ext uri="{FF2B5EF4-FFF2-40B4-BE49-F238E27FC236}">
                    <a16:creationId xmlns:a16="http://schemas.microsoft.com/office/drawing/2014/main" id="{FB0FECC2-4978-4209-91CA-55C9CAECEBA7}"/>
                  </a:ext>
                </a:extLst>
              </p:cNvPr>
              <p:cNvSpPr/>
              <p:nvPr/>
            </p:nvSpPr>
            <p:spPr>
              <a:xfrm>
                <a:off x="7813586" y="4186902"/>
                <a:ext cx="128065" cy="128065"/>
              </a:xfrm>
              <a:prstGeom prst="rect">
                <a:avLst/>
              </a:prstGeom>
              <a:solidFill>
                <a:srgbClr val="00A8E8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F70846E-15AC-4A54-BF47-59A127CC8E1E}"/>
              </a:ext>
            </a:extLst>
          </p:cNvPr>
          <p:cNvGrpSpPr/>
          <p:nvPr/>
        </p:nvGrpSpPr>
        <p:grpSpPr>
          <a:xfrm>
            <a:off x="6619875" y="5611713"/>
            <a:ext cx="3305175" cy="865980"/>
            <a:chOff x="6181725" y="5183398"/>
            <a:chExt cx="3305175" cy="865980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30B7657B-7994-449A-8833-4DF40D4E16B3}"/>
                </a:ext>
              </a:extLst>
            </p:cNvPr>
            <p:cNvGrpSpPr/>
            <p:nvPr/>
          </p:nvGrpSpPr>
          <p:grpSpPr>
            <a:xfrm>
              <a:off x="6210300" y="5183398"/>
              <a:ext cx="3276600" cy="865979"/>
              <a:chOff x="6210300" y="5183398"/>
              <a:chExt cx="3276600" cy="865979"/>
            </a:xfrm>
          </p:grpSpPr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C08A34E-1F1D-449C-B036-2DEF280C9F32}"/>
                  </a:ext>
                </a:extLst>
              </p:cNvPr>
              <p:cNvSpPr txBox="1"/>
              <p:nvPr/>
            </p:nvSpPr>
            <p:spPr>
              <a:xfrm>
                <a:off x="6210300" y="5183398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Polygon </a:t>
                </a:r>
                <a:r>
                  <a:rPr lang="de-DE" err="1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data</a:t>
                </a:r>
                <a:r>
                  <a:rPr lang="de-DE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 </a:t>
                </a:r>
                <a:r>
                  <a:rPr lang="de-DE" b="1">
                    <a:solidFill>
                      <a:srgbClr val="00A8E8"/>
                    </a:solidFill>
                    <a:latin typeface="Roboto" pitchFamily="2" charset="0"/>
                    <a:ea typeface="Roboto" pitchFamily="2" charset="0"/>
                  </a:rPr>
                  <a:t>present</a:t>
                </a:r>
              </a:p>
            </p:txBody>
          </p:sp>
          <p:sp>
            <p:nvSpPr>
              <p:cNvPr id="1453" name="Textfeld 1452">
                <a:extLst>
                  <a:ext uri="{FF2B5EF4-FFF2-40B4-BE49-F238E27FC236}">
                    <a16:creationId xmlns:a16="http://schemas.microsoft.com/office/drawing/2014/main" id="{5C761B1D-AE14-412E-A249-B406591ED7DF}"/>
                  </a:ext>
                </a:extLst>
              </p:cNvPr>
              <p:cNvSpPr txBox="1"/>
              <p:nvPr/>
            </p:nvSpPr>
            <p:spPr>
              <a:xfrm>
                <a:off x="6210300" y="5680045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Polygon </a:t>
                </a:r>
                <a:r>
                  <a:rPr lang="de-DE" err="1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data</a:t>
                </a:r>
                <a:r>
                  <a:rPr lang="de-DE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 </a:t>
                </a:r>
                <a:r>
                  <a:rPr lang="de-DE" b="1">
                    <a:solidFill>
                      <a:srgbClr val="BEBEBE"/>
                    </a:solidFill>
                    <a:latin typeface="Roboto" pitchFamily="2" charset="0"/>
                    <a:ea typeface="Roboto" pitchFamily="2" charset="0"/>
                  </a:rPr>
                  <a:t>missing</a:t>
                </a:r>
              </a:p>
            </p:txBody>
          </p:sp>
        </p:grp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5F806537-1346-4EB8-A849-17960A06C834}"/>
                </a:ext>
              </a:extLst>
            </p:cNvPr>
            <p:cNvSpPr/>
            <p:nvPr/>
          </p:nvSpPr>
          <p:spPr>
            <a:xfrm>
              <a:off x="6181725" y="5183398"/>
              <a:ext cx="2438400" cy="86598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80453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872" name="Grafik 871">
            <a:extLst>
              <a:ext uri="{FF2B5EF4-FFF2-40B4-BE49-F238E27FC236}">
                <a16:creationId xmlns:a16="http://schemas.microsoft.com/office/drawing/2014/main" id="{E0B96775-C836-47D7-BB8A-8DB7D219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18" y="1024746"/>
            <a:ext cx="2219588" cy="2219588"/>
          </a:xfrm>
          <a:prstGeom prst="rect">
            <a:avLst/>
          </a:prstGeom>
        </p:spPr>
      </p:pic>
      <p:sp>
        <p:nvSpPr>
          <p:cNvPr id="876" name="Textfeld 875">
            <a:extLst>
              <a:ext uri="{FF2B5EF4-FFF2-40B4-BE49-F238E27FC236}">
                <a16:creationId xmlns:a16="http://schemas.microsoft.com/office/drawing/2014/main" id="{F3BDAFC2-050F-428C-AA54-542BD9692E27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Detection</a:t>
            </a:r>
            <a:endParaRPr lang="de-DE" sz="2400" u="sng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870" name="Grafik 869">
            <a:extLst>
              <a:ext uri="{FF2B5EF4-FFF2-40B4-BE49-F238E27FC236}">
                <a16:creationId xmlns:a16="http://schemas.microsoft.com/office/drawing/2014/main" id="{65408AFA-9361-46E3-B70C-DB0D98C49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992" y="1069223"/>
            <a:ext cx="2219588" cy="2219588"/>
          </a:xfrm>
          <a:prstGeom prst="rect">
            <a:avLst/>
          </a:prstGeom>
        </p:spPr>
      </p:pic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C764F325-0685-4AB1-B07E-24A17D49BDDD}"/>
              </a:ext>
            </a:extLst>
          </p:cNvPr>
          <p:cNvSpPr/>
          <p:nvPr/>
        </p:nvSpPr>
        <p:spPr>
          <a:xfrm>
            <a:off x="3043749" y="1747495"/>
            <a:ext cx="837722" cy="603903"/>
          </a:xfrm>
          <a:prstGeom prst="rightArrow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E7B873-68B6-4CA9-8549-71C9233EE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24" y="3815350"/>
            <a:ext cx="1341730" cy="293503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9F7EDD1-A4EB-4E7D-93F4-6261E13E7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898" y="4379307"/>
            <a:ext cx="3333750" cy="123260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7E3F2FA-0823-4784-B2EA-29403AB4910A}"/>
              </a:ext>
            </a:extLst>
          </p:cNvPr>
          <p:cNvSpPr txBox="1"/>
          <p:nvPr/>
        </p:nvSpPr>
        <p:spPr>
          <a:xfrm>
            <a:off x="8111105" y="4551536"/>
            <a:ext cx="373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&lt;POLYGON ((467762.33 5895659.417, 467753.374 5895658.922, 467752.945 5895666...&gt;</a:t>
            </a:r>
            <a:endParaRPr lang="de-DE" sz="1600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1CA8D0-0E89-4D23-A035-01A09C625F57}"/>
              </a:ext>
            </a:extLst>
          </p:cNvPr>
          <p:cNvSpPr txBox="1"/>
          <p:nvPr/>
        </p:nvSpPr>
        <p:spPr>
          <a:xfrm>
            <a:off x="4483216" y="3930174"/>
            <a:ext cx="232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Feature (X)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37DD18A-B353-4345-8F09-643600333C33}"/>
              </a:ext>
            </a:extLst>
          </p:cNvPr>
          <p:cNvSpPr txBox="1"/>
          <p:nvPr/>
        </p:nvSpPr>
        <p:spPr>
          <a:xfrm>
            <a:off x="8591725" y="3930174"/>
            <a:ext cx="232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Target (y)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E524B1D-ECAE-4C13-99B7-62954309119D}"/>
              </a:ext>
            </a:extLst>
          </p:cNvPr>
          <p:cNvSpPr txBox="1"/>
          <p:nvPr/>
        </p:nvSpPr>
        <p:spPr>
          <a:xfrm>
            <a:off x="2332805" y="1101164"/>
            <a:ext cx="2323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Binary</a:t>
            </a:r>
          </a:p>
          <a:p>
            <a:pPr algn="ctr"/>
            <a:r>
              <a:rPr lang="de-DE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Masking</a:t>
            </a:r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20E9A24-E982-407B-9168-B0975E08777C}"/>
              </a:ext>
            </a:extLst>
          </p:cNvPr>
          <p:cNvSpPr txBox="1"/>
          <p:nvPr/>
        </p:nvSpPr>
        <p:spPr>
          <a:xfrm>
            <a:off x="335559" y="3287320"/>
            <a:ext cx="2861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dop10rgb_32_4675_58955_05_hb_2025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A22749A-5FD3-415A-9359-16C9BAFC69C1}"/>
              </a:ext>
            </a:extLst>
          </p:cNvPr>
          <p:cNvCxnSpPr>
            <a:cxnSpLocks/>
          </p:cNvCxnSpPr>
          <p:nvPr/>
        </p:nvCxnSpPr>
        <p:spPr>
          <a:xfrm>
            <a:off x="6650831" y="3119438"/>
            <a:ext cx="2066450" cy="140684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E822E94E-75C6-43FF-885B-26230EBD4B3D}"/>
              </a:ext>
            </a:extLst>
          </p:cNvPr>
          <p:cNvSpPr/>
          <p:nvPr/>
        </p:nvSpPr>
        <p:spPr>
          <a:xfrm>
            <a:off x="6442075" y="2987675"/>
            <a:ext cx="196850" cy="1968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19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9" grpId="0"/>
      <p:bldP spid="17" grpId="0"/>
      <p:bldP spid="18" grpId="0"/>
      <p:bldP spid="19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C1B301B-FCB7-43DD-9BD2-C5B34DE2C01D}"/>
              </a:ext>
            </a:extLst>
          </p:cNvPr>
          <p:cNvSpPr txBox="1"/>
          <p:nvPr/>
        </p:nvSpPr>
        <p:spPr>
          <a:xfrm>
            <a:off x="3860141" y="3253495"/>
            <a:ext cx="66521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dop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10</a:t>
            </a:r>
            <a:r>
              <a:rPr lang="de-DE" sz="2800">
                <a:solidFill>
                  <a:srgbClr val="FFC000"/>
                </a:solidFill>
                <a:latin typeface="Roboto" pitchFamily="2" charset="0"/>
                <a:ea typeface="Roboto" pitchFamily="2" charset="0"/>
              </a:rPr>
              <a:t>rgb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00B050"/>
                </a:solidFill>
                <a:latin typeface="Roboto" pitchFamily="2" charset="0"/>
                <a:ea typeface="Roboto" pitchFamily="2" charset="0"/>
              </a:rPr>
              <a:t>32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4675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58955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05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hb</a:t>
            </a:r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_</a:t>
            </a:r>
            <a:r>
              <a:rPr lang="de-DE" sz="2800">
                <a:solidFill>
                  <a:srgbClr val="92D050"/>
                </a:solidFill>
                <a:latin typeface="Roboto" pitchFamily="2" charset="0"/>
                <a:ea typeface="Roboto" pitchFamily="2" charset="0"/>
              </a:rPr>
              <a:t>2025</a:t>
            </a:r>
          </a:p>
          <a:p>
            <a:pPr algn="ctr"/>
            <a:endParaRPr lang="de-DE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0" y="6356350"/>
            <a:ext cx="51780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563848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EA4C5C3-FB9E-4374-8FBE-BBA47575DAE5}"/>
              </a:ext>
            </a:extLst>
          </p:cNvPr>
          <p:cNvSpPr txBox="1"/>
          <p:nvPr/>
        </p:nvSpPr>
        <p:spPr>
          <a:xfrm>
            <a:off x="419099" y="428625"/>
            <a:ext cx="481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Detection</a:t>
            </a:r>
            <a:endParaRPr lang="de-DE" sz="2400" u="sng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1EE3F9F-77FB-4119-9D12-4E35AE1606F8}"/>
              </a:ext>
            </a:extLst>
          </p:cNvPr>
          <p:cNvSpPr txBox="1"/>
          <p:nvPr/>
        </p:nvSpPr>
        <p:spPr>
          <a:xfrm>
            <a:off x="2592355" y="1600310"/>
            <a:ext cx="230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Digital </a:t>
            </a:r>
            <a:r>
              <a:rPr lang="de-DE" err="1">
                <a:solidFill>
                  <a:srgbClr val="FF0000"/>
                </a:solidFill>
                <a:latin typeface="Roboto" pitchFamily="2" charset="0"/>
                <a:ea typeface="Roboto" pitchFamily="2" charset="0"/>
              </a:rPr>
              <a:t>orthophoto</a:t>
            </a:r>
            <a:endParaRPr lang="de-DE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4AB838-F701-493A-941F-ECDEF8B07DBB}"/>
              </a:ext>
            </a:extLst>
          </p:cNvPr>
          <p:cNvSpPr txBox="1"/>
          <p:nvPr/>
        </p:nvSpPr>
        <p:spPr>
          <a:xfrm>
            <a:off x="3642937" y="2080097"/>
            <a:ext cx="197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10 cm per </a:t>
            </a:r>
            <a:r>
              <a:rPr lang="de-DE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pixel</a:t>
            </a:r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7269034-BCE7-4152-BF35-8072F8FFBDD7}"/>
              </a:ext>
            </a:extLst>
          </p:cNvPr>
          <p:cNvSpPr txBox="1"/>
          <p:nvPr/>
        </p:nvSpPr>
        <p:spPr>
          <a:xfrm>
            <a:off x="5946277" y="1663574"/>
            <a:ext cx="286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err="1">
                <a:solidFill>
                  <a:srgbClr val="FFC000"/>
                </a:solidFill>
                <a:latin typeface="Roboto" pitchFamily="2" charset="0"/>
                <a:ea typeface="Roboto" pitchFamily="2" charset="0"/>
              </a:rPr>
              <a:t>Red-green-blue</a:t>
            </a:r>
            <a:r>
              <a:rPr lang="de-DE">
                <a:solidFill>
                  <a:srgbClr val="FFC00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FFC000"/>
                </a:solidFill>
                <a:latin typeface="Roboto" pitchFamily="2" charset="0"/>
                <a:ea typeface="Roboto" pitchFamily="2" charset="0"/>
              </a:rPr>
              <a:t>coloring</a:t>
            </a:r>
            <a:endParaRPr lang="de-DE">
              <a:solidFill>
                <a:srgbClr val="FFC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FE0FDF1-28FB-4AF7-811C-CF2DCD80C092}"/>
              </a:ext>
            </a:extLst>
          </p:cNvPr>
          <p:cNvSpPr txBox="1"/>
          <p:nvPr/>
        </p:nvSpPr>
        <p:spPr>
          <a:xfrm>
            <a:off x="6092133" y="5308194"/>
            <a:ext cx="2319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Easting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reference</a:t>
            </a:r>
            <a:endParaRPr lang="de-DE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  <a:p>
            <a:pPr algn="ctr"/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(„x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coordinate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“)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FA0D65D-95CB-4E17-9EB2-8E937AEA2BC1}"/>
              </a:ext>
            </a:extLst>
          </p:cNvPr>
          <p:cNvSpPr txBox="1"/>
          <p:nvPr/>
        </p:nvSpPr>
        <p:spPr>
          <a:xfrm>
            <a:off x="8107691" y="4871260"/>
            <a:ext cx="228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err="1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Northing</a:t>
            </a:r>
            <a:r>
              <a:rPr lang="de-DE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reference</a:t>
            </a:r>
            <a:endParaRPr lang="de-DE">
              <a:solidFill>
                <a:srgbClr val="006F96"/>
              </a:solidFill>
              <a:latin typeface="Roboto" pitchFamily="2" charset="0"/>
              <a:ea typeface="Roboto" pitchFamily="2" charset="0"/>
            </a:endParaRPr>
          </a:p>
          <a:p>
            <a:pPr algn="ctr"/>
            <a:r>
              <a:rPr lang="de-DE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(„y </a:t>
            </a:r>
            <a:r>
              <a:rPr lang="de-DE" err="1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coordinate</a:t>
            </a:r>
            <a:r>
              <a:rPr lang="de-DE">
                <a:solidFill>
                  <a:srgbClr val="006F96"/>
                </a:solidFill>
                <a:latin typeface="Roboto" pitchFamily="2" charset="0"/>
                <a:ea typeface="Roboto" pitchFamily="2" charset="0"/>
              </a:rPr>
              <a:t>“)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C76B5F8-E816-4AB9-A57D-6258B99B41C4}"/>
              </a:ext>
            </a:extLst>
          </p:cNvPr>
          <p:cNvSpPr txBox="1"/>
          <p:nvPr/>
        </p:nvSpPr>
        <p:spPr>
          <a:xfrm>
            <a:off x="9475453" y="1042559"/>
            <a:ext cx="150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500 x 500 m</a:t>
            </a:r>
          </a:p>
          <a:p>
            <a:pPr algn="ctr"/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per </a:t>
            </a:r>
            <a:r>
              <a:rPr lang="de-DE" err="1">
                <a:solidFill>
                  <a:srgbClr val="F732DE"/>
                </a:solidFill>
                <a:latin typeface="Roboto" pitchFamily="2" charset="0"/>
                <a:ea typeface="Roboto" pitchFamily="2" charset="0"/>
              </a:rPr>
              <a:t>tile</a:t>
            </a:r>
            <a:endParaRPr lang="de-DE">
              <a:solidFill>
                <a:srgbClr val="F732DE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AB5DE46-1EC6-4AF5-979B-5B91D171B4EF}"/>
              </a:ext>
            </a:extLst>
          </p:cNvPr>
          <p:cNvSpPr txBox="1"/>
          <p:nvPr/>
        </p:nvSpPr>
        <p:spPr>
          <a:xfrm>
            <a:off x="9162468" y="2373868"/>
            <a:ext cx="109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FFFF00"/>
                </a:solidFill>
                <a:latin typeface="Roboto" pitchFamily="2" charset="0"/>
                <a:ea typeface="Roboto" pitchFamily="2" charset="0"/>
              </a:rPr>
              <a:t>Bremen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C4F8B20-7AD4-413B-9145-104CA62EE252}"/>
              </a:ext>
            </a:extLst>
          </p:cNvPr>
          <p:cNvSpPr txBox="1"/>
          <p:nvPr/>
        </p:nvSpPr>
        <p:spPr>
          <a:xfrm>
            <a:off x="10084355" y="2264763"/>
            <a:ext cx="214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err="1">
                <a:solidFill>
                  <a:srgbClr val="92D050"/>
                </a:solidFill>
                <a:latin typeface="Roboto" pitchFamily="2" charset="0"/>
                <a:ea typeface="Roboto" pitchFamily="2" charset="0"/>
              </a:rPr>
              <a:t>Aqcquisition</a:t>
            </a:r>
            <a:r>
              <a:rPr lang="de-DE">
                <a:solidFill>
                  <a:srgbClr val="92D05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92D050"/>
                </a:solidFill>
                <a:latin typeface="Roboto" pitchFamily="2" charset="0"/>
                <a:ea typeface="Roboto" pitchFamily="2" charset="0"/>
              </a:rPr>
              <a:t>year</a:t>
            </a:r>
            <a:endParaRPr lang="de-DE">
              <a:solidFill>
                <a:srgbClr val="92D05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59DAAFD-962B-4A53-9A0B-CC718DD92F4D}"/>
              </a:ext>
            </a:extLst>
          </p:cNvPr>
          <p:cNvSpPr txBox="1"/>
          <p:nvPr/>
        </p:nvSpPr>
        <p:spPr>
          <a:xfrm>
            <a:off x="3803153" y="4837273"/>
            <a:ext cx="2392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B050"/>
                </a:solidFill>
                <a:latin typeface="Roboto" pitchFamily="2" charset="0"/>
                <a:ea typeface="Roboto" pitchFamily="2" charset="0"/>
              </a:rPr>
              <a:t>UTM Zone 32N</a:t>
            </a:r>
          </a:p>
          <a:p>
            <a:pPr algn="ctr"/>
            <a:r>
              <a:rPr lang="de-DE">
                <a:solidFill>
                  <a:srgbClr val="00B050"/>
                </a:solidFill>
                <a:latin typeface="Roboto" pitchFamily="2" charset="0"/>
                <a:ea typeface="Roboto" pitchFamily="2" charset="0"/>
              </a:rPr>
              <a:t> (aka EPSG:25832)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450B1640-00ED-4F44-8BA4-9D226A818375}"/>
              </a:ext>
            </a:extLst>
          </p:cNvPr>
          <p:cNvCxnSpPr/>
          <p:nvPr/>
        </p:nvCxnSpPr>
        <p:spPr>
          <a:xfrm>
            <a:off x="3359878" y="1986420"/>
            <a:ext cx="1064741" cy="13691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817E681-CB89-4FFA-A0E5-5AD93DEA09A3}"/>
              </a:ext>
            </a:extLst>
          </p:cNvPr>
          <p:cNvCxnSpPr>
            <a:cxnSpLocks/>
          </p:cNvCxnSpPr>
          <p:nvPr/>
        </p:nvCxnSpPr>
        <p:spPr>
          <a:xfrm>
            <a:off x="4424619" y="2406531"/>
            <a:ext cx="500263" cy="86840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3D59363-CF7B-4E5E-90DD-A3ECA134CA20}"/>
              </a:ext>
            </a:extLst>
          </p:cNvPr>
          <p:cNvCxnSpPr>
            <a:cxnSpLocks/>
          </p:cNvCxnSpPr>
          <p:nvPr/>
        </p:nvCxnSpPr>
        <p:spPr>
          <a:xfrm flipH="1">
            <a:off x="5319585" y="2059590"/>
            <a:ext cx="916722" cy="1227796"/>
          </a:xfrm>
          <a:prstGeom prst="line">
            <a:avLst/>
          </a:prstGeom>
          <a:ln w="28575">
            <a:solidFill>
              <a:srgbClr val="FFA2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4FB0FE8-6A19-4B76-B35B-3BB9F0078F7B}"/>
              </a:ext>
            </a:extLst>
          </p:cNvPr>
          <p:cNvCxnSpPr>
            <a:cxnSpLocks/>
          </p:cNvCxnSpPr>
          <p:nvPr/>
        </p:nvCxnSpPr>
        <p:spPr>
          <a:xfrm flipH="1">
            <a:off x="9072782" y="2743200"/>
            <a:ext cx="402671" cy="595618"/>
          </a:xfrm>
          <a:prstGeom prst="line">
            <a:avLst/>
          </a:prstGeom>
          <a:ln w="28575">
            <a:solidFill>
              <a:srgbClr val="D7E2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A129B08-01D1-4332-A1EC-B003FD05EFFC}"/>
              </a:ext>
            </a:extLst>
          </p:cNvPr>
          <p:cNvCxnSpPr>
            <a:cxnSpLocks/>
          </p:cNvCxnSpPr>
          <p:nvPr/>
        </p:nvCxnSpPr>
        <p:spPr>
          <a:xfrm flipH="1">
            <a:off x="9837580" y="2634143"/>
            <a:ext cx="493550" cy="6809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EE431033-B473-4091-871F-0C3394C62E45}"/>
              </a:ext>
            </a:extLst>
          </p:cNvPr>
          <p:cNvCxnSpPr>
            <a:cxnSpLocks/>
          </p:cNvCxnSpPr>
          <p:nvPr/>
        </p:nvCxnSpPr>
        <p:spPr>
          <a:xfrm flipH="1">
            <a:off x="4924882" y="3707917"/>
            <a:ext cx="966196" cy="116725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461F74BD-FFCA-4DB8-BEBA-5D84660BA8DB}"/>
              </a:ext>
            </a:extLst>
          </p:cNvPr>
          <p:cNvCxnSpPr>
            <a:cxnSpLocks/>
          </p:cNvCxnSpPr>
          <p:nvPr/>
        </p:nvCxnSpPr>
        <p:spPr>
          <a:xfrm>
            <a:off x="6759594" y="3751463"/>
            <a:ext cx="1014920" cy="152284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E195B7B-F110-411F-8D54-2BF8B33ECDA7}"/>
              </a:ext>
            </a:extLst>
          </p:cNvPr>
          <p:cNvCxnSpPr>
            <a:cxnSpLocks/>
          </p:cNvCxnSpPr>
          <p:nvPr/>
        </p:nvCxnSpPr>
        <p:spPr>
          <a:xfrm>
            <a:off x="8028832" y="3751463"/>
            <a:ext cx="960059" cy="1119797"/>
          </a:xfrm>
          <a:prstGeom prst="line">
            <a:avLst/>
          </a:prstGeom>
          <a:ln w="28575">
            <a:solidFill>
              <a:srgbClr val="006F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4C940CF-BC39-40A1-8871-BB81AB20D23F}"/>
              </a:ext>
            </a:extLst>
          </p:cNvPr>
          <p:cNvCxnSpPr>
            <a:cxnSpLocks/>
          </p:cNvCxnSpPr>
          <p:nvPr/>
        </p:nvCxnSpPr>
        <p:spPr>
          <a:xfrm flipV="1">
            <a:off x="8562620" y="1494903"/>
            <a:ext cx="1093789" cy="1758592"/>
          </a:xfrm>
          <a:prstGeom prst="line">
            <a:avLst/>
          </a:prstGeom>
          <a:ln w="28575">
            <a:solidFill>
              <a:srgbClr val="F73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fik 63">
            <a:extLst>
              <a:ext uri="{FF2B5EF4-FFF2-40B4-BE49-F238E27FC236}">
                <a16:creationId xmlns:a16="http://schemas.microsoft.com/office/drawing/2014/main" id="{EC1D592A-BD24-48A7-AA68-87DE8F320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4" y="938052"/>
            <a:ext cx="2014854" cy="5527236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54D7D119-FC55-4313-B686-0F1939ED901C}"/>
              </a:ext>
            </a:extLst>
          </p:cNvPr>
          <p:cNvSpPr txBox="1"/>
          <p:nvPr/>
        </p:nvSpPr>
        <p:spPr>
          <a:xfrm>
            <a:off x="984707" y="630044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722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A1B27B18-4454-4A0A-9AFF-C59D8F078309}"/>
              </a:ext>
            </a:extLst>
          </p:cNvPr>
          <p:cNvSpPr txBox="1"/>
          <p:nvPr/>
        </p:nvSpPr>
        <p:spPr>
          <a:xfrm>
            <a:off x="373027" y="1660686"/>
            <a:ext cx="9790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Aim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b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Instance Segmentation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, not just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classification</a:t>
            </a:r>
            <a:endParaRPr lang="de-DE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Find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missing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polygons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and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calculate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total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rooftop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area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+ solar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energy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potential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Bonus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points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if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you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can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4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(somehow)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assess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the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suitedness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solar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panels</a:t>
            </a:r>
            <a:endParaRPr lang="de-DE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Otherwise, assume that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every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rooftop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is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suited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for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solar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panel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installation</a:t>
            </a:r>
            <a:endParaRPr lang="de-DE">
              <a:solidFill>
                <a:srgbClr val="00B0F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0982131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41F155-B2BF-49F8-8523-C786A047281B}"/>
              </a:ext>
            </a:extLst>
          </p:cNvPr>
          <p:cNvSpPr txBox="1"/>
          <p:nvPr/>
        </p:nvSpPr>
        <p:spPr>
          <a:xfrm>
            <a:off x="373027" y="1057830"/>
            <a:ext cx="11715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Train an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image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recognition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model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(a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neural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network)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capable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of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identifying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roof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top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polygons</a:t>
            </a:r>
            <a:r>
              <a:rPr lang="de-DE" sz="2000" noProof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on a </a:t>
            </a:r>
            <a:r>
              <a:rPr lang="de-DE" sz="2000" noProof="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given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orthophoto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lacking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its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polygon</a:t>
            </a:r>
            <a:r>
              <a:rPr lang="de-DE" sz="200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2000" err="1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data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684CCF-7588-421E-B581-740D5E4CE883}"/>
              </a:ext>
            </a:extLst>
          </p:cNvPr>
          <p:cNvSpPr txBox="1"/>
          <p:nvPr/>
        </p:nvSpPr>
        <p:spPr>
          <a:xfrm>
            <a:off x="419099" y="5355419"/>
            <a:ext cx="46752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Suggested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Programming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Language / Frameworks: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Python 3.12 +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Pandas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or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Polars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(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data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wrangling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ultralytics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(YOLO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instance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de-DE" sz="1600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segmentation</a:t>
            </a:r>
            <a:r>
              <a:rPr lang="de-DE" sz="16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)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D123A8-BA4A-4D82-9179-F2049737B5E1}"/>
              </a:ext>
            </a:extLst>
          </p:cNvPr>
          <p:cNvSpPr txBox="1"/>
          <p:nvPr/>
        </p:nvSpPr>
        <p:spPr>
          <a:xfrm>
            <a:off x="373027" y="3442988"/>
            <a:ext cx="9180547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Put your code on GitHub and invite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me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(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Stefanopinto@hotmail.de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7DA5252-378F-4BFF-9C10-99F656266A86}"/>
              </a:ext>
            </a:extLst>
          </p:cNvPr>
          <p:cNvSpPr/>
          <p:nvPr/>
        </p:nvSpPr>
        <p:spPr>
          <a:xfrm>
            <a:off x="10696503" y="5738548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EA4C5C3-FB9E-4374-8FBE-BBA47575DAE5}"/>
              </a:ext>
            </a:extLst>
          </p:cNvPr>
          <p:cNvSpPr txBox="1"/>
          <p:nvPr/>
        </p:nvSpPr>
        <p:spPr>
          <a:xfrm>
            <a:off x="419099" y="428625"/>
            <a:ext cx="847491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u="sng">
                <a:solidFill>
                  <a:srgbClr val="00B0F0"/>
                </a:solidFill>
                <a:latin typeface="Roboto"/>
                <a:ea typeface="Roboto"/>
                <a:cs typeface="Roboto"/>
              </a:rPr>
              <a:t>Project 5: Roof Image </a:t>
            </a:r>
            <a:r>
              <a:rPr lang="de-DE" sz="2400" u="sng" err="1">
                <a:solidFill>
                  <a:srgbClr val="00B0F0"/>
                </a:solidFill>
                <a:latin typeface="Roboto"/>
                <a:ea typeface="Roboto"/>
                <a:cs typeface="Roboto"/>
              </a:rPr>
              <a:t>Detection</a:t>
            </a:r>
            <a:endParaRPr lang="de-DE" sz="2400" u="sng">
              <a:solidFill>
                <a:srgbClr val="00B0F0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8915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4F99D-5071-4E17-ACBC-BB0C2961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116355" y="6356350"/>
            <a:ext cx="44786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C2EC9-5094-44FC-A3A7-702AB575948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403026-6650-46C7-983B-F6B9CC903874}"/>
              </a:ext>
            </a:extLst>
          </p:cNvPr>
          <p:cNvSpPr txBox="1"/>
          <p:nvPr/>
        </p:nvSpPr>
        <p:spPr>
          <a:xfrm>
            <a:off x="373029" y="495300"/>
            <a:ext cx="1465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err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Overview</a:t>
            </a:r>
            <a:endParaRPr lang="de-DE" sz="2400" u="sng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tx5">
            <a:extLst>
              <a:ext uri="{FF2B5EF4-FFF2-40B4-BE49-F238E27FC236}">
                <a16:creationId xmlns:a16="http://schemas.microsoft.com/office/drawing/2014/main" id="{9F4872B4-C231-4CA3-A3F4-1864BB39B633}"/>
              </a:ext>
            </a:extLst>
          </p:cNvPr>
          <p:cNvSpPr/>
          <p:nvPr/>
        </p:nvSpPr>
        <p:spPr>
          <a:xfrm>
            <a:off x="1575965" y="3642335"/>
            <a:ext cx="1166512" cy="15116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Visualization</a:t>
            </a:r>
          </a:p>
        </p:txBody>
      </p:sp>
      <p:sp>
        <p:nvSpPr>
          <p:cNvPr id="12" name="pl8">
            <a:extLst>
              <a:ext uri="{FF2B5EF4-FFF2-40B4-BE49-F238E27FC236}">
                <a16:creationId xmlns:a16="http://schemas.microsoft.com/office/drawing/2014/main" id="{EF633A28-8809-4292-9052-F4920D2A2887}"/>
              </a:ext>
            </a:extLst>
          </p:cNvPr>
          <p:cNvSpPr/>
          <p:nvPr/>
        </p:nvSpPr>
        <p:spPr>
          <a:xfrm>
            <a:off x="2991024" y="1169201"/>
            <a:ext cx="5098390" cy="5098438"/>
          </a:xfrm>
          <a:custGeom>
            <a:avLst/>
            <a:gdLst/>
            <a:ahLst/>
            <a:cxnLst/>
            <a:rect l="0" t="0" r="0" b="0"/>
            <a:pathLst>
              <a:path w="4433369" h="4433412">
                <a:moveTo>
                  <a:pt x="4433369" y="2216706"/>
                </a:moveTo>
                <a:lnTo>
                  <a:pt x="4433030" y="2177911"/>
                </a:lnTo>
                <a:lnTo>
                  <a:pt x="4432011" y="2139127"/>
                </a:lnTo>
                <a:lnTo>
                  <a:pt x="4430314" y="2100368"/>
                </a:lnTo>
                <a:lnTo>
                  <a:pt x="4427939" y="2061644"/>
                </a:lnTo>
                <a:lnTo>
                  <a:pt x="4424887" y="2022968"/>
                </a:lnTo>
                <a:lnTo>
                  <a:pt x="4421158" y="1984351"/>
                </a:lnTo>
                <a:lnTo>
                  <a:pt x="4416754" y="1945806"/>
                </a:lnTo>
                <a:lnTo>
                  <a:pt x="4411676" y="1907343"/>
                </a:lnTo>
                <a:lnTo>
                  <a:pt x="4405926" y="1868975"/>
                </a:lnTo>
                <a:lnTo>
                  <a:pt x="4399505" y="1830714"/>
                </a:lnTo>
                <a:lnTo>
                  <a:pt x="4392415" y="1792570"/>
                </a:lnTo>
                <a:lnTo>
                  <a:pt x="4384659" y="1754557"/>
                </a:lnTo>
                <a:lnTo>
                  <a:pt x="4376239" y="1716685"/>
                </a:lnTo>
                <a:lnTo>
                  <a:pt x="4367157" y="1678967"/>
                </a:lnTo>
                <a:lnTo>
                  <a:pt x="4357417" y="1641413"/>
                </a:lnTo>
                <a:lnTo>
                  <a:pt x="4347021" y="1604035"/>
                </a:lnTo>
                <a:lnTo>
                  <a:pt x="4335972" y="1566845"/>
                </a:lnTo>
                <a:lnTo>
                  <a:pt x="4324275" y="1529855"/>
                </a:lnTo>
                <a:lnTo>
                  <a:pt x="4311931" y="1493074"/>
                </a:lnTo>
                <a:lnTo>
                  <a:pt x="4298946" y="1456515"/>
                </a:lnTo>
                <a:lnTo>
                  <a:pt x="4285323" y="1420189"/>
                </a:lnTo>
                <a:lnTo>
                  <a:pt x="4271066" y="1384107"/>
                </a:lnTo>
                <a:lnTo>
                  <a:pt x="4256180" y="1348280"/>
                </a:lnTo>
                <a:lnTo>
                  <a:pt x="4240670" y="1312719"/>
                </a:lnTo>
                <a:lnTo>
                  <a:pt x="4224539" y="1277435"/>
                </a:lnTo>
                <a:lnTo>
                  <a:pt x="4207793" y="1242439"/>
                </a:lnTo>
                <a:lnTo>
                  <a:pt x="4190438" y="1207741"/>
                </a:lnTo>
                <a:lnTo>
                  <a:pt x="4172477" y="1173352"/>
                </a:lnTo>
                <a:lnTo>
                  <a:pt x="4153918" y="1139282"/>
                </a:lnTo>
                <a:lnTo>
                  <a:pt x="4134765" y="1105543"/>
                </a:lnTo>
                <a:lnTo>
                  <a:pt x="4115025" y="1072144"/>
                </a:lnTo>
                <a:lnTo>
                  <a:pt x="4094703" y="1039096"/>
                </a:lnTo>
                <a:lnTo>
                  <a:pt x="4073806" y="1006408"/>
                </a:lnTo>
                <a:lnTo>
                  <a:pt x="4052341" y="974091"/>
                </a:lnTo>
                <a:lnTo>
                  <a:pt x="4030312" y="942155"/>
                </a:lnTo>
                <a:lnTo>
                  <a:pt x="4007729" y="910609"/>
                </a:lnTo>
                <a:lnTo>
                  <a:pt x="3984596" y="879463"/>
                </a:lnTo>
                <a:lnTo>
                  <a:pt x="3960923" y="848727"/>
                </a:lnTo>
                <a:lnTo>
                  <a:pt x="3936714" y="818410"/>
                </a:lnTo>
                <a:lnTo>
                  <a:pt x="3911979" y="788521"/>
                </a:lnTo>
                <a:lnTo>
                  <a:pt x="3886725" y="759070"/>
                </a:lnTo>
                <a:lnTo>
                  <a:pt x="3860959" y="730065"/>
                </a:lnTo>
                <a:lnTo>
                  <a:pt x="3834690" y="701515"/>
                </a:lnTo>
                <a:lnTo>
                  <a:pt x="3807924" y="673430"/>
                </a:lnTo>
                <a:lnTo>
                  <a:pt x="3780672" y="645817"/>
                </a:lnTo>
                <a:lnTo>
                  <a:pt x="3752940" y="618686"/>
                </a:lnTo>
                <a:lnTo>
                  <a:pt x="3724738" y="592044"/>
                </a:lnTo>
                <a:lnTo>
                  <a:pt x="3696074" y="565899"/>
                </a:lnTo>
                <a:lnTo>
                  <a:pt x="3666956" y="540261"/>
                </a:lnTo>
                <a:lnTo>
                  <a:pt x="3637395" y="515135"/>
                </a:lnTo>
                <a:lnTo>
                  <a:pt x="3607398" y="490531"/>
                </a:lnTo>
                <a:lnTo>
                  <a:pt x="3576975" y="466456"/>
                </a:lnTo>
                <a:lnTo>
                  <a:pt x="3546136" y="442917"/>
                </a:lnTo>
                <a:lnTo>
                  <a:pt x="3514889" y="419921"/>
                </a:lnTo>
                <a:lnTo>
                  <a:pt x="3483245" y="397476"/>
                </a:lnTo>
                <a:lnTo>
                  <a:pt x="3451212" y="375587"/>
                </a:lnTo>
                <a:lnTo>
                  <a:pt x="3418802" y="354263"/>
                </a:lnTo>
                <a:lnTo>
                  <a:pt x="3386023" y="333509"/>
                </a:lnTo>
                <a:lnTo>
                  <a:pt x="3352886" y="313332"/>
                </a:lnTo>
                <a:lnTo>
                  <a:pt x="3319401" y="293739"/>
                </a:lnTo>
                <a:lnTo>
                  <a:pt x="3285578" y="274734"/>
                </a:lnTo>
                <a:lnTo>
                  <a:pt x="3251428" y="256324"/>
                </a:lnTo>
                <a:lnTo>
                  <a:pt x="3216961" y="238514"/>
                </a:lnTo>
                <a:lnTo>
                  <a:pt x="3182187" y="221310"/>
                </a:lnTo>
                <a:lnTo>
                  <a:pt x="3147118" y="204718"/>
                </a:lnTo>
                <a:lnTo>
                  <a:pt x="3111764" y="188742"/>
                </a:lnTo>
                <a:lnTo>
                  <a:pt x="3076135" y="173387"/>
                </a:lnTo>
                <a:lnTo>
                  <a:pt x="3040243" y="158658"/>
                </a:lnTo>
                <a:lnTo>
                  <a:pt x="3004099" y="144559"/>
                </a:lnTo>
                <a:lnTo>
                  <a:pt x="2967714" y="131095"/>
                </a:lnTo>
                <a:lnTo>
                  <a:pt x="2931099" y="118270"/>
                </a:lnTo>
                <a:lnTo>
                  <a:pt x="2894264" y="106088"/>
                </a:lnTo>
                <a:lnTo>
                  <a:pt x="2857223" y="94552"/>
                </a:lnTo>
                <a:lnTo>
                  <a:pt x="2819985" y="83666"/>
                </a:lnTo>
                <a:lnTo>
                  <a:pt x="2782562" y="73434"/>
                </a:lnTo>
                <a:lnTo>
                  <a:pt x="2744966" y="63858"/>
                </a:lnTo>
                <a:lnTo>
                  <a:pt x="2707208" y="54941"/>
                </a:lnTo>
                <a:lnTo>
                  <a:pt x="2669300" y="46687"/>
                </a:lnTo>
                <a:lnTo>
                  <a:pt x="2631253" y="39097"/>
                </a:lnTo>
                <a:lnTo>
                  <a:pt x="2593079" y="32175"/>
                </a:lnTo>
                <a:lnTo>
                  <a:pt x="2554790" y="25921"/>
                </a:lnTo>
                <a:lnTo>
                  <a:pt x="2516397" y="20339"/>
                </a:lnTo>
                <a:lnTo>
                  <a:pt x="2477913" y="15429"/>
                </a:lnTo>
                <a:lnTo>
                  <a:pt x="2439348" y="11194"/>
                </a:lnTo>
                <a:lnTo>
                  <a:pt x="2400715" y="7634"/>
                </a:lnTo>
                <a:lnTo>
                  <a:pt x="2362026" y="4751"/>
                </a:lnTo>
                <a:lnTo>
                  <a:pt x="2323292" y="2545"/>
                </a:lnTo>
                <a:lnTo>
                  <a:pt x="2284526" y="1018"/>
                </a:lnTo>
                <a:lnTo>
                  <a:pt x="2245739" y="169"/>
                </a:lnTo>
                <a:lnTo>
                  <a:pt x="2206943" y="0"/>
                </a:lnTo>
                <a:lnTo>
                  <a:pt x="2168150" y="509"/>
                </a:lnTo>
                <a:lnTo>
                  <a:pt x="2129371" y="1697"/>
                </a:lnTo>
                <a:lnTo>
                  <a:pt x="2090620" y="3563"/>
                </a:lnTo>
                <a:lnTo>
                  <a:pt x="2051907" y="6108"/>
                </a:lnTo>
                <a:lnTo>
                  <a:pt x="2013244" y="9329"/>
                </a:lnTo>
                <a:lnTo>
                  <a:pt x="1974644" y="13227"/>
                </a:lnTo>
                <a:lnTo>
                  <a:pt x="1936118" y="17800"/>
                </a:lnTo>
                <a:lnTo>
                  <a:pt x="1897678" y="23046"/>
                </a:lnTo>
                <a:lnTo>
                  <a:pt x="1859336" y="28964"/>
                </a:lnTo>
                <a:lnTo>
                  <a:pt x="1821103" y="35553"/>
                </a:lnTo>
                <a:lnTo>
                  <a:pt x="1782991" y="42809"/>
                </a:lnTo>
                <a:lnTo>
                  <a:pt x="1745012" y="50731"/>
                </a:lnTo>
                <a:lnTo>
                  <a:pt x="1707177" y="59317"/>
                </a:lnTo>
                <a:lnTo>
                  <a:pt x="1669499" y="68563"/>
                </a:lnTo>
                <a:lnTo>
                  <a:pt x="1631988" y="78468"/>
                </a:lnTo>
                <a:lnTo>
                  <a:pt x="1594656" y="89028"/>
                </a:lnTo>
                <a:lnTo>
                  <a:pt x="1557515" y="100239"/>
                </a:lnTo>
                <a:lnTo>
                  <a:pt x="1520576" y="112098"/>
                </a:lnTo>
                <a:lnTo>
                  <a:pt x="1483849" y="124603"/>
                </a:lnTo>
                <a:lnTo>
                  <a:pt x="1447348" y="137748"/>
                </a:lnTo>
                <a:lnTo>
                  <a:pt x="1411082" y="151529"/>
                </a:lnTo>
                <a:lnTo>
                  <a:pt x="1375062" y="165944"/>
                </a:lnTo>
                <a:lnTo>
                  <a:pt x="1339301" y="180986"/>
                </a:lnTo>
                <a:lnTo>
                  <a:pt x="1303808" y="196653"/>
                </a:lnTo>
                <a:lnTo>
                  <a:pt x="1268595" y="212937"/>
                </a:lnTo>
                <a:lnTo>
                  <a:pt x="1233672" y="229836"/>
                </a:lnTo>
                <a:lnTo>
                  <a:pt x="1199050" y="247343"/>
                </a:lnTo>
                <a:lnTo>
                  <a:pt x="1164740" y="265454"/>
                </a:lnTo>
                <a:lnTo>
                  <a:pt x="1130753" y="284162"/>
                </a:lnTo>
                <a:lnTo>
                  <a:pt x="1097097" y="303462"/>
                </a:lnTo>
                <a:lnTo>
                  <a:pt x="1063785" y="323348"/>
                </a:lnTo>
                <a:lnTo>
                  <a:pt x="1030826" y="343815"/>
                </a:lnTo>
                <a:lnTo>
                  <a:pt x="998230" y="364854"/>
                </a:lnTo>
                <a:lnTo>
                  <a:pt x="966008" y="386461"/>
                </a:lnTo>
                <a:lnTo>
                  <a:pt x="934168" y="408629"/>
                </a:lnTo>
                <a:lnTo>
                  <a:pt x="902721" y="431351"/>
                </a:lnTo>
                <a:lnTo>
                  <a:pt x="871677" y="454619"/>
                </a:lnTo>
                <a:lnTo>
                  <a:pt x="841045" y="478427"/>
                </a:lnTo>
                <a:lnTo>
                  <a:pt x="810834" y="502768"/>
                </a:lnTo>
                <a:lnTo>
                  <a:pt x="781053" y="527633"/>
                </a:lnTo>
                <a:lnTo>
                  <a:pt x="751713" y="553016"/>
                </a:lnTo>
                <a:lnTo>
                  <a:pt x="722821" y="578909"/>
                </a:lnTo>
                <a:lnTo>
                  <a:pt x="694386" y="605303"/>
                </a:lnTo>
                <a:lnTo>
                  <a:pt x="666418" y="632191"/>
                </a:lnTo>
                <a:lnTo>
                  <a:pt x="638925" y="659564"/>
                </a:lnTo>
                <a:lnTo>
                  <a:pt x="611915" y="687414"/>
                </a:lnTo>
                <a:lnTo>
                  <a:pt x="585397" y="715733"/>
                </a:lnTo>
                <a:lnTo>
                  <a:pt x="559378" y="744511"/>
                </a:lnTo>
                <a:lnTo>
                  <a:pt x="533867" y="773740"/>
                </a:lnTo>
                <a:lnTo>
                  <a:pt x="508872" y="803411"/>
                </a:lnTo>
                <a:lnTo>
                  <a:pt x="484399" y="833516"/>
                </a:lnTo>
                <a:lnTo>
                  <a:pt x="460457" y="864044"/>
                </a:lnTo>
                <a:lnTo>
                  <a:pt x="437053" y="894986"/>
                </a:lnTo>
                <a:lnTo>
                  <a:pt x="414194" y="926333"/>
                </a:lnTo>
                <a:lnTo>
                  <a:pt x="391887" y="958075"/>
                </a:lnTo>
                <a:lnTo>
                  <a:pt x="370140" y="990203"/>
                </a:lnTo>
                <a:lnTo>
                  <a:pt x="348957" y="1022706"/>
                </a:lnTo>
                <a:lnTo>
                  <a:pt x="328347" y="1055576"/>
                </a:lnTo>
                <a:lnTo>
                  <a:pt x="308315" y="1088801"/>
                </a:lnTo>
                <a:lnTo>
                  <a:pt x="288868" y="1122371"/>
                </a:lnTo>
                <a:lnTo>
                  <a:pt x="270011" y="1156277"/>
                </a:lnTo>
                <a:lnTo>
                  <a:pt x="251751" y="1190507"/>
                </a:lnTo>
                <a:lnTo>
                  <a:pt x="234092" y="1225052"/>
                </a:lnTo>
                <a:lnTo>
                  <a:pt x="217041" y="1259900"/>
                </a:lnTo>
                <a:lnTo>
                  <a:pt x="200602" y="1295042"/>
                </a:lnTo>
                <a:lnTo>
                  <a:pt x="184781" y="1330466"/>
                </a:lnTo>
                <a:lnTo>
                  <a:pt x="169582" y="1366161"/>
                </a:lnTo>
                <a:lnTo>
                  <a:pt x="155010" y="1402117"/>
                </a:lnTo>
                <a:lnTo>
                  <a:pt x="141070" y="1438322"/>
                </a:lnTo>
                <a:lnTo>
                  <a:pt x="127765" y="1474766"/>
                </a:lnTo>
                <a:lnTo>
                  <a:pt x="115100" y="1511437"/>
                </a:lnTo>
                <a:lnTo>
                  <a:pt x="103079" y="1548324"/>
                </a:lnTo>
                <a:lnTo>
                  <a:pt x="91706" y="1585416"/>
                </a:lnTo>
                <a:lnTo>
                  <a:pt x="80983" y="1622701"/>
                </a:lnTo>
                <a:lnTo>
                  <a:pt x="70914" y="1660169"/>
                </a:lnTo>
                <a:lnTo>
                  <a:pt x="61503" y="1697806"/>
                </a:lnTo>
                <a:lnTo>
                  <a:pt x="52752" y="1735603"/>
                </a:lnTo>
                <a:lnTo>
                  <a:pt x="44664" y="1773547"/>
                </a:lnTo>
                <a:lnTo>
                  <a:pt x="37240" y="1811627"/>
                </a:lnTo>
                <a:lnTo>
                  <a:pt x="30485" y="1849830"/>
                </a:lnTo>
                <a:lnTo>
                  <a:pt x="24399" y="1888146"/>
                </a:lnTo>
                <a:lnTo>
                  <a:pt x="18985" y="1926563"/>
                </a:lnTo>
                <a:lnTo>
                  <a:pt x="14243" y="1965069"/>
                </a:lnTo>
                <a:lnTo>
                  <a:pt x="10177" y="2003652"/>
                </a:lnTo>
                <a:lnTo>
                  <a:pt x="6786" y="2042300"/>
                </a:lnTo>
                <a:lnTo>
                  <a:pt x="4072" y="2081001"/>
                </a:lnTo>
                <a:lnTo>
                  <a:pt x="2036" y="2119744"/>
                </a:lnTo>
                <a:lnTo>
                  <a:pt x="678" y="2158517"/>
                </a:lnTo>
                <a:lnTo>
                  <a:pt x="0" y="2197307"/>
                </a:lnTo>
                <a:lnTo>
                  <a:pt x="0" y="2236104"/>
                </a:lnTo>
                <a:lnTo>
                  <a:pt x="678" y="2274894"/>
                </a:lnTo>
                <a:lnTo>
                  <a:pt x="2036" y="2313667"/>
                </a:lnTo>
                <a:lnTo>
                  <a:pt x="4072" y="2352410"/>
                </a:lnTo>
                <a:lnTo>
                  <a:pt x="6786" y="2391111"/>
                </a:lnTo>
                <a:lnTo>
                  <a:pt x="10177" y="2429759"/>
                </a:lnTo>
                <a:lnTo>
                  <a:pt x="14243" y="2468342"/>
                </a:lnTo>
                <a:lnTo>
                  <a:pt x="18985" y="2506848"/>
                </a:lnTo>
                <a:lnTo>
                  <a:pt x="24399" y="2545265"/>
                </a:lnTo>
                <a:lnTo>
                  <a:pt x="30485" y="2583581"/>
                </a:lnTo>
                <a:lnTo>
                  <a:pt x="37240" y="2621785"/>
                </a:lnTo>
                <a:lnTo>
                  <a:pt x="44664" y="2659864"/>
                </a:lnTo>
                <a:lnTo>
                  <a:pt x="52752" y="2697808"/>
                </a:lnTo>
                <a:lnTo>
                  <a:pt x="61503" y="2735605"/>
                </a:lnTo>
                <a:lnTo>
                  <a:pt x="70914" y="2773242"/>
                </a:lnTo>
                <a:lnTo>
                  <a:pt x="80983" y="2810710"/>
                </a:lnTo>
                <a:lnTo>
                  <a:pt x="91706" y="2847995"/>
                </a:lnTo>
                <a:lnTo>
                  <a:pt x="103079" y="2885087"/>
                </a:lnTo>
                <a:lnTo>
                  <a:pt x="115100" y="2921974"/>
                </a:lnTo>
                <a:lnTo>
                  <a:pt x="127765" y="2958645"/>
                </a:lnTo>
                <a:lnTo>
                  <a:pt x="141070" y="2995089"/>
                </a:lnTo>
                <a:lnTo>
                  <a:pt x="155010" y="3031294"/>
                </a:lnTo>
                <a:lnTo>
                  <a:pt x="169582" y="3067250"/>
                </a:lnTo>
                <a:lnTo>
                  <a:pt x="184781" y="3102945"/>
                </a:lnTo>
                <a:lnTo>
                  <a:pt x="200602" y="3138369"/>
                </a:lnTo>
                <a:lnTo>
                  <a:pt x="217041" y="3173511"/>
                </a:lnTo>
                <a:lnTo>
                  <a:pt x="234092" y="3208359"/>
                </a:lnTo>
                <a:lnTo>
                  <a:pt x="251751" y="3242904"/>
                </a:lnTo>
                <a:lnTo>
                  <a:pt x="270011" y="3277135"/>
                </a:lnTo>
                <a:lnTo>
                  <a:pt x="288868" y="3311040"/>
                </a:lnTo>
                <a:lnTo>
                  <a:pt x="308315" y="3344611"/>
                </a:lnTo>
                <a:lnTo>
                  <a:pt x="328347" y="3377835"/>
                </a:lnTo>
                <a:lnTo>
                  <a:pt x="348957" y="3410705"/>
                </a:lnTo>
                <a:lnTo>
                  <a:pt x="370140" y="3443208"/>
                </a:lnTo>
                <a:lnTo>
                  <a:pt x="391887" y="3475336"/>
                </a:lnTo>
                <a:lnTo>
                  <a:pt x="414194" y="3507078"/>
                </a:lnTo>
                <a:lnTo>
                  <a:pt x="437053" y="3538425"/>
                </a:lnTo>
                <a:lnTo>
                  <a:pt x="460457" y="3569368"/>
                </a:lnTo>
                <a:lnTo>
                  <a:pt x="484399" y="3599895"/>
                </a:lnTo>
                <a:lnTo>
                  <a:pt x="508872" y="3630000"/>
                </a:lnTo>
                <a:lnTo>
                  <a:pt x="533867" y="3659671"/>
                </a:lnTo>
                <a:lnTo>
                  <a:pt x="559378" y="3688900"/>
                </a:lnTo>
                <a:lnTo>
                  <a:pt x="585397" y="3717678"/>
                </a:lnTo>
                <a:lnTo>
                  <a:pt x="611915" y="3745997"/>
                </a:lnTo>
                <a:lnTo>
                  <a:pt x="638925" y="3773847"/>
                </a:lnTo>
                <a:lnTo>
                  <a:pt x="666418" y="3801220"/>
                </a:lnTo>
                <a:lnTo>
                  <a:pt x="694386" y="3828108"/>
                </a:lnTo>
                <a:lnTo>
                  <a:pt x="722821" y="3854502"/>
                </a:lnTo>
                <a:lnTo>
                  <a:pt x="751713" y="3880395"/>
                </a:lnTo>
                <a:lnTo>
                  <a:pt x="781053" y="3905778"/>
                </a:lnTo>
                <a:lnTo>
                  <a:pt x="810834" y="3930643"/>
                </a:lnTo>
                <a:lnTo>
                  <a:pt x="841045" y="3954984"/>
                </a:lnTo>
                <a:lnTo>
                  <a:pt x="871677" y="3978792"/>
                </a:lnTo>
                <a:lnTo>
                  <a:pt x="902721" y="4002060"/>
                </a:lnTo>
                <a:lnTo>
                  <a:pt x="934168" y="4024782"/>
                </a:lnTo>
                <a:lnTo>
                  <a:pt x="966008" y="4046950"/>
                </a:lnTo>
                <a:lnTo>
                  <a:pt x="998230" y="4068557"/>
                </a:lnTo>
                <a:lnTo>
                  <a:pt x="1030826" y="4089597"/>
                </a:lnTo>
                <a:lnTo>
                  <a:pt x="1063785" y="4110063"/>
                </a:lnTo>
                <a:lnTo>
                  <a:pt x="1097097" y="4129949"/>
                </a:lnTo>
                <a:lnTo>
                  <a:pt x="1130753" y="4149249"/>
                </a:lnTo>
                <a:lnTo>
                  <a:pt x="1164740" y="4167957"/>
                </a:lnTo>
                <a:lnTo>
                  <a:pt x="1199050" y="4186068"/>
                </a:lnTo>
                <a:lnTo>
                  <a:pt x="1233672" y="4203575"/>
                </a:lnTo>
                <a:lnTo>
                  <a:pt x="1268595" y="4220474"/>
                </a:lnTo>
                <a:lnTo>
                  <a:pt x="1303808" y="4236759"/>
                </a:lnTo>
                <a:lnTo>
                  <a:pt x="1339301" y="4252425"/>
                </a:lnTo>
                <a:lnTo>
                  <a:pt x="1375062" y="4267467"/>
                </a:lnTo>
                <a:lnTo>
                  <a:pt x="1411082" y="4281882"/>
                </a:lnTo>
                <a:lnTo>
                  <a:pt x="1447348" y="4295664"/>
                </a:lnTo>
                <a:lnTo>
                  <a:pt x="1483849" y="4308809"/>
                </a:lnTo>
                <a:lnTo>
                  <a:pt x="1520576" y="4321313"/>
                </a:lnTo>
                <a:lnTo>
                  <a:pt x="1557515" y="4333172"/>
                </a:lnTo>
                <a:lnTo>
                  <a:pt x="1594656" y="4344384"/>
                </a:lnTo>
                <a:lnTo>
                  <a:pt x="1631988" y="4354943"/>
                </a:lnTo>
                <a:lnTo>
                  <a:pt x="1669499" y="4364848"/>
                </a:lnTo>
                <a:lnTo>
                  <a:pt x="1707177" y="4374094"/>
                </a:lnTo>
                <a:lnTo>
                  <a:pt x="1745012" y="4382680"/>
                </a:lnTo>
                <a:lnTo>
                  <a:pt x="1782991" y="4390602"/>
                </a:lnTo>
                <a:lnTo>
                  <a:pt x="1821103" y="4397859"/>
                </a:lnTo>
                <a:lnTo>
                  <a:pt x="1859336" y="4404447"/>
                </a:lnTo>
                <a:lnTo>
                  <a:pt x="1897678" y="4410365"/>
                </a:lnTo>
                <a:lnTo>
                  <a:pt x="1936118" y="4415611"/>
                </a:lnTo>
                <a:lnTo>
                  <a:pt x="1974644" y="4420184"/>
                </a:lnTo>
                <a:lnTo>
                  <a:pt x="2013244" y="4424082"/>
                </a:lnTo>
                <a:lnTo>
                  <a:pt x="2051907" y="4427303"/>
                </a:lnTo>
                <a:lnTo>
                  <a:pt x="2090620" y="4429848"/>
                </a:lnTo>
                <a:lnTo>
                  <a:pt x="2129371" y="4431714"/>
                </a:lnTo>
                <a:lnTo>
                  <a:pt x="2168150" y="4432902"/>
                </a:lnTo>
                <a:lnTo>
                  <a:pt x="2206943" y="4433412"/>
                </a:lnTo>
                <a:lnTo>
                  <a:pt x="2245739" y="4433242"/>
                </a:lnTo>
                <a:lnTo>
                  <a:pt x="2284526" y="4432393"/>
                </a:lnTo>
                <a:lnTo>
                  <a:pt x="2323292" y="4430866"/>
                </a:lnTo>
                <a:lnTo>
                  <a:pt x="2362026" y="4428660"/>
                </a:lnTo>
                <a:lnTo>
                  <a:pt x="2400715" y="4425777"/>
                </a:lnTo>
                <a:lnTo>
                  <a:pt x="2439348" y="4422217"/>
                </a:lnTo>
                <a:lnTo>
                  <a:pt x="2477913" y="4417982"/>
                </a:lnTo>
                <a:lnTo>
                  <a:pt x="2516397" y="4413072"/>
                </a:lnTo>
                <a:lnTo>
                  <a:pt x="2554790" y="4407490"/>
                </a:lnTo>
                <a:lnTo>
                  <a:pt x="2593079" y="4401236"/>
                </a:lnTo>
                <a:lnTo>
                  <a:pt x="2631253" y="4394314"/>
                </a:lnTo>
                <a:lnTo>
                  <a:pt x="2669300" y="4386724"/>
                </a:lnTo>
                <a:lnTo>
                  <a:pt x="2707208" y="4378470"/>
                </a:lnTo>
                <a:lnTo>
                  <a:pt x="2744966" y="4369553"/>
                </a:lnTo>
                <a:lnTo>
                  <a:pt x="2782562" y="4359977"/>
                </a:lnTo>
                <a:lnTo>
                  <a:pt x="2819985" y="4349745"/>
                </a:lnTo>
                <a:lnTo>
                  <a:pt x="2857223" y="4338859"/>
                </a:lnTo>
                <a:lnTo>
                  <a:pt x="2894264" y="4327323"/>
                </a:lnTo>
                <a:lnTo>
                  <a:pt x="2931099" y="4315141"/>
                </a:lnTo>
                <a:lnTo>
                  <a:pt x="2967714" y="4302316"/>
                </a:lnTo>
                <a:lnTo>
                  <a:pt x="3004099" y="4288852"/>
                </a:lnTo>
                <a:lnTo>
                  <a:pt x="3040243" y="4274753"/>
                </a:lnTo>
                <a:lnTo>
                  <a:pt x="3076135" y="4260024"/>
                </a:lnTo>
                <a:lnTo>
                  <a:pt x="3111764" y="4244669"/>
                </a:lnTo>
                <a:lnTo>
                  <a:pt x="3147118" y="4228693"/>
                </a:lnTo>
                <a:lnTo>
                  <a:pt x="3182187" y="4212101"/>
                </a:lnTo>
                <a:lnTo>
                  <a:pt x="3216961" y="4194897"/>
                </a:lnTo>
                <a:lnTo>
                  <a:pt x="3251428" y="4177088"/>
                </a:lnTo>
                <a:lnTo>
                  <a:pt x="3285578" y="4158677"/>
                </a:lnTo>
                <a:lnTo>
                  <a:pt x="3319401" y="4139673"/>
                </a:lnTo>
                <a:lnTo>
                  <a:pt x="3352886" y="4120079"/>
                </a:lnTo>
                <a:lnTo>
                  <a:pt x="3386023" y="4099902"/>
                </a:lnTo>
                <a:lnTo>
                  <a:pt x="3418802" y="4079148"/>
                </a:lnTo>
                <a:lnTo>
                  <a:pt x="3451212" y="4057824"/>
                </a:lnTo>
                <a:lnTo>
                  <a:pt x="3483245" y="4035936"/>
                </a:lnTo>
                <a:lnTo>
                  <a:pt x="3514889" y="4013490"/>
                </a:lnTo>
                <a:lnTo>
                  <a:pt x="3546136" y="3990494"/>
                </a:lnTo>
                <a:lnTo>
                  <a:pt x="3576975" y="3966955"/>
                </a:lnTo>
                <a:lnTo>
                  <a:pt x="3607398" y="3942880"/>
                </a:lnTo>
                <a:lnTo>
                  <a:pt x="3637395" y="3918276"/>
                </a:lnTo>
                <a:lnTo>
                  <a:pt x="3666956" y="3893151"/>
                </a:lnTo>
                <a:lnTo>
                  <a:pt x="3696074" y="3867512"/>
                </a:lnTo>
                <a:lnTo>
                  <a:pt x="3724738" y="3841367"/>
                </a:lnTo>
                <a:lnTo>
                  <a:pt x="3752940" y="3814725"/>
                </a:lnTo>
                <a:lnTo>
                  <a:pt x="3780672" y="3787594"/>
                </a:lnTo>
                <a:lnTo>
                  <a:pt x="3807924" y="3759981"/>
                </a:lnTo>
                <a:lnTo>
                  <a:pt x="3834690" y="3731896"/>
                </a:lnTo>
                <a:lnTo>
                  <a:pt x="3860959" y="3703346"/>
                </a:lnTo>
                <a:lnTo>
                  <a:pt x="3886725" y="3674341"/>
                </a:lnTo>
                <a:lnTo>
                  <a:pt x="3911979" y="3644890"/>
                </a:lnTo>
                <a:lnTo>
                  <a:pt x="3936714" y="3615001"/>
                </a:lnTo>
                <a:lnTo>
                  <a:pt x="3960923" y="3584684"/>
                </a:lnTo>
                <a:lnTo>
                  <a:pt x="3984596" y="3553948"/>
                </a:lnTo>
                <a:lnTo>
                  <a:pt x="4007729" y="3522802"/>
                </a:lnTo>
                <a:lnTo>
                  <a:pt x="4030312" y="3491256"/>
                </a:lnTo>
                <a:lnTo>
                  <a:pt x="4052341" y="3459320"/>
                </a:lnTo>
                <a:lnTo>
                  <a:pt x="4073806" y="3427003"/>
                </a:lnTo>
                <a:lnTo>
                  <a:pt x="4094703" y="3394315"/>
                </a:lnTo>
                <a:lnTo>
                  <a:pt x="4115025" y="3361267"/>
                </a:lnTo>
                <a:lnTo>
                  <a:pt x="4134765" y="3327868"/>
                </a:lnTo>
                <a:lnTo>
                  <a:pt x="4153918" y="3294129"/>
                </a:lnTo>
                <a:lnTo>
                  <a:pt x="4172477" y="3260059"/>
                </a:lnTo>
                <a:lnTo>
                  <a:pt x="4190438" y="3225670"/>
                </a:lnTo>
                <a:lnTo>
                  <a:pt x="4207793" y="3190972"/>
                </a:lnTo>
                <a:lnTo>
                  <a:pt x="4224539" y="3155976"/>
                </a:lnTo>
                <a:lnTo>
                  <a:pt x="4240670" y="3120692"/>
                </a:lnTo>
                <a:lnTo>
                  <a:pt x="4256180" y="3085131"/>
                </a:lnTo>
                <a:lnTo>
                  <a:pt x="4271066" y="3049304"/>
                </a:lnTo>
                <a:lnTo>
                  <a:pt x="4285323" y="3013222"/>
                </a:lnTo>
                <a:lnTo>
                  <a:pt x="4298946" y="2976896"/>
                </a:lnTo>
                <a:lnTo>
                  <a:pt x="4311931" y="2940337"/>
                </a:lnTo>
                <a:lnTo>
                  <a:pt x="4324275" y="2903557"/>
                </a:lnTo>
                <a:lnTo>
                  <a:pt x="4335972" y="2866566"/>
                </a:lnTo>
                <a:lnTo>
                  <a:pt x="4347021" y="2829376"/>
                </a:lnTo>
                <a:lnTo>
                  <a:pt x="4357417" y="2791998"/>
                </a:lnTo>
                <a:lnTo>
                  <a:pt x="4367157" y="2754444"/>
                </a:lnTo>
                <a:lnTo>
                  <a:pt x="4376239" y="2716726"/>
                </a:lnTo>
                <a:lnTo>
                  <a:pt x="4384659" y="2678854"/>
                </a:lnTo>
                <a:lnTo>
                  <a:pt x="4392415" y="2640841"/>
                </a:lnTo>
                <a:lnTo>
                  <a:pt x="4399505" y="2602697"/>
                </a:lnTo>
                <a:lnTo>
                  <a:pt x="4405926" y="2564436"/>
                </a:lnTo>
                <a:lnTo>
                  <a:pt x="4411676" y="2526068"/>
                </a:lnTo>
                <a:lnTo>
                  <a:pt x="4416754" y="2487605"/>
                </a:lnTo>
                <a:lnTo>
                  <a:pt x="4421158" y="2449060"/>
                </a:lnTo>
                <a:lnTo>
                  <a:pt x="4424887" y="2410443"/>
                </a:lnTo>
                <a:lnTo>
                  <a:pt x="4427939" y="2371767"/>
                </a:lnTo>
                <a:lnTo>
                  <a:pt x="4430314" y="2333043"/>
                </a:lnTo>
                <a:lnTo>
                  <a:pt x="4432011" y="2294284"/>
                </a:lnTo>
                <a:lnTo>
                  <a:pt x="4433030" y="2255501"/>
                </a:lnTo>
                <a:lnTo>
                  <a:pt x="4433369" y="2216706"/>
                </a:lnTo>
              </a:path>
            </a:pathLst>
          </a:custGeom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x9">
            <a:extLst>
              <a:ext uri="{FF2B5EF4-FFF2-40B4-BE49-F238E27FC236}">
                <a16:creationId xmlns:a16="http://schemas.microsoft.com/office/drawing/2014/main" id="{A7D87024-DE79-4A64-ADB1-83D8B1AFAC65}"/>
              </a:ext>
            </a:extLst>
          </p:cNvPr>
          <p:cNvSpPr/>
          <p:nvPr/>
        </p:nvSpPr>
        <p:spPr>
          <a:xfrm>
            <a:off x="4950461" y="854649"/>
            <a:ext cx="1177874" cy="1924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2000" err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Progamming</a:t>
            </a:r>
            <a:endParaRPr sz="2000">
              <a:solidFill>
                <a:schemeClr val="bg1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14" name="tx10">
            <a:extLst>
              <a:ext uri="{FF2B5EF4-FFF2-40B4-BE49-F238E27FC236}">
                <a16:creationId xmlns:a16="http://schemas.microsoft.com/office/drawing/2014/main" id="{BD796876-93CF-440A-8EF2-899915F767E5}"/>
              </a:ext>
            </a:extLst>
          </p:cNvPr>
          <p:cNvSpPr/>
          <p:nvPr/>
        </p:nvSpPr>
        <p:spPr>
          <a:xfrm>
            <a:off x="4950308" y="6401945"/>
            <a:ext cx="1178180" cy="1900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Manipulation</a:t>
            </a:r>
          </a:p>
        </p:txBody>
      </p:sp>
      <p:sp>
        <p:nvSpPr>
          <p:cNvPr id="15" name="tx11">
            <a:extLst>
              <a:ext uri="{FF2B5EF4-FFF2-40B4-BE49-F238E27FC236}">
                <a16:creationId xmlns:a16="http://schemas.microsoft.com/office/drawing/2014/main" id="{577F1E0D-FE42-4536-A790-57F1AC8E0C28}"/>
              </a:ext>
            </a:extLst>
          </p:cNvPr>
          <p:cNvSpPr/>
          <p:nvPr/>
        </p:nvSpPr>
        <p:spPr>
          <a:xfrm>
            <a:off x="8287112" y="3641017"/>
            <a:ext cx="831310" cy="1538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Statistics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09CAC3E-CA96-4CA1-AFC6-804371878D1D}"/>
              </a:ext>
            </a:extLst>
          </p:cNvPr>
          <p:cNvGrpSpPr/>
          <p:nvPr/>
        </p:nvGrpSpPr>
        <p:grpSpPr>
          <a:xfrm>
            <a:off x="5233328" y="1466393"/>
            <a:ext cx="613696" cy="2908012"/>
            <a:chOff x="3930327" y="1494122"/>
            <a:chExt cx="533648" cy="2528703"/>
          </a:xfrm>
        </p:grpSpPr>
        <p:sp>
          <p:nvSpPr>
            <p:cNvPr id="17" name="pl17">
              <a:extLst>
                <a:ext uri="{FF2B5EF4-FFF2-40B4-BE49-F238E27FC236}">
                  <a16:creationId xmlns:a16="http://schemas.microsoft.com/office/drawing/2014/main" id="{F1F49256-31EF-4AB4-86CA-2CE71BA47551}"/>
                </a:ext>
              </a:extLst>
            </p:cNvPr>
            <p:cNvSpPr/>
            <p:nvPr/>
          </p:nvSpPr>
          <p:spPr>
            <a:xfrm>
              <a:off x="3975479" y="1539274"/>
              <a:ext cx="443345" cy="2438399"/>
            </a:xfrm>
            <a:custGeom>
              <a:avLst/>
              <a:gdLst/>
              <a:ahLst/>
              <a:cxnLst/>
              <a:rect l="0" t="0" r="0" b="0"/>
              <a:pathLst>
                <a:path w="443345" h="2438399">
                  <a:moveTo>
                    <a:pt x="221672" y="0"/>
                  </a:moveTo>
                  <a:lnTo>
                    <a:pt x="443345" y="2017221"/>
                  </a:lnTo>
                  <a:lnTo>
                    <a:pt x="221672" y="2438399"/>
                  </a:lnTo>
                  <a:lnTo>
                    <a:pt x="0" y="2017221"/>
                  </a:lnTo>
                  <a:lnTo>
                    <a:pt x="221672" y="0"/>
                  </a:lnTo>
                </a:path>
              </a:pathLst>
            </a:custGeom>
            <a:ln w="27101" cap="flat">
              <a:solidFill>
                <a:srgbClr val="E5E419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" name="pt22">
              <a:extLst>
                <a:ext uri="{FF2B5EF4-FFF2-40B4-BE49-F238E27FC236}">
                  <a16:creationId xmlns:a16="http://schemas.microsoft.com/office/drawing/2014/main" id="{25550939-74E0-4646-B45C-52B267E6CCCB}"/>
                </a:ext>
              </a:extLst>
            </p:cNvPr>
            <p:cNvSpPr/>
            <p:nvPr/>
          </p:nvSpPr>
          <p:spPr>
            <a:xfrm>
              <a:off x="4373672" y="3511344"/>
              <a:ext cx="90303" cy="90303"/>
            </a:xfrm>
            <a:prstGeom prst="ellipse">
              <a:avLst/>
            </a:prstGeom>
            <a:solidFill>
              <a:srgbClr val="D7E219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9" name="pt23">
              <a:extLst>
                <a:ext uri="{FF2B5EF4-FFF2-40B4-BE49-F238E27FC236}">
                  <a16:creationId xmlns:a16="http://schemas.microsoft.com/office/drawing/2014/main" id="{1F3DD5BA-08DB-4833-8BB8-A676A033D2A1}"/>
                </a:ext>
              </a:extLst>
            </p:cNvPr>
            <p:cNvSpPr/>
            <p:nvPr/>
          </p:nvSpPr>
          <p:spPr>
            <a:xfrm>
              <a:off x="4152000" y="3932522"/>
              <a:ext cx="90303" cy="90303"/>
            </a:xfrm>
            <a:prstGeom prst="ellipse">
              <a:avLst/>
            </a:prstGeom>
            <a:solidFill>
              <a:srgbClr val="D7E219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0" name="pt24">
              <a:extLst>
                <a:ext uri="{FF2B5EF4-FFF2-40B4-BE49-F238E27FC236}">
                  <a16:creationId xmlns:a16="http://schemas.microsoft.com/office/drawing/2014/main" id="{49B96BFB-787E-4F00-A044-76FE3C2AFA07}"/>
                </a:ext>
              </a:extLst>
            </p:cNvPr>
            <p:cNvSpPr/>
            <p:nvPr/>
          </p:nvSpPr>
          <p:spPr>
            <a:xfrm>
              <a:off x="3930327" y="3511344"/>
              <a:ext cx="90303" cy="90303"/>
            </a:xfrm>
            <a:prstGeom prst="ellipse">
              <a:avLst/>
            </a:prstGeom>
            <a:solidFill>
              <a:srgbClr val="D7E219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1" name="pt25">
              <a:extLst>
                <a:ext uri="{FF2B5EF4-FFF2-40B4-BE49-F238E27FC236}">
                  <a16:creationId xmlns:a16="http://schemas.microsoft.com/office/drawing/2014/main" id="{FF1E1580-4370-4C63-8680-4BC62789B1E8}"/>
                </a:ext>
              </a:extLst>
            </p:cNvPr>
            <p:cNvSpPr/>
            <p:nvPr/>
          </p:nvSpPr>
          <p:spPr>
            <a:xfrm>
              <a:off x="4152000" y="1494122"/>
              <a:ext cx="90303" cy="90303"/>
            </a:xfrm>
            <a:prstGeom prst="ellipse">
              <a:avLst/>
            </a:prstGeom>
            <a:solidFill>
              <a:srgbClr val="D7E219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2B40C58-83B3-4A2B-A975-1FCD4B279A96}"/>
              </a:ext>
            </a:extLst>
          </p:cNvPr>
          <p:cNvGrpSpPr/>
          <p:nvPr/>
        </p:nvGrpSpPr>
        <p:grpSpPr>
          <a:xfrm>
            <a:off x="4959005" y="3137249"/>
            <a:ext cx="1760858" cy="1760858"/>
            <a:chOff x="3730821" y="3090165"/>
            <a:chExt cx="1531176" cy="1531176"/>
          </a:xfrm>
        </p:grpSpPr>
        <p:sp>
          <p:nvSpPr>
            <p:cNvPr id="24" name="pl18">
              <a:extLst>
                <a:ext uri="{FF2B5EF4-FFF2-40B4-BE49-F238E27FC236}">
                  <a16:creationId xmlns:a16="http://schemas.microsoft.com/office/drawing/2014/main" id="{43877953-6D8F-4BD9-BD5B-70558C7D37A8}"/>
                </a:ext>
              </a:extLst>
            </p:cNvPr>
            <p:cNvSpPr/>
            <p:nvPr/>
          </p:nvSpPr>
          <p:spPr>
            <a:xfrm>
              <a:off x="3775973" y="3135317"/>
              <a:ext cx="1440872" cy="1440872"/>
            </a:xfrm>
            <a:custGeom>
              <a:avLst/>
              <a:gdLst/>
              <a:ahLst/>
              <a:cxnLst/>
              <a:rect l="0" t="0" r="0" b="0"/>
              <a:pathLst>
                <a:path w="1440872" h="1440872">
                  <a:moveTo>
                    <a:pt x="421178" y="0"/>
                  </a:moveTo>
                  <a:lnTo>
                    <a:pt x="1440872" y="421178"/>
                  </a:lnTo>
                  <a:lnTo>
                    <a:pt x="421178" y="1440872"/>
                  </a:lnTo>
                  <a:lnTo>
                    <a:pt x="0" y="421178"/>
                  </a:lnTo>
                  <a:lnTo>
                    <a:pt x="421178" y="0"/>
                  </a:lnTo>
                </a:path>
              </a:pathLst>
            </a:custGeom>
            <a:ln w="27101" cap="flat">
              <a:solidFill>
                <a:srgbClr val="FFA256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5" name="pt27">
              <a:extLst>
                <a:ext uri="{FF2B5EF4-FFF2-40B4-BE49-F238E27FC236}">
                  <a16:creationId xmlns:a16="http://schemas.microsoft.com/office/drawing/2014/main" id="{1BF8BEFA-24F1-4C27-87BE-D7AECF348E91}"/>
                </a:ext>
              </a:extLst>
            </p:cNvPr>
            <p:cNvSpPr/>
            <p:nvPr/>
          </p:nvSpPr>
          <p:spPr>
            <a:xfrm>
              <a:off x="5171694" y="3511344"/>
              <a:ext cx="90303" cy="90303"/>
            </a:xfrm>
            <a:prstGeom prst="ellipse">
              <a:avLst/>
            </a:prstGeom>
            <a:solidFill>
              <a:srgbClr val="FFA256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6" name="pt28">
              <a:extLst>
                <a:ext uri="{FF2B5EF4-FFF2-40B4-BE49-F238E27FC236}">
                  <a16:creationId xmlns:a16="http://schemas.microsoft.com/office/drawing/2014/main" id="{1A80475D-E55D-46CA-A71C-6D762C857FCE}"/>
                </a:ext>
              </a:extLst>
            </p:cNvPr>
            <p:cNvSpPr/>
            <p:nvPr/>
          </p:nvSpPr>
          <p:spPr>
            <a:xfrm>
              <a:off x="4152000" y="4531038"/>
              <a:ext cx="90303" cy="90303"/>
            </a:xfrm>
            <a:prstGeom prst="ellipse">
              <a:avLst/>
            </a:prstGeom>
            <a:solidFill>
              <a:srgbClr val="FFA256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7" name="pt29">
              <a:extLst>
                <a:ext uri="{FF2B5EF4-FFF2-40B4-BE49-F238E27FC236}">
                  <a16:creationId xmlns:a16="http://schemas.microsoft.com/office/drawing/2014/main" id="{1B56F81D-19DC-4DA7-8EE2-7B9D5C6D44F4}"/>
                </a:ext>
              </a:extLst>
            </p:cNvPr>
            <p:cNvSpPr/>
            <p:nvPr/>
          </p:nvSpPr>
          <p:spPr>
            <a:xfrm>
              <a:off x="3730821" y="3511344"/>
              <a:ext cx="90303" cy="90303"/>
            </a:xfrm>
            <a:prstGeom prst="ellipse">
              <a:avLst/>
            </a:prstGeom>
            <a:solidFill>
              <a:srgbClr val="FFA256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8" name="pt30">
              <a:extLst>
                <a:ext uri="{FF2B5EF4-FFF2-40B4-BE49-F238E27FC236}">
                  <a16:creationId xmlns:a16="http://schemas.microsoft.com/office/drawing/2014/main" id="{C3AC2FCC-EF4E-43A6-8DC5-D170D15B94E7}"/>
                </a:ext>
              </a:extLst>
            </p:cNvPr>
            <p:cNvSpPr/>
            <p:nvPr/>
          </p:nvSpPr>
          <p:spPr>
            <a:xfrm>
              <a:off x="4152000" y="3090165"/>
              <a:ext cx="90303" cy="90303"/>
            </a:xfrm>
            <a:prstGeom prst="ellipse">
              <a:avLst/>
            </a:prstGeom>
            <a:solidFill>
              <a:srgbClr val="FFA256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F48601C-ECA7-4FEE-B0E4-1AD41F0E43C3}"/>
              </a:ext>
            </a:extLst>
          </p:cNvPr>
          <p:cNvGrpSpPr/>
          <p:nvPr/>
        </p:nvGrpSpPr>
        <p:grpSpPr>
          <a:xfrm>
            <a:off x="4789427" y="1910291"/>
            <a:ext cx="1301994" cy="2219720"/>
            <a:chOff x="3531316" y="1893133"/>
            <a:chExt cx="1132165" cy="1930186"/>
          </a:xfrm>
        </p:grpSpPr>
        <p:sp>
          <p:nvSpPr>
            <p:cNvPr id="30" name="pl19">
              <a:extLst>
                <a:ext uri="{FF2B5EF4-FFF2-40B4-BE49-F238E27FC236}">
                  <a16:creationId xmlns:a16="http://schemas.microsoft.com/office/drawing/2014/main" id="{D2518601-EEC9-4C22-966E-4281C5EFD616}"/>
                </a:ext>
              </a:extLst>
            </p:cNvPr>
            <p:cNvSpPr/>
            <p:nvPr/>
          </p:nvSpPr>
          <p:spPr>
            <a:xfrm>
              <a:off x="3576468" y="1938285"/>
              <a:ext cx="1041861" cy="1839883"/>
            </a:xfrm>
            <a:custGeom>
              <a:avLst/>
              <a:gdLst/>
              <a:ahLst/>
              <a:cxnLst/>
              <a:rect l="0" t="0" r="0" b="0"/>
              <a:pathLst>
                <a:path w="1041861" h="1839883">
                  <a:moveTo>
                    <a:pt x="620683" y="0"/>
                  </a:moveTo>
                  <a:lnTo>
                    <a:pt x="1041861" y="1618210"/>
                  </a:lnTo>
                  <a:lnTo>
                    <a:pt x="620683" y="1839883"/>
                  </a:lnTo>
                  <a:lnTo>
                    <a:pt x="0" y="1618210"/>
                  </a:lnTo>
                  <a:lnTo>
                    <a:pt x="620683" y="0"/>
                  </a:lnTo>
                </a:path>
              </a:pathLst>
            </a:custGeom>
            <a:ln w="27101" cap="flat">
              <a:solidFill>
                <a:srgbClr val="F732DE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rgbClr val="F732DE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1" name="pt32">
              <a:extLst>
                <a:ext uri="{FF2B5EF4-FFF2-40B4-BE49-F238E27FC236}">
                  <a16:creationId xmlns:a16="http://schemas.microsoft.com/office/drawing/2014/main" id="{93F3DF41-913A-42BA-9B29-55C32F64D055}"/>
                </a:ext>
              </a:extLst>
            </p:cNvPr>
            <p:cNvSpPr/>
            <p:nvPr/>
          </p:nvSpPr>
          <p:spPr>
            <a:xfrm>
              <a:off x="4573178" y="3511344"/>
              <a:ext cx="90303" cy="90303"/>
            </a:xfrm>
            <a:prstGeom prst="ellipse">
              <a:avLst/>
            </a:prstGeom>
            <a:solidFill>
              <a:srgbClr val="F732DE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rgbClr val="F732DE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2" name="pt33">
              <a:extLst>
                <a:ext uri="{FF2B5EF4-FFF2-40B4-BE49-F238E27FC236}">
                  <a16:creationId xmlns:a16="http://schemas.microsoft.com/office/drawing/2014/main" id="{499B5502-6107-406D-B6AA-E933608EDAE5}"/>
                </a:ext>
              </a:extLst>
            </p:cNvPr>
            <p:cNvSpPr/>
            <p:nvPr/>
          </p:nvSpPr>
          <p:spPr>
            <a:xfrm>
              <a:off x="4152000" y="3733016"/>
              <a:ext cx="90303" cy="90303"/>
            </a:xfrm>
            <a:prstGeom prst="ellipse">
              <a:avLst/>
            </a:prstGeom>
            <a:solidFill>
              <a:srgbClr val="F732DE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rgbClr val="F732DE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3" name="pt34">
              <a:extLst>
                <a:ext uri="{FF2B5EF4-FFF2-40B4-BE49-F238E27FC236}">
                  <a16:creationId xmlns:a16="http://schemas.microsoft.com/office/drawing/2014/main" id="{CAF6879A-8D6B-476E-A07D-0AEF2ADB9935}"/>
                </a:ext>
              </a:extLst>
            </p:cNvPr>
            <p:cNvSpPr/>
            <p:nvPr/>
          </p:nvSpPr>
          <p:spPr>
            <a:xfrm>
              <a:off x="3531316" y="3511344"/>
              <a:ext cx="90303" cy="90303"/>
            </a:xfrm>
            <a:prstGeom prst="ellipse">
              <a:avLst/>
            </a:prstGeom>
            <a:solidFill>
              <a:srgbClr val="F732DE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rgbClr val="F732DE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" name="pt35">
              <a:extLst>
                <a:ext uri="{FF2B5EF4-FFF2-40B4-BE49-F238E27FC236}">
                  <a16:creationId xmlns:a16="http://schemas.microsoft.com/office/drawing/2014/main" id="{30428327-ADE7-4782-9F50-C92F5EBD8367}"/>
                </a:ext>
              </a:extLst>
            </p:cNvPr>
            <p:cNvSpPr/>
            <p:nvPr/>
          </p:nvSpPr>
          <p:spPr>
            <a:xfrm>
              <a:off x="4152000" y="1893133"/>
              <a:ext cx="90303" cy="90303"/>
            </a:xfrm>
            <a:prstGeom prst="ellipse">
              <a:avLst/>
            </a:prstGeom>
            <a:solidFill>
              <a:srgbClr val="F732DE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rgbClr val="F732DE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4089B14-1DC5-41C8-971A-149CEC4FCD3E}"/>
              </a:ext>
            </a:extLst>
          </p:cNvPr>
          <p:cNvGrpSpPr/>
          <p:nvPr/>
        </p:nvGrpSpPr>
        <p:grpSpPr>
          <a:xfrm>
            <a:off x="4659747" y="2837991"/>
            <a:ext cx="1760858" cy="1760858"/>
            <a:chOff x="3431563" y="2790907"/>
            <a:chExt cx="1531176" cy="1531176"/>
          </a:xfrm>
        </p:grpSpPr>
        <p:sp>
          <p:nvSpPr>
            <p:cNvPr id="36" name="pl20">
              <a:extLst>
                <a:ext uri="{FF2B5EF4-FFF2-40B4-BE49-F238E27FC236}">
                  <a16:creationId xmlns:a16="http://schemas.microsoft.com/office/drawing/2014/main" id="{51030FC7-A80B-4A65-9D0E-216692F60637}"/>
                </a:ext>
              </a:extLst>
            </p:cNvPr>
            <p:cNvSpPr/>
            <p:nvPr/>
          </p:nvSpPr>
          <p:spPr>
            <a:xfrm>
              <a:off x="3476715" y="2836059"/>
              <a:ext cx="1440872" cy="1440872"/>
            </a:xfrm>
            <a:custGeom>
              <a:avLst/>
              <a:gdLst/>
              <a:ahLst/>
              <a:cxnLst/>
              <a:rect l="0" t="0" r="0" b="0"/>
              <a:pathLst>
                <a:path w="1440872" h="1440872">
                  <a:moveTo>
                    <a:pt x="720436" y="0"/>
                  </a:moveTo>
                  <a:lnTo>
                    <a:pt x="1440872" y="720436"/>
                  </a:lnTo>
                  <a:lnTo>
                    <a:pt x="720436" y="1440872"/>
                  </a:lnTo>
                  <a:lnTo>
                    <a:pt x="0" y="720436"/>
                  </a:lnTo>
                  <a:lnTo>
                    <a:pt x="720436" y="0"/>
                  </a:lnTo>
                </a:path>
              </a:pathLst>
            </a:custGeom>
            <a:ln w="27101" cap="flat">
              <a:solidFill>
                <a:srgbClr val="30B57C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" name="pt37">
              <a:extLst>
                <a:ext uri="{FF2B5EF4-FFF2-40B4-BE49-F238E27FC236}">
                  <a16:creationId xmlns:a16="http://schemas.microsoft.com/office/drawing/2014/main" id="{D3666ECA-EFAA-4B49-8A61-48784EA7AAEB}"/>
                </a:ext>
              </a:extLst>
            </p:cNvPr>
            <p:cNvSpPr/>
            <p:nvPr/>
          </p:nvSpPr>
          <p:spPr>
            <a:xfrm>
              <a:off x="4872436" y="3511344"/>
              <a:ext cx="90303" cy="90303"/>
            </a:xfrm>
            <a:prstGeom prst="ellipse">
              <a:avLst/>
            </a:prstGeom>
            <a:solidFill>
              <a:srgbClr val="30B57C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" name="pt38">
              <a:extLst>
                <a:ext uri="{FF2B5EF4-FFF2-40B4-BE49-F238E27FC236}">
                  <a16:creationId xmlns:a16="http://schemas.microsoft.com/office/drawing/2014/main" id="{390E6876-5A3B-4364-A2D1-6295A856F833}"/>
                </a:ext>
              </a:extLst>
            </p:cNvPr>
            <p:cNvSpPr/>
            <p:nvPr/>
          </p:nvSpPr>
          <p:spPr>
            <a:xfrm>
              <a:off x="4152000" y="4231780"/>
              <a:ext cx="90303" cy="90303"/>
            </a:xfrm>
            <a:prstGeom prst="ellipse">
              <a:avLst/>
            </a:prstGeom>
            <a:solidFill>
              <a:srgbClr val="30B57C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" name="pt39">
              <a:extLst>
                <a:ext uri="{FF2B5EF4-FFF2-40B4-BE49-F238E27FC236}">
                  <a16:creationId xmlns:a16="http://schemas.microsoft.com/office/drawing/2014/main" id="{A8B4976A-3F08-47DC-9EB0-574EA6C7E12E}"/>
                </a:ext>
              </a:extLst>
            </p:cNvPr>
            <p:cNvSpPr/>
            <p:nvPr/>
          </p:nvSpPr>
          <p:spPr>
            <a:xfrm>
              <a:off x="3431563" y="3511344"/>
              <a:ext cx="90303" cy="90303"/>
            </a:xfrm>
            <a:prstGeom prst="ellipse">
              <a:avLst/>
            </a:prstGeom>
            <a:solidFill>
              <a:srgbClr val="30B57C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" name="pt40">
              <a:extLst>
                <a:ext uri="{FF2B5EF4-FFF2-40B4-BE49-F238E27FC236}">
                  <a16:creationId xmlns:a16="http://schemas.microsoft.com/office/drawing/2014/main" id="{AFBC936F-7CA0-4381-AAF9-E8F0B25BF1BB}"/>
                </a:ext>
              </a:extLst>
            </p:cNvPr>
            <p:cNvSpPr/>
            <p:nvPr/>
          </p:nvSpPr>
          <p:spPr>
            <a:xfrm>
              <a:off x="4152000" y="2790907"/>
              <a:ext cx="90303" cy="90303"/>
            </a:xfrm>
            <a:prstGeom prst="ellipse">
              <a:avLst/>
            </a:prstGeom>
            <a:solidFill>
              <a:srgbClr val="30B57C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41" name="tx41">
            <a:extLst>
              <a:ext uri="{FF2B5EF4-FFF2-40B4-BE49-F238E27FC236}">
                <a16:creationId xmlns:a16="http://schemas.microsoft.com/office/drawing/2014/main" id="{56A2E90D-6C75-401D-AAF7-F8F382B57149}"/>
              </a:ext>
            </a:extLst>
          </p:cNvPr>
          <p:cNvSpPr/>
          <p:nvPr/>
        </p:nvSpPr>
        <p:spPr>
          <a:xfrm>
            <a:off x="5402025" y="3608664"/>
            <a:ext cx="343708" cy="1504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Arial"/>
              </a:rPr>
              <a:t>0 %</a:t>
            </a:r>
          </a:p>
        </p:txBody>
      </p:sp>
      <p:sp>
        <p:nvSpPr>
          <p:cNvPr id="42" name="tx42">
            <a:extLst>
              <a:ext uri="{FF2B5EF4-FFF2-40B4-BE49-F238E27FC236}">
                <a16:creationId xmlns:a16="http://schemas.microsoft.com/office/drawing/2014/main" id="{71BFCB5C-5E3B-44D4-B2B5-5CD178C5723E}"/>
              </a:ext>
            </a:extLst>
          </p:cNvPr>
          <p:cNvSpPr/>
          <p:nvPr/>
        </p:nvSpPr>
        <p:spPr>
          <a:xfrm>
            <a:off x="5304165" y="1315160"/>
            <a:ext cx="565574" cy="1504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Arial"/>
              </a:rPr>
              <a:t>100</a:t>
            </a:r>
            <a:r>
              <a:rPr sz="1600">
                <a:solidFill>
                  <a:schemeClr val="bg1"/>
                </a:solidFill>
                <a:latin typeface="Roboto"/>
                <a:ea typeface="Roboto"/>
                <a:cs typeface="Arial"/>
              </a:rPr>
              <a:t> %</a:t>
            </a:r>
          </a:p>
        </p:txBody>
      </p:sp>
      <p:sp>
        <p:nvSpPr>
          <p:cNvPr id="43" name="tx51">
            <a:extLst>
              <a:ext uri="{FF2B5EF4-FFF2-40B4-BE49-F238E27FC236}">
                <a16:creationId xmlns:a16="http://schemas.microsoft.com/office/drawing/2014/main" id="{E6A592C0-677D-4D79-9740-2673FE5CAA8A}"/>
              </a:ext>
            </a:extLst>
          </p:cNvPr>
          <p:cNvSpPr/>
          <p:nvPr/>
        </p:nvSpPr>
        <p:spPr>
          <a:xfrm>
            <a:off x="9270649" y="3916159"/>
            <a:ext cx="1935357" cy="5656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D7E219"/>
                </a:solidFill>
                <a:latin typeface="Roboto" pitchFamily="2" charset="0"/>
                <a:ea typeface="Roboto" pitchFamily="2" charset="0"/>
                <a:cs typeface="Arial"/>
              </a:rPr>
              <a:t>Crime Data </a:t>
            </a:r>
            <a:r>
              <a:rPr lang="de-DE" err="1">
                <a:solidFill>
                  <a:srgbClr val="D7E219"/>
                </a:solidFill>
                <a:latin typeface="Roboto" pitchFamily="2" charset="0"/>
                <a:ea typeface="Roboto" pitchFamily="2" charset="0"/>
                <a:cs typeface="Arial"/>
              </a:rPr>
              <a:t>Agentic</a:t>
            </a:r>
            <a:r>
              <a:rPr lang="de-DE">
                <a:solidFill>
                  <a:srgbClr val="D7E219"/>
                </a:solidFill>
                <a:latin typeface="Roboto" pitchFamily="2" charset="0"/>
                <a:ea typeface="Roboto" pitchFamily="2" charset="0"/>
                <a:cs typeface="Arial"/>
              </a:rPr>
              <a:t> Chatbot (1)</a:t>
            </a:r>
            <a:endParaRPr>
              <a:solidFill>
                <a:srgbClr val="D7E219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44" name="tx52">
            <a:extLst>
              <a:ext uri="{FF2B5EF4-FFF2-40B4-BE49-F238E27FC236}">
                <a16:creationId xmlns:a16="http://schemas.microsoft.com/office/drawing/2014/main" id="{4DD62F2E-C076-4A3D-AAF5-8354DFA5778F}"/>
              </a:ext>
            </a:extLst>
          </p:cNvPr>
          <p:cNvSpPr/>
          <p:nvPr/>
        </p:nvSpPr>
        <p:spPr>
          <a:xfrm>
            <a:off x="9244090" y="4502234"/>
            <a:ext cx="1961916" cy="3900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FFA256"/>
                </a:solidFill>
                <a:latin typeface="Roboto" pitchFamily="2" charset="0"/>
                <a:ea typeface="Roboto" pitchFamily="2" charset="0"/>
                <a:cs typeface="Arial"/>
              </a:rPr>
              <a:t>Crime Data Analytics (2)</a:t>
            </a:r>
            <a:endParaRPr>
              <a:solidFill>
                <a:srgbClr val="FFA256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45" name="tx53">
            <a:extLst>
              <a:ext uri="{FF2B5EF4-FFF2-40B4-BE49-F238E27FC236}">
                <a16:creationId xmlns:a16="http://schemas.microsoft.com/office/drawing/2014/main" id="{6CFC1DF3-31AA-4DA1-9367-915C2402C706}"/>
              </a:ext>
            </a:extLst>
          </p:cNvPr>
          <p:cNvSpPr/>
          <p:nvPr/>
        </p:nvSpPr>
        <p:spPr>
          <a:xfrm>
            <a:off x="8687844" y="5240610"/>
            <a:ext cx="3100967" cy="4675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F732DE"/>
                </a:solidFill>
                <a:latin typeface="Roboto" pitchFamily="2" charset="0"/>
                <a:ea typeface="Roboto" pitchFamily="2" charset="0"/>
                <a:cs typeface="Arial"/>
              </a:rPr>
              <a:t>BBQ Sauce Demand Forecasting (4)</a:t>
            </a:r>
            <a:endParaRPr>
              <a:solidFill>
                <a:srgbClr val="F732DE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46" name="tx54">
            <a:extLst>
              <a:ext uri="{FF2B5EF4-FFF2-40B4-BE49-F238E27FC236}">
                <a16:creationId xmlns:a16="http://schemas.microsoft.com/office/drawing/2014/main" id="{8C8455FB-5611-4F7F-89C4-F0E4DB35AFAA}"/>
              </a:ext>
            </a:extLst>
          </p:cNvPr>
          <p:cNvSpPr/>
          <p:nvPr/>
        </p:nvSpPr>
        <p:spPr>
          <a:xfrm>
            <a:off x="8978549" y="4912733"/>
            <a:ext cx="2519555" cy="3074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30B57C"/>
                </a:solidFill>
                <a:latin typeface="Roboto" pitchFamily="2" charset="0"/>
                <a:ea typeface="Roboto" pitchFamily="2" charset="0"/>
                <a:cs typeface="Arial"/>
              </a:rPr>
              <a:t>Transit Data Delay Analysis (3)</a:t>
            </a:r>
            <a:endParaRPr>
              <a:solidFill>
                <a:srgbClr val="30B57C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6C12351C-DF28-4076-941B-67CCE748A81E}"/>
              </a:ext>
            </a:extLst>
          </p:cNvPr>
          <p:cNvSpPr/>
          <p:nvPr/>
        </p:nvSpPr>
        <p:spPr>
          <a:xfrm>
            <a:off x="8124460" y="6202791"/>
            <a:ext cx="487690" cy="487690"/>
          </a:xfrm>
          <a:prstGeom prst="ellipse">
            <a:avLst/>
          </a:prstGeom>
          <a:solidFill>
            <a:srgbClr val="D7E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28F5F796-36CF-4C07-9C86-FACC5274521F}"/>
              </a:ext>
            </a:extLst>
          </p:cNvPr>
          <p:cNvSpPr/>
          <p:nvPr/>
        </p:nvSpPr>
        <p:spPr>
          <a:xfrm>
            <a:off x="8739368" y="6202791"/>
            <a:ext cx="487690" cy="487690"/>
          </a:xfrm>
          <a:prstGeom prst="ellipse">
            <a:avLst/>
          </a:prstGeom>
          <a:solidFill>
            <a:srgbClr val="FFA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07532120-32A1-4FAC-8097-66F34A649B0D}"/>
              </a:ext>
            </a:extLst>
          </p:cNvPr>
          <p:cNvSpPr/>
          <p:nvPr/>
        </p:nvSpPr>
        <p:spPr>
          <a:xfrm>
            <a:off x="9354276" y="6202791"/>
            <a:ext cx="487690" cy="487690"/>
          </a:xfrm>
          <a:prstGeom prst="ellipse">
            <a:avLst/>
          </a:prstGeom>
          <a:solidFill>
            <a:srgbClr val="30B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3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124A380A-944C-4261-8CC3-2382F889190D}"/>
              </a:ext>
            </a:extLst>
          </p:cNvPr>
          <p:cNvSpPr/>
          <p:nvPr/>
        </p:nvSpPr>
        <p:spPr>
          <a:xfrm>
            <a:off x="9969184" y="6202791"/>
            <a:ext cx="487690" cy="487690"/>
          </a:xfrm>
          <a:prstGeom prst="ellipse">
            <a:avLst/>
          </a:prstGeom>
          <a:solidFill>
            <a:srgbClr val="F732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4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226EB39-26A5-4A41-89AE-503D894398F8}"/>
              </a:ext>
            </a:extLst>
          </p:cNvPr>
          <p:cNvSpPr/>
          <p:nvPr/>
        </p:nvSpPr>
        <p:spPr>
          <a:xfrm>
            <a:off x="10584092" y="6217580"/>
            <a:ext cx="487690" cy="48769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5</a:t>
            </a:r>
            <a:endParaRPr lang="de-DE" sz="1200">
              <a:solidFill>
                <a:schemeClr val="tx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tx53">
            <a:extLst>
              <a:ext uri="{FF2B5EF4-FFF2-40B4-BE49-F238E27FC236}">
                <a16:creationId xmlns:a16="http://schemas.microsoft.com/office/drawing/2014/main" id="{EB249C1D-A2CF-4302-4FDD-D4BC78377161}"/>
              </a:ext>
            </a:extLst>
          </p:cNvPr>
          <p:cNvSpPr/>
          <p:nvPr/>
        </p:nvSpPr>
        <p:spPr>
          <a:xfrm>
            <a:off x="8415490" y="5728577"/>
            <a:ext cx="3645672" cy="4675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Rooftop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image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 </a:t>
            </a:r>
            <a:r>
              <a:rPr lang="de-DE" err="1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recognition</a:t>
            </a:r>
            <a:r>
              <a:rPr lang="de-DE">
                <a:solidFill>
                  <a:srgbClr val="00B0F0"/>
                </a:solidFill>
                <a:latin typeface="Roboto" pitchFamily="2" charset="0"/>
                <a:ea typeface="Roboto" pitchFamily="2" charset="0"/>
                <a:cs typeface="Arial"/>
              </a:rPr>
              <a:t> (5)</a:t>
            </a:r>
            <a:endParaRPr>
              <a:solidFill>
                <a:srgbClr val="00B0F0"/>
              </a:solidFill>
              <a:latin typeface="Roboto" pitchFamily="2" charset="0"/>
              <a:ea typeface="Roboto" pitchFamily="2" charset="0"/>
              <a:cs typeface="Arial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1FD9C59-415B-4EE0-A68A-D76D3AA650A7}"/>
              </a:ext>
            </a:extLst>
          </p:cNvPr>
          <p:cNvGrpSpPr/>
          <p:nvPr/>
        </p:nvGrpSpPr>
        <p:grpSpPr>
          <a:xfrm>
            <a:off x="5243434" y="1486923"/>
            <a:ext cx="613696" cy="4075677"/>
            <a:chOff x="9242390" y="346036"/>
            <a:chExt cx="613696" cy="2908012"/>
          </a:xfrm>
        </p:grpSpPr>
        <p:sp>
          <p:nvSpPr>
            <p:cNvPr id="59" name="pl17">
              <a:extLst>
                <a:ext uri="{FF2B5EF4-FFF2-40B4-BE49-F238E27FC236}">
                  <a16:creationId xmlns:a16="http://schemas.microsoft.com/office/drawing/2014/main" id="{FCAE76FF-7145-4762-AF28-742B1A9329EB}"/>
                </a:ext>
              </a:extLst>
            </p:cNvPr>
            <p:cNvSpPr/>
            <p:nvPr/>
          </p:nvSpPr>
          <p:spPr>
            <a:xfrm>
              <a:off x="9294315" y="397961"/>
              <a:ext cx="509847" cy="2804162"/>
            </a:xfrm>
            <a:custGeom>
              <a:avLst/>
              <a:gdLst/>
              <a:ahLst/>
              <a:cxnLst/>
              <a:rect l="0" t="0" r="0" b="0"/>
              <a:pathLst>
                <a:path w="443345" h="2438399">
                  <a:moveTo>
                    <a:pt x="221672" y="0"/>
                  </a:moveTo>
                  <a:lnTo>
                    <a:pt x="443345" y="2017221"/>
                  </a:lnTo>
                  <a:lnTo>
                    <a:pt x="221672" y="2438399"/>
                  </a:lnTo>
                  <a:lnTo>
                    <a:pt x="0" y="2017221"/>
                  </a:lnTo>
                  <a:lnTo>
                    <a:pt x="221672" y="0"/>
                  </a:lnTo>
                </a:path>
              </a:pathLst>
            </a:custGeom>
            <a:ln w="27101" cap="flat">
              <a:solidFill>
                <a:srgbClr val="40E0D0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60" name="pt22">
              <a:extLst>
                <a:ext uri="{FF2B5EF4-FFF2-40B4-BE49-F238E27FC236}">
                  <a16:creationId xmlns:a16="http://schemas.microsoft.com/office/drawing/2014/main" id="{5B311148-A1F5-4766-BDDF-A36F38602401}"/>
                </a:ext>
              </a:extLst>
            </p:cNvPr>
            <p:cNvSpPr/>
            <p:nvPr/>
          </p:nvSpPr>
          <p:spPr>
            <a:xfrm>
              <a:off x="9752237" y="2665844"/>
              <a:ext cx="103849" cy="103849"/>
            </a:xfrm>
            <a:prstGeom prst="ellipse">
              <a:avLst/>
            </a:prstGeom>
            <a:solidFill>
              <a:srgbClr val="40E0D0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61" name="pt23">
              <a:extLst>
                <a:ext uri="{FF2B5EF4-FFF2-40B4-BE49-F238E27FC236}">
                  <a16:creationId xmlns:a16="http://schemas.microsoft.com/office/drawing/2014/main" id="{1284C861-89B3-4F89-84CB-A0315A22957A}"/>
                </a:ext>
              </a:extLst>
            </p:cNvPr>
            <p:cNvSpPr/>
            <p:nvPr/>
          </p:nvSpPr>
          <p:spPr>
            <a:xfrm>
              <a:off x="9497314" y="3150199"/>
              <a:ext cx="103849" cy="103849"/>
            </a:xfrm>
            <a:prstGeom prst="ellipse">
              <a:avLst/>
            </a:prstGeom>
            <a:solidFill>
              <a:srgbClr val="40E0D0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62" name="pt24">
              <a:extLst>
                <a:ext uri="{FF2B5EF4-FFF2-40B4-BE49-F238E27FC236}">
                  <a16:creationId xmlns:a16="http://schemas.microsoft.com/office/drawing/2014/main" id="{7CC8BA96-6D57-4634-A5C3-47BD04577D8D}"/>
                </a:ext>
              </a:extLst>
            </p:cNvPr>
            <p:cNvSpPr/>
            <p:nvPr/>
          </p:nvSpPr>
          <p:spPr>
            <a:xfrm>
              <a:off x="9242390" y="2665844"/>
              <a:ext cx="103849" cy="103849"/>
            </a:xfrm>
            <a:prstGeom prst="ellipse">
              <a:avLst/>
            </a:prstGeom>
            <a:solidFill>
              <a:srgbClr val="40E0D0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63" name="pt25">
              <a:extLst>
                <a:ext uri="{FF2B5EF4-FFF2-40B4-BE49-F238E27FC236}">
                  <a16:creationId xmlns:a16="http://schemas.microsoft.com/office/drawing/2014/main" id="{827B8592-1609-4485-B0CC-316E0886A1FA}"/>
                </a:ext>
              </a:extLst>
            </p:cNvPr>
            <p:cNvSpPr/>
            <p:nvPr/>
          </p:nvSpPr>
          <p:spPr>
            <a:xfrm>
              <a:off x="9497314" y="346036"/>
              <a:ext cx="103849" cy="103849"/>
            </a:xfrm>
            <a:prstGeom prst="ellipse">
              <a:avLst/>
            </a:prstGeom>
            <a:solidFill>
              <a:srgbClr val="40E0D0"/>
            </a:solidFill>
            <a:ln w="9000" cap="rnd">
              <a:solidFill>
                <a:schemeClr val="bg1"/>
              </a:solidFill>
              <a:prstDash val="solid"/>
              <a:round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59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1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 animBg="1"/>
      <p:bldP spid="13" grpId="0"/>
      <p:bldP spid="14" grpId="0"/>
      <p:bldP spid="15" grpId="0"/>
      <p:bldP spid="41" grpId="0"/>
      <p:bldP spid="42" grpId="0"/>
      <p:bldP spid="43" grpId="0"/>
      <p:bldP spid="44" grpId="0"/>
      <p:bldP spid="45" grpId="0"/>
      <p:bldP spid="46" grpId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feld 46">
            <a:extLst>
              <a:ext uri="{FF2B5EF4-FFF2-40B4-BE49-F238E27FC236}">
                <a16:creationId xmlns:a16="http://schemas.microsoft.com/office/drawing/2014/main" id="{54553EAB-C6B8-48D3-8352-E1B219EB2F02}"/>
              </a:ext>
            </a:extLst>
          </p:cNvPr>
          <p:cNvSpPr txBox="1"/>
          <p:nvPr/>
        </p:nvSpPr>
        <p:spPr>
          <a:xfrm>
            <a:off x="4132225" y="2121617"/>
            <a:ext cx="3171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Good Luck!</a:t>
            </a: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AB563EA6-F83A-4E8D-BF11-2EBD17E5A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4" b="93848" l="5752" r="89935">
                        <a14:foregroundMark x1="7843" y1="66810" x2="5708" y2="39942"/>
                        <a14:foregroundMark x1="9561" y1="26553" x2="10196" y2="24893"/>
                        <a14:foregroundMark x1="10196" y1="24893" x2="25359" y2="10014"/>
                        <a14:foregroundMark x1="37061" y1="5241" x2="39739" y2="4149"/>
                        <a14:foregroundMark x1="25359" y1="10014" x2="34310" y2="6363"/>
                        <a14:foregroundMark x1="39739" y1="4149" x2="48366" y2="2432"/>
                        <a14:foregroundMark x1="48366" y1="2432" x2="59477" y2="3720"/>
                        <a14:foregroundMark x1="59477" y1="3720" x2="77255" y2="14306"/>
                        <a14:foregroundMark x1="77255" y1="14306" x2="90065" y2="33047"/>
                        <a14:foregroundMark x1="90065" y1="33047" x2="91895" y2="54506"/>
                        <a14:foregroundMark x1="91895" y1="54506" x2="91405" y2="62468"/>
                        <a14:foregroundMark x1="57824" y1="98274" x2="55948" y2="98999"/>
                        <a14:foregroundMark x1="55948" y1="98999" x2="47320" y2="98283"/>
                        <a14:foregroundMark x1="47320" y1="98283" x2="21046" y2="84835"/>
                        <a14:foregroundMark x1="21046" y1="84835" x2="8235" y2="65379"/>
                        <a14:foregroundMark x1="29020" y1="92990" x2="50327" y2="97568"/>
                        <a14:foregroundMark x1="50327" y1="97568" x2="59073" y2="95868"/>
                        <a14:foregroundMark x1="31765" y1="8584" x2="46536" y2="4292"/>
                        <a14:foregroundMark x1="46536" y1="4292" x2="65621" y2="7582"/>
                        <a14:foregroundMark x1="65621" y1="7582" x2="56078" y2="3577"/>
                        <a14:foregroundMark x1="56078" y1="3577" x2="36494" y2="3440"/>
                        <a14:foregroundMark x1="29338" y1="7724" x2="27712" y2="8870"/>
                        <a14:foregroundMark x1="10065" y1="26894" x2="20523" y2="25608"/>
                        <a14:foregroundMark x1="20523" y1="25608" x2="50980" y2="29471"/>
                        <a14:foregroundMark x1="50980" y1="29471" x2="72549" y2="26609"/>
                        <a14:foregroundMark x1="72549" y1="26609" x2="86275" y2="26753"/>
                        <a14:foregroundMark x1="86275" y1="26753" x2="86013" y2="35479"/>
                        <a14:foregroundMark x1="86013" y1="35479" x2="81438" y2="51073"/>
                        <a14:foregroundMark x1="81438" y1="51073" x2="74379" y2="53791"/>
                        <a14:foregroundMark x1="74379" y1="53791" x2="59477" y2="52217"/>
                        <a14:foregroundMark x1="59477" y1="52217" x2="52418" y2="36338"/>
                        <a14:foregroundMark x1="52418" y1="36338" x2="45490" y2="35050"/>
                        <a14:foregroundMark x1="45490" y1="35050" x2="39739" y2="50072"/>
                        <a14:foregroundMark x1="39739" y1="50072" x2="30980" y2="53362"/>
                        <a14:foregroundMark x1="30980" y1="53362" x2="23268" y2="52933"/>
                        <a14:foregroundMark x1="23268" y1="52933" x2="14902" y2="49785"/>
                        <a14:foregroundMark x1="14902" y1="49785" x2="8909" y2="32844"/>
                        <a14:foregroundMark x1="24575" y1="25894" x2="32549" y2="25751"/>
                        <a14:foregroundMark x1="32549" y1="25751" x2="49150" y2="28898"/>
                        <a14:foregroundMark x1="49150" y1="28898" x2="83399" y2="25179"/>
                        <a14:foregroundMark x1="83399" y1="25179" x2="79869" y2="16309"/>
                        <a14:foregroundMark x1="79869" y1="16309" x2="52810" y2="4864"/>
                        <a14:foregroundMark x1="52810" y1="4864" x2="40392" y2="4864"/>
                        <a14:foregroundMark x1="40392" y1="4864" x2="18039" y2="16023"/>
                        <a14:foregroundMark x1="18039" y1="16023" x2="21569" y2="24893"/>
                        <a14:foregroundMark x1="21569" y1="24893" x2="25752" y2="26037"/>
                        <a14:foregroundMark x1="41699" y1="27182" x2="61699" y2="27754"/>
                        <a14:foregroundMark x1="61699" y1="27754" x2="72157" y2="25465"/>
                        <a14:foregroundMark x1="72157" y1="25465" x2="78170" y2="21459"/>
                        <a14:foregroundMark x1="78170" y1="21459" x2="74771" y2="15165"/>
                        <a14:foregroundMark x1="74771" y1="15165" x2="45229" y2="6724"/>
                        <a14:foregroundMark x1="45229" y1="6724" x2="37647" y2="7439"/>
                        <a14:foregroundMark x1="37647" y1="7439" x2="29935" y2="17310"/>
                        <a14:foregroundMark x1="29935" y1="17310" x2="43922" y2="26609"/>
                        <a14:foregroundMark x1="43922" y1="26609" x2="45882" y2="26037"/>
                        <a14:foregroundMark x1="27320" y1="64521" x2="33464" y2="68813"/>
                        <a14:foregroundMark x1="33464" y1="68813" x2="52680" y2="71388"/>
                        <a14:foregroundMark x1="52680" y1="71388" x2="70065" y2="65951"/>
                        <a14:foregroundMark x1="70065" y1="65951" x2="62745" y2="75823"/>
                        <a14:foregroundMark x1="62745" y1="75823" x2="41307" y2="79971"/>
                        <a14:foregroundMark x1="41307" y1="79971" x2="23922" y2="73247"/>
                        <a14:foregroundMark x1="23922" y1="73247" x2="27190" y2="63948"/>
                        <a14:foregroundMark x1="27190" y1="63948" x2="32680" y2="62518"/>
                        <a14:foregroundMark x1="8889" y1="55222" x2="13595" y2="67096"/>
                        <a14:foregroundMark x1="13595" y1="67096" x2="22745" y2="69385"/>
                        <a14:foregroundMark x1="22745" y1="69385" x2="39869" y2="65951"/>
                        <a14:foregroundMark x1="39869" y1="65951" x2="52810" y2="67096"/>
                        <a14:foregroundMark x1="52810" y1="67096" x2="55425" y2="58941"/>
                        <a14:foregroundMark x1="55425" y1="58941" x2="23399" y2="59084"/>
                        <a14:foregroundMark x1="23399" y1="59084" x2="9542" y2="55365"/>
                        <a14:foregroundMark x1="46536" y1="38627" x2="37647" y2="54506"/>
                        <a14:foregroundMark x1="37647" y1="54506" x2="57647" y2="67811"/>
                        <a14:foregroundMark x1="57647" y1="67811" x2="69150" y2="67239"/>
                        <a14:foregroundMark x1="69150" y1="67239" x2="81961" y2="62518"/>
                        <a14:foregroundMark x1="81961" y1="62518" x2="86667" y2="53362"/>
                        <a14:foregroundMark x1="86667" y1="53362" x2="64052" y2="52217"/>
                        <a14:foregroundMark x1="64052" y1="52217" x2="51242" y2="40057"/>
                        <a14:foregroundMark x1="51242" y1="40057" x2="44314" y2="39628"/>
                        <a14:foregroundMark x1="40654" y1="79685" x2="54379" y2="78684"/>
                        <a14:foregroundMark x1="54379" y1="78684" x2="82876" y2="59084"/>
                        <a14:foregroundMark x1="82876" y1="59084" x2="88227" y2="66167"/>
                        <a14:foregroundMark x1="80523" y1="82833" x2="56471" y2="95422"/>
                        <a14:foregroundMark x1="56471" y1="95422" x2="44052" y2="94134"/>
                        <a14:foregroundMark x1="44052" y1="94134" x2="38954" y2="86981"/>
                        <a14:foregroundMark x1="38954" y1="86981" x2="43791" y2="80830"/>
                        <a14:foregroundMark x1="5752" y1="41631" x2="6040" y2="39388"/>
                        <a14:foregroundMark x1="10186" y1="26533" x2="10850" y2="25322"/>
                        <a14:foregroundMark x1="10850" y1="25322" x2="10850" y2="25179"/>
                        <a14:foregroundMark x1="12418" y1="24464" x2="10174" y2="26569"/>
                        <a14:foregroundMark x1="5879" y1="39400" x2="8105" y2="42918"/>
                        <a14:backgroundMark x1="4052" y1="22461" x2="18824" y2="6295"/>
                        <a14:backgroundMark x1="29412" y1="5866" x2="36209" y2="4006"/>
                        <a14:backgroundMark x1="36209" y1="4006" x2="33072" y2="4864"/>
                        <a14:backgroundMark x1="33595" y1="4292" x2="36471" y2="3433"/>
                        <a14:backgroundMark x1="34641" y1="3863" x2="35686" y2="4292"/>
                        <a14:backgroundMark x1="36209" y1="4435" x2="36601" y2="2861"/>
                        <a14:backgroundMark x1="5490" y1="40629" x2="5098" y2="38913"/>
                        <a14:backgroundMark x1="5490" y1="40629" x2="7190" y2="33476"/>
                        <a14:backgroundMark x1="7190" y1="33476" x2="5490" y2="39199"/>
                        <a14:backgroundMark x1="7190" y1="33619" x2="7451" y2="33763"/>
                        <a14:backgroundMark x1="7320" y1="33906" x2="10065" y2="26896"/>
                        <a14:backgroundMark x1="10065" y1="26896" x2="6144" y2="32904"/>
                        <a14:backgroundMark x1="6144" y1="32904" x2="7059" y2="34049"/>
                        <a14:backgroundMark x1="9804" y1="27039" x2="9542" y2="26753"/>
                        <a14:backgroundMark x1="58562" y1="96853" x2="64706" y2="95565"/>
                        <a14:backgroundMark x1="63660" y1="95279" x2="77908" y2="90129"/>
                        <a14:backgroundMark x1="77908" y1="90129" x2="92418" y2="72675"/>
                        <a14:backgroundMark x1="92418" y1="72675" x2="96732" y2="61087"/>
                        <a14:backgroundMark x1="96732" y1="61087" x2="90980" y2="65808"/>
                        <a14:backgroundMark x1="90980" y1="65808" x2="82614" y2="81688"/>
                        <a14:backgroundMark x1="82614" y1="81688" x2="68497" y2="91702"/>
                        <a14:backgroundMark x1="68497" y1="91702" x2="73203" y2="935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5406" y="3169367"/>
            <a:ext cx="625462" cy="571500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204F5D44-95D5-4B94-A228-65874973D58C}"/>
              </a:ext>
            </a:extLst>
          </p:cNvPr>
          <p:cNvSpPr txBox="1"/>
          <p:nvPr/>
        </p:nvSpPr>
        <p:spPr>
          <a:xfrm>
            <a:off x="8385380" y="5702895"/>
            <a:ext cx="3274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Questions?</a:t>
            </a:r>
            <a:endParaRPr lang="de-DE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  <a:p>
            <a:pPr algn="ctr"/>
            <a:r>
              <a:rPr lang="de-DE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stefanopinto@blinkbase.io</a:t>
            </a:r>
          </a:p>
          <a:p>
            <a:pPr algn="ctr"/>
            <a:r>
              <a:rPr lang="de-DE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stefanopinto@hotmail.de</a:t>
            </a:r>
          </a:p>
        </p:txBody>
      </p:sp>
    </p:spTree>
    <p:extLst>
      <p:ext uri="{BB962C8B-B14F-4D97-AF65-F5344CB8AC3E}">
        <p14:creationId xmlns:p14="http://schemas.microsoft.com/office/powerpoint/2010/main" val="107824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0A4FAC3F0CEC49810F141A357723B5" ma:contentTypeVersion="7" ma:contentTypeDescription="Create a new document." ma:contentTypeScope="" ma:versionID="2404a7fc0c1569df821fddbfa906d633">
  <xsd:schema xmlns:xsd="http://www.w3.org/2001/XMLSchema" xmlns:xs="http://www.w3.org/2001/XMLSchema" xmlns:p="http://schemas.microsoft.com/office/2006/metadata/properties" xmlns:ns2="24834980-86ab-4782-beb2-47f6d76eac02" targetNamespace="http://schemas.microsoft.com/office/2006/metadata/properties" ma:root="true" ma:fieldsID="245c223275ffcd8525fad203ba711386" ns2:_="">
    <xsd:import namespace="24834980-86ab-4782-beb2-47f6d76eac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834980-86ab-4782-beb2-47f6d76eac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03C19C-661D-4C6C-97AC-3CAEBEBE9EB8}">
  <ds:schemaRefs>
    <ds:schemaRef ds:uri="24834980-86ab-4782-beb2-47f6d76eac0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AC965FB-8482-4792-B1E9-EE1A5DB917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27A56-C3FC-477B-A382-175391AC5D2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</vt:lpstr>
      <vt:lpstr>1_Office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Stefano Pinto</dc:creator>
  <cp:revision>5</cp:revision>
  <dcterms:created xsi:type="dcterms:W3CDTF">2026-08-25T03:44:24Z</dcterms:created>
  <dcterms:modified xsi:type="dcterms:W3CDTF">2026-09-23T14:37:15Z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0x010100E40A4FAC3F0CEC49810F141A357723B5</vt:lpwstr>
  </property>
</Properties>
</file>